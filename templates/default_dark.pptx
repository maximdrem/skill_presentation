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0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2" r:id="rId1"/>
  </p:sldMasterIdLst>
  <p:notesMasterIdLst>
    <p:notesMasterId r:id="rId58"/>
  </p:notesMasterIdLst>
  <p:handoutMasterIdLst>
    <p:handoutMasterId r:id="rId59"/>
  </p:handoutMasterIdLst>
  <p:sldIdLst>
    <p:sldId id="1468" r:id="rId2"/>
    <p:sldId id="1463" r:id="rId3"/>
    <p:sldId id="1437" r:id="rId4"/>
    <p:sldId id="1438" r:id="rId5"/>
    <p:sldId id="1439" r:id="rId6"/>
    <p:sldId id="1440" r:id="rId7"/>
    <p:sldId id="1443" r:id="rId8"/>
    <p:sldId id="1444" r:id="rId9"/>
    <p:sldId id="272" r:id="rId10"/>
    <p:sldId id="1446" r:id="rId11"/>
    <p:sldId id="1447" r:id="rId12"/>
    <p:sldId id="1448" r:id="rId13"/>
    <p:sldId id="1449" r:id="rId14"/>
    <p:sldId id="1450" r:id="rId15"/>
    <p:sldId id="1451" r:id="rId16"/>
    <p:sldId id="1452" r:id="rId17"/>
    <p:sldId id="271" r:id="rId18"/>
    <p:sldId id="257" r:id="rId19"/>
    <p:sldId id="259" r:id="rId20"/>
    <p:sldId id="258" r:id="rId21"/>
    <p:sldId id="293" r:id="rId22"/>
    <p:sldId id="260" r:id="rId23"/>
    <p:sldId id="261" r:id="rId24"/>
    <p:sldId id="264" r:id="rId25"/>
    <p:sldId id="288" r:id="rId26"/>
    <p:sldId id="262" r:id="rId27"/>
    <p:sldId id="1462" r:id="rId28"/>
    <p:sldId id="1453" r:id="rId29"/>
    <p:sldId id="1459" r:id="rId30"/>
    <p:sldId id="318" r:id="rId31"/>
    <p:sldId id="319" r:id="rId32"/>
    <p:sldId id="304" r:id="rId33"/>
    <p:sldId id="305" r:id="rId34"/>
    <p:sldId id="310" r:id="rId35"/>
    <p:sldId id="309" r:id="rId36"/>
    <p:sldId id="311" r:id="rId37"/>
    <p:sldId id="312" r:id="rId38"/>
    <p:sldId id="313" r:id="rId39"/>
    <p:sldId id="1454" r:id="rId40"/>
    <p:sldId id="1455" r:id="rId41"/>
    <p:sldId id="1456" r:id="rId42"/>
    <p:sldId id="325" r:id="rId43"/>
    <p:sldId id="327" r:id="rId44"/>
    <p:sldId id="1465" r:id="rId45"/>
    <p:sldId id="1457" r:id="rId46"/>
    <p:sldId id="1458" r:id="rId47"/>
    <p:sldId id="338" r:id="rId48"/>
    <p:sldId id="339" r:id="rId49"/>
    <p:sldId id="340" r:id="rId50"/>
    <p:sldId id="342" r:id="rId51"/>
    <p:sldId id="345" r:id="rId52"/>
    <p:sldId id="346" r:id="rId53"/>
    <p:sldId id="1466" r:id="rId54"/>
    <p:sldId id="1467" r:id="rId55"/>
    <p:sldId id="1469" r:id="rId56"/>
    <p:sldId id="1460" r:id="rId57"/>
  </p:sldIdLst>
  <p:sldSz cx="12192000" cy="6858000"/>
  <p:notesSz cx="12192000" cy="6858000"/>
  <p:embeddedFontLst>
    <p:embeddedFont>
      <p:font typeface="SB Sans Display" panose="020B0503040504020204" pitchFamily="34" charset="0"/>
      <p:regular r:id="rId60"/>
      <p:bold r:id="rId61"/>
    </p:embeddedFont>
    <p:embeddedFont>
      <p:font typeface="SB Sans Display Light" panose="020B0303040504020204" pitchFamily="34" charset="0"/>
      <p:regular r:id="rId62"/>
    </p:embeddedFont>
    <p:embeddedFont>
      <p:font typeface="SB Sans Display Semibold" panose="020B0503040504020204" pitchFamily="34" charset="0"/>
      <p:regular r:id="rId63"/>
      <p:bold r:id="rId64"/>
    </p:embeddedFont>
    <p:embeddedFont>
      <p:font typeface="SB Sans Text" panose="020B0503040504020204" pitchFamily="34" charset="0"/>
      <p:regular r:id="rId65"/>
      <p:bold r:id="rId66"/>
      <p:italic r:id="rId67"/>
      <p:boldItalic r:id="rId68"/>
    </p:embeddedFont>
    <p:embeddedFont>
      <p:font typeface="SB Sans Text Light" panose="020B0303040504020204" pitchFamily="34" charset="0"/>
      <p:regular r:id="rId69"/>
      <p:italic r:id="rId70"/>
    </p:embeddedFont>
    <p:embeddedFont>
      <p:font typeface="SB Sans Text Medium" panose="020B0503040504020204" pitchFamily="34" charset="0"/>
      <p:regular r:id="rId71"/>
    </p:embeddedFont>
    <p:embeddedFont>
      <p:font typeface="SB Sans Text Semibold" panose="020B0503040504020204" pitchFamily="34" charset="0"/>
      <p:regular r:id="rId72"/>
      <p:bold r:id="rId73"/>
      <p:italic r:id="rId74"/>
      <p:boldItalic r:id="rId75"/>
    </p:embeddedFont>
    <p:embeddedFont>
      <p:font typeface="SBSansDisplay-Light" panose="020B0503040504020204" pitchFamily="34" charset="0"/>
      <p:regular r:id="rId7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" id="{22CC9C37-6F57-1942-BCD8-73E087642CEC}">
          <p14:sldIdLst>
            <p14:sldId id="1468"/>
          </p14:sldIdLst>
        </p14:section>
        <p14:section name="Элементы" id="{FCDB1E2F-1EC3-D34C-8BA2-4D02BF810EAE}">
          <p14:sldIdLst>
            <p14:sldId id="1463"/>
            <p14:sldId id="1437"/>
            <p14:sldId id="1438"/>
            <p14:sldId id="1439"/>
            <p14:sldId id="1440"/>
            <p14:sldId id="1443"/>
            <p14:sldId id="1444"/>
            <p14:sldId id="272"/>
            <p14:sldId id="1446"/>
            <p14:sldId id="1447"/>
            <p14:sldId id="1448"/>
            <p14:sldId id="1449"/>
            <p14:sldId id="1450"/>
            <p14:sldId id="1451"/>
            <p14:sldId id="1452"/>
            <p14:sldId id="271"/>
          </p14:sldIdLst>
        </p14:section>
        <p14:section name="Разделители" id="{BF1577A6-5926-2C42-87A6-8890D7536B01}">
          <p14:sldIdLst>
            <p14:sldId id="257"/>
            <p14:sldId id="259"/>
            <p14:sldId id="258"/>
            <p14:sldId id="293"/>
          </p14:sldIdLst>
        </p14:section>
        <p14:section name="Текст" id="{6FFE1352-8B79-DE43-8F36-010818B78429}">
          <p14:sldIdLst>
            <p14:sldId id="260"/>
            <p14:sldId id="261"/>
            <p14:sldId id="264"/>
            <p14:sldId id="288"/>
            <p14:sldId id="262"/>
            <p14:sldId id="1462"/>
            <p14:sldId id="1453"/>
            <p14:sldId id="1459"/>
            <p14:sldId id="318"/>
            <p14:sldId id="319"/>
          </p14:sldIdLst>
        </p14:section>
        <p14:section name="Фото" id="{965C53C9-F4B1-B949-8AFD-332C27ED0612}">
          <p14:sldIdLst>
            <p14:sldId id="304"/>
            <p14:sldId id="305"/>
            <p14:sldId id="310"/>
            <p14:sldId id="309"/>
            <p14:sldId id="311"/>
            <p14:sldId id="312"/>
            <p14:sldId id="313"/>
            <p14:sldId id="1454"/>
          </p14:sldIdLst>
        </p14:section>
        <p14:section name="Карточки" id="{04E5C437-E3D9-1746-B1BA-50115E54AB9B}">
          <p14:sldIdLst>
            <p14:sldId id="1455"/>
            <p14:sldId id="1456"/>
            <p14:sldId id="325"/>
            <p14:sldId id="327"/>
          </p14:sldIdLst>
        </p14:section>
        <p14:section name="Таблицы" id="{CEAA8852-9645-DE4D-9EE3-BD0DC8F120C6}">
          <p14:sldIdLst>
            <p14:sldId id="1465"/>
            <p14:sldId id="1457"/>
            <p14:sldId id="1458"/>
          </p14:sldIdLst>
        </p14:section>
        <p14:section name="Графики" id="{07FA13C4-1ADD-1745-B469-DEBA7B660A99}">
          <p14:sldIdLst>
            <p14:sldId id="338"/>
            <p14:sldId id="339"/>
            <p14:sldId id="340"/>
            <p14:sldId id="342"/>
            <p14:sldId id="345"/>
            <p14:sldId id="346"/>
            <p14:sldId id="1466"/>
            <p14:sldId id="1467"/>
          </p14:sldIdLst>
        </p14:section>
        <p14:section name="Раздел без заголовка" id="{AEF26E0D-EBD9-8F47-892A-76229B72CA21}">
          <p14:sldIdLst>
            <p14:sldId id="1469"/>
            <p14:sldId id="1460"/>
          </p14:sldIdLst>
        </p14:section>
      </p14:sectionLst>
    </p:ext>
    <p:ext uri="{EFAFB233-063F-42B5-8137-9DF3F51BA10A}">
      <p15:sldGuideLst xmlns:p15="http://schemas.microsoft.com/office/powerpoint/2012/main">
        <p15:guide id="2" pos="347" userDrawn="1">
          <p15:clr>
            <a:srgbClr val="A4A3A4"/>
          </p15:clr>
        </p15:guide>
        <p15:guide id="3" orient="horz" pos="777" userDrawn="1">
          <p15:clr>
            <a:srgbClr val="A4A3A4"/>
          </p15:clr>
        </p15:guide>
        <p15:guide id="7" orient="horz" pos="3475" userDrawn="1">
          <p15:clr>
            <a:srgbClr val="A4A3A4"/>
          </p15:clr>
        </p15:guide>
        <p15:guide id="8" orient="horz" pos="1389" userDrawn="1">
          <p15:clr>
            <a:srgbClr val="A4A3A4"/>
          </p15:clr>
        </p15:guide>
        <p15:guide id="23" pos="4997" userDrawn="1">
          <p15:clr>
            <a:srgbClr val="A4A3A4"/>
          </p15:clr>
        </p15:guide>
        <p15:guide id="24" pos="688" userDrawn="1">
          <p15:clr>
            <a:srgbClr val="A4A3A4"/>
          </p15:clr>
        </p15:guide>
        <p15:guide id="28" orient="horz" pos="2115" userDrawn="1">
          <p15:clr>
            <a:srgbClr val="A4A3A4"/>
          </p15:clr>
        </p15:guide>
        <p15:guide id="29" orient="horz" pos="2341" userDrawn="1">
          <p15:clr>
            <a:srgbClr val="A4A3A4"/>
          </p15:clr>
        </p15:guide>
        <p15:guide id="31" pos="1005" userDrawn="1">
          <p15:clr>
            <a:srgbClr val="A4A3A4"/>
          </p15:clr>
        </p15:guide>
        <p15:guide id="32" pos="1844" userDrawn="1">
          <p15:clr>
            <a:srgbClr val="A4A3A4"/>
          </p15:clr>
        </p15:guide>
        <p15:guide id="33" pos="2071" userDrawn="1">
          <p15:clr>
            <a:srgbClr val="A4A3A4"/>
          </p15:clr>
        </p15:guide>
        <p15:guide id="34" pos="2706" userDrawn="1">
          <p15:clr>
            <a:srgbClr val="A4A3A4"/>
          </p15:clr>
        </p15:guide>
        <p15:guide id="35" pos="3069" userDrawn="1">
          <p15:clr>
            <a:srgbClr val="A4A3A4"/>
          </p15:clr>
        </p15:guide>
        <p15:guide id="37" pos="4248" userDrawn="1">
          <p15:clr>
            <a:srgbClr val="A4A3A4"/>
          </p15:clr>
        </p15:guide>
        <p15:guide id="38" pos="4520" userDrawn="1">
          <p15:clr>
            <a:srgbClr val="A4A3A4"/>
          </p15:clr>
        </p15:guide>
        <p15:guide id="40" pos="5518" userDrawn="1">
          <p15:clr>
            <a:srgbClr val="A4A3A4"/>
          </p15:clr>
        </p15:guide>
        <p15:guide id="42" pos="7083" userDrawn="1">
          <p15:clr>
            <a:srgbClr val="A4A3A4"/>
          </p15:clr>
        </p15:guide>
        <p15:guide id="43" orient="horz" pos="1049" userDrawn="1">
          <p15:clr>
            <a:srgbClr val="A4A3A4"/>
          </p15:clr>
        </p15:guide>
        <p15:guide id="44" orient="horz" pos="1638" userDrawn="1">
          <p15:clr>
            <a:srgbClr val="A4A3A4"/>
          </p15:clr>
        </p15:guide>
        <p15:guide id="45" orient="horz" pos="1820" userDrawn="1">
          <p15:clr>
            <a:srgbClr val="A4A3A4"/>
          </p15:clr>
        </p15:guide>
        <p15:guide id="46" orient="horz" pos="2795" userDrawn="1">
          <p15:clr>
            <a:srgbClr val="A4A3A4"/>
          </p15:clr>
        </p15:guide>
        <p15:guide id="47" orient="horz" pos="2500" userDrawn="1">
          <p15:clr>
            <a:srgbClr val="A4A3A4"/>
          </p15:clr>
        </p15:guide>
        <p15:guide id="48" orient="horz" pos="3045" userDrawn="1">
          <p15:clr>
            <a:srgbClr val="A4A3A4"/>
          </p15:clr>
        </p15:guide>
        <p15:guide id="49" orient="horz" pos="3203" userDrawn="1">
          <p15:clr>
            <a:srgbClr val="A4A3A4"/>
          </p15:clr>
        </p15:guide>
        <p15:guide id="50" pos="34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62ECFF"/>
    <a:srgbClr val="16EA8F"/>
    <a:srgbClr val="FF3256"/>
    <a:srgbClr val="FF324A"/>
    <a:srgbClr val="DA2C20"/>
    <a:srgbClr val="FF3266"/>
    <a:srgbClr val="56FF71"/>
    <a:srgbClr val="FF5A36"/>
    <a:srgbClr val="D92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76"/>
    <p:restoredTop sz="97872"/>
  </p:normalViewPr>
  <p:slideViewPr>
    <p:cSldViewPr snapToGrid="0" showGuides="1">
      <p:cViewPr>
        <p:scale>
          <a:sx n="166" d="100"/>
          <a:sy n="166" d="100"/>
        </p:scale>
        <p:origin x="1392" y="1400"/>
      </p:cViewPr>
      <p:guideLst>
        <p:guide pos="347"/>
        <p:guide orient="horz" pos="777"/>
        <p:guide orient="horz" pos="3475"/>
        <p:guide orient="horz" pos="1389"/>
        <p:guide pos="4997"/>
        <p:guide pos="688"/>
        <p:guide orient="horz" pos="2115"/>
        <p:guide orient="horz" pos="2341"/>
        <p:guide pos="1005"/>
        <p:guide pos="1844"/>
        <p:guide pos="2071"/>
        <p:guide pos="2706"/>
        <p:guide pos="3069"/>
        <p:guide pos="4248"/>
        <p:guide pos="4520"/>
        <p:guide pos="5518"/>
        <p:guide pos="7083"/>
        <p:guide orient="horz" pos="1049"/>
        <p:guide orient="horz" pos="1638"/>
        <p:guide orient="horz" pos="1820"/>
        <p:guide orient="horz" pos="2795"/>
        <p:guide orient="horz" pos="2500"/>
        <p:guide orient="horz" pos="3045"/>
        <p:guide orient="horz" pos="3203"/>
        <p:guide pos="340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228" d="100"/>
          <a:sy n="228" d="100"/>
        </p:scale>
        <p:origin x="28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66" Type="http://schemas.openxmlformats.org/officeDocument/2006/relationships/font" Target="fonts/font7.fntdata"/><Relationship Id="rId74" Type="http://schemas.openxmlformats.org/officeDocument/2006/relationships/font" Target="fonts/font15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3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75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font" Target="fonts/font14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7.fntdata"/><Relationship Id="rId7" Type="http://schemas.openxmlformats.org/officeDocument/2006/relationships/slide" Target="slides/slide6.xml"/><Relationship Id="rId71" Type="http://schemas.openxmlformats.org/officeDocument/2006/relationships/font" Target="fonts/font1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Текст можно изменить</c:v>
                </c:pt>
              </c:strCache>
            </c:strRef>
          </c:tx>
          <c:spPr>
            <a:gradFill>
              <a:gsLst>
                <a:gs pos="99000">
                  <a:schemeClr val="tx1"/>
                </a:gs>
                <a:gs pos="0">
                  <a:srgbClr val="56FF71"/>
                </a:gs>
              </a:gsLst>
              <a:lin ang="5400000" scaled="1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99000">
                    <a:schemeClr val="tx1"/>
                  </a:gs>
                  <a:gs pos="0">
                    <a:srgbClr val="FF3256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6AE-3B49-AAB0-C1214E99711C}"/>
              </c:ext>
            </c:extLst>
          </c:dPt>
          <c:dPt>
            <c:idx val="1"/>
            <c:invertIfNegative val="0"/>
            <c:bubble3D val="0"/>
            <c:spPr>
              <a:gradFill>
                <a:gsLst>
                  <a:gs pos="99000">
                    <a:schemeClr val="tx1"/>
                  </a:gs>
                  <a:gs pos="0">
                    <a:srgbClr val="FF3256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6AE-3B49-AAB0-C1214E99711C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D6AE-3B49-AAB0-C1214E99711C}"/>
              </c:ext>
            </c:extLst>
          </c:dPt>
          <c:dLbls>
            <c:dLbl>
              <c:idx val="0"/>
              <c:layout>
                <c:manualLayout>
                  <c:x val="-2.1142000125855642E-3"/>
                  <c:y val="-0.1487207429195270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defRPr>
                    </a:pPr>
                    <a:r>
                      <a:rPr lang="en-US" sz="2000" b="1" i="0" dirty="0">
                        <a:solidFill>
                          <a:srgbClr val="FF3256"/>
                        </a:solidFill>
                        <a:effectLst/>
                        <a:latin typeface="SB Sans Display Semibold" panose="020B0503040504020204" pitchFamily="34" charset="0"/>
                        <a:cs typeface="SB Sans Display Semibold" panose="020B0503040504020204" pitchFamily="34" charset="0"/>
                      </a:rPr>
                      <a:t>201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1" i="0" u="none" strike="noStrike" kern="1200" baseline="0">
                      <a:solidFill>
                        <a:srgbClr val="56FF71"/>
                      </a:solidFill>
                      <a:effectLst/>
                      <a:latin typeface="SB Sans Display Semibold" panose="020B0503040504020204" pitchFamily="34" charset="0"/>
                      <a:ea typeface="SB Sans Text Light" panose="020B0303040504020204" pitchFamily="34" charset="0"/>
                      <a:cs typeface="SB Sans Display Semibold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6424307645743307E-2"/>
                      <c:h val="0.101766604968400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D6AE-3B49-AAB0-C1214E99711C}"/>
                </c:ext>
              </c:extLst>
            </c:dLbl>
            <c:dLbl>
              <c:idx val="1"/>
              <c:layout>
                <c:manualLayout>
                  <c:x val="4.1618929734858228E-8"/>
                  <c:y val="-0.20265228605966115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5F9F147C-F071-7848-AE45-705355CD2F65}" type="VALUE">
                      <a:rPr lang="en-US" sz="2000" b="1" i="0" u="none" strike="noStrike" kern="1200" baseline="0">
                        <a:solidFill>
                          <a:srgbClr val="FF3256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99942829278136"/>
                      <c:h val="0.10314874780222838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D6AE-3B49-AAB0-C1214E99711C}"/>
                </c:ext>
              </c:extLst>
            </c:dLbl>
            <c:dLbl>
              <c:idx val="2"/>
              <c:layout>
                <c:manualLayout>
                  <c:x val="3.8760648811458194E-17"/>
                  <c:y val="-0.2723398896924937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E099F857-FD7A-794D-800B-A64770643329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1809453347009462E-2"/>
                      <c:h val="0.10702576381652726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D6AE-3B49-AAB0-C1214E99711C}"/>
                </c:ext>
              </c:extLst>
            </c:dLbl>
            <c:dLbl>
              <c:idx val="3"/>
              <c:layout>
                <c:manualLayout>
                  <c:x val="0"/>
                  <c:y val="-0.30918649057527919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3D98246C-B468-0F42-BD94-77CB9E5BCB36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5124394362678569E-2"/>
                      <c:h val="9.7735763187448227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D6AE-3B49-AAB0-C1214E99711C}"/>
                </c:ext>
              </c:extLst>
            </c:dLbl>
            <c:dLbl>
              <c:idx val="4"/>
              <c:layout>
                <c:manualLayout>
                  <c:x val="0"/>
                  <c:y val="-0.38478410533571034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41AD9ABE-8EA1-854C-A439-A178A7128C32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06223681650359"/>
                      <c:h val="0.10499107970572956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D6AE-3B49-AAB0-C1214E99711C}"/>
                </c:ext>
              </c:extLst>
            </c:dLbl>
            <c:dLbl>
              <c:idx val="5"/>
              <c:layout>
                <c:manualLayout>
                  <c:x val="0"/>
                  <c:y val="-0.40790150795136088"/>
                </c:manualLayout>
              </c:layout>
              <c:tx>
                <c:rich>
                  <a:bodyPr/>
                  <a:lstStyle/>
                  <a:p>
                    <a:fld id="{7607D322-33FD-D146-A0CB-E698E5CA4C27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04099236842927"/>
                      <c:h val="8.7647561106889899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D6AE-3B49-AAB0-C1214E99711C}"/>
                </c:ext>
              </c:extLst>
            </c:dLbl>
            <c:dLbl>
              <c:idx val="6"/>
              <c:layout>
                <c:manualLayout>
                  <c:x val="-1.5504259524583278E-16"/>
                  <c:y val="-0.43355670560366977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2FF12A90-D624-DE4A-ADFD-AD31BA91AB27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0800558255284089E-2"/>
                      <c:h val="8.8401986752798575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D6AE-3B49-AAB0-C1214E9971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accent3"/>
                    </a:solidFill>
                    <a:effectLst/>
                    <a:latin typeface="SB Sans Display" panose="020B0503040504020204" pitchFamily="34" charset="0"/>
                    <a:ea typeface="SB Sans Text Light" panose="020B0303040504020204" pitchFamily="34" charset="0"/>
                    <a:cs typeface="SB Sans Display" panose="020B0503040504020204" pitchFamily="34" charset="0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Лист1!$A$2:$A$8</c:f>
              <c:numCache>
                <c:formatCode>General</c:formatCod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numCache>
            </c:numRef>
          </c:cat>
          <c:val>
            <c:numRef>
              <c:f>Лист1!$B$2:$B$8</c:f>
              <c:numCache>
                <c:formatCode>General</c:formatCode>
                <c:ptCount val="7"/>
                <c:pt idx="0">
                  <c:v>202</c:v>
                </c:pt>
                <c:pt idx="1">
                  <c:v>324</c:v>
                </c:pt>
                <c:pt idx="2">
                  <c:v>455</c:v>
                </c:pt>
                <c:pt idx="3">
                  <c:v>526</c:v>
                </c:pt>
                <c:pt idx="4">
                  <c:v>688</c:v>
                </c:pt>
                <c:pt idx="5">
                  <c:v>733</c:v>
                </c:pt>
                <c:pt idx="6">
                  <c:v>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6AE-3B49-AAB0-C1214E9971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9"/>
        <c:overlap val="100"/>
        <c:axId val="73857967"/>
        <c:axId val="73821695"/>
      </c:barChart>
      <c:catAx>
        <c:axId val="7385796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bg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200000"/>
              </a:lnSpc>
              <a:defRPr sz="1200" b="0" i="0" u="none" strike="noStrike" kern="1200" baseline="0">
                <a:solidFill>
                  <a:schemeClr val="bg1"/>
                </a:solidFill>
                <a:latin typeface="SB Sans Text Light" panose="020B0303040504020204" pitchFamily="34" charset="0"/>
                <a:ea typeface="+mn-ea"/>
                <a:cs typeface="SB Sans Text Light" panose="020B0303040504020204" pitchFamily="34" charset="0"/>
              </a:defRPr>
            </a:pPr>
            <a:endParaRPr lang="ru-RU"/>
          </a:p>
        </c:txPr>
        <c:crossAx val="73821695"/>
        <c:crosses val="autoZero"/>
        <c:auto val="1"/>
        <c:lblAlgn val="ctr"/>
        <c:lblOffset val="100"/>
        <c:noMultiLvlLbl val="0"/>
      </c:catAx>
      <c:valAx>
        <c:axId val="73821695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385796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Текст можно менять</c:v>
                </c:pt>
              </c:strCache>
            </c:strRef>
          </c:tx>
          <c:spPr>
            <a:gradFill>
              <a:gsLst>
                <a:gs pos="0">
                  <a:schemeClr val="tx1"/>
                </a:gs>
                <a:gs pos="100000">
                  <a:srgbClr val="62ECFF"/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7521-8946-A179-E732F24B2397}"/>
              </c:ext>
            </c:extLst>
          </c:dPt>
          <c:dLbls>
            <c:dLbl>
              <c:idx val="0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521-8946-A179-E732F24B2397}"/>
                </c:ext>
              </c:extLst>
            </c:dLbl>
            <c:dLbl>
              <c:idx val="1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521-8946-A179-E732F24B2397}"/>
                </c:ext>
              </c:extLst>
            </c:dLbl>
            <c:dLbl>
              <c:idx val="2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521-8946-A179-E732F24B2397}"/>
                </c:ext>
              </c:extLst>
            </c:dLbl>
            <c:dLbl>
              <c:idx val="3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521-8946-A179-E732F24B2397}"/>
                </c:ext>
              </c:extLst>
            </c:dLbl>
            <c:dLbl>
              <c:idx val="4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521-8946-A179-E732F24B2397}"/>
                </c:ext>
              </c:extLst>
            </c:dLbl>
            <c:dLbl>
              <c:idx val="5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521-8946-A179-E732F24B239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square" lIns="36000" tIns="108000" rIns="36000" bIns="0" anchor="b" anchorCtr="0">
                <a:spAutoFit/>
              </a:bodyPr>
              <a:lstStyle/>
              <a:p>
                <a:pPr>
                  <a:defRPr sz="2800" b="1" i="0" u="none" strike="noStrike" kern="1200" baseline="0">
                    <a:solidFill>
                      <a:schemeClr val="tx1"/>
                    </a:solidFill>
                    <a:effectLst/>
                    <a:latin typeface="SB Sans Display Semibold" panose="020B0503040504020204" pitchFamily="34" charset="0"/>
                    <a:ea typeface="SB Sans Text Light" panose="020B0303040504020204" pitchFamily="34" charset="0"/>
                    <a:cs typeface="SB Sans Display Semibold" panose="020B0503040504020204" pitchFamily="34" charset="0"/>
                  </a:defRPr>
                </a:pPr>
                <a:endParaRPr lang="ru-RU"/>
              </a:p>
            </c:txPr>
            <c:dLblPos val="inBase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  <c15:showLeaderLines val="1"/>
                <c15:leaderLines>
                  <c:spPr>
                    <a:ln w="9525" cap="flat" cmpd="sng" algn="ctr">
                      <a:noFill/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Лист1!$B$2:$B$6</c:f>
              <c:numCache>
                <c:formatCode>General</c:formatCode>
                <c:ptCount val="5"/>
                <c:pt idx="0">
                  <c:v>355</c:v>
                </c:pt>
                <c:pt idx="1">
                  <c:v>446</c:v>
                </c:pt>
                <c:pt idx="2">
                  <c:v>688</c:v>
                </c:pt>
                <c:pt idx="3">
                  <c:v>733</c:v>
                </c:pt>
                <c:pt idx="4">
                  <c:v>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21-8946-A179-E732F24B2397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83"/>
        <c:overlap val="100"/>
        <c:axId val="73857967"/>
        <c:axId val="73821695"/>
      </c:barChart>
      <c:catAx>
        <c:axId val="73857967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73821695"/>
        <c:crosses val="autoZero"/>
        <c:auto val="1"/>
        <c:lblAlgn val="ctr"/>
        <c:lblOffset val="100"/>
        <c:noMultiLvlLbl val="0"/>
      </c:catAx>
      <c:valAx>
        <c:axId val="73821695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385796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788518582817908E-2"/>
          <c:y val="5.7483742673045068E-2"/>
          <c:w val="0.94676762020017247"/>
          <c:h val="0.764011317328199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1 Ряд. Текст можно изменить</c:v>
                </c:pt>
              </c:strCache>
            </c:strRef>
          </c:tx>
          <c:spPr>
            <a:solidFill>
              <a:srgbClr val="1532A1"/>
            </a:solidFill>
            <a:ln>
              <a:noFill/>
            </a:ln>
            <a:effectLst/>
          </c:spPr>
          <c:invertIfNegative val="0"/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Лист1!$B$2:$B$9</c:f>
              <c:numCache>
                <c:formatCode>General</c:formatCode>
                <c:ptCount val="8"/>
                <c:pt idx="0">
                  <c:v>100</c:v>
                </c:pt>
                <c:pt idx="1">
                  <c:v>170</c:v>
                </c:pt>
                <c:pt idx="2">
                  <c:v>220</c:v>
                </c:pt>
                <c:pt idx="3">
                  <c:v>140</c:v>
                </c:pt>
                <c:pt idx="4">
                  <c:v>230</c:v>
                </c:pt>
                <c:pt idx="5">
                  <c:v>280</c:v>
                </c:pt>
                <c:pt idx="6">
                  <c:v>300</c:v>
                </c:pt>
                <c:pt idx="7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7B-E54E-B79B-7E5AEE603AAF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2 Ряд. Текст можно изменить</c:v>
                </c:pt>
              </c:strCache>
            </c:strRef>
          </c:tx>
          <c:spPr>
            <a:solidFill>
              <a:srgbClr val="56FF71"/>
            </a:solidFill>
            <a:ln>
              <a:noFill/>
            </a:ln>
            <a:effectLst/>
          </c:spPr>
          <c:invertIfNegative val="0"/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Лист1!$C$2:$C$9</c:f>
              <c:numCache>
                <c:formatCode>General</c:formatCode>
                <c:ptCount val="8"/>
                <c:pt idx="0">
                  <c:v>200</c:v>
                </c:pt>
                <c:pt idx="1">
                  <c:v>290</c:v>
                </c:pt>
                <c:pt idx="2">
                  <c:v>310</c:v>
                </c:pt>
                <c:pt idx="3">
                  <c:v>310</c:v>
                </c:pt>
                <c:pt idx="4">
                  <c:v>420</c:v>
                </c:pt>
                <c:pt idx="5">
                  <c:v>480</c:v>
                </c:pt>
                <c:pt idx="6">
                  <c:v>590</c:v>
                </c:pt>
                <c:pt idx="7">
                  <c:v>670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D7B-E54E-B79B-7E5AEE603AAF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3 Ряд. Текст можно изменить</c:v>
                </c:pt>
              </c:strCache>
            </c:strRef>
          </c:tx>
          <c:spPr>
            <a:solidFill>
              <a:srgbClr val="62ECF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D7B-E54E-B79B-7E5AEE603AAF}"/>
              </c:ext>
            </c:extLst>
          </c:dPt>
          <c:dPt>
            <c:idx val="1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D7B-E54E-B79B-7E5AEE603AAF}"/>
              </c:ext>
            </c:extLst>
          </c:dPt>
          <c:dPt>
            <c:idx val="2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D7B-E54E-B79B-7E5AEE603AAF}"/>
              </c:ext>
            </c:extLst>
          </c:dPt>
          <c:dPt>
            <c:idx val="3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D7B-E54E-B79B-7E5AEE603AAF}"/>
              </c:ext>
            </c:extLst>
          </c:dPt>
          <c:dPt>
            <c:idx val="4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>
                <a:softEdge rad="0"/>
              </a:effectLst>
            </c:spPr>
            <c:extLst>
              <c:ext xmlns:c16="http://schemas.microsoft.com/office/drawing/2014/chart" uri="{C3380CC4-5D6E-409C-BE32-E72D297353CC}">
                <c16:uniqueId val="{0000000B-AD7B-E54E-B79B-7E5AEE603AAF}"/>
              </c:ext>
            </c:extLst>
          </c:dPt>
          <c:dPt>
            <c:idx val="5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AD7B-E54E-B79B-7E5AEE603AAF}"/>
              </c:ext>
            </c:extLst>
          </c:dPt>
          <c:dPt>
            <c:idx val="6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D7B-E54E-B79B-7E5AEE603AAF}"/>
              </c:ext>
            </c:extLst>
          </c:dPt>
          <c:dPt>
            <c:idx val="7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AD7B-E54E-B79B-7E5AEE603AAF}"/>
              </c:ext>
            </c:extLst>
          </c:dPt>
          <c:dPt>
            <c:idx val="8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AD7B-E54E-B79B-7E5AEE603AAF}"/>
              </c:ext>
            </c:extLst>
          </c:dPt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Лист1!$D$2:$D$9</c:f>
              <c:numCache>
                <c:formatCode>General</c:formatCode>
                <c:ptCount val="8"/>
                <c:pt idx="0">
                  <c:v>350</c:v>
                </c:pt>
                <c:pt idx="1">
                  <c:v>390</c:v>
                </c:pt>
                <c:pt idx="2">
                  <c:v>420</c:v>
                </c:pt>
                <c:pt idx="3">
                  <c:v>520</c:v>
                </c:pt>
                <c:pt idx="4">
                  <c:v>610</c:v>
                </c:pt>
                <c:pt idx="5">
                  <c:v>730</c:v>
                </c:pt>
                <c:pt idx="6">
                  <c:v>820</c:v>
                </c:pt>
                <c:pt idx="7">
                  <c:v>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D7B-E54E-B79B-7E5AEE603A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3"/>
        <c:overlap val="1"/>
        <c:axId val="827231040"/>
        <c:axId val="830386592"/>
      </c:barChart>
      <c:catAx>
        <c:axId val="827231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chemeClr val="accent3"/>
            </a:solidFill>
            <a:round/>
          </a:ln>
          <a:effectLst/>
        </c:spPr>
        <c:txPr>
          <a:bodyPr rot="-60000000" spcFirstLastPara="1" vertOverflow="ellipsis" vert="horz" wrap="square" anchor="t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SB Sans Text Light" panose="020B0303040504020204" pitchFamily="34" charset="0"/>
                <a:ea typeface="+mn-ea"/>
                <a:cs typeface="SB Sans Text Light" panose="020B0303040504020204" pitchFamily="34" charset="0"/>
              </a:defRPr>
            </a:pPr>
            <a:endParaRPr lang="ru-RU"/>
          </a:p>
        </c:txPr>
        <c:crossAx val="830386592"/>
        <c:crosses val="autoZero"/>
        <c:auto val="1"/>
        <c:lblAlgn val="ctr"/>
        <c:lblOffset val="100"/>
        <c:noMultiLvlLbl val="0"/>
      </c:catAx>
      <c:valAx>
        <c:axId val="83038659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alpha val="1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SB Sans Text Light" panose="020B0303040504020204" pitchFamily="34" charset="0"/>
                <a:ea typeface="+mn-ea"/>
                <a:cs typeface="SB Sans Text Light" panose="020B0303040504020204" pitchFamily="34" charset="0"/>
              </a:defRPr>
            </a:pPr>
            <a:endParaRPr lang="ru-RU"/>
          </a:p>
        </c:txPr>
        <c:crossAx val="827231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ayout>
        <c:manualLayout>
          <c:xMode val="edge"/>
          <c:yMode val="edge"/>
          <c:x val="0.12819313339834207"/>
          <c:y val="0.90191104371100961"/>
          <c:w val="0.76354080845201844"/>
          <c:h val="4.973424180694521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bg1"/>
              </a:solidFill>
              <a:latin typeface="SB Sans Text" panose="020B0503040504020204" pitchFamily="34" charset="0"/>
              <a:ea typeface="+mn-ea"/>
              <a:cs typeface="SB Sans Text" panose="020B0503040504020204" pitchFamily="34" charset="0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BC1E7CA-5EE1-3DA7-32C0-6F53CE36D8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8C8D15-B82F-FC52-0CD1-02BED144CF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B09B7-07BE-A148-91DF-01C04327BA59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BFF98C1-C544-E550-4E51-6A793ACDDF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C66E615-93FE-1272-C1B8-E41B5A56FA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1E0D8-B3AA-B840-886F-D7386865B3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718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72BE0D-E82D-3346-AE7C-FC15429083E0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F0184-B5B4-ED4F-B2C3-615CFD72CA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325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20ACB-1304-A327-0036-226AADBF1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FA88B7A-D652-3F7C-4D66-9DAF67868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F5354BD-3B02-E76E-E301-598387D8C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FB1107-195F-7148-C3F7-588D2C79E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8891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89C05-9721-D310-C428-C311A1FAA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521E8B3-3EE6-492F-B5CE-90E848E365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9197A5-5CAD-E0E2-72DA-FEE8FE0CC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32FD60C-EBD0-5620-698F-C508F5A2A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2008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12946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838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0DE03-6F6B-31AC-F33D-F26259DEB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CCA2967-C05D-52AA-7D69-F5A32EA25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4B8BC8-17AE-B7D0-BDA0-9C1EBF038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2C1B54-82D9-6EBF-19D7-01C2DFD6F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2810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6B943-4FDB-8E0A-1613-DB0177B6F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26A1399-DAA6-BE36-8C38-C05AA53A5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BB2FAC9-12B0-A297-B16E-019F91F89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7C26854-7A07-45CB-7CA4-F8232F3554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81985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F9226-D62D-5748-9956-DC4DD2972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3DE06F4-E4B8-5275-254F-C25502CDB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0ADB300-BC57-29D8-10C8-0F0685BE8A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B63DAE-548E-7E9B-BEE6-C6F5922BC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7744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83B52-FE87-2E61-0EF8-F8240A9E0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C2C0383-BF36-EE10-EFEA-593E017C39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E74815-D956-6BF9-88B6-20468AC6F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DACA8E-BE99-B47A-4D1D-3F455100C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9310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0DB1-942A-E78B-01F8-8181B9EFF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9806F1C-CB0A-9338-FD11-ADFCAA608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388D5C-755C-34C6-AEEF-EB5C57BF1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3A2CA8-D2F7-5BFA-CF73-4FD7BF485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7856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29C83-84D0-5FCD-B983-24A5F203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3D94EF4-4ACC-2655-B7B2-95FFF9DE2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7B68873-FEDF-640A-3A5E-B21D2434F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B79BE2-EF8F-1E21-BA7E-7D3DADE7B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35949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F3AFD-D79F-4E6B-D7A9-1E9D0C38B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A9576CE-E145-F4AE-8B7D-13AA068D7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945BA87-3590-3F8B-B7DA-38ED6C74B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9FC661A-E74C-2713-FD96-1BDED01AA8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0622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094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57870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18503-1048-893D-ED8F-2702B2AE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CE7473B-C6C9-CEB4-83F0-B808F98EA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6DD26DD-5DF6-547A-17FF-C56C77705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774ECBF-858E-3239-43C8-AADFB7A49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506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8BB4F-5467-B4F3-F703-63DAAB30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F438717-A1BD-D0F1-A830-B4921E438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C0183E8-50D7-80E0-A005-687248D0F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1F80BD-5F11-6C2C-2797-24B683DF8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1795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635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CD79-72D0-B4BE-CC73-BC85183B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7837174-4872-651A-E0FF-DF914698E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AE2C073-125B-4403-E82A-338F4C0D9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666BFA5-38CC-7E3C-74D6-C4B99E604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3733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4C8B-FC05-63C2-5F3A-D1D6B51D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5A118E3-745E-E23C-99C2-A54FF28C3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18E3BD0-46A4-D382-A533-3348DA56A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2D81FF-3AB6-BFEC-82B6-EACCA21DD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8865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FC5C-739E-26F1-0B6B-96D2D36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1962E0C-A548-158E-0315-0C721B2A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7542135-0EA3-44A0-D119-2CF50A5CC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15F3CC-11EB-2A03-FA09-ECFC9AD3F9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072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3E8F9-28A7-0D75-F06B-2E01A1741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6771374-77AE-84AA-9F8C-537E13139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49C9D97-5E5D-3184-A7F6-DB520738C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6FB2D7-BA71-9545-6E4F-855AF07F5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2762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009B6-9E21-87B1-12B8-AFF59D766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28E002C-E06D-7370-50E7-B05F3E68F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53B232F-0175-0D30-BFBD-81E2997E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AE525-4A62-95A7-0D57-AF47473E6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82288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E1A0-4057-E0A4-3AA6-356681062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3F69AA-5630-1E44-D19A-F8724B1B7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4B06B78-E20B-5AB8-11C8-3EA3E24E3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9B2DD8E-BBEB-DDC7-BFA2-9AA216E75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62109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02875-3E06-F865-46A2-F8E6E410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DB1C4F0-4C39-5973-1EBB-4D2920F1C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94A0894-6174-3449-4979-D62F8F94E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F94D71-316B-2E69-AADF-36ADEDF1A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1018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F3BC-F77F-870B-2A5A-E267454E9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52EB275-D983-D3C9-F9CF-73369C586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DF8F0B3-84E2-1BA2-4A56-EE4768079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E7696BF-0714-45B6-D054-81B1D9584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18078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4B363-3795-3427-8E0C-36FF23603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5C78296-C85B-9E99-6F6E-943DBC12E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E7D553C-2081-B1BE-E50B-324D2F44C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7BA1B0-FCF9-30E3-F94D-5123C0FAE1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3127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E5F4F-532A-323B-3ECB-1AE5EA197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F7F4EC0-AF33-348E-735E-AD9BB989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9EE7853-E164-DCA5-6151-68510B6CF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C859DA-D4E6-AB7F-8D96-CFC38053A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91204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D0A47-05CF-0179-1E69-DD7A8C7C9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BDCE8F0-B5CA-C6A3-05BA-72BED01F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3AD8B7-632E-E021-E334-FFEB3C4F5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8A09F7-042F-8A16-736F-9772AA2B1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18728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74270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166D-7C31-7657-9CEE-17AE7E4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DCFAC07-E152-C946-B5E5-6B863CBE5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2D4F31-9BF3-F01C-40A0-01AE01CC2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325AED-5168-5B05-FD64-AE5F07796A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8556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23684-A14A-9854-2BB5-536D7822D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86F7E87-31ED-5901-ADF9-436F16FE2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6402B0A-80CB-E88D-D103-428AD6CD0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B84F48-3E91-5004-4A44-7219C497EA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1705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23499-1810-29D8-6E26-72B7D356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8DEA4BE-D8B4-3A2B-D82B-1EFF697DB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9C9CD68-1502-ED17-E3BF-B31EBA6F1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F2F1C4-06A0-CD2E-6F70-5AB481B98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4691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80A41-A87D-1A9D-FA33-1DD77C0F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51A6779-F2D0-9B69-6D6D-67C4F4E7E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D7A5DB0-522F-214E-71C0-1C7FD83FBB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E075BE-B9E9-A75E-5505-ABA885BED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154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19558-818A-F554-5277-DF2628C1F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F5BC4E-47BB-BC55-F3AA-BC1C6565A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E93985-FCD3-94F4-77C2-A94E6AD75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0822CE-1BFC-AD25-5345-A7976257A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24072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7C8D-74D6-E369-DEC4-E8187608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13FCB3-7A66-CF02-F2AE-0C2A80377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4D7BC3C-D60F-2B30-D06A-6F9A28FBE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F01BA0D-6276-BC46-4360-2359D6757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86983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B4128-B467-5CC0-397B-8F1BAFE6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7DEF38-8A47-8864-B10C-75EA5DEBC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5BA654-A823-EB3B-C9CB-E65A33249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E838B24-9352-F23D-CC8F-4D2B81CC6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76013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EFCBB-00A3-3F58-39C6-18C49A5C1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153CC9D-A122-9376-96C4-C4289FEA3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AD7D752-3726-611C-7769-281A54AFE3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CD184C-ABED-E11B-F232-E48575531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0557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21DF6-6EFD-D390-3654-786A4A6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62B4FEE-C16E-E9A5-B808-24FC340FEA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01AA144-6C5D-C7BB-236D-01034D8D3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04BFF3D-E42D-1F90-5C60-D63BD75E7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3182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http://9AF63770E53DE8DDF9995A521138D60A.dms.sberbank.ru/9AF63770E53DE8DDF9995A521138D60A-0AA3C0FD1608A3AD06877213F42D883A-4A047BAE9BFE11B2E493D089584F7A14/1.png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ополнительный слайд светлы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576000" y="727199"/>
            <a:ext cx="11032904" cy="878400"/>
          </a:xfrm>
          <a:prstGeom prst="rect">
            <a:avLst/>
          </a:prstGeom>
        </p:spPr>
        <p:txBody>
          <a:bodyPr lIns="0" anchor="t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400" b="1" i="0" kern="1200" baseline="0" dirty="0">
                <a:solidFill>
                  <a:schemeClr val="tx1"/>
                </a:solidFill>
                <a:latin typeface="SB Sans Display Semibold" panose="020B0503040504020204" pitchFamily="34" charset="0"/>
                <a:ea typeface="+mj-ea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Текст заголовка 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576000" y="2027582"/>
            <a:ext cx="11032904" cy="4174526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SB Sans Text Light" panose="020B0303040504020204" pitchFamily="34" charset="77"/>
                <a:cs typeface="SB Sans Text Light" panose="020B0303040504020204" pitchFamily="34" charset="77"/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ru-RU" dirty="0"/>
              <a:t>Образец текста
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94583C-1372-4011-817E-52B3A667762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2">
            <a:extLst>
              <a:ext uri="{FF2B5EF4-FFF2-40B4-BE49-F238E27FC236}">
                <a16:creationId xmlns:a16="http://schemas.microsoft.com/office/drawing/2014/main" id="{07E7CADD-4FB9-F646-A189-5CB6430FD3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76000" y="1616971"/>
            <a:ext cx="11032904" cy="287126"/>
          </a:xfrm>
        </p:spPr>
        <p:txBody>
          <a:bodyPr lIns="0" anchor="t" anchorCtr="0"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SB Sans Text Light" panose="020B0303040504020204" pitchFamily="34" charset="77"/>
                <a:cs typeface="SB Sans Text Light" panose="020B0303040504020204" pitchFamily="34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Заголовок блока</a:t>
            </a:r>
          </a:p>
        </p:txBody>
      </p:sp>
      <p:pic>
        <p:nvPicPr>
          <p:cNvPr id="11" name="Рисунок 10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2" name="Рисунок 11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3" name="Рисунок 12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4" name="Рисунок 13" descr="http://9AF63770E53DE8DDF9995A521138D60A.dms.sberbank.ru/9AF63770E53DE8DDF9995A521138D60A-0AA3C0FD1608A3AD06877213F42D883A-4A047BAE9BFE11B2E493D089584F7A14/1.png"/>
          <p:cNvPicPr>
            <a:picLocks/>
          </p:cNvPicPr>
          <p:nvPr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81DE017-3EDD-C049-8227-72C426B9B7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001" y="302400"/>
            <a:ext cx="1432560" cy="225117"/>
          </a:xfrm>
          <a:prstGeom prst="rect">
            <a:avLst/>
          </a:prstGeom>
        </p:spPr>
      </p:pic>
      <p:pic>
        <p:nvPicPr>
          <p:cNvPr id="2" name="Рисунок 1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A35C1261-AB38-25EB-F270-51B133CE4206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4" name="Рисунок 3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84F49F31-C5D8-B5AF-8F41-DA0A19FBEBC3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5" name="Рисунок 4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1D4D9BFB-F5F0-0B75-16DE-DB07A6B03AB0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7" name="Рисунок 6" descr="http://9AF63770E53DE8DDF9995A521138D60A.dms.sberbank.ru/9AF63770E53DE8DDF9995A521138D60A-0AA3C0FD1608A3AD06877213F42D883A-4A047BAE9BFE11B2E493D089584F7A14/1.png">
            <a:extLst>
              <a:ext uri="{FF2B5EF4-FFF2-40B4-BE49-F238E27FC236}">
                <a16:creationId xmlns:a16="http://schemas.microsoft.com/office/drawing/2014/main" id="{065A523F-ED15-2A65-A0C3-2A037DCC5C18}"/>
              </a:ext>
            </a:extLst>
          </p:cNvPr>
          <p:cNvPicPr>
            <a:picLocks/>
          </p:cNvPicPr>
          <p:nvPr userDrawn="1"/>
        </p:nvPicPr>
        <p:blipFill>
          <a:blip r:link="rId2"/>
          <a:stretch>
            <a:fillRect/>
          </a:stretch>
        </p:blipFill>
        <p:spPr>
          <a:xfrm>
            <a:off x="0" y="0"/>
            <a:ext cx="1588" cy="158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9862D8B-D587-3CCA-57EC-57332431128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6001" y="302400"/>
            <a:ext cx="1432560" cy="22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028507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6B2847A-13C7-A425-0B8E-A38CFD2318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570D549-CC0F-F7F7-1D14-D7F676FD46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1188" y="2981805"/>
            <a:ext cx="10515600" cy="692834"/>
          </a:xfrm>
          <a:prstGeom prst="rect">
            <a:avLst/>
          </a:prstGeom>
        </p:spPr>
        <p:txBody>
          <a:bodyPr/>
          <a:lstStyle>
            <a:lvl1pPr marL="0" algn="l" defTabSz="914400">
              <a:defRPr lang="ru-RU" sz="55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D5E00610-EAB0-25D9-6D5B-7D11FBD8D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1188" y="3913859"/>
            <a:ext cx="5407025" cy="5047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 b="0" i="0">
                <a:solidFill>
                  <a:schemeClr val="bg1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806370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597">
          <p15:clr>
            <a:srgbClr val="FBAE40"/>
          </p15:clr>
        </p15:guide>
        <p15:guide id="3" orient="horz" pos="61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Титульны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7FDF463-3F7C-D97B-A458-574B23F12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7DE440B-5F4B-F01E-5128-3F49195CE0B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ED4612-4EE8-5736-6015-E89FD98A8C2E}"/>
              </a:ext>
            </a:extLst>
          </p:cNvPr>
          <p:cNvSpPr/>
          <p:nvPr userDrawn="1"/>
        </p:nvSpPr>
        <p:spPr>
          <a:xfrm>
            <a:off x="383177" y="209006"/>
            <a:ext cx="1663337" cy="4354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00333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FDCA23-7B07-BAB9-5C0E-53A2BDC3EA1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42963" y="703497"/>
            <a:ext cx="2102102" cy="33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003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87A4403-F9F8-C958-F088-D23066C0D7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356348-0A1C-19B6-14AD-415C91E50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430411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9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BE2712-375E-7C3D-FA51-13E4D0FD7E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B227342-4D3F-71CA-7674-DADB32FB6E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3587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9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Разделительный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DCA0DFA-0C41-64AC-086D-94D9F1C28B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DBF219D-C4F8-F89A-59ED-A994C261ED3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5955" y="4244082"/>
            <a:ext cx="5984587" cy="775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4800" b="1" i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299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3BF728-2896-9B76-20A2-AF2CCD89E3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B43CF130-F016-AF4E-0B6E-17CDBB8EF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A0C7D55F-2B08-D4A8-64E4-642579E750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74567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4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68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B997872-A2C9-C480-1D85-D9A12048FD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76E53CBF-157B-5816-78CF-F148F327C39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4" name="Текст 9">
            <a:extLst>
              <a:ext uri="{FF2B5EF4-FFF2-40B4-BE49-F238E27FC236}">
                <a16:creationId xmlns:a16="http://schemas.microsoft.com/office/drawing/2014/main" id="{871F3D7E-C334-E8B1-B5CF-165FB7AA6E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047054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47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56CE0A9-00A5-7FB4-2F4D-797A3BF1A9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27695FA2-0915-C3FE-BEBE-45F24A83781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B8FF11B5-5E30-D1F7-CF79-3830C6CDCC5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10605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B6EACBD-92DD-363B-7BAB-59CF2885F7E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F83905C9-A0E5-3EC7-AC41-F1A39BB2520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0E6E82DD-F568-91F0-F91E-1DA0FDE32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50511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Основной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13B087-C98F-F581-9E4B-21A8DD7BD8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CC338813-3B69-E4E1-1159-04776C22401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3127" y="833890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9FE2A5E8-12A0-4B65-8377-3712193ED3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388479" y="1499365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7618345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A4B73F8-5E86-5C16-6BEA-31F6625058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77FF82C-DCC2-4F84-723F-63D29D8155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4DF899A-2219-2D98-E894-87FA47DEBFC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429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056ADC3-7E69-6752-3D8E-0DF8561757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628681-8C08-D824-A185-B92BBE64BF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63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79B1664-9B40-40D2-9C62-E929AD95A0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1"/>
            <a:ext cx="12207978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335A154-0F39-261B-1114-8A64D314A1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539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355CC3-975C-1E92-533D-579F39BE35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D309647-75E7-B829-4423-32D51ACD4E9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1119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A8B7479-BEEB-92A0-2D09-6906034BD6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060692-8FF2-9CA7-1AE2-F247A7E0AD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266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D02D9FD-D999-CC10-052A-CE895ADB093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6">
            <a:extLst>
              <a:ext uri="{FF2B5EF4-FFF2-40B4-BE49-F238E27FC236}">
                <a16:creationId xmlns:a16="http://schemas.microsoft.com/office/drawing/2014/main" id="{0A67D587-5E3E-FF7B-E60A-4EEB5B04C18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20377" y="2922572"/>
            <a:ext cx="4551246" cy="604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lvl1pPr algn="ctr">
              <a:defRPr lang="ru-RU" sz="3600" b="1" dirty="0">
                <a:solidFill>
                  <a:schemeClr val="bg1"/>
                </a:solidFill>
                <a:latin typeface="SB Sans Display Semibold"/>
                <a:ea typeface="+mn-ea"/>
                <a:cs typeface="SB Sans Display Semibold"/>
              </a:defRPr>
            </a:lvl1pPr>
          </a:lstStyle>
          <a:p>
            <a:pPr marL="0" lvl="0"/>
            <a:r>
              <a:rPr lang="ru-RU" dirty="0"/>
              <a:t>Образец заголовка</a:t>
            </a:r>
          </a:p>
        </p:txBody>
      </p:sp>
      <p:sp>
        <p:nvSpPr>
          <p:cNvPr id="3" name="Текст 9">
            <a:extLst>
              <a:ext uri="{FF2B5EF4-FFF2-40B4-BE49-F238E27FC236}">
                <a16:creationId xmlns:a16="http://schemas.microsoft.com/office/drawing/2014/main" id="{5CF7202C-08B6-6059-FD2B-A5DE1C0F3AD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4031806" y="3588047"/>
            <a:ext cx="4128389" cy="348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ctr">
              <a:buNone/>
              <a:defRPr lang="ru-RU" sz="1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lvl="0"/>
            <a:r>
              <a:rPr lang="ru-RU" dirty="0"/>
              <a:t>Образец подзаголовка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FA38C30-57CA-32CD-6792-C06C009058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21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0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D01C53-8D91-9492-7CF0-C0D6C80E5C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1D2BD11-04B4-1190-639D-50CAE3C3BD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339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B1F7BBB-263C-6BA2-6174-BCDA8F159D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B39BD18-0B88-44A5-5FAA-35732932D4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0266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Дополнитель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7F17C25-9793-C064-6568-21402FBEAB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V="1"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7555FD-EA4A-03D4-5665-7AD8C630694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4001" y="303628"/>
            <a:ext cx="1420524" cy="22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16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80000">
            <a:noAutofit/>
          </a:bodyPr>
          <a:lstStyle/>
          <a:p>
            <a:pPr marL="0" lvl="0" indent="0">
              <a:buNone/>
            </a:pPr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31574" y="6383645"/>
            <a:ext cx="27432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8694583C-1372-4011-817E-52B3A6677622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B1C2664D-8DF7-4F4B-8903-2EB46930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06985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5" r:id="rId2"/>
    <p:sldLayoutId id="2147483702" r:id="rId3"/>
    <p:sldLayoutId id="2147483699" r:id="rId4"/>
    <p:sldLayoutId id="2147483700" r:id="rId5"/>
    <p:sldLayoutId id="2147483701" r:id="rId6"/>
    <p:sldLayoutId id="2147483703" r:id="rId7"/>
    <p:sldLayoutId id="2147483698" r:id="rId8"/>
    <p:sldLayoutId id="2147483682" r:id="rId9"/>
    <p:sldLayoutId id="2147483704" r:id="rId10"/>
    <p:sldLayoutId id="2147483681" r:id="rId11"/>
    <p:sldLayoutId id="2147483705" r:id="rId12"/>
    <p:sldLayoutId id="2147483688" r:id="rId13"/>
    <p:sldLayoutId id="2147483692" r:id="rId14"/>
    <p:sldLayoutId id="2147483691" r:id="rId15"/>
    <p:sldLayoutId id="2147483693" r:id="rId16"/>
    <p:sldLayoutId id="2147483696" r:id="rId17"/>
    <p:sldLayoutId id="2147483706" r:id="rId18"/>
    <p:sldLayoutId id="2147483707" r:id="rId19"/>
    <p:sldLayoutId id="2147483708" r:id="rId20"/>
    <p:sldLayoutId id="2147483709" r:id="rId21"/>
  </p:sldLayoutIdLst>
  <p:txStyles>
    <p:titleStyle>
      <a:lvl1pPr marL="0" algn="l" defTabSz="914400" rtl="0" eaLnBrk="1" latinLnBrk="0" hangingPunct="1">
        <a:lnSpc>
          <a:spcPct val="90000"/>
        </a:lnSpc>
        <a:spcBef>
          <a:spcPct val="0"/>
        </a:spcBef>
        <a:buNone/>
        <a:defRPr lang="ru-RU" sz="2400" b="1" i="0" kern="1200" baseline="0" dirty="0">
          <a:solidFill>
            <a:schemeClr val="tx1"/>
          </a:solidFill>
          <a:latin typeface="SB Sans Text Semibold" panose="020B0503040504020204" pitchFamily="34" charset="77"/>
          <a:ea typeface="+mj-ea"/>
          <a:cs typeface="SB Sans Text Semibold" panose="020B05030405040202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 smtClean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ru-RU" sz="1400" b="0" i="0" kern="1200" dirty="0">
          <a:solidFill>
            <a:schemeClr val="tx1"/>
          </a:solidFill>
          <a:latin typeface="SB Sans Text Light" panose="020B0303040504020204" pitchFamily="34" charset="77"/>
          <a:ea typeface="+mn-ea"/>
          <a:cs typeface="SB Sans Text Light" panose="020B03030405040202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6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" Type="http://schemas.openxmlformats.org/officeDocument/2006/relationships/image" Target="../media/image45.png"/><Relationship Id="rId16" Type="http://schemas.openxmlformats.org/officeDocument/2006/relationships/image" Target="../media/image59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image" Target="../media/image63.png"/><Relationship Id="rId16" Type="http://schemas.openxmlformats.org/officeDocument/2006/relationships/image" Target="../media/image77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19" Type="http://schemas.openxmlformats.org/officeDocument/2006/relationships/image" Target="../media/image80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44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13" Type="http://schemas.openxmlformats.org/officeDocument/2006/relationships/image" Target="../media/image102.png"/><Relationship Id="rId18" Type="http://schemas.openxmlformats.org/officeDocument/2006/relationships/image" Target="../media/image10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12" Type="http://schemas.openxmlformats.org/officeDocument/2006/relationships/image" Target="../media/image101.png"/><Relationship Id="rId17" Type="http://schemas.openxmlformats.org/officeDocument/2006/relationships/image" Target="../media/image10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05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5.png"/><Relationship Id="rId11" Type="http://schemas.openxmlformats.org/officeDocument/2006/relationships/image" Target="../media/image100.png"/><Relationship Id="rId5" Type="http://schemas.openxmlformats.org/officeDocument/2006/relationships/image" Target="../media/image94.png"/><Relationship Id="rId15" Type="http://schemas.openxmlformats.org/officeDocument/2006/relationships/image" Target="../media/image104.png"/><Relationship Id="rId10" Type="http://schemas.openxmlformats.org/officeDocument/2006/relationships/image" Target="../media/image99.png"/><Relationship Id="rId19" Type="http://schemas.openxmlformats.org/officeDocument/2006/relationships/image" Target="../media/image108.png"/><Relationship Id="rId4" Type="http://schemas.openxmlformats.org/officeDocument/2006/relationships/image" Target="../media/image93.png"/><Relationship Id="rId9" Type="http://schemas.openxmlformats.org/officeDocument/2006/relationships/image" Target="../media/image98.png"/><Relationship Id="rId14" Type="http://schemas.openxmlformats.org/officeDocument/2006/relationships/image" Target="../media/image10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png"/><Relationship Id="rId18" Type="http://schemas.openxmlformats.org/officeDocument/2006/relationships/image" Target="../media/image124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12" Type="http://schemas.openxmlformats.org/officeDocument/2006/relationships/image" Target="../media/image118.png"/><Relationship Id="rId17" Type="http://schemas.openxmlformats.org/officeDocument/2006/relationships/image" Target="../media/image12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22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111.png"/><Relationship Id="rId15" Type="http://schemas.openxmlformats.org/officeDocument/2006/relationships/image" Target="../media/image121.png"/><Relationship Id="rId10" Type="http://schemas.openxmlformats.org/officeDocument/2006/relationships/image" Target="../media/image116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2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18" Type="http://schemas.openxmlformats.org/officeDocument/2006/relationships/image" Target="../media/image140.png"/><Relationship Id="rId3" Type="http://schemas.openxmlformats.org/officeDocument/2006/relationships/image" Target="../media/image125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17" Type="http://schemas.openxmlformats.org/officeDocument/2006/relationships/image" Target="../media/image1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3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8.png"/><Relationship Id="rId11" Type="http://schemas.openxmlformats.org/officeDocument/2006/relationships/image" Target="../media/image133.png"/><Relationship Id="rId5" Type="http://schemas.openxmlformats.org/officeDocument/2006/relationships/image" Target="../media/image127.png"/><Relationship Id="rId15" Type="http://schemas.openxmlformats.org/officeDocument/2006/relationships/image" Target="../media/image137.png"/><Relationship Id="rId10" Type="http://schemas.openxmlformats.org/officeDocument/2006/relationships/image" Target="../media/image132.png"/><Relationship Id="rId4" Type="http://schemas.openxmlformats.org/officeDocument/2006/relationships/image" Target="../media/image126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13" Type="http://schemas.openxmlformats.org/officeDocument/2006/relationships/image" Target="../media/image151.png"/><Relationship Id="rId3" Type="http://schemas.openxmlformats.org/officeDocument/2006/relationships/image" Target="../media/image141.png"/><Relationship Id="rId7" Type="http://schemas.openxmlformats.org/officeDocument/2006/relationships/image" Target="../media/image145.png"/><Relationship Id="rId12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4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44.png"/><Relationship Id="rId11" Type="http://schemas.openxmlformats.org/officeDocument/2006/relationships/image" Target="../media/image149.png"/><Relationship Id="rId5" Type="http://schemas.openxmlformats.org/officeDocument/2006/relationships/image" Target="../media/image143.png"/><Relationship Id="rId15" Type="http://schemas.openxmlformats.org/officeDocument/2006/relationships/image" Target="../media/image153.png"/><Relationship Id="rId10" Type="http://schemas.openxmlformats.org/officeDocument/2006/relationships/image" Target="../media/image148.png"/><Relationship Id="rId4" Type="http://schemas.openxmlformats.org/officeDocument/2006/relationships/image" Target="../media/image142.png"/><Relationship Id="rId9" Type="http://schemas.openxmlformats.org/officeDocument/2006/relationships/image" Target="../media/image147.png"/><Relationship Id="rId14" Type="http://schemas.openxmlformats.org/officeDocument/2006/relationships/image" Target="../media/image15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55.png"/><Relationship Id="rId7" Type="http://schemas.openxmlformats.org/officeDocument/2006/relationships/image" Target="../media/image1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image" Target="../media/image161.png"/><Relationship Id="rId7" Type="http://schemas.openxmlformats.org/officeDocument/2006/relationships/image" Target="../media/image16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64.png"/><Relationship Id="rId5" Type="http://schemas.openxmlformats.org/officeDocument/2006/relationships/image" Target="../media/image163.png"/><Relationship Id="rId4" Type="http://schemas.openxmlformats.org/officeDocument/2006/relationships/image" Target="../media/image1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2.png"/><Relationship Id="rId3" Type="http://schemas.openxmlformats.org/officeDocument/2006/relationships/image" Target="../media/image167.png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0.png"/><Relationship Id="rId5" Type="http://schemas.openxmlformats.org/officeDocument/2006/relationships/image" Target="../media/image169.png"/><Relationship Id="rId4" Type="http://schemas.openxmlformats.org/officeDocument/2006/relationships/image" Target="../media/image1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7.png"/><Relationship Id="rId5" Type="http://schemas.openxmlformats.org/officeDocument/2006/relationships/image" Target="../media/image176.png"/><Relationship Id="rId4" Type="http://schemas.openxmlformats.org/officeDocument/2006/relationships/image" Target="../media/image175.png"/><Relationship Id="rId9" Type="http://schemas.openxmlformats.org/officeDocument/2006/relationships/hyperlink" Target="https://disk.sberbank.ru/l/31cb3c162c0134dc9ac4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5.png"/><Relationship Id="rId4" Type="http://schemas.openxmlformats.org/officeDocument/2006/relationships/image" Target="../media/image18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8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4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0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02.jpeg"/><Relationship Id="rId5" Type="http://schemas.openxmlformats.org/officeDocument/2006/relationships/image" Target="../media/image201.jpe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06.jpeg"/><Relationship Id="rId5" Type="http://schemas.microsoft.com/office/2007/relationships/hdphoto" Target="../media/hdphoto2.wdp"/><Relationship Id="rId4" Type="http://schemas.openxmlformats.org/officeDocument/2006/relationships/image" Target="../media/image20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2.jpeg"/><Relationship Id="rId3" Type="http://schemas.openxmlformats.org/officeDocument/2006/relationships/image" Target="../media/image207.jpeg"/><Relationship Id="rId7" Type="http://schemas.openxmlformats.org/officeDocument/2006/relationships/image" Target="../media/image2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10.jpeg"/><Relationship Id="rId5" Type="http://schemas.openxmlformats.org/officeDocument/2006/relationships/image" Target="../media/image209.jpeg"/><Relationship Id="rId4" Type="http://schemas.openxmlformats.org/officeDocument/2006/relationships/image" Target="../media/image208.jpe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8.jpeg"/><Relationship Id="rId3" Type="http://schemas.openxmlformats.org/officeDocument/2006/relationships/image" Target="../media/image213.jpeg"/><Relationship Id="rId7" Type="http://schemas.openxmlformats.org/officeDocument/2006/relationships/image" Target="../media/image217.jpeg"/><Relationship Id="rId12" Type="http://schemas.openxmlformats.org/officeDocument/2006/relationships/image" Target="../media/image2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16.jpeg"/><Relationship Id="rId11" Type="http://schemas.openxmlformats.org/officeDocument/2006/relationships/image" Target="../media/image221.jpeg"/><Relationship Id="rId5" Type="http://schemas.openxmlformats.org/officeDocument/2006/relationships/image" Target="../media/image215.jpeg"/><Relationship Id="rId10" Type="http://schemas.openxmlformats.org/officeDocument/2006/relationships/image" Target="../media/image220.jpeg"/><Relationship Id="rId4" Type="http://schemas.openxmlformats.org/officeDocument/2006/relationships/image" Target="../media/image214.jpeg"/><Relationship Id="rId9" Type="http://schemas.openxmlformats.org/officeDocument/2006/relationships/image" Target="../media/image219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06.jpeg"/><Relationship Id="rId5" Type="http://schemas.microsoft.com/office/2007/relationships/hdphoto" Target="../media/hdphoto3.wdp"/><Relationship Id="rId4" Type="http://schemas.openxmlformats.org/officeDocument/2006/relationships/image" Target="../media/image20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25.png"/><Relationship Id="rId4" Type="http://schemas.openxmlformats.org/officeDocument/2006/relationships/image" Target="../media/image2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9.jpeg"/><Relationship Id="rId5" Type="http://schemas.openxmlformats.org/officeDocument/2006/relationships/image" Target="../media/image228.jpeg"/><Relationship Id="rId4" Type="http://schemas.openxmlformats.org/officeDocument/2006/relationships/image" Target="../media/image227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33.png"/><Relationship Id="rId5" Type="http://schemas.openxmlformats.org/officeDocument/2006/relationships/image" Target="../media/image232.png"/><Relationship Id="rId4" Type="http://schemas.openxmlformats.org/officeDocument/2006/relationships/image" Target="../media/image231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4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6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237.sv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9.png"/><Relationship Id="rId5" Type="http://schemas.openxmlformats.org/officeDocument/2006/relationships/image" Target="../media/image238.png"/><Relationship Id="rId4" Type="http://schemas.openxmlformats.org/officeDocument/2006/relationships/hyperlink" Target="https://www.qrcode-monkey.com/" TargetMode="External"/><Relationship Id="rId9" Type="http://schemas.openxmlformats.org/officeDocument/2006/relationships/image" Target="../media/image24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3.png"/><Relationship Id="rId7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pixso.design.sber.ru/app/editor/QMLyvMVG9fsFDuV_a3v7cg?showQuickFrame=true&amp;icon_type=1&amp;page-id=0%3A1%20Invite%20you%20to%20join%20the%20Pixso%20Design%20file%20%22&#1069;&#1083;&#1077;&#1084;&#1077;&#1085;&#1090;&#1099;%20&#1076;&#1083;&#1103;%20&#1092;&#1086;&#1085;&#1086;&#1074;%20&#1080;%20&#1076;&#1080;&#1079;&#1072;&#1081;&#1085;&#1072;%22" TargetMode="External"/><Relationship Id="rId5" Type="http://schemas.openxmlformats.org/officeDocument/2006/relationships/hyperlink" Target="https://disk.sberbank.ru/l/e4ad871a7326b45ca2e1" TargetMode="External"/><Relationship Id="rId4" Type="http://schemas.openxmlformats.org/officeDocument/2006/relationships/image" Target="../media/image2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CAB71E0-78FC-4B0A-59D8-20E643F72FC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C327D47-17C7-C9BA-7D97-BFAA3B5EA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2202718">
            <a:off x="3874501" y="-7133524"/>
            <a:ext cx="13210047" cy="132100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91C4E3-1E5A-9539-A39E-F82FD9612CF0}"/>
              </a:ext>
            </a:extLst>
          </p:cNvPr>
          <p:cNvSpPr txBox="1"/>
          <p:nvPr/>
        </p:nvSpPr>
        <p:spPr bwMode="auto">
          <a:xfrm>
            <a:off x="801188" y="3053274"/>
            <a:ext cx="5010218" cy="1737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6300"/>
              </a:lnSpc>
              <a:defRPr/>
            </a:pPr>
            <a:r>
              <a:rPr lang="ru-RU" sz="6000" b="1" dirty="0">
                <a:solidFill>
                  <a:schemeClr val="bg1"/>
                </a:solidFill>
                <a:latin typeface="SB Sans Display Semibold"/>
                <a:cs typeface="SB Sans Display Semibold"/>
              </a:rPr>
              <a:t>Шаблон</a:t>
            </a:r>
            <a:br>
              <a:rPr lang="ru-RU" sz="6000" b="1" dirty="0">
                <a:solidFill>
                  <a:schemeClr val="bg1"/>
                </a:solidFill>
                <a:latin typeface="SB Sans Display Semibold"/>
                <a:cs typeface="SB Sans Display Semibold"/>
              </a:rPr>
            </a:br>
            <a:r>
              <a:rPr lang="ru-RU" sz="6000" b="1" dirty="0">
                <a:solidFill>
                  <a:schemeClr val="bg1"/>
                </a:solidFill>
                <a:latin typeface="SB Sans Display Semibold"/>
                <a:cs typeface="SB Sans Display Semibold"/>
              </a:rPr>
              <a:t>презентации</a:t>
            </a:r>
            <a:endParaRPr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E82EE-3833-5B2D-FE43-C1DC4B474DB0}"/>
              </a:ext>
            </a:extLst>
          </p:cNvPr>
          <p:cNvSpPr txBox="1"/>
          <p:nvPr/>
        </p:nvSpPr>
        <p:spPr bwMode="auto">
          <a:xfrm>
            <a:off x="836813" y="5094793"/>
            <a:ext cx="1274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3600" dirty="0">
                <a:solidFill>
                  <a:schemeClr val="bg1"/>
                </a:solidFill>
                <a:latin typeface="SB Sans Display Light"/>
                <a:cs typeface="SB Sans Display Light"/>
              </a:rPr>
              <a:t>2026</a:t>
            </a:r>
            <a:endParaRPr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FD3029-EF74-E23A-ECFE-1768103CD88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4759" y="2034406"/>
            <a:ext cx="6874732" cy="61207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273E1A9-ECA5-F1ED-3EE7-916459334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6694321">
            <a:off x="7806886" y="1208970"/>
            <a:ext cx="700497" cy="73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203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BF066-296F-61F1-DC15-04AE45ABC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CBBD791-463D-949B-8AD8-9B6997F7C028}"/>
              </a:ext>
            </a:extLst>
          </p:cNvPr>
          <p:cNvGrpSpPr/>
          <p:nvPr/>
        </p:nvGrpSpPr>
        <p:grpSpPr>
          <a:xfrm>
            <a:off x="4911496" y="1952624"/>
            <a:ext cx="1554341" cy="3800097"/>
            <a:chOff x="5737889" y="1952624"/>
            <a:chExt cx="1554341" cy="3800097"/>
          </a:xfrm>
        </p:grpSpPr>
        <p:sp>
          <p:nvSpPr>
            <p:cNvPr id="5" name="Прямоугольник 8">
              <a:extLst>
                <a:ext uri="{FF2B5EF4-FFF2-40B4-BE49-F238E27FC236}">
                  <a16:creationId xmlns:a16="http://schemas.microsoft.com/office/drawing/2014/main" id="{4FC1A057-8155-146E-A10B-940268D674AC}"/>
                </a:ext>
              </a:extLst>
            </p:cNvPr>
            <p:cNvSpPr/>
            <p:nvPr/>
          </p:nvSpPr>
          <p:spPr>
            <a:xfrm>
              <a:off x="5765107" y="1952624"/>
              <a:ext cx="1495016" cy="1495016"/>
            </a:xfrm>
            <a:prstGeom prst="roundRect">
              <a:avLst/>
            </a:prstGeom>
            <a:solidFill>
              <a:srgbClr val="1032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0FEA535-84DC-503F-C225-5B09D924D083}"/>
                </a:ext>
              </a:extLst>
            </p:cNvPr>
            <p:cNvSpPr txBox="1"/>
            <p:nvPr/>
          </p:nvSpPr>
          <p:spPr>
            <a:xfrm>
              <a:off x="5737889" y="3108317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 algn="ctr">
                <a:defRPr sz="800"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en-US" dirty="0">
                  <a:solidFill>
                    <a:schemeClr val="bg1"/>
                  </a:solidFill>
                </a:rPr>
                <a:t>#</a:t>
              </a:r>
              <a:r>
                <a:rPr lang="en" dirty="0">
                  <a:solidFill>
                    <a:schemeClr val="bg1"/>
                  </a:solidFill>
                  <a:effectLst/>
                </a:rPr>
                <a:t>1032A1</a:t>
              </a:r>
              <a:endParaRPr lang="ru-RU" dirty="0">
                <a:solidFill>
                  <a:schemeClr val="bg1"/>
                </a:solidFill>
              </a:endParaRPr>
            </a:p>
          </p:txBody>
        </p:sp>
        <p:sp>
          <p:nvSpPr>
            <p:cNvPr id="8" name="Прямоугольник 8">
              <a:extLst>
                <a:ext uri="{FF2B5EF4-FFF2-40B4-BE49-F238E27FC236}">
                  <a16:creationId xmlns:a16="http://schemas.microsoft.com/office/drawing/2014/main" id="{C7499AD0-7600-F77B-16F1-860214CB32D9}"/>
                </a:ext>
              </a:extLst>
            </p:cNvPr>
            <p:cNvSpPr/>
            <p:nvPr/>
          </p:nvSpPr>
          <p:spPr>
            <a:xfrm>
              <a:off x="5797214" y="4257705"/>
              <a:ext cx="1495016" cy="1495016"/>
            </a:xfrm>
            <a:prstGeom prst="roundRect">
              <a:avLst/>
            </a:prstGeom>
            <a:solidFill>
              <a:srgbClr val="0882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7B7FEF-EE9F-5954-13DC-5617CB62EFE9}"/>
                </a:ext>
              </a:extLst>
            </p:cNvPr>
            <p:cNvSpPr txBox="1"/>
            <p:nvPr/>
          </p:nvSpPr>
          <p:spPr>
            <a:xfrm>
              <a:off x="5770002" y="5413399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 algn="ctr">
                <a:defRPr sz="800"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en-US" dirty="0">
                  <a:solidFill>
                    <a:schemeClr val="bg1"/>
                  </a:solidFill>
                </a:rPr>
                <a:t>#</a:t>
              </a:r>
              <a:r>
                <a:rPr lang="en" dirty="0">
                  <a:solidFill>
                    <a:schemeClr val="bg1"/>
                  </a:solidFill>
                  <a:effectLst/>
                </a:rPr>
                <a:t>0882FF</a:t>
              </a:r>
              <a:endParaRPr lang="ru-RU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F6E2493-3040-0E59-43AE-8155179B794A}"/>
              </a:ext>
            </a:extLst>
          </p:cNvPr>
          <p:cNvGrpSpPr/>
          <p:nvPr/>
        </p:nvGrpSpPr>
        <p:grpSpPr>
          <a:xfrm>
            <a:off x="420053" y="1952624"/>
            <a:ext cx="1551821" cy="3800097"/>
            <a:chOff x="420053" y="1952624"/>
            <a:chExt cx="1551821" cy="3800097"/>
          </a:xfrm>
        </p:grpSpPr>
        <p:sp>
          <p:nvSpPr>
            <p:cNvPr id="2" name="Прямоугольник 2">
              <a:extLst>
                <a:ext uri="{FF2B5EF4-FFF2-40B4-BE49-F238E27FC236}">
                  <a16:creationId xmlns:a16="http://schemas.microsoft.com/office/drawing/2014/main" id="{46783E0A-DD35-3B92-1FCB-D566098ABDAD}"/>
                </a:ext>
              </a:extLst>
            </p:cNvPr>
            <p:cNvSpPr/>
            <p:nvPr/>
          </p:nvSpPr>
          <p:spPr>
            <a:xfrm>
              <a:off x="476858" y="1952624"/>
              <a:ext cx="1495016" cy="1495016"/>
            </a:xfrm>
            <a:prstGeom prst="roundRect">
              <a:avLst/>
            </a:prstGeom>
            <a:solidFill>
              <a:srgbClr val="56FF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FAE7B1C-F42C-8927-17B3-AD37951EA0E4}"/>
                </a:ext>
              </a:extLst>
            </p:cNvPr>
            <p:cNvSpPr txBox="1"/>
            <p:nvPr/>
          </p:nvSpPr>
          <p:spPr>
            <a:xfrm>
              <a:off x="421817" y="3108317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</a:t>
              </a:r>
              <a:r>
                <a:rPr lang="ru-RU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56</a:t>
              </a:r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FF</a:t>
              </a:r>
              <a:r>
                <a:rPr lang="ru-RU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71</a:t>
              </a:r>
            </a:p>
          </p:txBody>
        </p:sp>
        <p:sp>
          <p:nvSpPr>
            <p:cNvPr id="26" name="Прямоугольник 2">
              <a:extLst>
                <a:ext uri="{FF2B5EF4-FFF2-40B4-BE49-F238E27FC236}">
                  <a16:creationId xmlns:a16="http://schemas.microsoft.com/office/drawing/2014/main" id="{2D96C8F6-F999-3BE2-15F8-10A98298A490}"/>
                </a:ext>
              </a:extLst>
            </p:cNvPr>
            <p:cNvSpPr/>
            <p:nvPr/>
          </p:nvSpPr>
          <p:spPr>
            <a:xfrm>
              <a:off x="475098" y="4257705"/>
              <a:ext cx="1495016" cy="1495016"/>
            </a:xfrm>
            <a:prstGeom prst="roundRect">
              <a:avLst/>
            </a:prstGeom>
            <a:solidFill>
              <a:srgbClr val="ADFFC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2079469-9F5F-B040-DEC6-08F0FD6EB71B}"/>
                </a:ext>
              </a:extLst>
            </p:cNvPr>
            <p:cNvSpPr txBox="1"/>
            <p:nvPr/>
          </p:nvSpPr>
          <p:spPr>
            <a:xfrm>
              <a:off x="420053" y="5413399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</a:t>
              </a:r>
              <a:r>
                <a:rPr lang="en" sz="800" dirty="0">
                  <a:effectLst/>
                  <a:latin typeface="SB Sans Display" panose="020B0503040504020204" pitchFamily="34" charset="0"/>
                  <a:cs typeface="SB Sans Display" panose="020B0503040504020204" pitchFamily="34" charset="0"/>
                </a:rPr>
                <a:t>ADFFC6</a:t>
              </a:r>
              <a:endParaRPr lang="ru-RU" sz="800" dirty="0">
                <a:solidFill>
                  <a:srgbClr val="333F48"/>
                </a:solidFill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2AB10CF7-55ED-F131-7FD2-EC7951053A8C}"/>
              </a:ext>
            </a:extLst>
          </p:cNvPr>
          <p:cNvGrpSpPr/>
          <p:nvPr/>
        </p:nvGrpSpPr>
        <p:grpSpPr>
          <a:xfrm>
            <a:off x="2679713" y="1952624"/>
            <a:ext cx="1523944" cy="3797213"/>
            <a:chOff x="3095682" y="1952624"/>
            <a:chExt cx="1523944" cy="3797213"/>
          </a:xfrm>
        </p:grpSpPr>
        <p:sp>
          <p:nvSpPr>
            <p:cNvPr id="3" name="Прямоугольник 8">
              <a:extLst>
                <a:ext uri="{FF2B5EF4-FFF2-40B4-BE49-F238E27FC236}">
                  <a16:creationId xmlns:a16="http://schemas.microsoft.com/office/drawing/2014/main" id="{E2AE28A9-8E58-8DF6-C44F-09978E810016}"/>
                </a:ext>
              </a:extLst>
            </p:cNvPr>
            <p:cNvSpPr/>
            <p:nvPr/>
          </p:nvSpPr>
          <p:spPr>
            <a:xfrm>
              <a:off x="3124610" y="4254821"/>
              <a:ext cx="1495016" cy="1495016"/>
            </a:xfrm>
            <a:prstGeom prst="roundRect">
              <a:avLst/>
            </a:prstGeom>
            <a:solidFill>
              <a:srgbClr val="BAFF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30F80D-410E-E743-5363-48F9C94F707D}"/>
                </a:ext>
              </a:extLst>
            </p:cNvPr>
            <p:cNvSpPr txBox="1"/>
            <p:nvPr/>
          </p:nvSpPr>
          <p:spPr>
            <a:xfrm>
              <a:off x="3097392" y="5410514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</a:t>
              </a:r>
              <a:r>
                <a:rPr lang="en" sz="800" dirty="0">
                  <a:effectLst/>
                  <a:latin typeface="SB Sans Display" panose="020B0503040504020204" pitchFamily="34" charset="0"/>
                  <a:cs typeface="SB Sans Display" panose="020B0503040504020204" pitchFamily="34" charset="0"/>
                </a:rPr>
                <a:t>BAFFFB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27" name="Прямоугольник 8">
              <a:extLst>
                <a:ext uri="{FF2B5EF4-FFF2-40B4-BE49-F238E27FC236}">
                  <a16:creationId xmlns:a16="http://schemas.microsoft.com/office/drawing/2014/main" id="{460F5E4F-C192-A99C-A8A8-3635F0091D57}"/>
                </a:ext>
              </a:extLst>
            </p:cNvPr>
            <p:cNvSpPr/>
            <p:nvPr/>
          </p:nvSpPr>
          <p:spPr>
            <a:xfrm>
              <a:off x="3122893" y="1952624"/>
              <a:ext cx="1495016" cy="1495016"/>
            </a:xfrm>
            <a:prstGeom prst="roundRect">
              <a:avLst/>
            </a:prstGeom>
            <a:solidFill>
              <a:srgbClr val="62E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38809FC-5E6D-4C62-9711-CE6BC0D3091D}"/>
                </a:ext>
              </a:extLst>
            </p:cNvPr>
            <p:cNvSpPr txBox="1"/>
            <p:nvPr/>
          </p:nvSpPr>
          <p:spPr>
            <a:xfrm>
              <a:off x="3095682" y="3108318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#62ECFF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EF97E5A9-F81A-D61E-5BBE-2093562A385F}"/>
              </a:ext>
            </a:extLst>
          </p:cNvPr>
          <p:cNvGrpSpPr/>
          <p:nvPr/>
        </p:nvGrpSpPr>
        <p:grpSpPr>
          <a:xfrm>
            <a:off x="7173675" y="1952624"/>
            <a:ext cx="1518126" cy="3800097"/>
            <a:chOff x="8472489" y="1952624"/>
            <a:chExt cx="1518126" cy="3800097"/>
          </a:xfrm>
        </p:grpSpPr>
        <p:sp>
          <p:nvSpPr>
            <p:cNvPr id="6" name="Прямоугольник 18">
              <a:extLst>
                <a:ext uri="{FF2B5EF4-FFF2-40B4-BE49-F238E27FC236}">
                  <a16:creationId xmlns:a16="http://schemas.microsoft.com/office/drawing/2014/main" id="{75463098-35C4-285C-AC35-0318B091C90F}"/>
                </a:ext>
              </a:extLst>
            </p:cNvPr>
            <p:cNvSpPr/>
            <p:nvPr/>
          </p:nvSpPr>
          <p:spPr>
            <a:xfrm>
              <a:off x="8472489" y="1952624"/>
              <a:ext cx="1495016" cy="1495016"/>
            </a:xfrm>
            <a:prstGeom prst="roundRect">
              <a:avLst/>
            </a:prstGeom>
            <a:solidFill>
              <a:schemeClr val="tx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>
                <a:solidFill>
                  <a:srgbClr val="000333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AA93723-3D15-8BE2-F08F-5B987138A3B1}"/>
                </a:ext>
              </a:extLst>
            </p:cNvPr>
            <p:cNvSpPr txBox="1"/>
            <p:nvPr/>
          </p:nvSpPr>
          <p:spPr>
            <a:xfrm>
              <a:off x="8476023" y="3100009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</a:t>
              </a:r>
              <a:r>
                <a:rPr lang="ru-RU" sz="800" dirty="0">
                  <a:solidFill>
                    <a:schemeClr val="bg1"/>
                  </a:solidFill>
                  <a:effectLst/>
                  <a:latin typeface="SB Sans Display" panose="020B0503040504020204" pitchFamily="34" charset="0"/>
                  <a:cs typeface="SB Sans Display" panose="020B0503040504020204" pitchFamily="34" charset="0"/>
                </a:rPr>
                <a:t>000000</a:t>
              </a:r>
              <a:endParaRPr lang="ru-RU" sz="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29" name="Прямоугольник 18">
              <a:extLst>
                <a:ext uri="{FF2B5EF4-FFF2-40B4-BE49-F238E27FC236}">
                  <a16:creationId xmlns:a16="http://schemas.microsoft.com/office/drawing/2014/main" id="{158678F7-0C84-929A-1177-7A05F1FE4B72}"/>
                </a:ext>
              </a:extLst>
            </p:cNvPr>
            <p:cNvSpPr/>
            <p:nvPr/>
          </p:nvSpPr>
          <p:spPr>
            <a:xfrm>
              <a:off x="8482294" y="4257705"/>
              <a:ext cx="1495016" cy="1495016"/>
            </a:xfrm>
            <a:prstGeom prst="round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>
                <a:solidFill>
                  <a:srgbClr val="000333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98734F-5EF2-23C2-F793-93FA1DD6FAFC}"/>
                </a:ext>
              </a:extLst>
            </p:cNvPr>
            <p:cNvSpPr txBox="1"/>
            <p:nvPr/>
          </p:nvSpPr>
          <p:spPr>
            <a:xfrm>
              <a:off x="8483845" y="5405092"/>
              <a:ext cx="1506770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#FFFFFF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</p:grp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02263A2-C5C2-A4A8-120C-21A1279CB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03" y="833890"/>
            <a:ext cx="4291368" cy="604781"/>
          </a:xfrm>
        </p:spPr>
        <p:txBody>
          <a:bodyPr/>
          <a:lstStyle/>
          <a:p>
            <a:r>
              <a:rPr lang="ru-RU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Цветовая палитра</a:t>
            </a:r>
          </a:p>
        </p:txBody>
      </p:sp>
      <p:sp>
        <p:nvSpPr>
          <p:cNvPr id="18" name="Прямоугольник 18">
            <a:extLst>
              <a:ext uri="{FF2B5EF4-FFF2-40B4-BE49-F238E27FC236}">
                <a16:creationId xmlns:a16="http://schemas.microsoft.com/office/drawing/2014/main" id="{E6174E89-5E47-129E-2F32-E820BA8996D3}"/>
              </a:ext>
            </a:extLst>
          </p:cNvPr>
          <p:cNvSpPr/>
          <p:nvPr/>
        </p:nvSpPr>
        <p:spPr>
          <a:xfrm>
            <a:off x="9386334" y="1952624"/>
            <a:ext cx="1495016" cy="1495016"/>
          </a:xfrm>
          <a:prstGeom prst="roundRect">
            <a:avLst/>
          </a:prstGeom>
          <a:gradFill>
            <a:gsLst>
              <a:gs pos="0">
                <a:srgbClr val="5BFC1F"/>
              </a:gs>
              <a:gs pos="100000">
                <a:srgbClr val="0FDEF7"/>
              </a:gs>
            </a:gsLst>
            <a:lin ang="2159400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800" dirty="0">
              <a:solidFill>
                <a:srgbClr val="000333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CFC429-D88B-C1AB-7282-E76A3496B691}"/>
              </a:ext>
            </a:extLst>
          </p:cNvPr>
          <p:cNvSpPr txBox="1"/>
          <p:nvPr/>
        </p:nvSpPr>
        <p:spPr>
          <a:xfrm>
            <a:off x="9389868" y="3100009"/>
            <a:ext cx="1506770" cy="215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Акцент</a:t>
            </a:r>
          </a:p>
        </p:txBody>
      </p:sp>
      <p:sp>
        <p:nvSpPr>
          <p:cNvPr id="20" name="Прямоугольник 18">
            <a:extLst>
              <a:ext uri="{FF2B5EF4-FFF2-40B4-BE49-F238E27FC236}">
                <a16:creationId xmlns:a16="http://schemas.microsoft.com/office/drawing/2014/main" id="{696660EE-E65F-83B9-0894-E2AC990D5932}"/>
              </a:ext>
            </a:extLst>
          </p:cNvPr>
          <p:cNvSpPr/>
          <p:nvPr/>
        </p:nvSpPr>
        <p:spPr>
          <a:xfrm>
            <a:off x="9396139" y="4257705"/>
            <a:ext cx="1495016" cy="1495016"/>
          </a:xfrm>
          <a:prstGeom prst="roundRect">
            <a:avLst/>
          </a:prstGeom>
          <a:solidFill>
            <a:srgbClr val="FF325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00333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FDDF4D-748E-39FE-A261-09EBB97839B0}"/>
              </a:ext>
            </a:extLst>
          </p:cNvPr>
          <p:cNvSpPr txBox="1"/>
          <p:nvPr/>
        </p:nvSpPr>
        <p:spPr>
          <a:xfrm>
            <a:off x="9397690" y="5405092"/>
            <a:ext cx="1506770" cy="215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Отрицательное значение</a:t>
            </a:r>
          </a:p>
        </p:txBody>
      </p:sp>
    </p:spTree>
    <p:extLst>
      <p:ext uri="{BB962C8B-B14F-4D97-AF65-F5344CB8AC3E}">
        <p14:creationId xmlns:p14="http://schemas.microsoft.com/office/powerpoint/2010/main" val="2080977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7F933-4AD9-CF9A-C43A-5E0C2B06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200 Pt">
            <a:extLst>
              <a:ext uri="{FF2B5EF4-FFF2-40B4-BE49-F238E27FC236}">
                <a16:creationId xmlns:a16="http://schemas.microsoft.com/office/drawing/2014/main" id="{D151A7C0-2E95-2220-FF67-AC395BA0063B}"/>
              </a:ext>
            </a:extLst>
          </p:cNvPr>
          <p:cNvSpPr txBox="1"/>
          <p:nvPr/>
        </p:nvSpPr>
        <p:spPr>
          <a:xfrm>
            <a:off x="522237" y="4367822"/>
            <a:ext cx="686085" cy="4892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>
            <a:spAutoFit/>
          </a:bodyPr>
          <a:lstStyle>
            <a:lvl1pPr algn="l" defTabSz="825500">
              <a:lnSpc>
                <a:spcPct val="70000"/>
              </a:lnSpc>
              <a:defRPr sz="20000" spc="-8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r>
              <a:rPr lang="en-GB" sz="4000" spc="0" dirty="0">
                <a:solidFill>
                  <a:schemeClr val="bg1"/>
                </a:solidFill>
              </a:rPr>
              <a:t>40</a:t>
            </a:r>
            <a:endParaRPr sz="4000" spc="0" dirty="0">
              <a:solidFill>
                <a:schemeClr val="bg1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570" name="Гарнитуры, размеры шрифта, правила">
            <a:extLst>
              <a:ext uri="{FF2B5EF4-FFF2-40B4-BE49-F238E27FC236}">
                <a16:creationId xmlns:a16="http://schemas.microsoft.com/office/drawing/2014/main" id="{48DADEB2-627F-CABE-0C82-ADAF8F9552FE}"/>
              </a:ext>
            </a:extLst>
          </p:cNvPr>
          <p:cNvSpPr txBox="1"/>
          <p:nvPr/>
        </p:nvSpPr>
        <p:spPr>
          <a:xfrm>
            <a:off x="445053" y="1441391"/>
            <a:ext cx="5445823" cy="3693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2000"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800" dirty="0">
                <a:solidFill>
                  <a:schemeClr val="bg1"/>
                </a:solidFill>
              </a:rPr>
              <a:t>Гарнитуры, размеры шрифта, правила</a:t>
            </a:r>
          </a:p>
        </p:txBody>
      </p:sp>
      <p:sp>
        <p:nvSpPr>
          <p:cNvPr id="576" name="Display — Полужирный / Легкий">
            <a:extLst>
              <a:ext uri="{FF2B5EF4-FFF2-40B4-BE49-F238E27FC236}">
                <a16:creationId xmlns:a16="http://schemas.microsoft.com/office/drawing/2014/main" id="{F6CCA175-C867-0DF3-F063-421C085A7F27}"/>
              </a:ext>
            </a:extLst>
          </p:cNvPr>
          <p:cNvSpPr txBox="1"/>
          <p:nvPr/>
        </p:nvSpPr>
        <p:spPr>
          <a:xfrm>
            <a:off x="522237" y="2256859"/>
            <a:ext cx="202703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70000"/>
              </a:lnSpc>
              <a:spcBef>
                <a:spcPts val="3500"/>
              </a:spcBef>
              <a:defRPr sz="1000" spc="-19">
                <a:solidFill>
                  <a:srgbClr val="56FF71"/>
                </a:solidFill>
                <a:latin typeface="SB Sans Text Semibold"/>
                <a:ea typeface="SB Sans Text Semibold"/>
                <a:cs typeface="SB Sans Text Semibold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1200" spc="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Заголовки титульных </a:t>
            </a:r>
            <a:br>
              <a:rPr lang="ru-RU" sz="1200" spc="0" dirty="0">
                <a:latin typeface="SB Sans Display" panose="020B0503040504020204" pitchFamily="34" charset="0"/>
                <a:cs typeface="SB Sans Display" panose="020B0503040504020204" pitchFamily="34" charset="0"/>
              </a:rPr>
            </a:br>
            <a:r>
              <a:rPr lang="ru-RU" sz="1200" spc="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и разделительных слайдов</a:t>
            </a:r>
          </a:p>
        </p:txBody>
      </p:sp>
      <p:sp>
        <p:nvSpPr>
          <p:cNvPr id="578" name="50 Pt">
            <a:extLst>
              <a:ext uri="{FF2B5EF4-FFF2-40B4-BE49-F238E27FC236}">
                <a16:creationId xmlns:a16="http://schemas.microsoft.com/office/drawing/2014/main" id="{C94F717B-DC7E-A72F-45D9-8E112B8D3850}"/>
              </a:ext>
            </a:extLst>
          </p:cNvPr>
          <p:cNvSpPr txBox="1"/>
          <p:nvPr/>
        </p:nvSpPr>
        <p:spPr>
          <a:xfrm>
            <a:off x="5961171" y="3178096"/>
            <a:ext cx="536640" cy="3693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579" name="Display — Легкий">
            <a:extLst>
              <a:ext uri="{FF2B5EF4-FFF2-40B4-BE49-F238E27FC236}">
                <a16:creationId xmlns:a16="http://schemas.microsoft.com/office/drawing/2014/main" id="{BF105261-14BA-54D7-03FE-D0D4CC4491C1}"/>
              </a:ext>
            </a:extLst>
          </p:cNvPr>
          <p:cNvSpPr txBox="1"/>
          <p:nvPr/>
        </p:nvSpPr>
        <p:spPr>
          <a:xfrm>
            <a:off x="7415558" y="3265755"/>
            <a:ext cx="1151213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r>
              <a:rPr dirty="0"/>
              <a:t>Display — </a:t>
            </a:r>
            <a:r>
              <a:rPr lang="en-US" dirty="0"/>
              <a:t>Regular</a:t>
            </a:r>
            <a:endParaRPr dirty="0"/>
          </a:p>
        </p:txBody>
      </p:sp>
      <p:sp>
        <p:nvSpPr>
          <p:cNvPr id="593" name="Линия">
            <a:extLst>
              <a:ext uri="{FF2B5EF4-FFF2-40B4-BE49-F238E27FC236}">
                <a16:creationId xmlns:a16="http://schemas.microsoft.com/office/drawing/2014/main" id="{26E1A353-7A16-B20E-B480-C61105378EE8}"/>
              </a:ext>
            </a:extLst>
          </p:cNvPr>
          <p:cNvSpPr/>
          <p:nvPr/>
        </p:nvSpPr>
        <p:spPr>
          <a:xfrm>
            <a:off x="6559521" y="5617073"/>
            <a:ext cx="3805511" cy="0"/>
          </a:xfrm>
          <a:prstGeom prst="line">
            <a:avLst/>
          </a:prstGeom>
          <a:noFill/>
          <a:ln w="12700" cap="flat">
            <a:solidFill>
              <a:srgbClr val="0F1E22"/>
            </a:solidFill>
            <a:custDash>
              <a:ds d="100000" sp="200000"/>
            </a:custDash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endParaRPr sz="900">
              <a:solidFill>
                <a:schemeClr val="bg1"/>
              </a:solidFill>
            </a:endParaRPr>
          </a:p>
        </p:txBody>
      </p:sp>
      <p:sp>
        <p:nvSpPr>
          <p:cNvPr id="594" name="Линия">
            <a:extLst>
              <a:ext uri="{FF2B5EF4-FFF2-40B4-BE49-F238E27FC236}">
                <a16:creationId xmlns:a16="http://schemas.microsoft.com/office/drawing/2014/main" id="{256CB5E1-1B39-87D6-929F-AECF5385786F}"/>
              </a:ext>
            </a:extLst>
          </p:cNvPr>
          <p:cNvSpPr/>
          <p:nvPr/>
        </p:nvSpPr>
        <p:spPr>
          <a:xfrm>
            <a:off x="6559521" y="6443114"/>
            <a:ext cx="3805511" cy="1"/>
          </a:xfrm>
          <a:prstGeom prst="line">
            <a:avLst/>
          </a:prstGeom>
          <a:noFill/>
          <a:ln w="12700" cap="flat">
            <a:solidFill>
              <a:srgbClr val="0F1E22"/>
            </a:solidFill>
            <a:custDash>
              <a:ds d="100000" sp="200000"/>
            </a:custDash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6" name="Линия">
            <a:extLst>
              <a:ext uri="{FF2B5EF4-FFF2-40B4-BE49-F238E27FC236}">
                <a16:creationId xmlns:a16="http://schemas.microsoft.com/office/drawing/2014/main" id="{2180D1BA-101A-A33D-9B62-3BB2212B2EE8}"/>
              </a:ext>
            </a:extLst>
          </p:cNvPr>
          <p:cNvSpPr/>
          <p:nvPr/>
        </p:nvSpPr>
        <p:spPr>
          <a:xfrm>
            <a:off x="550863" y="3710343"/>
            <a:ext cx="4082347" cy="0"/>
          </a:xfrm>
          <a:prstGeom prst="line">
            <a:avLst/>
          </a:prstGeom>
          <a:noFill/>
          <a:ln w="6350" cap="flat">
            <a:solidFill>
              <a:schemeClr val="bg1">
                <a:alpha val="50000"/>
              </a:schemeClr>
            </a:solidFill>
            <a:prstDash val="solid"/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7" name="Заголовок слайда">
            <a:extLst>
              <a:ext uri="{FF2B5EF4-FFF2-40B4-BE49-F238E27FC236}">
                <a16:creationId xmlns:a16="http://schemas.microsoft.com/office/drawing/2014/main" id="{2EA09225-F218-9F5C-6F57-AF641F14E777}"/>
              </a:ext>
            </a:extLst>
          </p:cNvPr>
          <p:cNvSpPr txBox="1"/>
          <p:nvPr/>
        </p:nvSpPr>
        <p:spPr>
          <a:xfrm>
            <a:off x="1438164" y="4575977"/>
            <a:ext cx="1365567" cy="182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b">
            <a:spAutoFit/>
          </a:bodyPr>
          <a:lstStyle>
            <a:lvl1pPr algn="l" defTabSz="825500">
              <a:lnSpc>
                <a:spcPct val="70000"/>
              </a:lnSpc>
              <a:defRPr sz="2000" spc="-19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r>
              <a:rPr lang="ru-RU" sz="11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Заголовки слайдов</a:t>
            </a:r>
            <a:endParaRPr sz="11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F5EF91BF-4B0F-2B4D-5009-25A180D1A0CE}"/>
              </a:ext>
            </a:extLst>
          </p:cNvPr>
          <p:cNvGrpSpPr/>
          <p:nvPr/>
        </p:nvGrpSpPr>
        <p:grpSpPr>
          <a:xfrm>
            <a:off x="474391" y="2970037"/>
            <a:ext cx="2658874" cy="766877"/>
            <a:chOff x="474391" y="2970037"/>
            <a:chExt cx="2658874" cy="766877"/>
          </a:xfrm>
        </p:grpSpPr>
        <p:sp>
          <p:nvSpPr>
            <p:cNvPr id="573" name="200 Pt">
              <a:extLst>
                <a:ext uri="{FF2B5EF4-FFF2-40B4-BE49-F238E27FC236}">
                  <a16:creationId xmlns:a16="http://schemas.microsoft.com/office/drawing/2014/main" id="{F24246D5-4BEC-4114-6490-D2593D64D411}"/>
                </a:ext>
              </a:extLst>
            </p:cNvPr>
            <p:cNvSpPr txBox="1"/>
            <p:nvPr/>
          </p:nvSpPr>
          <p:spPr>
            <a:xfrm>
              <a:off x="1595438" y="3052680"/>
              <a:ext cx="814325" cy="62376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r>
                <a:rPr lang="ru-RU" sz="4800" spc="0" dirty="0">
                  <a:solidFill>
                    <a:schemeClr val="bg1"/>
                  </a:solidFill>
                </a:rPr>
                <a:t>48</a:t>
              </a:r>
              <a:endParaRPr sz="4800" spc="0" dirty="0">
                <a:solidFill>
                  <a:schemeClr val="bg1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endParaRPr>
            </a:p>
          </p:txBody>
        </p:sp>
        <p:sp>
          <p:nvSpPr>
            <p:cNvPr id="5" name="200 Pt">
              <a:extLst>
                <a:ext uri="{FF2B5EF4-FFF2-40B4-BE49-F238E27FC236}">
                  <a16:creationId xmlns:a16="http://schemas.microsoft.com/office/drawing/2014/main" id="{33B17E31-150A-F76C-2D5F-374995F2CE1E}"/>
                </a:ext>
              </a:extLst>
            </p:cNvPr>
            <p:cNvSpPr txBox="1"/>
            <p:nvPr/>
          </p:nvSpPr>
          <p:spPr>
            <a:xfrm>
              <a:off x="2524124" y="3139076"/>
              <a:ext cx="609141" cy="48064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r>
                <a:rPr lang="ru-RU" sz="3600" spc="0" dirty="0">
                  <a:solidFill>
                    <a:schemeClr val="bg1"/>
                  </a:solidFill>
                </a:rPr>
                <a:t>36</a:t>
              </a:r>
              <a:endParaRPr sz="3600" spc="0" dirty="0">
                <a:solidFill>
                  <a:schemeClr val="bg1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endParaRPr>
            </a:p>
          </p:txBody>
        </p:sp>
        <p:sp>
          <p:nvSpPr>
            <p:cNvPr id="15" name="200 Pt">
              <a:extLst>
                <a:ext uri="{FF2B5EF4-FFF2-40B4-BE49-F238E27FC236}">
                  <a16:creationId xmlns:a16="http://schemas.microsoft.com/office/drawing/2014/main" id="{7CAF0415-0D59-0D20-41A4-F6636FDC679A}"/>
                </a:ext>
              </a:extLst>
            </p:cNvPr>
            <p:cNvSpPr txBox="1"/>
            <p:nvPr/>
          </p:nvSpPr>
          <p:spPr>
            <a:xfrm>
              <a:off x="474391" y="2970037"/>
              <a:ext cx="1006686" cy="76687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r>
                <a:rPr lang="ru-RU" sz="6000" spc="0" dirty="0">
                  <a:solidFill>
                    <a:schemeClr val="bg1"/>
                  </a:solidFill>
                </a:rPr>
                <a:t>60</a:t>
              </a:r>
              <a:endParaRPr sz="6000" spc="0" dirty="0">
                <a:solidFill>
                  <a:schemeClr val="bg1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endParaRPr>
            </a:p>
          </p:txBody>
        </p:sp>
      </p:grpSp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F62854F0-B684-2EB2-257E-0354E262E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476" y="833890"/>
            <a:ext cx="3708516" cy="604781"/>
          </a:xfrm>
        </p:spPr>
        <p:txBody>
          <a:bodyPr/>
          <a:lstStyle/>
          <a:p>
            <a:r>
              <a:rPr lang="en" dirty="0"/>
              <a:t>SB Sans Display</a:t>
            </a:r>
            <a:endParaRPr lang="ru-RU" dirty="0"/>
          </a:p>
        </p:txBody>
      </p:sp>
      <p:sp>
        <p:nvSpPr>
          <p:cNvPr id="22" name="Display — Полужирный / Легкий">
            <a:extLst>
              <a:ext uri="{FF2B5EF4-FFF2-40B4-BE49-F238E27FC236}">
                <a16:creationId xmlns:a16="http://schemas.microsoft.com/office/drawing/2014/main" id="{FFEAEDAC-E011-F204-92F6-FA1D00C5A99B}"/>
              </a:ext>
            </a:extLst>
          </p:cNvPr>
          <p:cNvSpPr txBox="1"/>
          <p:nvPr/>
        </p:nvSpPr>
        <p:spPr>
          <a:xfrm>
            <a:off x="3309771" y="3283515"/>
            <a:ext cx="132343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r>
              <a:rPr dirty="0"/>
              <a:t>Display — </a:t>
            </a:r>
            <a:r>
              <a:rPr lang="en-US" dirty="0"/>
              <a:t>Semibold </a:t>
            </a:r>
            <a:r>
              <a:rPr dirty="0"/>
              <a:t> </a:t>
            </a:r>
          </a:p>
        </p:txBody>
      </p:sp>
      <p:sp>
        <p:nvSpPr>
          <p:cNvPr id="24" name="Display — Полужирный / Легкий">
            <a:extLst>
              <a:ext uri="{FF2B5EF4-FFF2-40B4-BE49-F238E27FC236}">
                <a16:creationId xmlns:a16="http://schemas.microsoft.com/office/drawing/2014/main" id="{9E01A55A-74DE-07AF-E21A-AEA64B113BEE}"/>
              </a:ext>
            </a:extLst>
          </p:cNvPr>
          <p:cNvSpPr txBox="1"/>
          <p:nvPr/>
        </p:nvSpPr>
        <p:spPr>
          <a:xfrm>
            <a:off x="3309771" y="4533816"/>
            <a:ext cx="132343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r>
              <a:rPr dirty="0"/>
              <a:t>Display — </a:t>
            </a:r>
            <a:r>
              <a:rPr lang="en-US" dirty="0"/>
              <a:t>Semibold </a:t>
            </a:r>
            <a:r>
              <a:rPr dirty="0"/>
              <a:t> </a:t>
            </a:r>
          </a:p>
        </p:txBody>
      </p:sp>
      <p:sp>
        <p:nvSpPr>
          <p:cNvPr id="4" name="Display — Полужирный / Легкий">
            <a:extLst>
              <a:ext uri="{FF2B5EF4-FFF2-40B4-BE49-F238E27FC236}">
                <a16:creationId xmlns:a16="http://schemas.microsoft.com/office/drawing/2014/main" id="{5147B4CE-48B8-02C6-74F8-838BE8FF8F98}"/>
              </a:ext>
            </a:extLst>
          </p:cNvPr>
          <p:cNvSpPr txBox="1"/>
          <p:nvPr/>
        </p:nvSpPr>
        <p:spPr>
          <a:xfrm>
            <a:off x="522237" y="3903157"/>
            <a:ext cx="714939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100" b="1" spc="0">
                <a:solidFill>
                  <a:srgbClr val="56FF71"/>
                </a:solidFill>
                <a:latin typeface="SB Sans Display Semibold" panose="020B0503040504020204" pitchFamily="34" charset="0"/>
                <a:ea typeface="SB Sans Text Semibold"/>
                <a:cs typeface="SB Sans Display Semibold" panose="020B0503040504020204" pitchFamily="34" charset="0"/>
              </a:defRPr>
            </a:lvl1pPr>
          </a:lstStyle>
          <a:p>
            <a:r>
              <a:rPr lang="ru-RU" sz="1200" b="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Акценты</a:t>
            </a:r>
            <a:endParaRPr sz="1200" b="0" dirty="0"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6" name="Display — Полужирный / Легкий">
            <a:extLst>
              <a:ext uri="{FF2B5EF4-FFF2-40B4-BE49-F238E27FC236}">
                <a16:creationId xmlns:a16="http://schemas.microsoft.com/office/drawing/2014/main" id="{5B24D2AC-BB0A-B0A4-8D85-A7F89C2F2451}"/>
              </a:ext>
            </a:extLst>
          </p:cNvPr>
          <p:cNvSpPr txBox="1"/>
          <p:nvPr/>
        </p:nvSpPr>
        <p:spPr>
          <a:xfrm>
            <a:off x="6031076" y="2796230"/>
            <a:ext cx="1687450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100" b="1" spc="0">
                <a:solidFill>
                  <a:srgbClr val="56FF71"/>
                </a:solidFill>
                <a:latin typeface="SB Sans Display Semibold" panose="020B0503040504020204" pitchFamily="34" charset="0"/>
                <a:ea typeface="SB Sans Text Semibold"/>
                <a:cs typeface="SB Sans Display Semibold" panose="020B0503040504020204" pitchFamily="34" charset="0"/>
              </a:defRPr>
            </a:lvl1pPr>
          </a:lstStyle>
          <a:p>
            <a:r>
              <a:rPr lang="ru-RU" sz="1200" b="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Подзаголовок слайда</a:t>
            </a:r>
          </a:p>
        </p:txBody>
      </p:sp>
      <p:sp>
        <p:nvSpPr>
          <p:cNvPr id="27" name="Линия">
            <a:extLst>
              <a:ext uri="{FF2B5EF4-FFF2-40B4-BE49-F238E27FC236}">
                <a16:creationId xmlns:a16="http://schemas.microsoft.com/office/drawing/2014/main" id="{3715662E-6526-224F-8299-F7122D0FE2A7}"/>
              </a:ext>
            </a:extLst>
          </p:cNvPr>
          <p:cNvSpPr/>
          <p:nvPr/>
        </p:nvSpPr>
        <p:spPr>
          <a:xfrm>
            <a:off x="6065312" y="3710343"/>
            <a:ext cx="4082347" cy="0"/>
          </a:xfrm>
          <a:prstGeom prst="line">
            <a:avLst/>
          </a:prstGeom>
          <a:noFill/>
          <a:ln w="6350" cap="flat">
            <a:solidFill>
              <a:schemeClr val="bg1">
                <a:alpha val="50000"/>
              </a:schemeClr>
            </a:solidFill>
            <a:prstDash val="solid"/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30" name="50 Pt">
            <a:extLst>
              <a:ext uri="{FF2B5EF4-FFF2-40B4-BE49-F238E27FC236}">
                <a16:creationId xmlns:a16="http://schemas.microsoft.com/office/drawing/2014/main" id="{C71ABF6C-B79A-6C22-63BD-0958987626E4}"/>
              </a:ext>
            </a:extLst>
          </p:cNvPr>
          <p:cNvSpPr txBox="1"/>
          <p:nvPr/>
        </p:nvSpPr>
        <p:spPr>
          <a:xfrm>
            <a:off x="5961171" y="4441111"/>
            <a:ext cx="856824" cy="338554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600" dirty="0">
                <a:latin typeface="SB Sans Text" panose="020B0503040504020204" pitchFamily="34" charset="0"/>
                <a:cs typeface="SB Sans Text" panose="020B0503040504020204" pitchFamily="34" charset="0"/>
              </a:rPr>
              <a:t>12-16</a:t>
            </a:r>
            <a:endParaRPr sz="1600" dirty="0"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31" name="Display — Легкий">
            <a:extLst>
              <a:ext uri="{FF2B5EF4-FFF2-40B4-BE49-F238E27FC236}">
                <a16:creationId xmlns:a16="http://schemas.microsoft.com/office/drawing/2014/main" id="{4E161C66-0C74-922F-B604-98AB17140AB5}"/>
              </a:ext>
            </a:extLst>
          </p:cNvPr>
          <p:cNvSpPr txBox="1"/>
          <p:nvPr/>
        </p:nvSpPr>
        <p:spPr>
          <a:xfrm>
            <a:off x="7415558" y="4528770"/>
            <a:ext cx="165910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r>
              <a:rPr lang="en-US" dirty="0"/>
              <a:t>Text </a:t>
            </a:r>
            <a:r>
              <a:rPr dirty="0"/>
              <a:t>— </a:t>
            </a:r>
            <a:r>
              <a:rPr lang="en-US" dirty="0"/>
              <a:t>Regular/Light</a:t>
            </a:r>
            <a:endParaRPr dirty="0"/>
          </a:p>
        </p:txBody>
      </p:sp>
      <p:sp>
        <p:nvSpPr>
          <p:cNvPr id="32" name="Display — Полужирный / Легкий">
            <a:extLst>
              <a:ext uri="{FF2B5EF4-FFF2-40B4-BE49-F238E27FC236}">
                <a16:creationId xmlns:a16="http://schemas.microsoft.com/office/drawing/2014/main" id="{59673EE4-32FF-85A8-EA40-C4A360C21595}"/>
              </a:ext>
            </a:extLst>
          </p:cNvPr>
          <p:cNvSpPr txBox="1"/>
          <p:nvPr/>
        </p:nvSpPr>
        <p:spPr>
          <a:xfrm>
            <a:off x="6031076" y="4059245"/>
            <a:ext cx="1808893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100" b="1" spc="0">
                <a:solidFill>
                  <a:srgbClr val="56FF71"/>
                </a:solidFill>
                <a:latin typeface="SB Sans Display Semibold" panose="020B0503040504020204" pitchFamily="34" charset="0"/>
                <a:ea typeface="SB Sans Text Semibold"/>
                <a:cs typeface="SB Sans Display Semibold" panose="020B0503040504020204" pitchFamily="34" charset="0"/>
              </a:defRPr>
            </a:lvl1pPr>
          </a:lstStyle>
          <a:p>
            <a:r>
              <a:rPr lang="ru-RU" sz="1200" b="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Основной текст слайда</a:t>
            </a:r>
          </a:p>
        </p:txBody>
      </p:sp>
    </p:spTree>
    <p:extLst>
      <p:ext uri="{BB962C8B-B14F-4D97-AF65-F5344CB8AC3E}">
        <p14:creationId xmlns:p14="http://schemas.microsoft.com/office/powerpoint/2010/main" val="1071808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892C297-5622-F152-D789-453D57622E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D86817-3860-6284-0827-31F2C3A5C4BE}"/>
              </a:ext>
            </a:extLst>
          </p:cNvPr>
          <p:cNvSpPr txBox="1"/>
          <p:nvPr/>
        </p:nvSpPr>
        <p:spPr bwMode="auto">
          <a:xfrm>
            <a:off x="425803" y="792340"/>
            <a:ext cx="10012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Пиктограммы и элементы для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68EA6-BADA-B28E-9B27-5B44AF831ACD}"/>
              </a:ext>
            </a:extLst>
          </p:cNvPr>
          <p:cNvSpPr txBox="1"/>
          <p:nvPr/>
        </p:nvSpPr>
        <p:spPr bwMode="auto">
          <a:xfrm>
            <a:off x="459256" y="1438670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Редактируемые иконки</a:t>
            </a:r>
            <a:endParaRPr dirty="0"/>
          </a:p>
        </p:txBody>
      </p:sp>
      <p:sp>
        <p:nvSpPr>
          <p:cNvPr id="4" name="Полилиния: фигура 15">
            <a:extLst>
              <a:ext uri="{FF2B5EF4-FFF2-40B4-BE49-F238E27FC236}">
                <a16:creationId xmlns:a16="http://schemas.microsoft.com/office/drawing/2014/main" id="{0A8E4966-B59B-6776-741A-3B1A20A51907}"/>
              </a:ext>
            </a:extLst>
          </p:cNvPr>
          <p:cNvSpPr/>
          <p:nvPr/>
        </p:nvSpPr>
        <p:spPr>
          <a:xfrm>
            <a:off x="9426843" y="3080192"/>
            <a:ext cx="283209" cy="203200"/>
          </a:xfrm>
          <a:custGeom>
            <a:avLst/>
            <a:gdLst>
              <a:gd name="connsiteX0" fmla="*/ 77470 w 283209"/>
              <a:gd name="connsiteY0" fmla="*/ 29210 h 203200"/>
              <a:gd name="connsiteX1" fmla="*/ 87630 w 283209"/>
              <a:gd name="connsiteY1" fmla="*/ 20320 h 203200"/>
              <a:gd name="connsiteX2" fmla="*/ 194310 w 283209"/>
              <a:gd name="connsiteY2" fmla="*/ 20320 h 203200"/>
              <a:gd name="connsiteX3" fmla="*/ 204470 w 283209"/>
              <a:gd name="connsiteY3" fmla="*/ 29210 h 203200"/>
              <a:gd name="connsiteX4" fmla="*/ 209550 w 283209"/>
              <a:gd name="connsiteY4" fmla="*/ 66040 h 203200"/>
              <a:gd name="connsiteX5" fmla="*/ 71120 w 283209"/>
              <a:gd name="connsiteY5" fmla="*/ 66040 h 203200"/>
              <a:gd name="connsiteX6" fmla="*/ 77470 w 283209"/>
              <a:gd name="connsiteY6" fmla="*/ 29210 h 203200"/>
              <a:gd name="connsiteX7" fmla="*/ 60960 w 283209"/>
              <a:gd name="connsiteY7" fmla="*/ 86360 h 203200"/>
              <a:gd name="connsiteX8" fmla="*/ 60960 w 283209"/>
              <a:gd name="connsiteY8" fmla="*/ 86360 h 203200"/>
              <a:gd name="connsiteX9" fmla="*/ 223520 w 283209"/>
              <a:gd name="connsiteY9" fmla="*/ 86360 h 203200"/>
              <a:gd name="connsiteX10" fmla="*/ 223520 w 283209"/>
              <a:gd name="connsiteY10" fmla="*/ 86360 h 203200"/>
              <a:gd name="connsiteX11" fmla="*/ 233680 w 283209"/>
              <a:gd name="connsiteY11" fmla="*/ 86360 h 203200"/>
              <a:gd name="connsiteX12" fmla="*/ 243839 w 283209"/>
              <a:gd name="connsiteY12" fmla="*/ 96520 h 203200"/>
              <a:gd name="connsiteX13" fmla="*/ 243839 w 283209"/>
              <a:gd name="connsiteY13" fmla="*/ 147320 h 203200"/>
              <a:gd name="connsiteX14" fmla="*/ 233680 w 283209"/>
              <a:gd name="connsiteY14" fmla="*/ 157480 h 203200"/>
              <a:gd name="connsiteX15" fmla="*/ 217170 w 283209"/>
              <a:gd name="connsiteY15" fmla="*/ 157480 h 203200"/>
              <a:gd name="connsiteX16" fmla="*/ 64770 w 283209"/>
              <a:gd name="connsiteY16" fmla="*/ 157480 h 203200"/>
              <a:gd name="connsiteX17" fmla="*/ 49530 w 283209"/>
              <a:gd name="connsiteY17" fmla="*/ 157480 h 203200"/>
              <a:gd name="connsiteX18" fmla="*/ 39370 w 283209"/>
              <a:gd name="connsiteY18" fmla="*/ 147320 h 203200"/>
              <a:gd name="connsiteX19" fmla="*/ 39370 w 283209"/>
              <a:gd name="connsiteY19" fmla="*/ 96520 h 203200"/>
              <a:gd name="connsiteX20" fmla="*/ 49530 w 283209"/>
              <a:gd name="connsiteY20" fmla="*/ 86360 h 203200"/>
              <a:gd name="connsiteX21" fmla="*/ 60960 w 283209"/>
              <a:gd name="connsiteY21" fmla="*/ 86360 h 203200"/>
              <a:gd name="connsiteX22" fmla="*/ 52070 w 283209"/>
              <a:gd name="connsiteY22" fmla="*/ 66040 h 203200"/>
              <a:gd name="connsiteX23" fmla="*/ 58420 w 283209"/>
              <a:gd name="connsiteY23" fmla="*/ 25400 h 203200"/>
              <a:gd name="connsiteX24" fmla="*/ 88900 w 283209"/>
              <a:gd name="connsiteY24" fmla="*/ 0 h 203200"/>
              <a:gd name="connsiteX25" fmla="*/ 195580 w 283209"/>
              <a:gd name="connsiteY25" fmla="*/ 0 h 203200"/>
              <a:gd name="connsiteX26" fmla="*/ 226060 w 283209"/>
              <a:gd name="connsiteY26" fmla="*/ 25400 h 203200"/>
              <a:gd name="connsiteX27" fmla="*/ 232410 w 283209"/>
              <a:gd name="connsiteY27" fmla="*/ 66040 h 203200"/>
              <a:gd name="connsiteX28" fmla="*/ 233680 w 283209"/>
              <a:gd name="connsiteY28" fmla="*/ 66040 h 203200"/>
              <a:gd name="connsiteX29" fmla="*/ 264160 w 283209"/>
              <a:gd name="connsiteY29" fmla="*/ 96520 h 203200"/>
              <a:gd name="connsiteX30" fmla="*/ 264160 w 283209"/>
              <a:gd name="connsiteY30" fmla="*/ 147320 h 203200"/>
              <a:gd name="connsiteX31" fmla="*/ 233680 w 283209"/>
              <a:gd name="connsiteY31" fmla="*/ 177800 h 203200"/>
              <a:gd name="connsiteX32" fmla="*/ 233680 w 283209"/>
              <a:gd name="connsiteY32" fmla="*/ 187960 h 203200"/>
              <a:gd name="connsiteX33" fmla="*/ 218439 w 283209"/>
              <a:gd name="connsiteY33" fmla="*/ 203200 h 203200"/>
              <a:gd name="connsiteX34" fmla="*/ 203200 w 283209"/>
              <a:gd name="connsiteY34" fmla="*/ 187960 h 203200"/>
              <a:gd name="connsiteX35" fmla="*/ 203200 w 283209"/>
              <a:gd name="connsiteY35" fmla="*/ 177800 h 203200"/>
              <a:gd name="connsiteX36" fmla="*/ 81280 w 283209"/>
              <a:gd name="connsiteY36" fmla="*/ 177800 h 203200"/>
              <a:gd name="connsiteX37" fmla="*/ 81280 w 283209"/>
              <a:gd name="connsiteY37" fmla="*/ 187960 h 203200"/>
              <a:gd name="connsiteX38" fmla="*/ 66039 w 283209"/>
              <a:gd name="connsiteY38" fmla="*/ 203200 h 203200"/>
              <a:gd name="connsiteX39" fmla="*/ 50800 w 283209"/>
              <a:gd name="connsiteY39" fmla="*/ 187960 h 203200"/>
              <a:gd name="connsiteX40" fmla="*/ 50800 w 283209"/>
              <a:gd name="connsiteY40" fmla="*/ 177800 h 203200"/>
              <a:gd name="connsiteX41" fmla="*/ 20320 w 283209"/>
              <a:gd name="connsiteY41" fmla="*/ 147320 h 203200"/>
              <a:gd name="connsiteX42" fmla="*/ 20320 w 283209"/>
              <a:gd name="connsiteY42" fmla="*/ 96520 h 203200"/>
              <a:gd name="connsiteX43" fmla="*/ 50800 w 283209"/>
              <a:gd name="connsiteY43" fmla="*/ 66040 h 203200"/>
              <a:gd name="connsiteX44" fmla="*/ 52070 w 283209"/>
              <a:gd name="connsiteY44" fmla="*/ 66040 h 203200"/>
              <a:gd name="connsiteX45" fmla="*/ 10160 w 283209"/>
              <a:gd name="connsiteY45" fmla="*/ 35560 h 203200"/>
              <a:gd name="connsiteX46" fmla="*/ 0 w 283209"/>
              <a:gd name="connsiteY46" fmla="*/ 45720 h 203200"/>
              <a:gd name="connsiteX47" fmla="*/ 10160 w 283209"/>
              <a:gd name="connsiteY47" fmla="*/ 55880 h 203200"/>
              <a:gd name="connsiteX48" fmla="*/ 30480 w 283209"/>
              <a:gd name="connsiteY48" fmla="*/ 55880 h 203200"/>
              <a:gd name="connsiteX49" fmla="*/ 40639 w 283209"/>
              <a:gd name="connsiteY49" fmla="*/ 45720 h 203200"/>
              <a:gd name="connsiteX50" fmla="*/ 30480 w 283209"/>
              <a:gd name="connsiteY50" fmla="*/ 35560 h 203200"/>
              <a:gd name="connsiteX51" fmla="*/ 10160 w 283209"/>
              <a:gd name="connsiteY51" fmla="*/ 35560 h 203200"/>
              <a:gd name="connsiteX52" fmla="*/ 71120 w 283209"/>
              <a:gd name="connsiteY52" fmla="*/ 116840 h 203200"/>
              <a:gd name="connsiteX53" fmla="*/ 60960 w 283209"/>
              <a:gd name="connsiteY53" fmla="*/ 127000 h 203200"/>
              <a:gd name="connsiteX54" fmla="*/ 71120 w 283209"/>
              <a:gd name="connsiteY54" fmla="*/ 137160 h 203200"/>
              <a:gd name="connsiteX55" fmla="*/ 96520 w 283209"/>
              <a:gd name="connsiteY55" fmla="*/ 137160 h 203200"/>
              <a:gd name="connsiteX56" fmla="*/ 106680 w 283209"/>
              <a:gd name="connsiteY56" fmla="*/ 127000 h 203200"/>
              <a:gd name="connsiteX57" fmla="*/ 96520 w 283209"/>
              <a:gd name="connsiteY57" fmla="*/ 116840 h 203200"/>
              <a:gd name="connsiteX58" fmla="*/ 71120 w 283209"/>
              <a:gd name="connsiteY58" fmla="*/ 116840 h 203200"/>
              <a:gd name="connsiteX59" fmla="*/ 176530 w 283209"/>
              <a:gd name="connsiteY59" fmla="*/ 127000 h 203200"/>
              <a:gd name="connsiteX60" fmla="*/ 186689 w 283209"/>
              <a:gd name="connsiteY60" fmla="*/ 116840 h 203200"/>
              <a:gd name="connsiteX61" fmla="*/ 212089 w 283209"/>
              <a:gd name="connsiteY61" fmla="*/ 116840 h 203200"/>
              <a:gd name="connsiteX62" fmla="*/ 222250 w 283209"/>
              <a:gd name="connsiteY62" fmla="*/ 127000 h 203200"/>
              <a:gd name="connsiteX63" fmla="*/ 212089 w 283209"/>
              <a:gd name="connsiteY63" fmla="*/ 137160 h 203200"/>
              <a:gd name="connsiteX64" fmla="*/ 186689 w 283209"/>
              <a:gd name="connsiteY64" fmla="*/ 137160 h 203200"/>
              <a:gd name="connsiteX65" fmla="*/ 176530 w 283209"/>
              <a:gd name="connsiteY65" fmla="*/ 127000 h 203200"/>
              <a:gd name="connsiteX66" fmla="*/ 242570 w 283209"/>
              <a:gd name="connsiteY66" fmla="*/ 45720 h 203200"/>
              <a:gd name="connsiteX67" fmla="*/ 252730 w 283209"/>
              <a:gd name="connsiteY67" fmla="*/ 35560 h 203200"/>
              <a:gd name="connsiteX68" fmla="*/ 273050 w 283209"/>
              <a:gd name="connsiteY68" fmla="*/ 35560 h 203200"/>
              <a:gd name="connsiteX69" fmla="*/ 283210 w 283209"/>
              <a:gd name="connsiteY69" fmla="*/ 45720 h 203200"/>
              <a:gd name="connsiteX70" fmla="*/ 273050 w 283209"/>
              <a:gd name="connsiteY70" fmla="*/ 55880 h 203200"/>
              <a:gd name="connsiteX71" fmla="*/ 252730 w 283209"/>
              <a:gd name="connsiteY71" fmla="*/ 55880 h 203200"/>
              <a:gd name="connsiteX72" fmla="*/ 242570 w 283209"/>
              <a:gd name="connsiteY72" fmla="*/ 4572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283209" h="203200">
                <a:moveTo>
                  <a:pt x="77470" y="29210"/>
                </a:moveTo>
                <a:cubicBezTo>
                  <a:pt x="78739" y="24130"/>
                  <a:pt x="82550" y="20320"/>
                  <a:pt x="87630" y="20320"/>
                </a:cubicBezTo>
                <a:lnTo>
                  <a:pt x="194310" y="20320"/>
                </a:lnTo>
                <a:cubicBezTo>
                  <a:pt x="199389" y="20320"/>
                  <a:pt x="203200" y="24130"/>
                  <a:pt x="204470" y="29210"/>
                </a:cubicBezTo>
                <a:lnTo>
                  <a:pt x="209550" y="66040"/>
                </a:lnTo>
                <a:lnTo>
                  <a:pt x="71120" y="66040"/>
                </a:lnTo>
                <a:lnTo>
                  <a:pt x="77470" y="29210"/>
                </a:lnTo>
                <a:close/>
                <a:moveTo>
                  <a:pt x="60960" y="86360"/>
                </a:moveTo>
                <a:cubicBezTo>
                  <a:pt x="60960" y="86360"/>
                  <a:pt x="60960" y="86360"/>
                  <a:pt x="60960" y="86360"/>
                </a:cubicBezTo>
                <a:lnTo>
                  <a:pt x="223520" y="86360"/>
                </a:lnTo>
                <a:cubicBezTo>
                  <a:pt x="223520" y="86360"/>
                  <a:pt x="223520" y="86360"/>
                  <a:pt x="223520" y="86360"/>
                </a:cubicBezTo>
                <a:lnTo>
                  <a:pt x="233680" y="86360"/>
                </a:lnTo>
                <a:cubicBezTo>
                  <a:pt x="238760" y="86360"/>
                  <a:pt x="243839" y="91440"/>
                  <a:pt x="243839" y="96520"/>
                </a:cubicBezTo>
                <a:lnTo>
                  <a:pt x="243839" y="147320"/>
                </a:lnTo>
                <a:cubicBezTo>
                  <a:pt x="243839" y="152400"/>
                  <a:pt x="238760" y="157480"/>
                  <a:pt x="233680" y="157480"/>
                </a:cubicBezTo>
                <a:lnTo>
                  <a:pt x="217170" y="157480"/>
                </a:lnTo>
                <a:lnTo>
                  <a:pt x="64770" y="157480"/>
                </a:lnTo>
                <a:lnTo>
                  <a:pt x="49530" y="157480"/>
                </a:lnTo>
                <a:cubicBezTo>
                  <a:pt x="44450" y="157480"/>
                  <a:pt x="39370" y="152400"/>
                  <a:pt x="39370" y="147320"/>
                </a:cubicBezTo>
                <a:lnTo>
                  <a:pt x="39370" y="96520"/>
                </a:lnTo>
                <a:cubicBezTo>
                  <a:pt x="39370" y="91440"/>
                  <a:pt x="44450" y="86360"/>
                  <a:pt x="49530" y="86360"/>
                </a:cubicBezTo>
                <a:lnTo>
                  <a:pt x="60960" y="86360"/>
                </a:lnTo>
                <a:close/>
                <a:moveTo>
                  <a:pt x="52070" y="66040"/>
                </a:moveTo>
                <a:lnTo>
                  <a:pt x="58420" y="25400"/>
                </a:lnTo>
                <a:cubicBezTo>
                  <a:pt x="60960" y="10160"/>
                  <a:pt x="73660" y="0"/>
                  <a:pt x="88900" y="0"/>
                </a:cubicBezTo>
                <a:lnTo>
                  <a:pt x="195580" y="0"/>
                </a:lnTo>
                <a:cubicBezTo>
                  <a:pt x="210820" y="0"/>
                  <a:pt x="223520" y="11430"/>
                  <a:pt x="226060" y="25400"/>
                </a:cubicBezTo>
                <a:lnTo>
                  <a:pt x="232410" y="66040"/>
                </a:lnTo>
                <a:lnTo>
                  <a:pt x="233680" y="66040"/>
                </a:lnTo>
                <a:cubicBezTo>
                  <a:pt x="250189" y="66040"/>
                  <a:pt x="264160" y="80010"/>
                  <a:pt x="264160" y="96520"/>
                </a:cubicBezTo>
                <a:lnTo>
                  <a:pt x="264160" y="147320"/>
                </a:lnTo>
                <a:cubicBezTo>
                  <a:pt x="264160" y="163830"/>
                  <a:pt x="250189" y="177800"/>
                  <a:pt x="233680" y="177800"/>
                </a:cubicBezTo>
                <a:lnTo>
                  <a:pt x="233680" y="187960"/>
                </a:lnTo>
                <a:cubicBezTo>
                  <a:pt x="233680" y="196850"/>
                  <a:pt x="227330" y="203200"/>
                  <a:pt x="218439" y="203200"/>
                </a:cubicBezTo>
                <a:cubicBezTo>
                  <a:pt x="209550" y="203200"/>
                  <a:pt x="203200" y="196850"/>
                  <a:pt x="203200" y="187960"/>
                </a:cubicBezTo>
                <a:lnTo>
                  <a:pt x="203200" y="177800"/>
                </a:lnTo>
                <a:lnTo>
                  <a:pt x="81280" y="177800"/>
                </a:lnTo>
                <a:lnTo>
                  <a:pt x="81280" y="187960"/>
                </a:lnTo>
                <a:cubicBezTo>
                  <a:pt x="81280" y="196850"/>
                  <a:pt x="74930" y="203200"/>
                  <a:pt x="66039" y="203200"/>
                </a:cubicBezTo>
                <a:cubicBezTo>
                  <a:pt x="57150" y="203200"/>
                  <a:pt x="50800" y="196850"/>
                  <a:pt x="50800" y="187960"/>
                </a:cubicBezTo>
                <a:lnTo>
                  <a:pt x="50800" y="177800"/>
                </a:lnTo>
                <a:cubicBezTo>
                  <a:pt x="34289" y="177800"/>
                  <a:pt x="20320" y="163830"/>
                  <a:pt x="20320" y="147320"/>
                </a:cubicBezTo>
                <a:lnTo>
                  <a:pt x="20320" y="96520"/>
                </a:lnTo>
                <a:cubicBezTo>
                  <a:pt x="20320" y="80010"/>
                  <a:pt x="34289" y="66040"/>
                  <a:pt x="50800" y="66040"/>
                </a:cubicBezTo>
                <a:lnTo>
                  <a:pt x="52070" y="66040"/>
                </a:lnTo>
                <a:close/>
                <a:moveTo>
                  <a:pt x="10160" y="35560"/>
                </a:moveTo>
                <a:cubicBezTo>
                  <a:pt x="5080" y="35560"/>
                  <a:pt x="0" y="40640"/>
                  <a:pt x="0" y="45720"/>
                </a:cubicBezTo>
                <a:cubicBezTo>
                  <a:pt x="0" y="50800"/>
                  <a:pt x="5080" y="55880"/>
                  <a:pt x="10160" y="55880"/>
                </a:cubicBezTo>
                <a:lnTo>
                  <a:pt x="30480" y="55880"/>
                </a:lnTo>
                <a:cubicBezTo>
                  <a:pt x="35560" y="55880"/>
                  <a:pt x="40639" y="50800"/>
                  <a:pt x="40639" y="45720"/>
                </a:cubicBezTo>
                <a:cubicBezTo>
                  <a:pt x="40639" y="40640"/>
                  <a:pt x="35560" y="35560"/>
                  <a:pt x="30480" y="35560"/>
                </a:cubicBezTo>
                <a:lnTo>
                  <a:pt x="10160" y="35560"/>
                </a:lnTo>
                <a:close/>
                <a:moveTo>
                  <a:pt x="71120" y="116840"/>
                </a:moveTo>
                <a:cubicBezTo>
                  <a:pt x="66039" y="116840"/>
                  <a:pt x="60960" y="121920"/>
                  <a:pt x="60960" y="127000"/>
                </a:cubicBezTo>
                <a:cubicBezTo>
                  <a:pt x="60960" y="132080"/>
                  <a:pt x="66039" y="137160"/>
                  <a:pt x="71120" y="137160"/>
                </a:cubicBezTo>
                <a:lnTo>
                  <a:pt x="96520" y="137160"/>
                </a:lnTo>
                <a:cubicBezTo>
                  <a:pt x="101600" y="137160"/>
                  <a:pt x="106680" y="132080"/>
                  <a:pt x="106680" y="127000"/>
                </a:cubicBezTo>
                <a:cubicBezTo>
                  <a:pt x="106680" y="121920"/>
                  <a:pt x="101600" y="116840"/>
                  <a:pt x="96520" y="116840"/>
                </a:cubicBezTo>
                <a:lnTo>
                  <a:pt x="71120" y="116840"/>
                </a:lnTo>
                <a:close/>
                <a:moveTo>
                  <a:pt x="176530" y="127000"/>
                </a:moveTo>
                <a:cubicBezTo>
                  <a:pt x="176530" y="121920"/>
                  <a:pt x="181610" y="116840"/>
                  <a:pt x="186689" y="116840"/>
                </a:cubicBezTo>
                <a:lnTo>
                  <a:pt x="212089" y="116840"/>
                </a:lnTo>
                <a:cubicBezTo>
                  <a:pt x="217170" y="116840"/>
                  <a:pt x="222250" y="121920"/>
                  <a:pt x="222250" y="127000"/>
                </a:cubicBezTo>
                <a:cubicBezTo>
                  <a:pt x="222250" y="132080"/>
                  <a:pt x="217170" y="137160"/>
                  <a:pt x="212089" y="137160"/>
                </a:cubicBezTo>
                <a:lnTo>
                  <a:pt x="186689" y="137160"/>
                </a:lnTo>
                <a:cubicBezTo>
                  <a:pt x="181610" y="137160"/>
                  <a:pt x="176530" y="132080"/>
                  <a:pt x="176530" y="127000"/>
                </a:cubicBezTo>
                <a:close/>
                <a:moveTo>
                  <a:pt x="242570" y="45720"/>
                </a:moveTo>
                <a:cubicBezTo>
                  <a:pt x="242570" y="40640"/>
                  <a:pt x="247650" y="35560"/>
                  <a:pt x="252730" y="35560"/>
                </a:cubicBezTo>
                <a:lnTo>
                  <a:pt x="273050" y="35560"/>
                </a:lnTo>
                <a:cubicBezTo>
                  <a:pt x="278130" y="35560"/>
                  <a:pt x="283210" y="40640"/>
                  <a:pt x="283210" y="45720"/>
                </a:cubicBezTo>
                <a:cubicBezTo>
                  <a:pt x="283210" y="50800"/>
                  <a:pt x="278130" y="55880"/>
                  <a:pt x="273050" y="55880"/>
                </a:cubicBezTo>
                <a:lnTo>
                  <a:pt x="252730" y="55880"/>
                </a:lnTo>
                <a:cubicBezTo>
                  <a:pt x="247650" y="55880"/>
                  <a:pt x="242570" y="50800"/>
                  <a:pt x="242570" y="457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5" name="Полилиния: фигура 18">
            <a:extLst>
              <a:ext uri="{FF2B5EF4-FFF2-40B4-BE49-F238E27FC236}">
                <a16:creationId xmlns:a16="http://schemas.microsoft.com/office/drawing/2014/main" id="{226DA666-296A-E19D-1EFE-172F442A02D9}"/>
              </a:ext>
            </a:extLst>
          </p:cNvPr>
          <p:cNvSpPr/>
          <p:nvPr/>
        </p:nvSpPr>
        <p:spPr>
          <a:xfrm>
            <a:off x="10036443" y="3049712"/>
            <a:ext cx="182879" cy="264159"/>
          </a:xfrm>
          <a:custGeom>
            <a:avLst/>
            <a:gdLst>
              <a:gd name="connsiteX0" fmla="*/ 0 w 182879"/>
              <a:gd name="connsiteY0" fmla="*/ 30480 h 264159"/>
              <a:gd name="connsiteX1" fmla="*/ 30480 w 182879"/>
              <a:gd name="connsiteY1" fmla="*/ 0 h 264159"/>
              <a:gd name="connsiteX2" fmla="*/ 152400 w 182879"/>
              <a:gd name="connsiteY2" fmla="*/ 0 h 264159"/>
              <a:gd name="connsiteX3" fmla="*/ 182880 w 182879"/>
              <a:gd name="connsiteY3" fmla="*/ 30480 h 264159"/>
              <a:gd name="connsiteX4" fmla="*/ 182880 w 182879"/>
              <a:gd name="connsiteY4" fmla="*/ 233680 h 264159"/>
              <a:gd name="connsiteX5" fmla="*/ 152400 w 182879"/>
              <a:gd name="connsiteY5" fmla="*/ 264160 h 264159"/>
              <a:gd name="connsiteX6" fmla="*/ 30480 w 182879"/>
              <a:gd name="connsiteY6" fmla="*/ 264160 h 264159"/>
              <a:gd name="connsiteX7" fmla="*/ 0 w 182879"/>
              <a:gd name="connsiteY7" fmla="*/ 233680 h 264159"/>
              <a:gd name="connsiteX8" fmla="*/ 0 w 182879"/>
              <a:gd name="connsiteY8" fmla="*/ 30480 h 264159"/>
              <a:gd name="connsiteX9" fmla="*/ 30480 w 182879"/>
              <a:gd name="connsiteY9" fmla="*/ 20320 h 264159"/>
              <a:gd name="connsiteX10" fmla="*/ 20320 w 182879"/>
              <a:gd name="connsiteY10" fmla="*/ 30480 h 264159"/>
              <a:gd name="connsiteX11" fmla="*/ 20320 w 182879"/>
              <a:gd name="connsiteY11" fmla="*/ 233680 h 264159"/>
              <a:gd name="connsiteX12" fmla="*/ 30480 w 182879"/>
              <a:gd name="connsiteY12" fmla="*/ 243840 h 264159"/>
              <a:gd name="connsiteX13" fmla="*/ 152400 w 182879"/>
              <a:gd name="connsiteY13" fmla="*/ 243840 h 264159"/>
              <a:gd name="connsiteX14" fmla="*/ 162560 w 182879"/>
              <a:gd name="connsiteY14" fmla="*/ 233680 h 264159"/>
              <a:gd name="connsiteX15" fmla="*/ 162560 w 182879"/>
              <a:gd name="connsiteY15" fmla="*/ 30480 h 264159"/>
              <a:gd name="connsiteX16" fmla="*/ 152400 w 182879"/>
              <a:gd name="connsiteY16" fmla="*/ 20320 h 264159"/>
              <a:gd name="connsiteX17" fmla="*/ 30480 w 182879"/>
              <a:gd name="connsiteY17" fmla="*/ 20320 h 264159"/>
              <a:gd name="connsiteX18" fmla="*/ 127000 w 182879"/>
              <a:gd name="connsiteY18" fmla="*/ 40640 h 264159"/>
              <a:gd name="connsiteX19" fmla="*/ 116839 w 182879"/>
              <a:gd name="connsiteY19" fmla="*/ 30480 h 264159"/>
              <a:gd name="connsiteX20" fmla="*/ 66039 w 182879"/>
              <a:gd name="connsiteY20" fmla="*/ 30480 h 264159"/>
              <a:gd name="connsiteX21" fmla="*/ 55880 w 182879"/>
              <a:gd name="connsiteY21" fmla="*/ 40640 h 264159"/>
              <a:gd name="connsiteX22" fmla="*/ 66039 w 182879"/>
              <a:gd name="connsiteY22" fmla="*/ 50800 h 264159"/>
              <a:gd name="connsiteX23" fmla="*/ 116839 w 182879"/>
              <a:gd name="connsiteY23" fmla="*/ 50800 h 264159"/>
              <a:gd name="connsiteX24" fmla="*/ 127000 w 182879"/>
              <a:gd name="connsiteY24" fmla="*/ 40640 h 264159"/>
              <a:gd name="connsiteX25" fmla="*/ 91439 w 182879"/>
              <a:gd name="connsiteY25" fmla="*/ 223520 h 264159"/>
              <a:gd name="connsiteX26" fmla="*/ 101600 w 182879"/>
              <a:gd name="connsiteY26" fmla="*/ 213360 h 264159"/>
              <a:gd name="connsiteX27" fmla="*/ 91439 w 182879"/>
              <a:gd name="connsiteY27" fmla="*/ 203200 h 264159"/>
              <a:gd name="connsiteX28" fmla="*/ 81280 w 182879"/>
              <a:gd name="connsiteY28" fmla="*/ 213360 h 264159"/>
              <a:gd name="connsiteX29" fmla="*/ 91439 w 182879"/>
              <a:gd name="connsiteY29" fmla="*/ 2235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82879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233680"/>
                </a:lnTo>
                <a:cubicBezTo>
                  <a:pt x="182880" y="250190"/>
                  <a:pt x="168910" y="264160"/>
                  <a:pt x="15240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52400" y="243840"/>
                </a:lnTo>
                <a:cubicBezTo>
                  <a:pt x="157480" y="243840"/>
                  <a:pt x="162560" y="238760"/>
                  <a:pt x="162560" y="23368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30480" y="20320"/>
                </a:lnTo>
                <a:close/>
                <a:moveTo>
                  <a:pt x="127000" y="40640"/>
                </a:moveTo>
                <a:cubicBezTo>
                  <a:pt x="127000" y="35560"/>
                  <a:pt x="121920" y="30480"/>
                  <a:pt x="116839" y="30480"/>
                </a:cubicBezTo>
                <a:lnTo>
                  <a:pt x="66039" y="30480"/>
                </a:lnTo>
                <a:cubicBezTo>
                  <a:pt x="60960" y="30480"/>
                  <a:pt x="55880" y="35560"/>
                  <a:pt x="55880" y="40640"/>
                </a:cubicBezTo>
                <a:cubicBezTo>
                  <a:pt x="55880" y="45720"/>
                  <a:pt x="60960" y="50800"/>
                  <a:pt x="66039" y="50800"/>
                </a:cubicBezTo>
                <a:lnTo>
                  <a:pt x="116839" y="50800"/>
                </a:lnTo>
                <a:cubicBezTo>
                  <a:pt x="121920" y="50800"/>
                  <a:pt x="127000" y="45720"/>
                  <a:pt x="127000" y="40640"/>
                </a:cubicBezTo>
                <a:close/>
                <a:moveTo>
                  <a:pt x="91439" y="223520"/>
                </a:moveTo>
                <a:cubicBezTo>
                  <a:pt x="96520" y="223520"/>
                  <a:pt x="101600" y="218440"/>
                  <a:pt x="101600" y="213360"/>
                </a:cubicBezTo>
                <a:cubicBezTo>
                  <a:pt x="101600" y="208280"/>
                  <a:pt x="96520" y="203200"/>
                  <a:pt x="91439" y="203200"/>
                </a:cubicBezTo>
                <a:cubicBezTo>
                  <a:pt x="86360" y="203200"/>
                  <a:pt x="81280" y="208280"/>
                  <a:pt x="81280" y="213360"/>
                </a:cubicBezTo>
                <a:cubicBezTo>
                  <a:pt x="81280" y="218440"/>
                  <a:pt x="85089" y="223520"/>
                  <a:pt x="91439" y="2235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" name="Полилиния: фигура 23">
            <a:extLst>
              <a:ext uri="{FF2B5EF4-FFF2-40B4-BE49-F238E27FC236}">
                <a16:creationId xmlns:a16="http://schemas.microsoft.com/office/drawing/2014/main" id="{F448DDDF-2C2A-ECCF-B7D3-0AF9A117163F}"/>
              </a:ext>
            </a:extLst>
          </p:cNvPr>
          <p:cNvSpPr/>
          <p:nvPr/>
        </p:nvSpPr>
        <p:spPr>
          <a:xfrm>
            <a:off x="2198002" y="3054792"/>
            <a:ext cx="203200" cy="254000"/>
          </a:xfrm>
          <a:custGeom>
            <a:avLst/>
            <a:gdLst>
              <a:gd name="connsiteX0" fmla="*/ 60960 w 203200"/>
              <a:gd name="connsiteY0" fmla="*/ 0 h 254000"/>
              <a:gd name="connsiteX1" fmla="*/ 50800 w 203200"/>
              <a:gd name="connsiteY1" fmla="*/ 10160 h 254000"/>
              <a:gd name="connsiteX2" fmla="*/ 60960 w 203200"/>
              <a:gd name="connsiteY2" fmla="*/ 20320 h 254000"/>
              <a:gd name="connsiteX3" fmla="*/ 142240 w 203200"/>
              <a:gd name="connsiteY3" fmla="*/ 20320 h 254000"/>
              <a:gd name="connsiteX4" fmla="*/ 152400 w 203200"/>
              <a:gd name="connsiteY4" fmla="*/ 10160 h 254000"/>
              <a:gd name="connsiteX5" fmla="*/ 142240 w 203200"/>
              <a:gd name="connsiteY5" fmla="*/ 0 h 254000"/>
              <a:gd name="connsiteX6" fmla="*/ 60960 w 203200"/>
              <a:gd name="connsiteY6" fmla="*/ 0 h 254000"/>
              <a:gd name="connsiteX7" fmla="*/ 0 w 203200"/>
              <a:gd name="connsiteY7" fmla="*/ 60960 h 254000"/>
              <a:gd name="connsiteX8" fmla="*/ 20320 w 203200"/>
              <a:gd name="connsiteY8" fmla="*/ 40640 h 254000"/>
              <a:gd name="connsiteX9" fmla="*/ 182880 w 203200"/>
              <a:gd name="connsiteY9" fmla="*/ 40640 h 254000"/>
              <a:gd name="connsiteX10" fmla="*/ 203200 w 203200"/>
              <a:gd name="connsiteY10" fmla="*/ 60960 h 254000"/>
              <a:gd name="connsiteX11" fmla="*/ 203200 w 203200"/>
              <a:gd name="connsiteY11" fmla="*/ 233680 h 254000"/>
              <a:gd name="connsiteX12" fmla="*/ 182880 w 203200"/>
              <a:gd name="connsiteY12" fmla="*/ 254000 h 254000"/>
              <a:gd name="connsiteX13" fmla="*/ 20320 w 203200"/>
              <a:gd name="connsiteY13" fmla="*/ 254000 h 254000"/>
              <a:gd name="connsiteX14" fmla="*/ 0 w 203200"/>
              <a:gd name="connsiteY14" fmla="*/ 233680 h 254000"/>
              <a:gd name="connsiteX15" fmla="*/ 0 w 203200"/>
              <a:gd name="connsiteY15" fmla="*/ 60960 h 254000"/>
              <a:gd name="connsiteX16" fmla="*/ 182880 w 203200"/>
              <a:gd name="connsiteY16" fmla="*/ 60960 h 254000"/>
              <a:gd name="connsiteX17" fmla="*/ 20320 w 203200"/>
              <a:gd name="connsiteY17" fmla="*/ 60960 h 254000"/>
              <a:gd name="connsiteX18" fmla="*/ 20320 w 203200"/>
              <a:gd name="connsiteY18" fmla="*/ 233680 h 254000"/>
              <a:gd name="connsiteX19" fmla="*/ 182880 w 203200"/>
              <a:gd name="connsiteY19" fmla="*/ 233680 h 254000"/>
              <a:gd name="connsiteX20" fmla="*/ 182880 w 203200"/>
              <a:gd name="connsiteY20" fmla="*/ 60960 h 254000"/>
              <a:gd name="connsiteX21" fmla="*/ 50800 w 203200"/>
              <a:gd name="connsiteY21" fmla="*/ 81280 h 254000"/>
              <a:gd name="connsiteX22" fmla="*/ 60960 w 203200"/>
              <a:gd name="connsiteY22" fmla="*/ 91440 h 254000"/>
              <a:gd name="connsiteX23" fmla="*/ 101600 w 203200"/>
              <a:gd name="connsiteY23" fmla="*/ 132080 h 254000"/>
              <a:gd name="connsiteX24" fmla="*/ 142240 w 203200"/>
              <a:gd name="connsiteY24" fmla="*/ 91440 h 254000"/>
              <a:gd name="connsiteX25" fmla="*/ 152400 w 203200"/>
              <a:gd name="connsiteY25" fmla="*/ 81280 h 254000"/>
              <a:gd name="connsiteX26" fmla="*/ 162560 w 203200"/>
              <a:gd name="connsiteY26" fmla="*/ 91440 h 254000"/>
              <a:gd name="connsiteX27" fmla="*/ 101600 w 203200"/>
              <a:gd name="connsiteY27" fmla="*/ 152400 h 254000"/>
              <a:gd name="connsiteX28" fmla="*/ 40640 w 203200"/>
              <a:gd name="connsiteY28" fmla="*/ 91440 h 254000"/>
              <a:gd name="connsiteX29" fmla="*/ 50800 w 203200"/>
              <a:gd name="connsiteY29" fmla="*/ 8128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03200" h="254000">
                <a:moveTo>
                  <a:pt x="60960" y="0"/>
                </a:moveTo>
                <a:cubicBezTo>
                  <a:pt x="55880" y="0"/>
                  <a:pt x="50800" y="5080"/>
                  <a:pt x="50800" y="10160"/>
                </a:cubicBezTo>
                <a:cubicBezTo>
                  <a:pt x="50800" y="15240"/>
                  <a:pt x="55880" y="20320"/>
                  <a:pt x="60960" y="20320"/>
                </a:cubicBezTo>
                <a:lnTo>
                  <a:pt x="142240" y="20320"/>
                </a:lnTo>
                <a:cubicBezTo>
                  <a:pt x="147320" y="20320"/>
                  <a:pt x="152400" y="15240"/>
                  <a:pt x="152400" y="10160"/>
                </a:cubicBezTo>
                <a:cubicBezTo>
                  <a:pt x="152400" y="5080"/>
                  <a:pt x="147320" y="0"/>
                  <a:pt x="142240" y="0"/>
                </a:cubicBezTo>
                <a:lnTo>
                  <a:pt x="60960" y="0"/>
                </a:lnTo>
                <a:close/>
                <a:moveTo>
                  <a:pt x="0" y="60960"/>
                </a:moveTo>
                <a:cubicBezTo>
                  <a:pt x="0" y="49530"/>
                  <a:pt x="8890" y="40640"/>
                  <a:pt x="20320" y="40640"/>
                </a:cubicBezTo>
                <a:lnTo>
                  <a:pt x="182880" y="40640"/>
                </a:lnTo>
                <a:cubicBezTo>
                  <a:pt x="194310" y="40640"/>
                  <a:pt x="203200" y="49530"/>
                  <a:pt x="203200" y="60960"/>
                </a:cubicBezTo>
                <a:lnTo>
                  <a:pt x="203200" y="233680"/>
                </a:lnTo>
                <a:cubicBezTo>
                  <a:pt x="203200" y="245110"/>
                  <a:pt x="194310" y="254000"/>
                  <a:pt x="182880" y="254000"/>
                </a:cubicBezTo>
                <a:lnTo>
                  <a:pt x="20320" y="254000"/>
                </a:lnTo>
                <a:cubicBezTo>
                  <a:pt x="8890" y="254000"/>
                  <a:pt x="0" y="245110"/>
                  <a:pt x="0" y="233680"/>
                </a:cubicBezTo>
                <a:lnTo>
                  <a:pt x="0" y="60960"/>
                </a:lnTo>
                <a:close/>
                <a:moveTo>
                  <a:pt x="182880" y="60960"/>
                </a:moveTo>
                <a:lnTo>
                  <a:pt x="20320" y="60960"/>
                </a:lnTo>
                <a:lnTo>
                  <a:pt x="20320" y="233680"/>
                </a:lnTo>
                <a:lnTo>
                  <a:pt x="182880" y="233680"/>
                </a:lnTo>
                <a:lnTo>
                  <a:pt x="182880" y="60960"/>
                </a:lnTo>
                <a:close/>
                <a:moveTo>
                  <a:pt x="50800" y="81280"/>
                </a:moveTo>
                <a:cubicBezTo>
                  <a:pt x="55880" y="81280"/>
                  <a:pt x="60960" y="85090"/>
                  <a:pt x="60960" y="91440"/>
                </a:cubicBezTo>
                <a:cubicBezTo>
                  <a:pt x="60960" y="115570"/>
                  <a:pt x="80010" y="132080"/>
                  <a:pt x="101600" y="132080"/>
                </a:cubicBezTo>
                <a:cubicBezTo>
                  <a:pt x="123190" y="132080"/>
                  <a:pt x="142240" y="115570"/>
                  <a:pt x="142240" y="91440"/>
                </a:cubicBezTo>
                <a:cubicBezTo>
                  <a:pt x="142240" y="86360"/>
                  <a:pt x="147320" y="81280"/>
                  <a:pt x="152400" y="81280"/>
                </a:cubicBezTo>
                <a:cubicBezTo>
                  <a:pt x="157480" y="81280"/>
                  <a:pt x="162560" y="86360"/>
                  <a:pt x="162560" y="91440"/>
                </a:cubicBezTo>
                <a:cubicBezTo>
                  <a:pt x="161290" y="127000"/>
                  <a:pt x="134620" y="152400"/>
                  <a:pt x="101600" y="152400"/>
                </a:cubicBezTo>
                <a:cubicBezTo>
                  <a:pt x="68580" y="152400"/>
                  <a:pt x="41910" y="127000"/>
                  <a:pt x="40640" y="91440"/>
                </a:cubicBezTo>
                <a:cubicBezTo>
                  <a:pt x="40640" y="86360"/>
                  <a:pt x="44450" y="81280"/>
                  <a:pt x="50800" y="812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Полилиния: фигура 31">
            <a:extLst>
              <a:ext uri="{FF2B5EF4-FFF2-40B4-BE49-F238E27FC236}">
                <a16:creationId xmlns:a16="http://schemas.microsoft.com/office/drawing/2014/main" id="{6E7A9509-A5AD-7451-0876-D55159779690}"/>
              </a:ext>
            </a:extLst>
          </p:cNvPr>
          <p:cNvSpPr/>
          <p:nvPr/>
        </p:nvSpPr>
        <p:spPr>
          <a:xfrm>
            <a:off x="6091822" y="3044632"/>
            <a:ext cx="243840" cy="274319"/>
          </a:xfrm>
          <a:custGeom>
            <a:avLst/>
            <a:gdLst>
              <a:gd name="connsiteX0" fmla="*/ 132080 w 243840"/>
              <a:gd name="connsiteY0" fmla="*/ 10160 h 274319"/>
              <a:gd name="connsiteX1" fmla="*/ 121920 w 243840"/>
              <a:gd name="connsiteY1" fmla="*/ 0 h 274319"/>
              <a:gd name="connsiteX2" fmla="*/ 111760 w 243840"/>
              <a:gd name="connsiteY2" fmla="*/ 10160 h 274319"/>
              <a:gd name="connsiteX3" fmla="*/ 111760 w 243840"/>
              <a:gd name="connsiteY3" fmla="*/ 20320 h 274319"/>
              <a:gd name="connsiteX4" fmla="*/ 0 w 243840"/>
              <a:gd name="connsiteY4" fmla="*/ 140970 h 274319"/>
              <a:gd name="connsiteX5" fmla="*/ 11430 w 243840"/>
              <a:gd name="connsiteY5" fmla="*/ 152400 h 274319"/>
              <a:gd name="connsiteX6" fmla="*/ 111760 w 243840"/>
              <a:gd name="connsiteY6" fmla="*/ 152400 h 274319"/>
              <a:gd name="connsiteX7" fmla="*/ 111760 w 243840"/>
              <a:gd name="connsiteY7" fmla="*/ 245110 h 274319"/>
              <a:gd name="connsiteX8" fmla="*/ 102870 w 243840"/>
              <a:gd name="connsiteY8" fmla="*/ 254000 h 274319"/>
              <a:gd name="connsiteX9" fmla="*/ 100330 w 243840"/>
              <a:gd name="connsiteY9" fmla="*/ 254000 h 274319"/>
              <a:gd name="connsiteX10" fmla="*/ 91440 w 243840"/>
              <a:gd name="connsiteY10" fmla="*/ 245110 h 274319"/>
              <a:gd name="connsiteX11" fmla="*/ 91440 w 243840"/>
              <a:gd name="connsiteY11" fmla="*/ 243840 h 274319"/>
              <a:gd name="connsiteX12" fmla="*/ 81280 w 243840"/>
              <a:gd name="connsiteY12" fmla="*/ 233680 h 274319"/>
              <a:gd name="connsiteX13" fmla="*/ 71120 w 243840"/>
              <a:gd name="connsiteY13" fmla="*/ 243840 h 274319"/>
              <a:gd name="connsiteX14" fmla="*/ 71120 w 243840"/>
              <a:gd name="connsiteY14" fmla="*/ 245110 h 274319"/>
              <a:gd name="connsiteX15" fmla="*/ 100330 w 243840"/>
              <a:gd name="connsiteY15" fmla="*/ 274320 h 274319"/>
              <a:gd name="connsiteX16" fmla="*/ 102870 w 243840"/>
              <a:gd name="connsiteY16" fmla="*/ 274320 h 274319"/>
              <a:gd name="connsiteX17" fmla="*/ 132080 w 243840"/>
              <a:gd name="connsiteY17" fmla="*/ 245110 h 274319"/>
              <a:gd name="connsiteX18" fmla="*/ 132080 w 243840"/>
              <a:gd name="connsiteY18" fmla="*/ 152400 h 274319"/>
              <a:gd name="connsiteX19" fmla="*/ 232410 w 243840"/>
              <a:gd name="connsiteY19" fmla="*/ 152400 h 274319"/>
              <a:gd name="connsiteX20" fmla="*/ 243840 w 243840"/>
              <a:gd name="connsiteY20" fmla="*/ 140970 h 274319"/>
              <a:gd name="connsiteX21" fmla="*/ 132080 w 243840"/>
              <a:gd name="connsiteY21" fmla="*/ 20320 h 274319"/>
              <a:gd name="connsiteX22" fmla="*/ 132080 w 243840"/>
              <a:gd name="connsiteY22" fmla="*/ 10160 h 274319"/>
              <a:gd name="connsiteX23" fmla="*/ 121920 w 243840"/>
              <a:gd name="connsiteY23" fmla="*/ 40640 h 274319"/>
              <a:gd name="connsiteX24" fmla="*/ 222250 w 243840"/>
              <a:gd name="connsiteY24" fmla="*/ 132080 h 274319"/>
              <a:gd name="connsiteX25" fmla="*/ 121920 w 243840"/>
              <a:gd name="connsiteY25" fmla="*/ 132080 h 274319"/>
              <a:gd name="connsiteX26" fmla="*/ 21590 w 243840"/>
              <a:gd name="connsiteY26" fmla="*/ 132080 h 274319"/>
              <a:gd name="connsiteX27" fmla="*/ 121920 w 243840"/>
              <a:gd name="connsiteY27" fmla="*/ 40640 h 274319"/>
              <a:gd name="connsiteX28" fmla="*/ 142240 w 243840"/>
              <a:gd name="connsiteY28" fmla="*/ 60960 h 274319"/>
              <a:gd name="connsiteX29" fmla="*/ 132080 w 243840"/>
              <a:gd name="connsiteY29" fmla="*/ 71120 h 274319"/>
              <a:gd name="connsiteX30" fmla="*/ 142240 w 243840"/>
              <a:gd name="connsiteY30" fmla="*/ 81280 h 274319"/>
              <a:gd name="connsiteX31" fmla="*/ 156210 w 243840"/>
              <a:gd name="connsiteY31" fmla="*/ 86360 h 274319"/>
              <a:gd name="connsiteX32" fmla="*/ 167640 w 243840"/>
              <a:gd name="connsiteY32" fmla="*/ 99060 h 274319"/>
              <a:gd name="connsiteX33" fmla="*/ 180340 w 243840"/>
              <a:gd name="connsiteY33" fmla="*/ 105410 h 274319"/>
              <a:gd name="connsiteX34" fmla="*/ 186690 w 243840"/>
              <a:gd name="connsiteY34" fmla="*/ 92710 h 274319"/>
              <a:gd name="connsiteX35" fmla="*/ 166370 w 243840"/>
              <a:gd name="connsiteY35" fmla="*/ 68580 h 274319"/>
              <a:gd name="connsiteX36" fmla="*/ 142240 w 243840"/>
              <a:gd name="connsiteY36" fmla="*/ 60960 h 274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43840" h="274319">
                <a:moveTo>
                  <a:pt x="132080" y="10160"/>
                </a:moveTo>
                <a:cubicBezTo>
                  <a:pt x="132080" y="5080"/>
                  <a:pt x="127000" y="0"/>
                  <a:pt x="121920" y="0"/>
                </a:cubicBezTo>
                <a:cubicBezTo>
                  <a:pt x="116840" y="0"/>
                  <a:pt x="111760" y="5080"/>
                  <a:pt x="111760" y="10160"/>
                </a:cubicBezTo>
                <a:lnTo>
                  <a:pt x="111760" y="20320"/>
                </a:lnTo>
                <a:cubicBezTo>
                  <a:pt x="49530" y="25400"/>
                  <a:pt x="1270" y="77470"/>
                  <a:pt x="0" y="140970"/>
                </a:cubicBezTo>
                <a:cubicBezTo>
                  <a:pt x="0" y="147320"/>
                  <a:pt x="5080" y="152400"/>
                  <a:pt x="11430" y="152400"/>
                </a:cubicBezTo>
                <a:lnTo>
                  <a:pt x="111760" y="152400"/>
                </a:lnTo>
                <a:lnTo>
                  <a:pt x="111760" y="245110"/>
                </a:lnTo>
                <a:cubicBezTo>
                  <a:pt x="111760" y="250190"/>
                  <a:pt x="107950" y="254000"/>
                  <a:pt x="102870" y="254000"/>
                </a:cubicBezTo>
                <a:lnTo>
                  <a:pt x="100330" y="254000"/>
                </a:lnTo>
                <a:cubicBezTo>
                  <a:pt x="95250" y="254000"/>
                  <a:pt x="91440" y="250190"/>
                  <a:pt x="91440" y="245110"/>
                </a:cubicBezTo>
                <a:lnTo>
                  <a:pt x="91440" y="243840"/>
                </a:lnTo>
                <a:cubicBezTo>
                  <a:pt x="91440" y="238760"/>
                  <a:pt x="86360" y="233680"/>
                  <a:pt x="81280" y="233680"/>
                </a:cubicBezTo>
                <a:cubicBezTo>
                  <a:pt x="76200" y="233680"/>
                  <a:pt x="71120" y="238760"/>
                  <a:pt x="71120" y="243840"/>
                </a:cubicBezTo>
                <a:lnTo>
                  <a:pt x="71120" y="245110"/>
                </a:lnTo>
                <a:cubicBezTo>
                  <a:pt x="71120" y="261620"/>
                  <a:pt x="83820" y="274320"/>
                  <a:pt x="100330" y="274320"/>
                </a:cubicBezTo>
                <a:lnTo>
                  <a:pt x="102870" y="274320"/>
                </a:lnTo>
                <a:cubicBezTo>
                  <a:pt x="119380" y="274320"/>
                  <a:pt x="132080" y="261620"/>
                  <a:pt x="132080" y="245110"/>
                </a:cubicBezTo>
                <a:lnTo>
                  <a:pt x="132080" y="152400"/>
                </a:lnTo>
                <a:lnTo>
                  <a:pt x="232410" y="152400"/>
                </a:lnTo>
                <a:cubicBezTo>
                  <a:pt x="238760" y="152400"/>
                  <a:pt x="243840" y="147320"/>
                  <a:pt x="243840" y="140970"/>
                </a:cubicBezTo>
                <a:cubicBezTo>
                  <a:pt x="243840" y="77470"/>
                  <a:pt x="194310" y="25400"/>
                  <a:pt x="132080" y="20320"/>
                </a:cubicBezTo>
                <a:lnTo>
                  <a:pt x="132080" y="10160"/>
                </a:lnTo>
                <a:close/>
                <a:moveTo>
                  <a:pt x="121920" y="40640"/>
                </a:moveTo>
                <a:cubicBezTo>
                  <a:pt x="173990" y="40640"/>
                  <a:pt x="217170" y="81280"/>
                  <a:pt x="222250" y="132080"/>
                </a:cubicBezTo>
                <a:lnTo>
                  <a:pt x="121920" y="132080"/>
                </a:lnTo>
                <a:lnTo>
                  <a:pt x="21590" y="132080"/>
                </a:lnTo>
                <a:cubicBezTo>
                  <a:pt x="25400" y="81280"/>
                  <a:pt x="68580" y="40640"/>
                  <a:pt x="121920" y="40640"/>
                </a:cubicBezTo>
                <a:close/>
                <a:moveTo>
                  <a:pt x="142240" y="60960"/>
                </a:moveTo>
                <a:cubicBezTo>
                  <a:pt x="137160" y="60960"/>
                  <a:pt x="132080" y="66040"/>
                  <a:pt x="132080" y="71120"/>
                </a:cubicBezTo>
                <a:cubicBezTo>
                  <a:pt x="132080" y="76200"/>
                  <a:pt x="137160" y="81280"/>
                  <a:pt x="142240" y="81280"/>
                </a:cubicBezTo>
                <a:cubicBezTo>
                  <a:pt x="144780" y="81280"/>
                  <a:pt x="149860" y="82550"/>
                  <a:pt x="156210" y="86360"/>
                </a:cubicBezTo>
                <a:cubicBezTo>
                  <a:pt x="162560" y="90170"/>
                  <a:pt x="166370" y="95250"/>
                  <a:pt x="167640" y="99060"/>
                </a:cubicBezTo>
                <a:cubicBezTo>
                  <a:pt x="168910" y="104140"/>
                  <a:pt x="175260" y="106680"/>
                  <a:pt x="180340" y="105410"/>
                </a:cubicBezTo>
                <a:cubicBezTo>
                  <a:pt x="185420" y="104140"/>
                  <a:pt x="187960" y="97790"/>
                  <a:pt x="186690" y="92710"/>
                </a:cubicBezTo>
                <a:cubicBezTo>
                  <a:pt x="182880" y="82550"/>
                  <a:pt x="175260" y="73660"/>
                  <a:pt x="166370" y="68580"/>
                </a:cubicBezTo>
                <a:cubicBezTo>
                  <a:pt x="158750" y="64770"/>
                  <a:pt x="149860" y="60960"/>
                  <a:pt x="142240" y="609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9" name="Полилиния: фигура 34">
            <a:extLst>
              <a:ext uri="{FF2B5EF4-FFF2-40B4-BE49-F238E27FC236}">
                <a16:creationId xmlns:a16="http://schemas.microsoft.com/office/drawing/2014/main" id="{5BF3EF0F-48E3-3170-9EB8-93A9036E307C}"/>
              </a:ext>
            </a:extLst>
          </p:cNvPr>
          <p:cNvSpPr/>
          <p:nvPr/>
        </p:nvSpPr>
        <p:spPr>
          <a:xfrm>
            <a:off x="6659076" y="3100512"/>
            <a:ext cx="224392" cy="161289"/>
          </a:xfrm>
          <a:custGeom>
            <a:avLst/>
            <a:gdLst>
              <a:gd name="connsiteX0" fmla="*/ 56317 w 224392"/>
              <a:gd name="connsiteY0" fmla="*/ 20320 h 161289"/>
              <a:gd name="connsiteX1" fmla="*/ 169346 w 224392"/>
              <a:gd name="connsiteY1" fmla="*/ 20320 h 161289"/>
              <a:gd name="connsiteX2" fmla="*/ 179506 w 224392"/>
              <a:gd name="connsiteY2" fmla="*/ 27940 h 161289"/>
              <a:gd name="connsiteX3" fmla="*/ 204906 w 224392"/>
              <a:gd name="connsiteY3" fmla="*/ 142240 h 161289"/>
              <a:gd name="connsiteX4" fmla="*/ 22027 w 224392"/>
              <a:gd name="connsiteY4" fmla="*/ 142240 h 161289"/>
              <a:gd name="connsiteX5" fmla="*/ 47427 w 224392"/>
              <a:gd name="connsiteY5" fmla="*/ 27940 h 161289"/>
              <a:gd name="connsiteX6" fmla="*/ 56317 w 224392"/>
              <a:gd name="connsiteY6" fmla="*/ 20320 h 161289"/>
              <a:gd name="connsiteX7" fmla="*/ 27106 w 224392"/>
              <a:gd name="connsiteY7" fmla="*/ 24130 h 161289"/>
              <a:gd name="connsiteX8" fmla="*/ 56317 w 224392"/>
              <a:gd name="connsiteY8" fmla="*/ 0 h 161289"/>
              <a:gd name="connsiteX9" fmla="*/ 169346 w 224392"/>
              <a:gd name="connsiteY9" fmla="*/ 0 h 161289"/>
              <a:gd name="connsiteX10" fmla="*/ 198556 w 224392"/>
              <a:gd name="connsiteY10" fmla="*/ 24130 h 161289"/>
              <a:gd name="connsiteX11" fmla="*/ 223956 w 224392"/>
              <a:gd name="connsiteY11" fmla="*/ 139700 h 161289"/>
              <a:gd name="connsiteX12" fmla="*/ 206177 w 224392"/>
              <a:gd name="connsiteY12" fmla="*/ 161290 h 161289"/>
              <a:gd name="connsiteX13" fmla="*/ 18217 w 224392"/>
              <a:gd name="connsiteY13" fmla="*/ 161290 h 161289"/>
              <a:gd name="connsiteX14" fmla="*/ 436 w 224392"/>
              <a:gd name="connsiteY14" fmla="*/ 139700 h 161289"/>
              <a:gd name="connsiteX15" fmla="*/ 27106 w 224392"/>
              <a:gd name="connsiteY15" fmla="*/ 24130 h 161289"/>
              <a:gd name="connsiteX16" fmla="*/ 103306 w 224392"/>
              <a:gd name="connsiteY16" fmla="*/ 55880 h 161289"/>
              <a:gd name="connsiteX17" fmla="*/ 76636 w 224392"/>
              <a:gd name="connsiteY17" fmla="*/ 55880 h 161289"/>
              <a:gd name="connsiteX18" fmla="*/ 72827 w 224392"/>
              <a:gd name="connsiteY18" fmla="*/ 77470 h 161289"/>
              <a:gd name="connsiteX19" fmla="*/ 61396 w 224392"/>
              <a:gd name="connsiteY19" fmla="*/ 86360 h 161289"/>
              <a:gd name="connsiteX20" fmla="*/ 52506 w 224392"/>
              <a:gd name="connsiteY20" fmla="*/ 74930 h 161289"/>
              <a:gd name="connsiteX21" fmla="*/ 57586 w 224392"/>
              <a:gd name="connsiteY21" fmla="*/ 45720 h 161289"/>
              <a:gd name="connsiteX22" fmla="*/ 69017 w 224392"/>
              <a:gd name="connsiteY22" fmla="*/ 36830 h 161289"/>
              <a:gd name="connsiteX23" fmla="*/ 103306 w 224392"/>
              <a:gd name="connsiteY23" fmla="*/ 36830 h 161289"/>
              <a:gd name="connsiteX24" fmla="*/ 113467 w 224392"/>
              <a:gd name="connsiteY24" fmla="*/ 46990 h 161289"/>
              <a:gd name="connsiteX25" fmla="*/ 103306 w 224392"/>
              <a:gd name="connsiteY25" fmla="*/ 55880 h 16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4392" h="161289">
                <a:moveTo>
                  <a:pt x="56317" y="20320"/>
                </a:moveTo>
                <a:lnTo>
                  <a:pt x="169346" y="20320"/>
                </a:lnTo>
                <a:cubicBezTo>
                  <a:pt x="174427" y="20320"/>
                  <a:pt x="178236" y="24130"/>
                  <a:pt x="179506" y="27940"/>
                </a:cubicBezTo>
                <a:lnTo>
                  <a:pt x="204906" y="142240"/>
                </a:lnTo>
                <a:lnTo>
                  <a:pt x="22027" y="142240"/>
                </a:lnTo>
                <a:lnTo>
                  <a:pt x="47427" y="27940"/>
                </a:lnTo>
                <a:cubicBezTo>
                  <a:pt x="47427" y="24130"/>
                  <a:pt x="52506" y="20320"/>
                  <a:pt x="56317" y="20320"/>
                </a:cubicBezTo>
                <a:close/>
                <a:moveTo>
                  <a:pt x="27106" y="24130"/>
                </a:moveTo>
                <a:cubicBezTo>
                  <a:pt x="29646" y="10160"/>
                  <a:pt x="42346" y="0"/>
                  <a:pt x="56317" y="0"/>
                </a:cubicBezTo>
                <a:lnTo>
                  <a:pt x="169346" y="0"/>
                </a:lnTo>
                <a:cubicBezTo>
                  <a:pt x="183317" y="0"/>
                  <a:pt x="196017" y="10160"/>
                  <a:pt x="198556" y="24130"/>
                </a:cubicBezTo>
                <a:lnTo>
                  <a:pt x="223956" y="139700"/>
                </a:lnTo>
                <a:cubicBezTo>
                  <a:pt x="226496" y="151130"/>
                  <a:pt x="217606" y="161290"/>
                  <a:pt x="206177" y="161290"/>
                </a:cubicBezTo>
                <a:lnTo>
                  <a:pt x="18217" y="161290"/>
                </a:lnTo>
                <a:cubicBezTo>
                  <a:pt x="6786" y="161290"/>
                  <a:pt x="-2104" y="151130"/>
                  <a:pt x="436" y="139700"/>
                </a:cubicBezTo>
                <a:lnTo>
                  <a:pt x="27106" y="24130"/>
                </a:lnTo>
                <a:close/>
                <a:moveTo>
                  <a:pt x="103306" y="55880"/>
                </a:moveTo>
                <a:lnTo>
                  <a:pt x="76636" y="55880"/>
                </a:lnTo>
                <a:lnTo>
                  <a:pt x="72827" y="77470"/>
                </a:lnTo>
                <a:cubicBezTo>
                  <a:pt x="71556" y="82550"/>
                  <a:pt x="66477" y="86360"/>
                  <a:pt x="61396" y="86360"/>
                </a:cubicBezTo>
                <a:cubicBezTo>
                  <a:pt x="56317" y="85090"/>
                  <a:pt x="52506" y="80010"/>
                  <a:pt x="52506" y="74930"/>
                </a:cubicBezTo>
                <a:lnTo>
                  <a:pt x="57586" y="45720"/>
                </a:lnTo>
                <a:cubicBezTo>
                  <a:pt x="58856" y="40640"/>
                  <a:pt x="62667" y="36830"/>
                  <a:pt x="69017" y="36830"/>
                </a:cubicBezTo>
                <a:lnTo>
                  <a:pt x="103306" y="36830"/>
                </a:lnTo>
                <a:cubicBezTo>
                  <a:pt x="108386" y="36830"/>
                  <a:pt x="113467" y="41910"/>
                  <a:pt x="113467" y="46990"/>
                </a:cubicBezTo>
                <a:cubicBezTo>
                  <a:pt x="113467" y="50800"/>
                  <a:pt x="109656" y="55880"/>
                  <a:pt x="103306" y="55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1" name="Полилиния: фигура 37">
            <a:extLst>
              <a:ext uri="{FF2B5EF4-FFF2-40B4-BE49-F238E27FC236}">
                <a16:creationId xmlns:a16="http://schemas.microsoft.com/office/drawing/2014/main" id="{6AB714E0-F206-769F-D4E6-1222DF2734A6}"/>
              </a:ext>
            </a:extLst>
          </p:cNvPr>
          <p:cNvSpPr/>
          <p:nvPr/>
        </p:nvSpPr>
        <p:spPr>
          <a:xfrm>
            <a:off x="7749172" y="3078921"/>
            <a:ext cx="284480" cy="205740"/>
          </a:xfrm>
          <a:custGeom>
            <a:avLst/>
            <a:gdLst>
              <a:gd name="connsiteX0" fmla="*/ 154940 w 284480"/>
              <a:gd name="connsiteY0" fmla="*/ 12700 h 205740"/>
              <a:gd name="connsiteX1" fmla="*/ 142240 w 284480"/>
              <a:gd name="connsiteY1" fmla="*/ 0 h 205740"/>
              <a:gd name="connsiteX2" fmla="*/ 129540 w 284480"/>
              <a:gd name="connsiteY2" fmla="*/ 12700 h 205740"/>
              <a:gd name="connsiteX3" fmla="*/ 129540 w 284480"/>
              <a:gd name="connsiteY3" fmla="*/ 19050 h 205740"/>
              <a:gd name="connsiteX4" fmla="*/ 20320 w 284480"/>
              <a:gd name="connsiteY4" fmla="*/ 123190 h 205740"/>
              <a:gd name="connsiteX5" fmla="*/ 27940 w 284480"/>
              <a:gd name="connsiteY5" fmla="*/ 134620 h 205740"/>
              <a:gd name="connsiteX6" fmla="*/ 39370 w 284480"/>
              <a:gd name="connsiteY6" fmla="*/ 127000 h 205740"/>
              <a:gd name="connsiteX7" fmla="*/ 140970 w 284480"/>
              <a:gd name="connsiteY7" fmla="*/ 39370 h 205740"/>
              <a:gd name="connsiteX8" fmla="*/ 242570 w 284480"/>
              <a:gd name="connsiteY8" fmla="*/ 127000 h 205740"/>
              <a:gd name="connsiteX9" fmla="*/ 254000 w 284480"/>
              <a:gd name="connsiteY9" fmla="*/ 134620 h 205740"/>
              <a:gd name="connsiteX10" fmla="*/ 261620 w 284480"/>
              <a:gd name="connsiteY10" fmla="*/ 123190 h 205740"/>
              <a:gd name="connsiteX11" fmla="*/ 152400 w 284480"/>
              <a:gd name="connsiteY11" fmla="*/ 19050 h 205740"/>
              <a:gd name="connsiteX12" fmla="*/ 152400 w 284480"/>
              <a:gd name="connsiteY12" fmla="*/ 12700 h 205740"/>
              <a:gd name="connsiteX13" fmla="*/ 0 w 284480"/>
              <a:gd name="connsiteY13" fmla="*/ 160020 h 205740"/>
              <a:gd name="connsiteX14" fmla="*/ 10160 w 284480"/>
              <a:gd name="connsiteY14" fmla="*/ 149860 h 205740"/>
              <a:gd name="connsiteX15" fmla="*/ 274320 w 284480"/>
              <a:gd name="connsiteY15" fmla="*/ 149860 h 205740"/>
              <a:gd name="connsiteX16" fmla="*/ 284480 w 284480"/>
              <a:gd name="connsiteY16" fmla="*/ 160020 h 205740"/>
              <a:gd name="connsiteX17" fmla="*/ 274320 w 284480"/>
              <a:gd name="connsiteY17" fmla="*/ 170180 h 205740"/>
              <a:gd name="connsiteX18" fmla="*/ 10160 w 284480"/>
              <a:gd name="connsiteY18" fmla="*/ 170180 h 205740"/>
              <a:gd name="connsiteX19" fmla="*/ 0 w 284480"/>
              <a:gd name="connsiteY19" fmla="*/ 160020 h 205740"/>
              <a:gd name="connsiteX20" fmla="*/ 41910 w 284480"/>
              <a:gd name="connsiteY20" fmla="*/ 185420 h 205740"/>
              <a:gd name="connsiteX21" fmla="*/ 55880 w 284480"/>
              <a:gd name="connsiteY21" fmla="*/ 180340 h 205740"/>
              <a:gd name="connsiteX22" fmla="*/ 63500 w 284480"/>
              <a:gd name="connsiteY22" fmla="*/ 184150 h 205740"/>
              <a:gd name="connsiteX23" fmla="*/ 220980 w 284480"/>
              <a:gd name="connsiteY23" fmla="*/ 184150 h 205740"/>
              <a:gd name="connsiteX24" fmla="*/ 228600 w 284480"/>
              <a:gd name="connsiteY24" fmla="*/ 180340 h 205740"/>
              <a:gd name="connsiteX25" fmla="*/ 242570 w 284480"/>
              <a:gd name="connsiteY25" fmla="*/ 185420 h 205740"/>
              <a:gd name="connsiteX26" fmla="*/ 237490 w 284480"/>
              <a:gd name="connsiteY26" fmla="*/ 199390 h 205740"/>
              <a:gd name="connsiteX27" fmla="*/ 229870 w 284480"/>
              <a:gd name="connsiteY27" fmla="*/ 203200 h 205740"/>
              <a:gd name="connsiteX28" fmla="*/ 220980 w 284480"/>
              <a:gd name="connsiteY28" fmla="*/ 205740 h 205740"/>
              <a:gd name="connsiteX29" fmla="*/ 63500 w 284480"/>
              <a:gd name="connsiteY29" fmla="*/ 205740 h 205740"/>
              <a:gd name="connsiteX30" fmla="*/ 54610 w 284480"/>
              <a:gd name="connsiteY30" fmla="*/ 203200 h 205740"/>
              <a:gd name="connsiteX31" fmla="*/ 46990 w 284480"/>
              <a:gd name="connsiteY31" fmla="*/ 199390 h 205740"/>
              <a:gd name="connsiteX32" fmla="*/ 41910 w 284480"/>
              <a:gd name="connsiteY32" fmla="*/ 185420 h 205740"/>
              <a:gd name="connsiteX33" fmla="*/ 116840 w 284480"/>
              <a:gd name="connsiteY33" fmla="*/ 77470 h 205740"/>
              <a:gd name="connsiteX34" fmla="*/ 120650 w 284480"/>
              <a:gd name="connsiteY34" fmla="*/ 63500 h 205740"/>
              <a:gd name="connsiteX35" fmla="*/ 106680 w 284480"/>
              <a:gd name="connsiteY35" fmla="*/ 59690 h 205740"/>
              <a:gd name="connsiteX36" fmla="*/ 67310 w 284480"/>
              <a:gd name="connsiteY36" fmla="*/ 99060 h 205740"/>
              <a:gd name="connsiteX37" fmla="*/ 71120 w 284480"/>
              <a:gd name="connsiteY37" fmla="*/ 113030 h 205740"/>
              <a:gd name="connsiteX38" fmla="*/ 85090 w 284480"/>
              <a:gd name="connsiteY38" fmla="*/ 109220 h 205740"/>
              <a:gd name="connsiteX39" fmla="*/ 116840 w 284480"/>
              <a:gd name="connsiteY39" fmla="*/ 77470 h 205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84480" h="205740">
                <a:moveTo>
                  <a:pt x="154940" y="12700"/>
                </a:moveTo>
                <a:cubicBezTo>
                  <a:pt x="154940" y="5080"/>
                  <a:pt x="149860" y="0"/>
                  <a:pt x="142240" y="0"/>
                </a:cubicBezTo>
                <a:cubicBezTo>
                  <a:pt x="134620" y="0"/>
                  <a:pt x="129540" y="5080"/>
                  <a:pt x="129540" y="12700"/>
                </a:cubicBezTo>
                <a:lnTo>
                  <a:pt x="129540" y="19050"/>
                </a:lnTo>
                <a:cubicBezTo>
                  <a:pt x="73660" y="25400"/>
                  <a:pt x="30480" y="72390"/>
                  <a:pt x="20320" y="123190"/>
                </a:cubicBezTo>
                <a:cubicBezTo>
                  <a:pt x="19050" y="128270"/>
                  <a:pt x="22860" y="134620"/>
                  <a:pt x="27940" y="134620"/>
                </a:cubicBezTo>
                <a:cubicBezTo>
                  <a:pt x="33020" y="135890"/>
                  <a:pt x="39370" y="132080"/>
                  <a:pt x="39370" y="127000"/>
                </a:cubicBezTo>
                <a:cubicBezTo>
                  <a:pt x="48260" y="80010"/>
                  <a:pt x="90170" y="39370"/>
                  <a:pt x="140970" y="39370"/>
                </a:cubicBezTo>
                <a:cubicBezTo>
                  <a:pt x="191770" y="39370"/>
                  <a:pt x="233680" y="81280"/>
                  <a:pt x="242570" y="127000"/>
                </a:cubicBezTo>
                <a:cubicBezTo>
                  <a:pt x="243840" y="132080"/>
                  <a:pt x="248920" y="135890"/>
                  <a:pt x="254000" y="134620"/>
                </a:cubicBezTo>
                <a:cubicBezTo>
                  <a:pt x="259080" y="133350"/>
                  <a:pt x="262890" y="128270"/>
                  <a:pt x="261620" y="123190"/>
                </a:cubicBezTo>
                <a:cubicBezTo>
                  <a:pt x="251460" y="72390"/>
                  <a:pt x="208280" y="25400"/>
                  <a:pt x="152400" y="19050"/>
                </a:cubicBezTo>
                <a:lnTo>
                  <a:pt x="152400" y="12700"/>
                </a:lnTo>
                <a:close/>
                <a:moveTo>
                  <a:pt x="0" y="160020"/>
                </a:moveTo>
                <a:cubicBezTo>
                  <a:pt x="0" y="154940"/>
                  <a:pt x="5080" y="149860"/>
                  <a:pt x="10160" y="149860"/>
                </a:cubicBezTo>
                <a:lnTo>
                  <a:pt x="274320" y="149860"/>
                </a:lnTo>
                <a:cubicBezTo>
                  <a:pt x="279400" y="149860"/>
                  <a:pt x="284480" y="154940"/>
                  <a:pt x="284480" y="160020"/>
                </a:cubicBezTo>
                <a:cubicBezTo>
                  <a:pt x="284480" y="165100"/>
                  <a:pt x="279400" y="170180"/>
                  <a:pt x="274320" y="170180"/>
                </a:cubicBezTo>
                <a:lnTo>
                  <a:pt x="10160" y="170180"/>
                </a:lnTo>
                <a:cubicBezTo>
                  <a:pt x="3810" y="170180"/>
                  <a:pt x="0" y="165100"/>
                  <a:pt x="0" y="160020"/>
                </a:cubicBezTo>
                <a:close/>
                <a:moveTo>
                  <a:pt x="41910" y="185420"/>
                </a:moveTo>
                <a:cubicBezTo>
                  <a:pt x="44450" y="180340"/>
                  <a:pt x="50800" y="177800"/>
                  <a:pt x="55880" y="180340"/>
                </a:cubicBezTo>
                <a:lnTo>
                  <a:pt x="63500" y="184150"/>
                </a:lnTo>
                <a:lnTo>
                  <a:pt x="220980" y="184150"/>
                </a:lnTo>
                <a:lnTo>
                  <a:pt x="228600" y="180340"/>
                </a:lnTo>
                <a:cubicBezTo>
                  <a:pt x="233680" y="177800"/>
                  <a:pt x="240030" y="180340"/>
                  <a:pt x="242570" y="185420"/>
                </a:cubicBezTo>
                <a:cubicBezTo>
                  <a:pt x="245110" y="190500"/>
                  <a:pt x="242570" y="196850"/>
                  <a:pt x="237490" y="199390"/>
                </a:cubicBezTo>
                <a:lnTo>
                  <a:pt x="229870" y="203200"/>
                </a:lnTo>
                <a:cubicBezTo>
                  <a:pt x="227330" y="204470"/>
                  <a:pt x="223520" y="205740"/>
                  <a:pt x="220980" y="205740"/>
                </a:cubicBezTo>
                <a:lnTo>
                  <a:pt x="63500" y="205740"/>
                </a:lnTo>
                <a:cubicBezTo>
                  <a:pt x="60960" y="205740"/>
                  <a:pt x="57150" y="204470"/>
                  <a:pt x="54610" y="203200"/>
                </a:cubicBezTo>
                <a:lnTo>
                  <a:pt x="46990" y="199390"/>
                </a:lnTo>
                <a:cubicBezTo>
                  <a:pt x="40640" y="196850"/>
                  <a:pt x="39370" y="190500"/>
                  <a:pt x="41910" y="185420"/>
                </a:cubicBezTo>
                <a:close/>
                <a:moveTo>
                  <a:pt x="116840" y="77470"/>
                </a:moveTo>
                <a:cubicBezTo>
                  <a:pt x="121920" y="74930"/>
                  <a:pt x="123190" y="68580"/>
                  <a:pt x="120650" y="63500"/>
                </a:cubicBezTo>
                <a:cubicBezTo>
                  <a:pt x="118110" y="58420"/>
                  <a:pt x="111760" y="57150"/>
                  <a:pt x="106680" y="59690"/>
                </a:cubicBezTo>
                <a:cubicBezTo>
                  <a:pt x="90170" y="69850"/>
                  <a:pt x="76200" y="82550"/>
                  <a:pt x="67310" y="99060"/>
                </a:cubicBezTo>
                <a:cubicBezTo>
                  <a:pt x="64770" y="104140"/>
                  <a:pt x="66040" y="110490"/>
                  <a:pt x="71120" y="113030"/>
                </a:cubicBezTo>
                <a:cubicBezTo>
                  <a:pt x="76200" y="115570"/>
                  <a:pt x="82550" y="114300"/>
                  <a:pt x="85090" y="109220"/>
                </a:cubicBezTo>
                <a:cubicBezTo>
                  <a:pt x="91440" y="96520"/>
                  <a:pt x="102870" y="85090"/>
                  <a:pt x="116840" y="774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2" name="Полилиния: фигура 43">
            <a:extLst>
              <a:ext uri="{FF2B5EF4-FFF2-40B4-BE49-F238E27FC236}">
                <a16:creationId xmlns:a16="http://schemas.microsoft.com/office/drawing/2014/main" id="{DFA5C49A-5F46-C06C-E0F9-E3F870FB618D}"/>
              </a:ext>
            </a:extLst>
          </p:cNvPr>
          <p:cNvSpPr/>
          <p:nvPr/>
        </p:nvSpPr>
        <p:spPr>
          <a:xfrm>
            <a:off x="7211963" y="3042092"/>
            <a:ext cx="242569" cy="280034"/>
          </a:xfrm>
          <a:custGeom>
            <a:avLst/>
            <a:gdLst>
              <a:gd name="connsiteX0" fmla="*/ 86360 w 242569"/>
              <a:gd name="connsiteY0" fmla="*/ 41910 h 280034"/>
              <a:gd name="connsiteX1" fmla="*/ 119380 w 242569"/>
              <a:gd name="connsiteY1" fmla="*/ 0 h 280034"/>
              <a:gd name="connsiteX2" fmla="*/ 152400 w 242569"/>
              <a:gd name="connsiteY2" fmla="*/ 41910 h 280034"/>
              <a:gd name="connsiteX3" fmla="*/ 146050 w 242569"/>
              <a:gd name="connsiteY3" fmla="*/ 66040 h 280034"/>
              <a:gd name="connsiteX4" fmla="*/ 127000 w 242569"/>
              <a:gd name="connsiteY4" fmla="*/ 81280 h 280034"/>
              <a:gd name="connsiteX5" fmla="*/ 113030 w 242569"/>
              <a:gd name="connsiteY5" fmla="*/ 81280 h 280034"/>
              <a:gd name="connsiteX6" fmla="*/ 92710 w 242569"/>
              <a:gd name="connsiteY6" fmla="*/ 66040 h 280034"/>
              <a:gd name="connsiteX7" fmla="*/ 86360 w 242569"/>
              <a:gd name="connsiteY7" fmla="*/ 41910 h 280034"/>
              <a:gd name="connsiteX8" fmla="*/ 119380 w 242569"/>
              <a:gd name="connsiteY8" fmla="*/ 20320 h 280034"/>
              <a:gd name="connsiteX9" fmla="*/ 106680 w 242569"/>
              <a:gd name="connsiteY9" fmla="*/ 36830 h 280034"/>
              <a:gd name="connsiteX10" fmla="*/ 113030 w 242569"/>
              <a:gd name="connsiteY10" fmla="*/ 60960 h 280034"/>
              <a:gd name="connsiteX11" fmla="*/ 127000 w 242569"/>
              <a:gd name="connsiteY11" fmla="*/ 60960 h 280034"/>
              <a:gd name="connsiteX12" fmla="*/ 133350 w 242569"/>
              <a:gd name="connsiteY12" fmla="*/ 36830 h 280034"/>
              <a:gd name="connsiteX13" fmla="*/ 119380 w 242569"/>
              <a:gd name="connsiteY13" fmla="*/ 20320 h 280034"/>
              <a:gd name="connsiteX14" fmla="*/ 106680 w 242569"/>
              <a:gd name="connsiteY14" fmla="*/ 116840 h 280034"/>
              <a:gd name="connsiteX15" fmla="*/ 102870 w 242569"/>
              <a:gd name="connsiteY15" fmla="*/ 118110 h 280034"/>
              <a:gd name="connsiteX16" fmla="*/ 99060 w 242569"/>
              <a:gd name="connsiteY16" fmla="*/ 123190 h 280034"/>
              <a:gd name="connsiteX17" fmla="*/ 29210 w 242569"/>
              <a:gd name="connsiteY17" fmla="*/ 170180 h 280034"/>
              <a:gd name="connsiteX18" fmla="*/ 25400 w 242569"/>
              <a:gd name="connsiteY18" fmla="*/ 171450 h 280034"/>
              <a:gd name="connsiteX19" fmla="*/ 19050 w 242569"/>
              <a:gd name="connsiteY19" fmla="*/ 179070 h 280034"/>
              <a:gd name="connsiteX20" fmla="*/ 19050 w 242569"/>
              <a:gd name="connsiteY20" fmla="*/ 180340 h 280034"/>
              <a:gd name="connsiteX21" fmla="*/ 24130 w 242569"/>
              <a:gd name="connsiteY21" fmla="*/ 186690 h 280034"/>
              <a:gd name="connsiteX22" fmla="*/ 115570 w 242569"/>
              <a:gd name="connsiteY22" fmla="*/ 254000 h 280034"/>
              <a:gd name="connsiteX23" fmla="*/ 119380 w 242569"/>
              <a:gd name="connsiteY23" fmla="*/ 259080 h 280034"/>
              <a:gd name="connsiteX24" fmla="*/ 121920 w 242569"/>
              <a:gd name="connsiteY24" fmla="*/ 259080 h 280034"/>
              <a:gd name="connsiteX25" fmla="*/ 125730 w 242569"/>
              <a:gd name="connsiteY25" fmla="*/ 254000 h 280034"/>
              <a:gd name="connsiteX26" fmla="*/ 217170 w 242569"/>
              <a:gd name="connsiteY26" fmla="*/ 186690 h 280034"/>
              <a:gd name="connsiteX27" fmla="*/ 222250 w 242569"/>
              <a:gd name="connsiteY27" fmla="*/ 180340 h 280034"/>
              <a:gd name="connsiteX28" fmla="*/ 222250 w 242569"/>
              <a:gd name="connsiteY28" fmla="*/ 179070 h 280034"/>
              <a:gd name="connsiteX29" fmla="*/ 215900 w 242569"/>
              <a:gd name="connsiteY29" fmla="*/ 171450 h 280034"/>
              <a:gd name="connsiteX30" fmla="*/ 212090 w 242569"/>
              <a:gd name="connsiteY30" fmla="*/ 170180 h 280034"/>
              <a:gd name="connsiteX31" fmla="*/ 142240 w 242569"/>
              <a:gd name="connsiteY31" fmla="*/ 123190 h 280034"/>
              <a:gd name="connsiteX32" fmla="*/ 138430 w 242569"/>
              <a:gd name="connsiteY32" fmla="*/ 118110 h 280034"/>
              <a:gd name="connsiteX33" fmla="*/ 134620 w 242569"/>
              <a:gd name="connsiteY33" fmla="*/ 116840 h 280034"/>
              <a:gd name="connsiteX34" fmla="*/ 106680 w 242569"/>
              <a:gd name="connsiteY34" fmla="*/ 116840 h 280034"/>
              <a:gd name="connsiteX35" fmla="*/ 87630 w 242569"/>
              <a:gd name="connsiteY35" fmla="*/ 104140 h 280034"/>
              <a:gd name="connsiteX36" fmla="*/ 106680 w 242569"/>
              <a:gd name="connsiteY36" fmla="*/ 95250 h 280034"/>
              <a:gd name="connsiteX37" fmla="*/ 134620 w 242569"/>
              <a:gd name="connsiteY37" fmla="*/ 95250 h 280034"/>
              <a:gd name="connsiteX38" fmla="*/ 153670 w 242569"/>
              <a:gd name="connsiteY38" fmla="*/ 104140 h 280034"/>
              <a:gd name="connsiteX39" fmla="*/ 157480 w 242569"/>
              <a:gd name="connsiteY39" fmla="*/ 109220 h 280034"/>
              <a:gd name="connsiteX40" fmla="*/ 218440 w 242569"/>
              <a:gd name="connsiteY40" fmla="*/ 149860 h 280034"/>
              <a:gd name="connsiteX41" fmla="*/ 222250 w 242569"/>
              <a:gd name="connsiteY41" fmla="*/ 151130 h 280034"/>
              <a:gd name="connsiteX42" fmla="*/ 242570 w 242569"/>
              <a:gd name="connsiteY42" fmla="*/ 179070 h 280034"/>
              <a:gd name="connsiteX43" fmla="*/ 242570 w 242569"/>
              <a:gd name="connsiteY43" fmla="*/ 180340 h 280034"/>
              <a:gd name="connsiteX44" fmla="*/ 223520 w 242569"/>
              <a:gd name="connsiteY44" fmla="*/ 207010 h 280034"/>
              <a:gd name="connsiteX45" fmla="*/ 143510 w 242569"/>
              <a:gd name="connsiteY45" fmla="*/ 265430 h 280034"/>
              <a:gd name="connsiteX46" fmla="*/ 139700 w 242569"/>
              <a:gd name="connsiteY46" fmla="*/ 270510 h 280034"/>
              <a:gd name="connsiteX47" fmla="*/ 102870 w 242569"/>
              <a:gd name="connsiteY47" fmla="*/ 270510 h 280034"/>
              <a:gd name="connsiteX48" fmla="*/ 99060 w 242569"/>
              <a:gd name="connsiteY48" fmla="*/ 265430 h 280034"/>
              <a:gd name="connsiteX49" fmla="*/ 19050 w 242569"/>
              <a:gd name="connsiteY49" fmla="*/ 207010 h 280034"/>
              <a:gd name="connsiteX50" fmla="*/ 0 w 242569"/>
              <a:gd name="connsiteY50" fmla="*/ 180340 h 280034"/>
              <a:gd name="connsiteX51" fmla="*/ 0 w 242569"/>
              <a:gd name="connsiteY51" fmla="*/ 179070 h 280034"/>
              <a:gd name="connsiteX52" fmla="*/ 20320 w 242569"/>
              <a:gd name="connsiteY52" fmla="*/ 151130 h 280034"/>
              <a:gd name="connsiteX53" fmla="*/ 24130 w 242569"/>
              <a:gd name="connsiteY53" fmla="*/ 149860 h 280034"/>
              <a:gd name="connsiteX54" fmla="*/ 85090 w 242569"/>
              <a:gd name="connsiteY54" fmla="*/ 109220 h 280034"/>
              <a:gd name="connsiteX55" fmla="*/ 87630 w 242569"/>
              <a:gd name="connsiteY55" fmla="*/ 104140 h 280034"/>
              <a:gd name="connsiteX56" fmla="*/ 124460 w 242569"/>
              <a:gd name="connsiteY56" fmla="*/ 171450 h 280034"/>
              <a:gd name="connsiteX57" fmla="*/ 114300 w 242569"/>
              <a:gd name="connsiteY57" fmla="*/ 181610 h 280034"/>
              <a:gd name="connsiteX58" fmla="*/ 124460 w 242569"/>
              <a:gd name="connsiteY58" fmla="*/ 191770 h 280034"/>
              <a:gd name="connsiteX59" fmla="*/ 165100 w 242569"/>
              <a:gd name="connsiteY59" fmla="*/ 191770 h 280034"/>
              <a:gd name="connsiteX60" fmla="*/ 175260 w 242569"/>
              <a:gd name="connsiteY60" fmla="*/ 181610 h 280034"/>
              <a:gd name="connsiteX61" fmla="*/ 165100 w 242569"/>
              <a:gd name="connsiteY61" fmla="*/ 171450 h 280034"/>
              <a:gd name="connsiteX62" fmla="*/ 124460 w 242569"/>
              <a:gd name="connsiteY62" fmla="*/ 171450 h 28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2569" h="280034">
                <a:moveTo>
                  <a:pt x="86360" y="41910"/>
                </a:moveTo>
                <a:cubicBezTo>
                  <a:pt x="81280" y="20320"/>
                  <a:pt x="97790" y="0"/>
                  <a:pt x="119380" y="0"/>
                </a:cubicBezTo>
                <a:cubicBezTo>
                  <a:pt x="140970" y="0"/>
                  <a:pt x="157480" y="20320"/>
                  <a:pt x="152400" y="41910"/>
                </a:cubicBezTo>
                <a:lnTo>
                  <a:pt x="146050" y="66040"/>
                </a:lnTo>
                <a:cubicBezTo>
                  <a:pt x="143510" y="74930"/>
                  <a:pt x="135890" y="81280"/>
                  <a:pt x="127000" y="81280"/>
                </a:cubicBezTo>
                <a:lnTo>
                  <a:pt x="113030" y="81280"/>
                </a:lnTo>
                <a:cubicBezTo>
                  <a:pt x="104140" y="81280"/>
                  <a:pt x="95250" y="74930"/>
                  <a:pt x="92710" y="66040"/>
                </a:cubicBezTo>
                <a:lnTo>
                  <a:pt x="86360" y="41910"/>
                </a:lnTo>
                <a:close/>
                <a:moveTo>
                  <a:pt x="119380" y="20320"/>
                </a:moveTo>
                <a:cubicBezTo>
                  <a:pt x="110490" y="20320"/>
                  <a:pt x="104140" y="29210"/>
                  <a:pt x="106680" y="36830"/>
                </a:cubicBezTo>
                <a:lnTo>
                  <a:pt x="113030" y="60960"/>
                </a:lnTo>
                <a:lnTo>
                  <a:pt x="127000" y="60960"/>
                </a:lnTo>
                <a:lnTo>
                  <a:pt x="133350" y="36830"/>
                </a:lnTo>
                <a:cubicBezTo>
                  <a:pt x="134620" y="27940"/>
                  <a:pt x="128270" y="20320"/>
                  <a:pt x="119380" y="20320"/>
                </a:cubicBezTo>
                <a:close/>
                <a:moveTo>
                  <a:pt x="106680" y="116840"/>
                </a:moveTo>
                <a:cubicBezTo>
                  <a:pt x="105410" y="116840"/>
                  <a:pt x="104140" y="116840"/>
                  <a:pt x="102870" y="118110"/>
                </a:cubicBezTo>
                <a:lnTo>
                  <a:pt x="99060" y="123190"/>
                </a:lnTo>
                <a:cubicBezTo>
                  <a:pt x="80010" y="144780"/>
                  <a:pt x="55880" y="161290"/>
                  <a:pt x="29210" y="170180"/>
                </a:cubicBezTo>
                <a:lnTo>
                  <a:pt x="25400" y="171450"/>
                </a:lnTo>
                <a:cubicBezTo>
                  <a:pt x="21590" y="172720"/>
                  <a:pt x="19050" y="175260"/>
                  <a:pt x="19050" y="179070"/>
                </a:cubicBezTo>
                <a:lnTo>
                  <a:pt x="19050" y="180340"/>
                </a:lnTo>
                <a:cubicBezTo>
                  <a:pt x="19050" y="182880"/>
                  <a:pt x="21590" y="186690"/>
                  <a:pt x="24130" y="186690"/>
                </a:cubicBezTo>
                <a:cubicBezTo>
                  <a:pt x="60960" y="198120"/>
                  <a:pt x="92710" y="222250"/>
                  <a:pt x="115570" y="254000"/>
                </a:cubicBezTo>
                <a:lnTo>
                  <a:pt x="119380" y="259080"/>
                </a:lnTo>
                <a:cubicBezTo>
                  <a:pt x="120650" y="260350"/>
                  <a:pt x="121920" y="260350"/>
                  <a:pt x="121920" y="259080"/>
                </a:cubicBezTo>
                <a:lnTo>
                  <a:pt x="125730" y="254000"/>
                </a:lnTo>
                <a:cubicBezTo>
                  <a:pt x="147320" y="222250"/>
                  <a:pt x="180340" y="198120"/>
                  <a:pt x="217170" y="186690"/>
                </a:cubicBezTo>
                <a:cubicBezTo>
                  <a:pt x="219710" y="185420"/>
                  <a:pt x="222250" y="182880"/>
                  <a:pt x="222250" y="180340"/>
                </a:cubicBezTo>
                <a:lnTo>
                  <a:pt x="222250" y="179070"/>
                </a:lnTo>
                <a:cubicBezTo>
                  <a:pt x="222250" y="175260"/>
                  <a:pt x="219710" y="172720"/>
                  <a:pt x="215900" y="171450"/>
                </a:cubicBezTo>
                <a:lnTo>
                  <a:pt x="212090" y="170180"/>
                </a:lnTo>
                <a:cubicBezTo>
                  <a:pt x="185420" y="161290"/>
                  <a:pt x="161290" y="144780"/>
                  <a:pt x="142240" y="123190"/>
                </a:cubicBezTo>
                <a:lnTo>
                  <a:pt x="138430" y="118110"/>
                </a:lnTo>
                <a:cubicBezTo>
                  <a:pt x="137160" y="116840"/>
                  <a:pt x="135890" y="116840"/>
                  <a:pt x="134620" y="116840"/>
                </a:cubicBezTo>
                <a:lnTo>
                  <a:pt x="106680" y="116840"/>
                </a:lnTo>
                <a:close/>
                <a:moveTo>
                  <a:pt x="87630" y="104140"/>
                </a:moveTo>
                <a:cubicBezTo>
                  <a:pt x="92710" y="99060"/>
                  <a:pt x="99060" y="95250"/>
                  <a:pt x="106680" y="95250"/>
                </a:cubicBezTo>
                <a:lnTo>
                  <a:pt x="134620" y="95250"/>
                </a:lnTo>
                <a:cubicBezTo>
                  <a:pt x="142240" y="95250"/>
                  <a:pt x="148590" y="97790"/>
                  <a:pt x="153670" y="104140"/>
                </a:cubicBezTo>
                <a:lnTo>
                  <a:pt x="157480" y="109220"/>
                </a:lnTo>
                <a:cubicBezTo>
                  <a:pt x="173990" y="128270"/>
                  <a:pt x="195580" y="142240"/>
                  <a:pt x="218440" y="149860"/>
                </a:cubicBezTo>
                <a:lnTo>
                  <a:pt x="222250" y="151130"/>
                </a:lnTo>
                <a:cubicBezTo>
                  <a:pt x="233680" y="154940"/>
                  <a:pt x="242570" y="166370"/>
                  <a:pt x="242570" y="179070"/>
                </a:cubicBezTo>
                <a:lnTo>
                  <a:pt x="242570" y="180340"/>
                </a:lnTo>
                <a:cubicBezTo>
                  <a:pt x="242570" y="191770"/>
                  <a:pt x="234950" y="203200"/>
                  <a:pt x="223520" y="207010"/>
                </a:cubicBezTo>
                <a:cubicBezTo>
                  <a:pt x="190500" y="217170"/>
                  <a:pt x="162560" y="237490"/>
                  <a:pt x="143510" y="265430"/>
                </a:cubicBezTo>
                <a:lnTo>
                  <a:pt x="139700" y="270510"/>
                </a:lnTo>
                <a:cubicBezTo>
                  <a:pt x="130810" y="283210"/>
                  <a:pt x="111760" y="283210"/>
                  <a:pt x="102870" y="270510"/>
                </a:cubicBezTo>
                <a:lnTo>
                  <a:pt x="99060" y="265430"/>
                </a:lnTo>
                <a:cubicBezTo>
                  <a:pt x="80010" y="237490"/>
                  <a:pt x="50800" y="215900"/>
                  <a:pt x="19050" y="207010"/>
                </a:cubicBezTo>
                <a:cubicBezTo>
                  <a:pt x="7620" y="203200"/>
                  <a:pt x="0" y="193040"/>
                  <a:pt x="0" y="180340"/>
                </a:cubicBezTo>
                <a:lnTo>
                  <a:pt x="0" y="179070"/>
                </a:lnTo>
                <a:cubicBezTo>
                  <a:pt x="0" y="166370"/>
                  <a:pt x="7620" y="156210"/>
                  <a:pt x="20320" y="151130"/>
                </a:cubicBezTo>
                <a:lnTo>
                  <a:pt x="24130" y="149860"/>
                </a:lnTo>
                <a:cubicBezTo>
                  <a:pt x="48260" y="142240"/>
                  <a:pt x="68580" y="128270"/>
                  <a:pt x="85090" y="109220"/>
                </a:cubicBezTo>
                <a:lnTo>
                  <a:pt x="87630" y="104140"/>
                </a:lnTo>
                <a:close/>
                <a:moveTo>
                  <a:pt x="124460" y="171450"/>
                </a:moveTo>
                <a:cubicBezTo>
                  <a:pt x="119380" y="171450"/>
                  <a:pt x="114300" y="176530"/>
                  <a:pt x="114300" y="181610"/>
                </a:cubicBezTo>
                <a:cubicBezTo>
                  <a:pt x="114300" y="186690"/>
                  <a:pt x="119380" y="191770"/>
                  <a:pt x="124460" y="191770"/>
                </a:cubicBezTo>
                <a:lnTo>
                  <a:pt x="165100" y="191770"/>
                </a:lnTo>
                <a:cubicBezTo>
                  <a:pt x="170180" y="191770"/>
                  <a:pt x="175260" y="186690"/>
                  <a:pt x="175260" y="181610"/>
                </a:cubicBezTo>
                <a:cubicBezTo>
                  <a:pt x="175260" y="176530"/>
                  <a:pt x="170180" y="171450"/>
                  <a:pt x="165100" y="171450"/>
                </a:cubicBezTo>
                <a:lnTo>
                  <a:pt x="124460" y="1714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3" name="Полилиния: фигура 46">
            <a:extLst>
              <a:ext uri="{FF2B5EF4-FFF2-40B4-BE49-F238E27FC236}">
                <a16:creationId xmlns:a16="http://schemas.microsoft.com/office/drawing/2014/main" id="{4EAC6A74-29DA-866E-3727-B1C5B5197E92}"/>
              </a:ext>
            </a:extLst>
          </p:cNvPr>
          <p:cNvSpPr/>
          <p:nvPr/>
        </p:nvSpPr>
        <p:spPr>
          <a:xfrm>
            <a:off x="535080" y="3054792"/>
            <a:ext cx="174974" cy="254000"/>
          </a:xfrm>
          <a:custGeom>
            <a:avLst/>
            <a:gdLst>
              <a:gd name="connsiteX0" fmla="*/ 22082 w 174974"/>
              <a:gd name="connsiteY0" fmla="*/ 142240 h 254000"/>
              <a:gd name="connsiteX1" fmla="*/ 56372 w 174974"/>
              <a:gd name="connsiteY1" fmla="*/ 20320 h 254000"/>
              <a:gd name="connsiteX2" fmla="*/ 117332 w 174974"/>
              <a:gd name="connsiteY2" fmla="*/ 20320 h 254000"/>
              <a:gd name="connsiteX3" fmla="*/ 151622 w 174974"/>
              <a:gd name="connsiteY3" fmla="*/ 142240 h 254000"/>
              <a:gd name="connsiteX4" fmla="*/ 22082 w 174974"/>
              <a:gd name="connsiteY4" fmla="*/ 142240 h 254000"/>
              <a:gd name="connsiteX5" fmla="*/ 38592 w 174974"/>
              <a:gd name="connsiteY5" fmla="*/ 11430 h 254000"/>
              <a:gd name="connsiteX6" fmla="*/ 53832 w 174974"/>
              <a:gd name="connsiteY6" fmla="*/ 0 h 254000"/>
              <a:gd name="connsiteX7" fmla="*/ 122412 w 174974"/>
              <a:gd name="connsiteY7" fmla="*/ 0 h 254000"/>
              <a:gd name="connsiteX8" fmla="*/ 137652 w 174974"/>
              <a:gd name="connsiteY8" fmla="*/ 11430 h 254000"/>
              <a:gd name="connsiteX9" fmla="*/ 174482 w 174974"/>
              <a:gd name="connsiteY9" fmla="*/ 143510 h 254000"/>
              <a:gd name="connsiteX10" fmla="*/ 159242 w 174974"/>
              <a:gd name="connsiteY10" fmla="*/ 162560 h 254000"/>
              <a:gd name="connsiteX11" fmla="*/ 15732 w 174974"/>
              <a:gd name="connsiteY11" fmla="*/ 162560 h 254000"/>
              <a:gd name="connsiteX12" fmla="*/ 492 w 174974"/>
              <a:gd name="connsiteY12" fmla="*/ 143510 h 254000"/>
              <a:gd name="connsiteX13" fmla="*/ 38592 w 174974"/>
              <a:gd name="connsiteY13" fmla="*/ 11430 h 254000"/>
              <a:gd name="connsiteX14" fmla="*/ 97012 w 174974"/>
              <a:gd name="connsiteY14" fmla="*/ 193040 h 254000"/>
              <a:gd name="connsiteX15" fmla="*/ 86852 w 174974"/>
              <a:gd name="connsiteY15" fmla="*/ 182880 h 254000"/>
              <a:gd name="connsiteX16" fmla="*/ 76692 w 174974"/>
              <a:gd name="connsiteY16" fmla="*/ 193040 h 254000"/>
              <a:gd name="connsiteX17" fmla="*/ 76692 w 174974"/>
              <a:gd name="connsiteY17" fmla="*/ 233680 h 254000"/>
              <a:gd name="connsiteX18" fmla="*/ 36052 w 174974"/>
              <a:gd name="connsiteY18" fmla="*/ 233680 h 254000"/>
              <a:gd name="connsiteX19" fmla="*/ 25892 w 174974"/>
              <a:gd name="connsiteY19" fmla="*/ 243840 h 254000"/>
              <a:gd name="connsiteX20" fmla="*/ 36052 w 174974"/>
              <a:gd name="connsiteY20" fmla="*/ 254000 h 254000"/>
              <a:gd name="connsiteX21" fmla="*/ 137652 w 174974"/>
              <a:gd name="connsiteY21" fmla="*/ 254000 h 254000"/>
              <a:gd name="connsiteX22" fmla="*/ 147812 w 174974"/>
              <a:gd name="connsiteY22" fmla="*/ 243840 h 254000"/>
              <a:gd name="connsiteX23" fmla="*/ 137652 w 174974"/>
              <a:gd name="connsiteY23" fmla="*/ 233680 h 254000"/>
              <a:gd name="connsiteX24" fmla="*/ 97012 w 174974"/>
              <a:gd name="connsiteY24" fmla="*/ 233680 h 254000"/>
              <a:gd name="connsiteX25" fmla="*/ 97012 w 174974"/>
              <a:gd name="connsiteY25" fmla="*/ 19304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74974" h="254000">
                <a:moveTo>
                  <a:pt x="22082" y="142240"/>
                </a:moveTo>
                <a:lnTo>
                  <a:pt x="56372" y="20320"/>
                </a:lnTo>
                <a:lnTo>
                  <a:pt x="117332" y="20320"/>
                </a:lnTo>
                <a:lnTo>
                  <a:pt x="151622" y="142240"/>
                </a:lnTo>
                <a:lnTo>
                  <a:pt x="22082" y="142240"/>
                </a:lnTo>
                <a:close/>
                <a:moveTo>
                  <a:pt x="38592" y="11430"/>
                </a:moveTo>
                <a:cubicBezTo>
                  <a:pt x="39862" y="5080"/>
                  <a:pt x="46212" y="0"/>
                  <a:pt x="53832" y="0"/>
                </a:cubicBezTo>
                <a:lnTo>
                  <a:pt x="122412" y="0"/>
                </a:lnTo>
                <a:cubicBezTo>
                  <a:pt x="128762" y="0"/>
                  <a:pt x="135112" y="5080"/>
                  <a:pt x="137652" y="11430"/>
                </a:cubicBezTo>
                <a:lnTo>
                  <a:pt x="174482" y="143510"/>
                </a:lnTo>
                <a:cubicBezTo>
                  <a:pt x="177022" y="153670"/>
                  <a:pt x="169402" y="162560"/>
                  <a:pt x="159242" y="162560"/>
                </a:cubicBezTo>
                <a:lnTo>
                  <a:pt x="15732" y="162560"/>
                </a:lnTo>
                <a:cubicBezTo>
                  <a:pt x="5572" y="162560"/>
                  <a:pt x="-2048" y="152400"/>
                  <a:pt x="492" y="143510"/>
                </a:cubicBezTo>
                <a:lnTo>
                  <a:pt x="38592" y="11430"/>
                </a:lnTo>
                <a:close/>
                <a:moveTo>
                  <a:pt x="97012" y="193040"/>
                </a:moveTo>
                <a:cubicBezTo>
                  <a:pt x="97012" y="187960"/>
                  <a:pt x="91932" y="182880"/>
                  <a:pt x="86852" y="182880"/>
                </a:cubicBezTo>
                <a:cubicBezTo>
                  <a:pt x="81772" y="182880"/>
                  <a:pt x="76692" y="187960"/>
                  <a:pt x="76692" y="193040"/>
                </a:cubicBezTo>
                <a:lnTo>
                  <a:pt x="76692" y="233680"/>
                </a:lnTo>
                <a:lnTo>
                  <a:pt x="36052" y="233680"/>
                </a:lnTo>
                <a:cubicBezTo>
                  <a:pt x="30972" y="233680"/>
                  <a:pt x="25892" y="238760"/>
                  <a:pt x="25892" y="243840"/>
                </a:cubicBezTo>
                <a:cubicBezTo>
                  <a:pt x="25892" y="248920"/>
                  <a:pt x="30972" y="254000"/>
                  <a:pt x="36052" y="254000"/>
                </a:cubicBezTo>
                <a:lnTo>
                  <a:pt x="137652" y="254000"/>
                </a:lnTo>
                <a:cubicBezTo>
                  <a:pt x="142732" y="254000"/>
                  <a:pt x="147812" y="248920"/>
                  <a:pt x="147812" y="243840"/>
                </a:cubicBezTo>
                <a:cubicBezTo>
                  <a:pt x="147812" y="238760"/>
                  <a:pt x="142732" y="233680"/>
                  <a:pt x="137652" y="233680"/>
                </a:cubicBezTo>
                <a:lnTo>
                  <a:pt x="97012" y="233680"/>
                </a:lnTo>
                <a:lnTo>
                  <a:pt x="97012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4" name="Полилиния: фигура 60">
            <a:extLst>
              <a:ext uri="{FF2B5EF4-FFF2-40B4-BE49-F238E27FC236}">
                <a16:creationId xmlns:a16="http://schemas.microsoft.com/office/drawing/2014/main" id="{956FC5DA-5027-0C7A-3FA3-A9B9EE010D2E}"/>
              </a:ext>
            </a:extLst>
          </p:cNvPr>
          <p:cNvSpPr/>
          <p:nvPr/>
        </p:nvSpPr>
        <p:spPr>
          <a:xfrm>
            <a:off x="1608723" y="3059871"/>
            <a:ext cx="261619" cy="242887"/>
          </a:xfrm>
          <a:custGeom>
            <a:avLst/>
            <a:gdLst>
              <a:gd name="connsiteX0" fmla="*/ 20320 w 261619"/>
              <a:gd name="connsiteY0" fmla="*/ 81280 h 242887"/>
              <a:gd name="connsiteX1" fmla="*/ 81280 w 261619"/>
              <a:gd name="connsiteY1" fmla="*/ 20320 h 242887"/>
              <a:gd name="connsiteX2" fmla="*/ 124460 w 261619"/>
              <a:gd name="connsiteY2" fmla="*/ 38100 h 242887"/>
              <a:gd name="connsiteX3" fmla="*/ 139700 w 261619"/>
              <a:gd name="connsiteY3" fmla="*/ 38100 h 242887"/>
              <a:gd name="connsiteX4" fmla="*/ 182880 w 261619"/>
              <a:gd name="connsiteY4" fmla="*/ 20320 h 242887"/>
              <a:gd name="connsiteX5" fmla="*/ 243840 w 261619"/>
              <a:gd name="connsiteY5" fmla="*/ 81280 h 242887"/>
              <a:gd name="connsiteX6" fmla="*/ 226060 w 261619"/>
              <a:gd name="connsiteY6" fmla="*/ 124460 h 242887"/>
              <a:gd name="connsiteX7" fmla="*/ 132080 w 261619"/>
              <a:gd name="connsiteY7" fmla="*/ 218440 h 242887"/>
              <a:gd name="connsiteX8" fmla="*/ 105410 w 261619"/>
              <a:gd name="connsiteY8" fmla="*/ 191770 h 242887"/>
              <a:gd name="connsiteX9" fmla="*/ 105410 w 261619"/>
              <a:gd name="connsiteY9" fmla="*/ 191770 h 242887"/>
              <a:gd name="connsiteX10" fmla="*/ 38100 w 261619"/>
              <a:gd name="connsiteY10" fmla="*/ 124460 h 242887"/>
              <a:gd name="connsiteX11" fmla="*/ 20320 w 261619"/>
              <a:gd name="connsiteY11" fmla="*/ 81280 h 242887"/>
              <a:gd name="connsiteX12" fmla="*/ 81280 w 261619"/>
              <a:gd name="connsiteY12" fmla="*/ 0 h 242887"/>
              <a:gd name="connsiteX13" fmla="*/ 0 w 261619"/>
              <a:gd name="connsiteY13" fmla="*/ 81280 h 242887"/>
              <a:gd name="connsiteX14" fmla="*/ 22860 w 261619"/>
              <a:gd name="connsiteY14" fmla="*/ 139700 h 242887"/>
              <a:gd name="connsiteX15" fmla="*/ 90170 w 261619"/>
              <a:gd name="connsiteY15" fmla="*/ 207010 h 242887"/>
              <a:gd name="connsiteX16" fmla="*/ 90170 w 261619"/>
              <a:gd name="connsiteY16" fmla="*/ 207010 h 242887"/>
              <a:gd name="connsiteX17" fmla="*/ 90170 w 261619"/>
              <a:gd name="connsiteY17" fmla="*/ 207010 h 242887"/>
              <a:gd name="connsiteX18" fmla="*/ 123190 w 261619"/>
              <a:gd name="connsiteY18" fmla="*/ 240030 h 242887"/>
              <a:gd name="connsiteX19" fmla="*/ 138430 w 261619"/>
              <a:gd name="connsiteY19" fmla="*/ 240030 h 242887"/>
              <a:gd name="connsiteX20" fmla="*/ 238760 w 261619"/>
              <a:gd name="connsiteY20" fmla="*/ 139700 h 242887"/>
              <a:gd name="connsiteX21" fmla="*/ 261620 w 261619"/>
              <a:gd name="connsiteY21" fmla="*/ 81280 h 242887"/>
              <a:gd name="connsiteX22" fmla="*/ 180340 w 261619"/>
              <a:gd name="connsiteY22" fmla="*/ 0 h 242887"/>
              <a:gd name="connsiteX23" fmla="*/ 129540 w 261619"/>
              <a:gd name="connsiteY23" fmla="*/ 17780 h 242887"/>
              <a:gd name="connsiteX24" fmla="*/ 81280 w 261619"/>
              <a:gd name="connsiteY24" fmla="*/ 0 h 242887"/>
              <a:gd name="connsiteX25" fmla="*/ 214630 w 261619"/>
              <a:gd name="connsiteY25" fmla="*/ 114300 h 242887"/>
              <a:gd name="connsiteX26" fmla="*/ 214630 w 261619"/>
              <a:gd name="connsiteY26" fmla="*/ 100330 h 242887"/>
              <a:gd name="connsiteX27" fmla="*/ 200660 w 261619"/>
              <a:gd name="connsiteY27" fmla="*/ 100330 h 242887"/>
              <a:gd name="connsiteX28" fmla="*/ 154940 w 261619"/>
              <a:gd name="connsiteY28" fmla="*/ 146050 h 242887"/>
              <a:gd name="connsiteX29" fmla="*/ 154940 w 261619"/>
              <a:gd name="connsiteY29" fmla="*/ 160020 h 242887"/>
              <a:gd name="connsiteX30" fmla="*/ 168910 w 261619"/>
              <a:gd name="connsiteY30" fmla="*/ 160020 h 242887"/>
              <a:gd name="connsiteX31" fmla="*/ 214630 w 261619"/>
              <a:gd name="connsiteY31" fmla="*/ 114300 h 242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1619" h="242887">
                <a:moveTo>
                  <a:pt x="20320" y="81280"/>
                </a:moveTo>
                <a:cubicBezTo>
                  <a:pt x="20320" y="48260"/>
                  <a:pt x="46990" y="20320"/>
                  <a:pt x="81280" y="20320"/>
                </a:cubicBezTo>
                <a:cubicBezTo>
                  <a:pt x="97790" y="20320"/>
                  <a:pt x="113030" y="26670"/>
                  <a:pt x="124460" y="38100"/>
                </a:cubicBezTo>
                <a:cubicBezTo>
                  <a:pt x="128270" y="41910"/>
                  <a:pt x="135890" y="41910"/>
                  <a:pt x="139700" y="38100"/>
                </a:cubicBezTo>
                <a:cubicBezTo>
                  <a:pt x="151130" y="26670"/>
                  <a:pt x="166370" y="20320"/>
                  <a:pt x="182880" y="20320"/>
                </a:cubicBezTo>
                <a:cubicBezTo>
                  <a:pt x="215900" y="20320"/>
                  <a:pt x="243840" y="46990"/>
                  <a:pt x="243840" y="81280"/>
                </a:cubicBezTo>
                <a:cubicBezTo>
                  <a:pt x="243840" y="99060"/>
                  <a:pt x="237490" y="114300"/>
                  <a:pt x="226060" y="124460"/>
                </a:cubicBezTo>
                <a:lnTo>
                  <a:pt x="132080" y="218440"/>
                </a:lnTo>
                <a:cubicBezTo>
                  <a:pt x="123190" y="209550"/>
                  <a:pt x="114300" y="200660"/>
                  <a:pt x="105410" y="191770"/>
                </a:cubicBezTo>
                <a:lnTo>
                  <a:pt x="105410" y="191770"/>
                </a:lnTo>
                <a:cubicBezTo>
                  <a:pt x="82550" y="168910"/>
                  <a:pt x="59690" y="147320"/>
                  <a:pt x="38100" y="124460"/>
                </a:cubicBezTo>
                <a:cubicBezTo>
                  <a:pt x="26670" y="114300"/>
                  <a:pt x="20320" y="97790"/>
                  <a:pt x="20320" y="81280"/>
                </a:cubicBezTo>
                <a:close/>
                <a:moveTo>
                  <a:pt x="81280" y="0"/>
                </a:moveTo>
                <a:cubicBezTo>
                  <a:pt x="36830" y="0"/>
                  <a:pt x="0" y="36830"/>
                  <a:pt x="0" y="81280"/>
                </a:cubicBezTo>
                <a:cubicBezTo>
                  <a:pt x="0" y="102870"/>
                  <a:pt x="8890" y="124460"/>
                  <a:pt x="22860" y="139700"/>
                </a:cubicBezTo>
                <a:cubicBezTo>
                  <a:pt x="45720" y="162560"/>
                  <a:pt x="67310" y="185420"/>
                  <a:pt x="90170" y="207010"/>
                </a:cubicBezTo>
                <a:lnTo>
                  <a:pt x="90170" y="207010"/>
                </a:lnTo>
                <a:lnTo>
                  <a:pt x="90170" y="207010"/>
                </a:lnTo>
                <a:cubicBezTo>
                  <a:pt x="101600" y="218440"/>
                  <a:pt x="111760" y="228600"/>
                  <a:pt x="123190" y="240030"/>
                </a:cubicBezTo>
                <a:cubicBezTo>
                  <a:pt x="127000" y="243840"/>
                  <a:pt x="134620" y="243840"/>
                  <a:pt x="138430" y="240030"/>
                </a:cubicBezTo>
                <a:lnTo>
                  <a:pt x="238760" y="139700"/>
                </a:lnTo>
                <a:cubicBezTo>
                  <a:pt x="254000" y="124460"/>
                  <a:pt x="261620" y="104140"/>
                  <a:pt x="261620" y="81280"/>
                </a:cubicBezTo>
                <a:cubicBezTo>
                  <a:pt x="261620" y="36830"/>
                  <a:pt x="224790" y="0"/>
                  <a:pt x="180340" y="0"/>
                </a:cubicBezTo>
                <a:cubicBezTo>
                  <a:pt x="161290" y="0"/>
                  <a:pt x="143510" y="6350"/>
                  <a:pt x="129540" y="17780"/>
                </a:cubicBezTo>
                <a:cubicBezTo>
                  <a:pt x="118110" y="7620"/>
                  <a:pt x="100330" y="0"/>
                  <a:pt x="81280" y="0"/>
                </a:cubicBezTo>
                <a:close/>
                <a:moveTo>
                  <a:pt x="214630" y="114300"/>
                </a:moveTo>
                <a:cubicBezTo>
                  <a:pt x="218440" y="110490"/>
                  <a:pt x="218440" y="104140"/>
                  <a:pt x="214630" y="100330"/>
                </a:cubicBezTo>
                <a:cubicBezTo>
                  <a:pt x="210820" y="96520"/>
                  <a:pt x="204470" y="96520"/>
                  <a:pt x="200660" y="100330"/>
                </a:cubicBezTo>
                <a:lnTo>
                  <a:pt x="154940" y="146050"/>
                </a:lnTo>
                <a:cubicBezTo>
                  <a:pt x="151130" y="149860"/>
                  <a:pt x="151130" y="156210"/>
                  <a:pt x="154940" y="160020"/>
                </a:cubicBezTo>
                <a:cubicBezTo>
                  <a:pt x="158750" y="163830"/>
                  <a:pt x="165100" y="163830"/>
                  <a:pt x="168910" y="160020"/>
                </a:cubicBezTo>
                <a:lnTo>
                  <a:pt x="214630" y="1143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6" name="Полилиния: фигура 447">
            <a:extLst>
              <a:ext uri="{FF2B5EF4-FFF2-40B4-BE49-F238E27FC236}">
                <a16:creationId xmlns:a16="http://schemas.microsoft.com/office/drawing/2014/main" id="{D913156F-0D88-D486-E4D2-82E76B85D834}"/>
              </a:ext>
            </a:extLst>
          </p:cNvPr>
          <p:cNvSpPr/>
          <p:nvPr/>
        </p:nvSpPr>
        <p:spPr>
          <a:xfrm>
            <a:off x="2736483" y="3049076"/>
            <a:ext cx="243839" cy="264794"/>
          </a:xfrm>
          <a:custGeom>
            <a:avLst/>
            <a:gdLst>
              <a:gd name="connsiteX0" fmla="*/ 93980 w 243839"/>
              <a:gd name="connsiteY0" fmla="*/ 23495 h 264794"/>
              <a:gd name="connsiteX1" fmla="*/ 77470 w 243839"/>
              <a:gd name="connsiteY1" fmla="*/ 23495 h 264794"/>
              <a:gd name="connsiteX2" fmla="*/ 77470 w 243839"/>
              <a:gd name="connsiteY2" fmla="*/ 40005 h 264794"/>
              <a:gd name="connsiteX3" fmla="*/ 100330 w 243839"/>
              <a:gd name="connsiteY3" fmla="*/ 62865 h 264794"/>
              <a:gd name="connsiteX4" fmla="*/ 121920 w 243839"/>
              <a:gd name="connsiteY4" fmla="*/ 62865 h 264794"/>
              <a:gd name="connsiteX5" fmla="*/ 143510 w 243839"/>
              <a:gd name="connsiteY5" fmla="*/ 62865 h 264794"/>
              <a:gd name="connsiteX6" fmla="*/ 166370 w 243839"/>
              <a:gd name="connsiteY6" fmla="*/ 40005 h 264794"/>
              <a:gd name="connsiteX7" fmla="*/ 166370 w 243839"/>
              <a:gd name="connsiteY7" fmla="*/ 23495 h 264794"/>
              <a:gd name="connsiteX8" fmla="*/ 149860 w 243839"/>
              <a:gd name="connsiteY8" fmla="*/ 23495 h 264794"/>
              <a:gd name="connsiteX9" fmla="*/ 130810 w 243839"/>
              <a:gd name="connsiteY9" fmla="*/ 42545 h 264794"/>
              <a:gd name="connsiteX10" fmla="*/ 115570 w 243839"/>
              <a:gd name="connsiteY10" fmla="*/ 42545 h 264794"/>
              <a:gd name="connsiteX11" fmla="*/ 93980 w 243839"/>
              <a:gd name="connsiteY11" fmla="*/ 23495 h 264794"/>
              <a:gd name="connsiteX12" fmla="*/ 111760 w 243839"/>
              <a:gd name="connsiteY12" fmla="*/ 83185 h 264794"/>
              <a:gd name="connsiteX13" fmla="*/ 30480 w 243839"/>
              <a:gd name="connsiteY13" fmla="*/ 83185 h 264794"/>
              <a:gd name="connsiteX14" fmla="*/ 20320 w 243839"/>
              <a:gd name="connsiteY14" fmla="*/ 93345 h 264794"/>
              <a:gd name="connsiteX15" fmla="*/ 20320 w 243839"/>
              <a:gd name="connsiteY15" fmla="*/ 103505 h 264794"/>
              <a:gd name="connsiteX16" fmla="*/ 30480 w 243839"/>
              <a:gd name="connsiteY16" fmla="*/ 113665 h 264794"/>
              <a:gd name="connsiteX17" fmla="*/ 45720 w 243839"/>
              <a:gd name="connsiteY17" fmla="*/ 113665 h 264794"/>
              <a:gd name="connsiteX18" fmla="*/ 76200 w 243839"/>
              <a:gd name="connsiteY18" fmla="*/ 113665 h 264794"/>
              <a:gd name="connsiteX19" fmla="*/ 86360 w 243839"/>
              <a:gd name="connsiteY19" fmla="*/ 123825 h 264794"/>
              <a:gd name="connsiteX20" fmla="*/ 76200 w 243839"/>
              <a:gd name="connsiteY20" fmla="*/ 133985 h 264794"/>
              <a:gd name="connsiteX21" fmla="*/ 45720 w 243839"/>
              <a:gd name="connsiteY21" fmla="*/ 133985 h 264794"/>
              <a:gd name="connsiteX22" fmla="*/ 40640 w 243839"/>
              <a:gd name="connsiteY22" fmla="*/ 133985 h 264794"/>
              <a:gd name="connsiteX23" fmla="*/ 40640 w 243839"/>
              <a:gd name="connsiteY23" fmla="*/ 235585 h 264794"/>
              <a:gd name="connsiteX24" fmla="*/ 50800 w 243839"/>
              <a:gd name="connsiteY24" fmla="*/ 245745 h 264794"/>
              <a:gd name="connsiteX25" fmla="*/ 111760 w 243839"/>
              <a:gd name="connsiteY25" fmla="*/ 245745 h 264794"/>
              <a:gd name="connsiteX26" fmla="*/ 111760 w 243839"/>
              <a:gd name="connsiteY26" fmla="*/ 83185 h 264794"/>
              <a:gd name="connsiteX27" fmla="*/ 132080 w 243839"/>
              <a:gd name="connsiteY27" fmla="*/ 244475 h 264794"/>
              <a:gd name="connsiteX28" fmla="*/ 132080 w 243839"/>
              <a:gd name="connsiteY28" fmla="*/ 132715 h 264794"/>
              <a:gd name="connsiteX29" fmla="*/ 198120 w 243839"/>
              <a:gd name="connsiteY29" fmla="*/ 132715 h 264794"/>
              <a:gd name="connsiteX30" fmla="*/ 203200 w 243839"/>
              <a:gd name="connsiteY30" fmla="*/ 132715 h 264794"/>
              <a:gd name="connsiteX31" fmla="*/ 203200 w 243839"/>
              <a:gd name="connsiteY31" fmla="*/ 234315 h 264794"/>
              <a:gd name="connsiteX32" fmla="*/ 193040 w 243839"/>
              <a:gd name="connsiteY32" fmla="*/ 244475 h 264794"/>
              <a:gd name="connsiteX33" fmla="*/ 132080 w 243839"/>
              <a:gd name="connsiteY33" fmla="*/ 244475 h 264794"/>
              <a:gd name="connsiteX34" fmla="*/ 132080 w 243839"/>
              <a:gd name="connsiteY34" fmla="*/ 112395 h 264794"/>
              <a:gd name="connsiteX35" fmla="*/ 132080 w 243839"/>
              <a:gd name="connsiteY35" fmla="*/ 81915 h 264794"/>
              <a:gd name="connsiteX36" fmla="*/ 213360 w 243839"/>
              <a:gd name="connsiteY36" fmla="*/ 81915 h 264794"/>
              <a:gd name="connsiteX37" fmla="*/ 223520 w 243839"/>
              <a:gd name="connsiteY37" fmla="*/ 92075 h 264794"/>
              <a:gd name="connsiteX38" fmla="*/ 223520 w 243839"/>
              <a:gd name="connsiteY38" fmla="*/ 102235 h 264794"/>
              <a:gd name="connsiteX39" fmla="*/ 213360 w 243839"/>
              <a:gd name="connsiteY39" fmla="*/ 112395 h 264794"/>
              <a:gd name="connsiteX40" fmla="*/ 198120 w 243839"/>
              <a:gd name="connsiteY40" fmla="*/ 112395 h 264794"/>
              <a:gd name="connsiteX41" fmla="*/ 132080 w 243839"/>
              <a:gd name="connsiteY41" fmla="*/ 112395 h 264794"/>
              <a:gd name="connsiteX42" fmla="*/ 121920 w 243839"/>
              <a:gd name="connsiteY42" fmla="*/ 264795 h 264794"/>
              <a:gd name="connsiteX43" fmla="*/ 50800 w 243839"/>
              <a:gd name="connsiteY43" fmla="*/ 264795 h 264794"/>
              <a:gd name="connsiteX44" fmla="*/ 20320 w 243839"/>
              <a:gd name="connsiteY44" fmla="*/ 234315 h 264794"/>
              <a:gd name="connsiteX45" fmla="*/ 20320 w 243839"/>
              <a:gd name="connsiteY45" fmla="*/ 131445 h 264794"/>
              <a:gd name="connsiteX46" fmla="*/ 0 w 243839"/>
              <a:gd name="connsiteY46" fmla="*/ 102235 h 264794"/>
              <a:gd name="connsiteX47" fmla="*/ 0 w 243839"/>
              <a:gd name="connsiteY47" fmla="*/ 92075 h 264794"/>
              <a:gd name="connsiteX48" fmla="*/ 30480 w 243839"/>
              <a:gd name="connsiteY48" fmla="*/ 61595 h 264794"/>
              <a:gd name="connsiteX49" fmla="*/ 72390 w 243839"/>
              <a:gd name="connsiteY49" fmla="*/ 61595 h 264794"/>
              <a:gd name="connsiteX50" fmla="*/ 64770 w 243839"/>
              <a:gd name="connsiteY50" fmla="*/ 53975 h 264794"/>
              <a:gd name="connsiteX51" fmla="*/ 64770 w 243839"/>
              <a:gd name="connsiteY51" fmla="*/ 9525 h 264794"/>
              <a:gd name="connsiteX52" fmla="*/ 109220 w 243839"/>
              <a:gd name="connsiteY52" fmla="*/ 9525 h 264794"/>
              <a:gd name="connsiteX53" fmla="*/ 121920 w 243839"/>
              <a:gd name="connsiteY53" fmla="*/ 22225 h 264794"/>
              <a:gd name="connsiteX54" fmla="*/ 134620 w 243839"/>
              <a:gd name="connsiteY54" fmla="*/ 9525 h 264794"/>
              <a:gd name="connsiteX55" fmla="*/ 179070 w 243839"/>
              <a:gd name="connsiteY55" fmla="*/ 9525 h 264794"/>
              <a:gd name="connsiteX56" fmla="*/ 179070 w 243839"/>
              <a:gd name="connsiteY56" fmla="*/ 53975 h 264794"/>
              <a:gd name="connsiteX57" fmla="*/ 171450 w 243839"/>
              <a:gd name="connsiteY57" fmla="*/ 61595 h 264794"/>
              <a:gd name="connsiteX58" fmla="*/ 213360 w 243839"/>
              <a:gd name="connsiteY58" fmla="*/ 61595 h 264794"/>
              <a:gd name="connsiteX59" fmla="*/ 243840 w 243839"/>
              <a:gd name="connsiteY59" fmla="*/ 92075 h 264794"/>
              <a:gd name="connsiteX60" fmla="*/ 243840 w 243839"/>
              <a:gd name="connsiteY60" fmla="*/ 102235 h 264794"/>
              <a:gd name="connsiteX61" fmla="*/ 223520 w 243839"/>
              <a:gd name="connsiteY61" fmla="*/ 131445 h 264794"/>
              <a:gd name="connsiteX62" fmla="*/ 223520 w 243839"/>
              <a:gd name="connsiteY62" fmla="*/ 234315 h 264794"/>
              <a:gd name="connsiteX63" fmla="*/ 193040 w 243839"/>
              <a:gd name="connsiteY63" fmla="*/ 264795 h 264794"/>
              <a:gd name="connsiteX64" fmla="*/ 121920 w 243839"/>
              <a:gd name="connsiteY64" fmla="*/ 264795 h 26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43839" h="264794">
                <a:moveTo>
                  <a:pt x="93980" y="23495"/>
                </a:moveTo>
                <a:cubicBezTo>
                  <a:pt x="90170" y="19685"/>
                  <a:pt x="82550" y="19685"/>
                  <a:pt x="77470" y="23495"/>
                </a:cubicBezTo>
                <a:cubicBezTo>
                  <a:pt x="73660" y="27305"/>
                  <a:pt x="73660" y="34925"/>
                  <a:pt x="77470" y="40005"/>
                </a:cubicBezTo>
                <a:lnTo>
                  <a:pt x="100330" y="62865"/>
                </a:lnTo>
                <a:lnTo>
                  <a:pt x="121920" y="62865"/>
                </a:lnTo>
                <a:lnTo>
                  <a:pt x="143510" y="62865"/>
                </a:lnTo>
                <a:lnTo>
                  <a:pt x="166370" y="40005"/>
                </a:lnTo>
                <a:cubicBezTo>
                  <a:pt x="170180" y="36195"/>
                  <a:pt x="170180" y="28575"/>
                  <a:pt x="166370" y="23495"/>
                </a:cubicBezTo>
                <a:cubicBezTo>
                  <a:pt x="162560" y="19685"/>
                  <a:pt x="154940" y="19685"/>
                  <a:pt x="149860" y="23495"/>
                </a:cubicBezTo>
                <a:lnTo>
                  <a:pt x="130810" y="42545"/>
                </a:lnTo>
                <a:cubicBezTo>
                  <a:pt x="127000" y="46355"/>
                  <a:pt x="119380" y="46355"/>
                  <a:pt x="115570" y="42545"/>
                </a:cubicBezTo>
                <a:lnTo>
                  <a:pt x="93980" y="23495"/>
                </a:lnTo>
                <a:close/>
                <a:moveTo>
                  <a:pt x="111760" y="83185"/>
                </a:moveTo>
                <a:lnTo>
                  <a:pt x="30480" y="83185"/>
                </a:lnTo>
                <a:cubicBezTo>
                  <a:pt x="25400" y="83185"/>
                  <a:pt x="20320" y="88265"/>
                  <a:pt x="20320" y="93345"/>
                </a:cubicBezTo>
                <a:lnTo>
                  <a:pt x="20320" y="103505"/>
                </a:lnTo>
                <a:cubicBezTo>
                  <a:pt x="20320" y="108585"/>
                  <a:pt x="25400" y="113665"/>
                  <a:pt x="30480" y="113665"/>
                </a:cubicBezTo>
                <a:lnTo>
                  <a:pt x="45720" y="113665"/>
                </a:lnTo>
                <a:lnTo>
                  <a:pt x="76200" y="113665"/>
                </a:lnTo>
                <a:cubicBezTo>
                  <a:pt x="81280" y="113665"/>
                  <a:pt x="86360" y="118745"/>
                  <a:pt x="86360" y="123825"/>
                </a:cubicBezTo>
                <a:cubicBezTo>
                  <a:pt x="86360" y="128905"/>
                  <a:pt x="81280" y="133985"/>
                  <a:pt x="76200" y="133985"/>
                </a:cubicBezTo>
                <a:lnTo>
                  <a:pt x="45720" y="133985"/>
                </a:lnTo>
                <a:lnTo>
                  <a:pt x="40640" y="133985"/>
                </a:lnTo>
                <a:lnTo>
                  <a:pt x="40640" y="235585"/>
                </a:lnTo>
                <a:cubicBezTo>
                  <a:pt x="40640" y="240665"/>
                  <a:pt x="45720" y="245745"/>
                  <a:pt x="50800" y="245745"/>
                </a:cubicBezTo>
                <a:lnTo>
                  <a:pt x="111760" y="245745"/>
                </a:lnTo>
                <a:lnTo>
                  <a:pt x="111760" y="83185"/>
                </a:lnTo>
                <a:close/>
                <a:moveTo>
                  <a:pt x="132080" y="244475"/>
                </a:moveTo>
                <a:lnTo>
                  <a:pt x="132080" y="132715"/>
                </a:lnTo>
                <a:lnTo>
                  <a:pt x="198120" y="132715"/>
                </a:lnTo>
                <a:lnTo>
                  <a:pt x="203200" y="132715"/>
                </a:lnTo>
                <a:lnTo>
                  <a:pt x="203200" y="234315"/>
                </a:lnTo>
                <a:cubicBezTo>
                  <a:pt x="203200" y="239395"/>
                  <a:pt x="198120" y="244475"/>
                  <a:pt x="193040" y="244475"/>
                </a:cubicBezTo>
                <a:lnTo>
                  <a:pt x="132080" y="244475"/>
                </a:lnTo>
                <a:close/>
                <a:moveTo>
                  <a:pt x="132080" y="112395"/>
                </a:moveTo>
                <a:lnTo>
                  <a:pt x="132080" y="81915"/>
                </a:lnTo>
                <a:lnTo>
                  <a:pt x="213360" y="81915"/>
                </a:lnTo>
                <a:cubicBezTo>
                  <a:pt x="218440" y="81915"/>
                  <a:pt x="223520" y="86995"/>
                  <a:pt x="223520" y="92075"/>
                </a:cubicBezTo>
                <a:lnTo>
                  <a:pt x="223520" y="102235"/>
                </a:lnTo>
                <a:cubicBezTo>
                  <a:pt x="223520" y="107315"/>
                  <a:pt x="218440" y="112395"/>
                  <a:pt x="213360" y="112395"/>
                </a:cubicBezTo>
                <a:lnTo>
                  <a:pt x="198120" y="112395"/>
                </a:lnTo>
                <a:lnTo>
                  <a:pt x="132080" y="112395"/>
                </a:lnTo>
                <a:close/>
                <a:moveTo>
                  <a:pt x="121920" y="264795"/>
                </a:moveTo>
                <a:lnTo>
                  <a:pt x="50800" y="264795"/>
                </a:lnTo>
                <a:cubicBezTo>
                  <a:pt x="34290" y="264795"/>
                  <a:pt x="20320" y="250825"/>
                  <a:pt x="20320" y="234315"/>
                </a:cubicBezTo>
                <a:lnTo>
                  <a:pt x="20320" y="131445"/>
                </a:lnTo>
                <a:cubicBezTo>
                  <a:pt x="8890" y="127635"/>
                  <a:pt x="0" y="116205"/>
                  <a:pt x="0" y="102235"/>
                </a:cubicBezTo>
                <a:lnTo>
                  <a:pt x="0" y="92075"/>
                </a:lnTo>
                <a:cubicBezTo>
                  <a:pt x="0" y="75565"/>
                  <a:pt x="13970" y="61595"/>
                  <a:pt x="30480" y="61595"/>
                </a:cubicBezTo>
                <a:lnTo>
                  <a:pt x="72390" y="61595"/>
                </a:lnTo>
                <a:lnTo>
                  <a:pt x="64770" y="53975"/>
                </a:lnTo>
                <a:cubicBezTo>
                  <a:pt x="52070" y="41275"/>
                  <a:pt x="52070" y="20955"/>
                  <a:pt x="64770" y="9525"/>
                </a:cubicBezTo>
                <a:cubicBezTo>
                  <a:pt x="77470" y="-3175"/>
                  <a:pt x="97790" y="-3175"/>
                  <a:pt x="109220" y="9525"/>
                </a:cubicBezTo>
                <a:lnTo>
                  <a:pt x="121920" y="22225"/>
                </a:lnTo>
                <a:lnTo>
                  <a:pt x="134620" y="9525"/>
                </a:lnTo>
                <a:cubicBezTo>
                  <a:pt x="147320" y="-3175"/>
                  <a:pt x="167640" y="-3175"/>
                  <a:pt x="179070" y="9525"/>
                </a:cubicBezTo>
                <a:cubicBezTo>
                  <a:pt x="191770" y="22225"/>
                  <a:pt x="191770" y="42545"/>
                  <a:pt x="179070" y="53975"/>
                </a:cubicBezTo>
                <a:lnTo>
                  <a:pt x="171450" y="61595"/>
                </a:lnTo>
                <a:lnTo>
                  <a:pt x="213360" y="61595"/>
                </a:lnTo>
                <a:cubicBezTo>
                  <a:pt x="229870" y="61595"/>
                  <a:pt x="243840" y="75565"/>
                  <a:pt x="243840" y="92075"/>
                </a:cubicBezTo>
                <a:lnTo>
                  <a:pt x="243840" y="102235"/>
                </a:lnTo>
                <a:cubicBezTo>
                  <a:pt x="243840" y="114935"/>
                  <a:pt x="234950" y="126365"/>
                  <a:pt x="223520" y="131445"/>
                </a:cubicBezTo>
                <a:lnTo>
                  <a:pt x="223520" y="234315"/>
                </a:lnTo>
                <a:cubicBezTo>
                  <a:pt x="223520" y="250825"/>
                  <a:pt x="209550" y="264795"/>
                  <a:pt x="193040" y="264795"/>
                </a:cubicBezTo>
                <a:lnTo>
                  <a:pt x="121920" y="26479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7" name="Полилиния: фигура 450">
            <a:extLst>
              <a:ext uri="{FF2B5EF4-FFF2-40B4-BE49-F238E27FC236}">
                <a16:creationId xmlns:a16="http://schemas.microsoft.com/office/drawing/2014/main" id="{EBA18E77-1082-F7BA-537D-3AB02BCDEB46}"/>
              </a:ext>
            </a:extLst>
          </p:cNvPr>
          <p:cNvSpPr/>
          <p:nvPr/>
        </p:nvSpPr>
        <p:spPr>
          <a:xfrm>
            <a:off x="3307787" y="3069785"/>
            <a:ext cx="218831" cy="223766"/>
          </a:xfrm>
          <a:custGeom>
            <a:avLst/>
            <a:gdLst>
              <a:gd name="connsiteX0" fmla="*/ 78936 w 218831"/>
              <a:gd name="connsiteY0" fmla="*/ 12946 h 223766"/>
              <a:gd name="connsiteX1" fmla="*/ 71316 w 218831"/>
              <a:gd name="connsiteY1" fmla="*/ 246 h 223766"/>
              <a:gd name="connsiteX2" fmla="*/ 58616 w 218831"/>
              <a:gd name="connsiteY2" fmla="*/ 7866 h 223766"/>
              <a:gd name="connsiteX3" fmla="*/ 45916 w 218831"/>
              <a:gd name="connsiteY3" fmla="*/ 61206 h 223766"/>
              <a:gd name="connsiteX4" fmla="*/ 10356 w 218831"/>
              <a:gd name="connsiteY4" fmla="*/ 61206 h 223766"/>
              <a:gd name="connsiteX5" fmla="*/ 196 w 218831"/>
              <a:gd name="connsiteY5" fmla="*/ 72636 h 223766"/>
              <a:gd name="connsiteX6" fmla="*/ 21786 w 218831"/>
              <a:gd name="connsiteY6" fmla="*/ 214876 h 223766"/>
              <a:gd name="connsiteX7" fmla="*/ 31946 w 218831"/>
              <a:gd name="connsiteY7" fmla="*/ 223766 h 223766"/>
              <a:gd name="connsiteX8" fmla="*/ 186886 w 218831"/>
              <a:gd name="connsiteY8" fmla="*/ 223766 h 223766"/>
              <a:gd name="connsiteX9" fmla="*/ 197046 w 218831"/>
              <a:gd name="connsiteY9" fmla="*/ 214876 h 223766"/>
              <a:gd name="connsiteX10" fmla="*/ 218636 w 218831"/>
              <a:gd name="connsiteY10" fmla="*/ 72636 h 223766"/>
              <a:gd name="connsiteX11" fmla="*/ 208476 w 218831"/>
              <a:gd name="connsiteY11" fmla="*/ 61206 h 223766"/>
              <a:gd name="connsiteX12" fmla="*/ 172916 w 218831"/>
              <a:gd name="connsiteY12" fmla="*/ 61206 h 223766"/>
              <a:gd name="connsiteX13" fmla="*/ 160216 w 218831"/>
              <a:gd name="connsiteY13" fmla="*/ 7866 h 223766"/>
              <a:gd name="connsiteX14" fmla="*/ 147516 w 218831"/>
              <a:gd name="connsiteY14" fmla="*/ 246 h 223766"/>
              <a:gd name="connsiteX15" fmla="*/ 139896 w 218831"/>
              <a:gd name="connsiteY15" fmla="*/ 12946 h 223766"/>
              <a:gd name="connsiteX16" fmla="*/ 151326 w 218831"/>
              <a:gd name="connsiteY16" fmla="*/ 61206 h 223766"/>
              <a:gd name="connsiteX17" fmla="*/ 66236 w 218831"/>
              <a:gd name="connsiteY17" fmla="*/ 61206 h 223766"/>
              <a:gd name="connsiteX18" fmla="*/ 78936 w 218831"/>
              <a:gd name="connsiteY18" fmla="*/ 12946 h 223766"/>
              <a:gd name="connsiteX19" fmla="*/ 53536 w 218831"/>
              <a:gd name="connsiteY19" fmla="*/ 81526 h 223766"/>
              <a:gd name="connsiteX20" fmla="*/ 53536 w 218831"/>
              <a:gd name="connsiteY20" fmla="*/ 81526 h 223766"/>
              <a:gd name="connsiteX21" fmla="*/ 165296 w 218831"/>
              <a:gd name="connsiteY21" fmla="*/ 81526 h 223766"/>
              <a:gd name="connsiteX22" fmla="*/ 165296 w 218831"/>
              <a:gd name="connsiteY22" fmla="*/ 81526 h 223766"/>
              <a:gd name="connsiteX23" fmla="*/ 197046 w 218831"/>
              <a:gd name="connsiteY23" fmla="*/ 81526 h 223766"/>
              <a:gd name="connsiteX24" fmla="*/ 177996 w 218831"/>
              <a:gd name="connsiteY24" fmla="*/ 203446 h 223766"/>
              <a:gd name="connsiteX25" fmla="*/ 40836 w 218831"/>
              <a:gd name="connsiteY25" fmla="*/ 203446 h 223766"/>
              <a:gd name="connsiteX26" fmla="*/ 21786 w 218831"/>
              <a:gd name="connsiteY26" fmla="*/ 81526 h 223766"/>
              <a:gd name="connsiteX27" fmla="*/ 53536 w 218831"/>
              <a:gd name="connsiteY27" fmla="*/ 81526 h 223766"/>
              <a:gd name="connsiteX28" fmla="*/ 63696 w 218831"/>
              <a:gd name="connsiteY28" fmla="*/ 112006 h 223766"/>
              <a:gd name="connsiteX29" fmla="*/ 53536 w 218831"/>
              <a:gd name="connsiteY29" fmla="*/ 122166 h 223766"/>
              <a:gd name="connsiteX30" fmla="*/ 63696 w 218831"/>
              <a:gd name="connsiteY30" fmla="*/ 132326 h 223766"/>
              <a:gd name="connsiteX31" fmla="*/ 155136 w 218831"/>
              <a:gd name="connsiteY31" fmla="*/ 132326 h 223766"/>
              <a:gd name="connsiteX32" fmla="*/ 165296 w 218831"/>
              <a:gd name="connsiteY32" fmla="*/ 122166 h 223766"/>
              <a:gd name="connsiteX33" fmla="*/ 155136 w 218831"/>
              <a:gd name="connsiteY33" fmla="*/ 112006 h 223766"/>
              <a:gd name="connsiteX34" fmla="*/ 63696 w 218831"/>
              <a:gd name="connsiteY34" fmla="*/ 112006 h 223766"/>
              <a:gd name="connsiteX35" fmla="*/ 53536 w 218831"/>
              <a:gd name="connsiteY35" fmla="*/ 162806 h 223766"/>
              <a:gd name="connsiteX36" fmla="*/ 63696 w 218831"/>
              <a:gd name="connsiteY36" fmla="*/ 152646 h 223766"/>
              <a:gd name="connsiteX37" fmla="*/ 155136 w 218831"/>
              <a:gd name="connsiteY37" fmla="*/ 152646 h 223766"/>
              <a:gd name="connsiteX38" fmla="*/ 165296 w 218831"/>
              <a:gd name="connsiteY38" fmla="*/ 162806 h 223766"/>
              <a:gd name="connsiteX39" fmla="*/ 155136 w 218831"/>
              <a:gd name="connsiteY39" fmla="*/ 172966 h 223766"/>
              <a:gd name="connsiteX40" fmla="*/ 63696 w 218831"/>
              <a:gd name="connsiteY40" fmla="*/ 172966 h 223766"/>
              <a:gd name="connsiteX41" fmla="*/ 53536 w 218831"/>
              <a:gd name="connsiteY41" fmla="*/ 162806 h 223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18831" h="223766">
                <a:moveTo>
                  <a:pt x="78936" y="12946"/>
                </a:moveTo>
                <a:cubicBezTo>
                  <a:pt x="80206" y="7866"/>
                  <a:pt x="76396" y="1516"/>
                  <a:pt x="71316" y="246"/>
                </a:cubicBezTo>
                <a:cubicBezTo>
                  <a:pt x="66236" y="-1024"/>
                  <a:pt x="59886" y="2786"/>
                  <a:pt x="58616" y="7866"/>
                </a:cubicBezTo>
                <a:lnTo>
                  <a:pt x="45916" y="61206"/>
                </a:lnTo>
                <a:lnTo>
                  <a:pt x="10356" y="61206"/>
                </a:lnTo>
                <a:cubicBezTo>
                  <a:pt x="4006" y="61206"/>
                  <a:pt x="-1074" y="66286"/>
                  <a:pt x="196" y="72636"/>
                </a:cubicBezTo>
                <a:lnTo>
                  <a:pt x="21786" y="214876"/>
                </a:lnTo>
                <a:cubicBezTo>
                  <a:pt x="23056" y="219956"/>
                  <a:pt x="26866" y="223766"/>
                  <a:pt x="31946" y="223766"/>
                </a:cubicBezTo>
                <a:lnTo>
                  <a:pt x="186886" y="223766"/>
                </a:lnTo>
                <a:cubicBezTo>
                  <a:pt x="191966" y="223766"/>
                  <a:pt x="195776" y="219956"/>
                  <a:pt x="197046" y="214876"/>
                </a:cubicBezTo>
                <a:lnTo>
                  <a:pt x="218636" y="72636"/>
                </a:lnTo>
                <a:cubicBezTo>
                  <a:pt x="219906" y="66286"/>
                  <a:pt x="214826" y="61206"/>
                  <a:pt x="208476" y="61206"/>
                </a:cubicBezTo>
                <a:lnTo>
                  <a:pt x="172916" y="61206"/>
                </a:lnTo>
                <a:lnTo>
                  <a:pt x="160216" y="7866"/>
                </a:lnTo>
                <a:cubicBezTo>
                  <a:pt x="158946" y="2786"/>
                  <a:pt x="153866" y="-1024"/>
                  <a:pt x="147516" y="246"/>
                </a:cubicBezTo>
                <a:cubicBezTo>
                  <a:pt x="142436" y="1516"/>
                  <a:pt x="138626" y="6596"/>
                  <a:pt x="139896" y="12946"/>
                </a:cubicBezTo>
                <a:lnTo>
                  <a:pt x="151326" y="61206"/>
                </a:lnTo>
                <a:lnTo>
                  <a:pt x="66236" y="61206"/>
                </a:lnTo>
                <a:lnTo>
                  <a:pt x="78936" y="12946"/>
                </a:lnTo>
                <a:close/>
                <a:moveTo>
                  <a:pt x="53536" y="81526"/>
                </a:moveTo>
                <a:cubicBezTo>
                  <a:pt x="53536" y="81526"/>
                  <a:pt x="54806" y="81526"/>
                  <a:pt x="53536" y="81526"/>
                </a:cubicBezTo>
                <a:lnTo>
                  <a:pt x="165296" y="81526"/>
                </a:lnTo>
                <a:cubicBezTo>
                  <a:pt x="165296" y="81526"/>
                  <a:pt x="165296" y="81526"/>
                  <a:pt x="165296" y="81526"/>
                </a:cubicBezTo>
                <a:lnTo>
                  <a:pt x="197046" y="81526"/>
                </a:lnTo>
                <a:lnTo>
                  <a:pt x="177996" y="203446"/>
                </a:lnTo>
                <a:lnTo>
                  <a:pt x="40836" y="203446"/>
                </a:lnTo>
                <a:lnTo>
                  <a:pt x="21786" y="81526"/>
                </a:lnTo>
                <a:lnTo>
                  <a:pt x="53536" y="81526"/>
                </a:lnTo>
                <a:close/>
                <a:moveTo>
                  <a:pt x="63696" y="112006"/>
                </a:moveTo>
                <a:cubicBezTo>
                  <a:pt x="58616" y="112006"/>
                  <a:pt x="53536" y="117086"/>
                  <a:pt x="53536" y="122166"/>
                </a:cubicBezTo>
                <a:cubicBezTo>
                  <a:pt x="53536" y="127246"/>
                  <a:pt x="58616" y="132326"/>
                  <a:pt x="63696" y="132326"/>
                </a:cubicBezTo>
                <a:lnTo>
                  <a:pt x="155136" y="132326"/>
                </a:lnTo>
                <a:cubicBezTo>
                  <a:pt x="160216" y="132326"/>
                  <a:pt x="165296" y="127246"/>
                  <a:pt x="165296" y="122166"/>
                </a:cubicBezTo>
                <a:cubicBezTo>
                  <a:pt x="165296" y="117086"/>
                  <a:pt x="160216" y="112006"/>
                  <a:pt x="155136" y="112006"/>
                </a:cubicBezTo>
                <a:lnTo>
                  <a:pt x="63696" y="112006"/>
                </a:lnTo>
                <a:close/>
                <a:moveTo>
                  <a:pt x="53536" y="162806"/>
                </a:moveTo>
                <a:cubicBezTo>
                  <a:pt x="53536" y="157726"/>
                  <a:pt x="58616" y="152646"/>
                  <a:pt x="63696" y="152646"/>
                </a:cubicBezTo>
                <a:lnTo>
                  <a:pt x="155136" y="152646"/>
                </a:lnTo>
                <a:cubicBezTo>
                  <a:pt x="160216" y="152646"/>
                  <a:pt x="165296" y="157726"/>
                  <a:pt x="165296" y="162806"/>
                </a:cubicBezTo>
                <a:cubicBezTo>
                  <a:pt x="165296" y="167886"/>
                  <a:pt x="160216" y="172966"/>
                  <a:pt x="155136" y="172966"/>
                </a:cubicBezTo>
                <a:lnTo>
                  <a:pt x="63696" y="172966"/>
                </a:lnTo>
                <a:cubicBezTo>
                  <a:pt x="58616" y="172966"/>
                  <a:pt x="53536" y="167886"/>
                  <a:pt x="53536" y="162806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28" name="Полилиния: фигура 453">
            <a:extLst>
              <a:ext uri="{FF2B5EF4-FFF2-40B4-BE49-F238E27FC236}">
                <a16:creationId xmlns:a16="http://schemas.microsoft.com/office/drawing/2014/main" id="{79A12BC6-586F-0CD0-6C70-733709544FC5}"/>
              </a:ext>
            </a:extLst>
          </p:cNvPr>
          <p:cNvSpPr/>
          <p:nvPr/>
        </p:nvSpPr>
        <p:spPr>
          <a:xfrm>
            <a:off x="3875672" y="3061142"/>
            <a:ext cx="203200" cy="240982"/>
          </a:xfrm>
          <a:custGeom>
            <a:avLst/>
            <a:gdLst>
              <a:gd name="connsiteX0" fmla="*/ 20320 w 203200"/>
              <a:gd name="connsiteY0" fmla="*/ 130810 h 240982"/>
              <a:gd name="connsiteX1" fmla="*/ 20320 w 203200"/>
              <a:gd name="connsiteY1" fmla="*/ 19050 h 240982"/>
              <a:gd name="connsiteX2" fmla="*/ 182880 w 203200"/>
              <a:gd name="connsiteY2" fmla="*/ 19050 h 240982"/>
              <a:gd name="connsiteX3" fmla="*/ 182880 w 203200"/>
              <a:gd name="connsiteY3" fmla="*/ 130810 h 240982"/>
              <a:gd name="connsiteX4" fmla="*/ 143510 w 203200"/>
              <a:gd name="connsiteY4" fmla="*/ 195580 h 240982"/>
              <a:gd name="connsiteX5" fmla="*/ 101600 w 203200"/>
              <a:gd name="connsiteY5" fmla="*/ 218440 h 240982"/>
              <a:gd name="connsiteX6" fmla="*/ 59690 w 203200"/>
              <a:gd name="connsiteY6" fmla="*/ 195580 h 240982"/>
              <a:gd name="connsiteX7" fmla="*/ 20320 w 203200"/>
              <a:gd name="connsiteY7" fmla="*/ 130810 h 240982"/>
              <a:gd name="connsiteX8" fmla="*/ 0 w 203200"/>
              <a:gd name="connsiteY8" fmla="*/ 10160 h 240982"/>
              <a:gd name="connsiteX9" fmla="*/ 10160 w 203200"/>
              <a:gd name="connsiteY9" fmla="*/ 0 h 240982"/>
              <a:gd name="connsiteX10" fmla="*/ 193040 w 203200"/>
              <a:gd name="connsiteY10" fmla="*/ 0 h 240982"/>
              <a:gd name="connsiteX11" fmla="*/ 203200 w 203200"/>
              <a:gd name="connsiteY11" fmla="*/ 10160 h 240982"/>
              <a:gd name="connsiteX12" fmla="*/ 203200 w 203200"/>
              <a:gd name="connsiteY12" fmla="*/ 132080 h 240982"/>
              <a:gd name="connsiteX13" fmla="*/ 153670 w 203200"/>
              <a:gd name="connsiteY13" fmla="*/ 214630 h 240982"/>
              <a:gd name="connsiteX14" fmla="*/ 106680 w 203200"/>
              <a:gd name="connsiteY14" fmla="*/ 240030 h 240982"/>
              <a:gd name="connsiteX15" fmla="*/ 97790 w 203200"/>
              <a:gd name="connsiteY15" fmla="*/ 240030 h 240982"/>
              <a:gd name="connsiteX16" fmla="*/ 50800 w 203200"/>
              <a:gd name="connsiteY16" fmla="*/ 214630 h 240982"/>
              <a:gd name="connsiteX17" fmla="*/ 1270 w 203200"/>
              <a:gd name="connsiteY17" fmla="*/ 132080 h 240982"/>
              <a:gd name="connsiteX18" fmla="*/ 1270 w 203200"/>
              <a:gd name="connsiteY18" fmla="*/ 10160 h 240982"/>
              <a:gd name="connsiteX19" fmla="*/ 111760 w 203200"/>
              <a:gd name="connsiteY19" fmla="*/ 60960 h 240982"/>
              <a:gd name="connsiteX20" fmla="*/ 60960 w 203200"/>
              <a:gd name="connsiteY20" fmla="*/ 60960 h 240982"/>
              <a:gd name="connsiteX21" fmla="*/ 60960 w 203200"/>
              <a:gd name="connsiteY21" fmla="*/ 111760 h 240982"/>
              <a:gd name="connsiteX22" fmla="*/ 50800 w 203200"/>
              <a:gd name="connsiteY22" fmla="*/ 121920 h 240982"/>
              <a:gd name="connsiteX23" fmla="*/ 40640 w 203200"/>
              <a:gd name="connsiteY23" fmla="*/ 111760 h 240982"/>
              <a:gd name="connsiteX24" fmla="*/ 40640 w 203200"/>
              <a:gd name="connsiteY24" fmla="*/ 52070 h 240982"/>
              <a:gd name="connsiteX25" fmla="*/ 52070 w 203200"/>
              <a:gd name="connsiteY25" fmla="*/ 40640 h 240982"/>
              <a:gd name="connsiteX26" fmla="*/ 111760 w 203200"/>
              <a:gd name="connsiteY26" fmla="*/ 40640 h 240982"/>
              <a:gd name="connsiteX27" fmla="*/ 121920 w 203200"/>
              <a:gd name="connsiteY27" fmla="*/ 50800 h 240982"/>
              <a:gd name="connsiteX28" fmla="*/ 111760 w 203200"/>
              <a:gd name="connsiteY28" fmla="*/ 60960 h 240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03200" h="240982">
                <a:moveTo>
                  <a:pt x="20320" y="130810"/>
                </a:moveTo>
                <a:lnTo>
                  <a:pt x="20320" y="19050"/>
                </a:lnTo>
                <a:lnTo>
                  <a:pt x="182880" y="19050"/>
                </a:lnTo>
                <a:lnTo>
                  <a:pt x="182880" y="130810"/>
                </a:lnTo>
                <a:cubicBezTo>
                  <a:pt x="182880" y="157480"/>
                  <a:pt x="167640" y="182880"/>
                  <a:pt x="143510" y="195580"/>
                </a:cubicBezTo>
                <a:lnTo>
                  <a:pt x="101600" y="218440"/>
                </a:lnTo>
                <a:lnTo>
                  <a:pt x="59690" y="195580"/>
                </a:lnTo>
                <a:cubicBezTo>
                  <a:pt x="34290" y="184150"/>
                  <a:pt x="20320" y="158750"/>
                  <a:pt x="20320" y="130810"/>
                </a:cubicBez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32080"/>
                </a:lnTo>
                <a:cubicBezTo>
                  <a:pt x="203200" y="166370"/>
                  <a:pt x="184150" y="198120"/>
                  <a:pt x="153670" y="214630"/>
                </a:cubicBezTo>
                <a:lnTo>
                  <a:pt x="106680" y="240030"/>
                </a:lnTo>
                <a:cubicBezTo>
                  <a:pt x="104140" y="241300"/>
                  <a:pt x="100330" y="241300"/>
                  <a:pt x="97790" y="240030"/>
                </a:cubicBezTo>
                <a:lnTo>
                  <a:pt x="50800" y="214630"/>
                </a:lnTo>
                <a:cubicBezTo>
                  <a:pt x="20320" y="198120"/>
                  <a:pt x="1270" y="166370"/>
                  <a:pt x="1270" y="132080"/>
                </a:cubicBezTo>
                <a:lnTo>
                  <a:pt x="1270" y="10160"/>
                </a:lnTo>
                <a:close/>
                <a:moveTo>
                  <a:pt x="111760" y="60960"/>
                </a:moveTo>
                <a:lnTo>
                  <a:pt x="60960" y="60960"/>
                </a:lnTo>
                <a:lnTo>
                  <a:pt x="60960" y="111760"/>
                </a:lnTo>
                <a:cubicBezTo>
                  <a:pt x="60960" y="116840"/>
                  <a:pt x="55880" y="121920"/>
                  <a:pt x="50800" y="121920"/>
                </a:cubicBezTo>
                <a:cubicBezTo>
                  <a:pt x="45720" y="121920"/>
                  <a:pt x="40640" y="116840"/>
                  <a:pt x="40640" y="111760"/>
                </a:cubicBezTo>
                <a:lnTo>
                  <a:pt x="40640" y="52070"/>
                </a:lnTo>
                <a:cubicBezTo>
                  <a:pt x="40640" y="45720"/>
                  <a:pt x="45720" y="40640"/>
                  <a:pt x="52070" y="40640"/>
                </a:cubicBezTo>
                <a:lnTo>
                  <a:pt x="111760" y="40640"/>
                </a:lnTo>
                <a:cubicBezTo>
                  <a:pt x="116840" y="40640"/>
                  <a:pt x="121920" y="45720"/>
                  <a:pt x="121920" y="50800"/>
                </a:cubicBezTo>
                <a:cubicBezTo>
                  <a:pt x="121920" y="55880"/>
                  <a:pt x="116840" y="60960"/>
                  <a:pt x="111760" y="609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29" name="Полилиния: фигура 456">
            <a:extLst>
              <a:ext uri="{FF2B5EF4-FFF2-40B4-BE49-F238E27FC236}">
                <a16:creationId xmlns:a16="http://schemas.microsoft.com/office/drawing/2014/main" id="{63723845-007F-0562-9E3B-BCEEE278CBC2}"/>
              </a:ext>
            </a:extLst>
          </p:cNvPr>
          <p:cNvSpPr/>
          <p:nvPr/>
        </p:nvSpPr>
        <p:spPr>
          <a:xfrm>
            <a:off x="4403992" y="3080192"/>
            <a:ext cx="264160" cy="203200"/>
          </a:xfrm>
          <a:custGeom>
            <a:avLst/>
            <a:gdLst>
              <a:gd name="connsiteX0" fmla="*/ 20320 w 264160"/>
              <a:gd name="connsiteY0" fmla="*/ 20320 h 203200"/>
              <a:gd name="connsiteX1" fmla="*/ 20320 w 264160"/>
              <a:gd name="connsiteY1" fmla="*/ 142240 h 203200"/>
              <a:gd name="connsiteX2" fmla="*/ 243840 w 264160"/>
              <a:gd name="connsiteY2" fmla="*/ 142240 h 203200"/>
              <a:gd name="connsiteX3" fmla="*/ 243840 w 264160"/>
              <a:gd name="connsiteY3" fmla="*/ 20320 h 203200"/>
              <a:gd name="connsiteX4" fmla="*/ 20320 w 264160"/>
              <a:gd name="connsiteY4" fmla="*/ 20320 h 203200"/>
              <a:gd name="connsiteX5" fmla="*/ 10160 w 264160"/>
              <a:gd name="connsiteY5" fmla="*/ 0 h 203200"/>
              <a:gd name="connsiteX6" fmla="*/ 0 w 264160"/>
              <a:gd name="connsiteY6" fmla="*/ 10160 h 203200"/>
              <a:gd name="connsiteX7" fmla="*/ 0 w 264160"/>
              <a:gd name="connsiteY7" fmla="*/ 152400 h 203200"/>
              <a:gd name="connsiteX8" fmla="*/ 10160 w 264160"/>
              <a:gd name="connsiteY8" fmla="*/ 162560 h 203200"/>
              <a:gd name="connsiteX9" fmla="*/ 254000 w 264160"/>
              <a:gd name="connsiteY9" fmla="*/ 162560 h 203200"/>
              <a:gd name="connsiteX10" fmla="*/ 264160 w 264160"/>
              <a:gd name="connsiteY10" fmla="*/ 152400 h 203200"/>
              <a:gd name="connsiteX11" fmla="*/ 264160 w 264160"/>
              <a:gd name="connsiteY11" fmla="*/ 10160 h 203200"/>
              <a:gd name="connsiteX12" fmla="*/ 254000 w 264160"/>
              <a:gd name="connsiteY12" fmla="*/ 0 h 203200"/>
              <a:gd name="connsiteX13" fmla="*/ 10160 w 264160"/>
              <a:gd name="connsiteY13" fmla="*/ 0 h 203200"/>
              <a:gd name="connsiteX14" fmla="*/ 132080 w 264160"/>
              <a:gd name="connsiteY14" fmla="*/ 60960 h 203200"/>
              <a:gd name="connsiteX15" fmla="*/ 111760 w 264160"/>
              <a:gd name="connsiteY15" fmla="*/ 81280 h 203200"/>
              <a:gd name="connsiteX16" fmla="*/ 132080 w 264160"/>
              <a:gd name="connsiteY16" fmla="*/ 101600 h 203200"/>
              <a:gd name="connsiteX17" fmla="*/ 152400 w 264160"/>
              <a:gd name="connsiteY17" fmla="*/ 81280 h 203200"/>
              <a:gd name="connsiteX18" fmla="*/ 132080 w 264160"/>
              <a:gd name="connsiteY18" fmla="*/ 60960 h 203200"/>
              <a:gd name="connsiteX19" fmla="*/ 91440 w 264160"/>
              <a:gd name="connsiteY19" fmla="*/ 81280 h 203200"/>
              <a:gd name="connsiteX20" fmla="*/ 132080 w 264160"/>
              <a:gd name="connsiteY20" fmla="*/ 40640 h 203200"/>
              <a:gd name="connsiteX21" fmla="*/ 172720 w 264160"/>
              <a:gd name="connsiteY21" fmla="*/ 81280 h 203200"/>
              <a:gd name="connsiteX22" fmla="*/ 132080 w 264160"/>
              <a:gd name="connsiteY22" fmla="*/ 121920 h 203200"/>
              <a:gd name="connsiteX23" fmla="*/ 91440 w 264160"/>
              <a:gd name="connsiteY23" fmla="*/ 81280 h 203200"/>
              <a:gd name="connsiteX24" fmla="*/ 10160 w 264160"/>
              <a:gd name="connsiteY24" fmla="*/ 182880 h 203200"/>
              <a:gd name="connsiteX25" fmla="*/ 0 w 264160"/>
              <a:gd name="connsiteY25" fmla="*/ 193040 h 203200"/>
              <a:gd name="connsiteX26" fmla="*/ 10160 w 264160"/>
              <a:gd name="connsiteY26" fmla="*/ 203200 h 203200"/>
              <a:gd name="connsiteX27" fmla="*/ 254000 w 264160"/>
              <a:gd name="connsiteY27" fmla="*/ 203200 h 203200"/>
              <a:gd name="connsiteX28" fmla="*/ 264160 w 264160"/>
              <a:gd name="connsiteY28" fmla="*/ 193040 h 203200"/>
              <a:gd name="connsiteX29" fmla="*/ 254000 w 264160"/>
              <a:gd name="connsiteY29" fmla="*/ 182880 h 203200"/>
              <a:gd name="connsiteX30" fmla="*/ 10160 w 264160"/>
              <a:gd name="connsiteY30" fmla="*/ 182880 h 203200"/>
              <a:gd name="connsiteX31" fmla="*/ 60960 w 264160"/>
              <a:gd name="connsiteY31" fmla="*/ 60960 h 203200"/>
              <a:gd name="connsiteX32" fmla="*/ 71120 w 264160"/>
              <a:gd name="connsiteY32" fmla="*/ 71120 h 203200"/>
              <a:gd name="connsiteX33" fmla="*/ 71120 w 264160"/>
              <a:gd name="connsiteY33" fmla="*/ 91440 h 203200"/>
              <a:gd name="connsiteX34" fmla="*/ 60960 w 264160"/>
              <a:gd name="connsiteY34" fmla="*/ 101600 h 203200"/>
              <a:gd name="connsiteX35" fmla="*/ 50800 w 264160"/>
              <a:gd name="connsiteY35" fmla="*/ 91440 h 203200"/>
              <a:gd name="connsiteX36" fmla="*/ 50800 w 264160"/>
              <a:gd name="connsiteY36" fmla="*/ 71120 h 203200"/>
              <a:gd name="connsiteX37" fmla="*/ 60960 w 264160"/>
              <a:gd name="connsiteY37" fmla="*/ 60960 h 203200"/>
              <a:gd name="connsiteX38" fmla="*/ 213360 w 264160"/>
              <a:gd name="connsiteY38" fmla="*/ 71120 h 203200"/>
              <a:gd name="connsiteX39" fmla="*/ 203200 w 264160"/>
              <a:gd name="connsiteY39" fmla="*/ 60960 h 203200"/>
              <a:gd name="connsiteX40" fmla="*/ 193040 w 264160"/>
              <a:gd name="connsiteY40" fmla="*/ 71120 h 203200"/>
              <a:gd name="connsiteX41" fmla="*/ 193040 w 264160"/>
              <a:gd name="connsiteY41" fmla="*/ 91440 h 203200"/>
              <a:gd name="connsiteX42" fmla="*/ 203200 w 264160"/>
              <a:gd name="connsiteY42" fmla="*/ 101600 h 203200"/>
              <a:gd name="connsiteX43" fmla="*/ 213360 w 264160"/>
              <a:gd name="connsiteY43" fmla="*/ 91440 h 203200"/>
              <a:gd name="connsiteX44" fmla="*/ 213360 w 264160"/>
              <a:gd name="connsiteY44" fmla="*/ 7112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64160" h="203200">
                <a:moveTo>
                  <a:pt x="20320" y="20320"/>
                </a:moveTo>
                <a:lnTo>
                  <a:pt x="20320" y="142240"/>
                </a:lnTo>
                <a:lnTo>
                  <a:pt x="243840" y="142240"/>
                </a:lnTo>
                <a:lnTo>
                  <a:pt x="24384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52400"/>
                </a:lnTo>
                <a:cubicBezTo>
                  <a:pt x="0" y="157480"/>
                  <a:pt x="5080" y="162560"/>
                  <a:pt x="10160" y="162560"/>
                </a:cubicBezTo>
                <a:lnTo>
                  <a:pt x="254000" y="162560"/>
                </a:lnTo>
                <a:cubicBezTo>
                  <a:pt x="259080" y="162560"/>
                  <a:pt x="264160" y="157480"/>
                  <a:pt x="264160" y="152400"/>
                </a:cubicBezTo>
                <a:lnTo>
                  <a:pt x="264160" y="10160"/>
                </a:lnTo>
                <a:cubicBezTo>
                  <a:pt x="264160" y="5080"/>
                  <a:pt x="259080" y="0"/>
                  <a:pt x="254000" y="0"/>
                </a:cubicBezTo>
                <a:lnTo>
                  <a:pt x="10160" y="0"/>
                </a:lnTo>
                <a:close/>
                <a:moveTo>
                  <a:pt x="132080" y="60960"/>
                </a:moveTo>
                <a:cubicBezTo>
                  <a:pt x="120650" y="60960"/>
                  <a:pt x="111760" y="69850"/>
                  <a:pt x="111760" y="81280"/>
                </a:cubicBezTo>
                <a:cubicBezTo>
                  <a:pt x="111760" y="92710"/>
                  <a:pt x="120650" y="101600"/>
                  <a:pt x="132080" y="101600"/>
                </a:cubicBezTo>
                <a:cubicBezTo>
                  <a:pt x="143510" y="101600"/>
                  <a:pt x="152400" y="92710"/>
                  <a:pt x="152400" y="81280"/>
                </a:cubicBezTo>
                <a:cubicBezTo>
                  <a:pt x="152400" y="69850"/>
                  <a:pt x="143510" y="60960"/>
                  <a:pt x="132080" y="60960"/>
                </a:cubicBezTo>
                <a:close/>
                <a:moveTo>
                  <a:pt x="91440" y="81280"/>
                </a:moveTo>
                <a:cubicBezTo>
                  <a:pt x="91440" y="58420"/>
                  <a:pt x="109220" y="40640"/>
                  <a:pt x="132080" y="40640"/>
                </a:cubicBezTo>
                <a:cubicBezTo>
                  <a:pt x="154940" y="40640"/>
                  <a:pt x="172720" y="58420"/>
                  <a:pt x="172720" y="81280"/>
                </a:cubicBezTo>
                <a:cubicBezTo>
                  <a:pt x="172720" y="104140"/>
                  <a:pt x="154940" y="121920"/>
                  <a:pt x="132080" y="121920"/>
                </a:cubicBezTo>
                <a:cubicBezTo>
                  <a:pt x="109220" y="121920"/>
                  <a:pt x="91440" y="104140"/>
                  <a:pt x="91440" y="81280"/>
                </a:cubicBezTo>
                <a:close/>
                <a:moveTo>
                  <a:pt x="10160" y="182880"/>
                </a:moveTo>
                <a:cubicBezTo>
                  <a:pt x="5080" y="182880"/>
                  <a:pt x="0" y="187960"/>
                  <a:pt x="0" y="193040"/>
                </a:cubicBezTo>
                <a:cubicBezTo>
                  <a:pt x="0" y="198120"/>
                  <a:pt x="5080" y="203200"/>
                  <a:pt x="10160" y="203200"/>
                </a:cubicBezTo>
                <a:lnTo>
                  <a:pt x="254000" y="203200"/>
                </a:lnTo>
                <a:cubicBezTo>
                  <a:pt x="259080" y="203200"/>
                  <a:pt x="264160" y="198120"/>
                  <a:pt x="264160" y="193040"/>
                </a:cubicBezTo>
                <a:cubicBezTo>
                  <a:pt x="264160" y="187960"/>
                  <a:pt x="259080" y="182880"/>
                  <a:pt x="254000" y="182880"/>
                </a:cubicBezTo>
                <a:lnTo>
                  <a:pt x="10160" y="182880"/>
                </a:lnTo>
                <a:close/>
                <a:moveTo>
                  <a:pt x="60960" y="60960"/>
                </a:moveTo>
                <a:cubicBezTo>
                  <a:pt x="66040" y="60960"/>
                  <a:pt x="71120" y="66040"/>
                  <a:pt x="71120" y="71120"/>
                </a:cubicBezTo>
                <a:lnTo>
                  <a:pt x="71120" y="91440"/>
                </a:lnTo>
                <a:cubicBezTo>
                  <a:pt x="71120" y="96520"/>
                  <a:pt x="66040" y="101600"/>
                  <a:pt x="60960" y="101600"/>
                </a:cubicBezTo>
                <a:cubicBezTo>
                  <a:pt x="55880" y="101600"/>
                  <a:pt x="50800" y="96520"/>
                  <a:pt x="50800" y="91440"/>
                </a:cubicBezTo>
                <a:lnTo>
                  <a:pt x="50800" y="71120"/>
                </a:lnTo>
                <a:cubicBezTo>
                  <a:pt x="50800" y="66040"/>
                  <a:pt x="55880" y="60960"/>
                  <a:pt x="60960" y="60960"/>
                </a:cubicBez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37" name="Полилиния: фигура 459">
            <a:extLst>
              <a:ext uri="{FF2B5EF4-FFF2-40B4-BE49-F238E27FC236}">
                <a16:creationId xmlns:a16="http://schemas.microsoft.com/office/drawing/2014/main" id="{EF895ED3-91F8-104C-BBB7-D04B44608BCD}"/>
              </a:ext>
            </a:extLst>
          </p:cNvPr>
          <p:cNvSpPr/>
          <p:nvPr/>
        </p:nvSpPr>
        <p:spPr>
          <a:xfrm>
            <a:off x="4962792" y="3070032"/>
            <a:ext cx="264160" cy="223519"/>
          </a:xfrm>
          <a:custGeom>
            <a:avLst/>
            <a:gdLst>
              <a:gd name="connsiteX0" fmla="*/ 132080 w 264160"/>
              <a:gd name="connsiteY0" fmla="*/ 20320 h 223519"/>
              <a:gd name="connsiteX1" fmla="*/ 40640 w 264160"/>
              <a:gd name="connsiteY1" fmla="*/ 111760 h 223519"/>
              <a:gd name="connsiteX2" fmla="*/ 58420 w 264160"/>
              <a:gd name="connsiteY2" fmla="*/ 166370 h 223519"/>
              <a:gd name="connsiteX3" fmla="*/ 57150 w 264160"/>
              <a:gd name="connsiteY3" fmla="*/ 180340 h 223519"/>
              <a:gd name="connsiteX4" fmla="*/ 43180 w 264160"/>
              <a:gd name="connsiteY4" fmla="*/ 179070 h 223519"/>
              <a:gd name="connsiteX5" fmla="*/ 20320 w 264160"/>
              <a:gd name="connsiteY5" fmla="*/ 111760 h 223519"/>
              <a:gd name="connsiteX6" fmla="*/ 132080 w 264160"/>
              <a:gd name="connsiteY6" fmla="*/ 0 h 223519"/>
              <a:gd name="connsiteX7" fmla="*/ 243840 w 264160"/>
              <a:gd name="connsiteY7" fmla="*/ 111760 h 223519"/>
              <a:gd name="connsiteX8" fmla="*/ 220980 w 264160"/>
              <a:gd name="connsiteY8" fmla="*/ 179070 h 223519"/>
              <a:gd name="connsiteX9" fmla="*/ 207010 w 264160"/>
              <a:gd name="connsiteY9" fmla="*/ 180340 h 223519"/>
              <a:gd name="connsiteX10" fmla="*/ 205740 w 264160"/>
              <a:gd name="connsiteY10" fmla="*/ 166370 h 223519"/>
              <a:gd name="connsiteX11" fmla="*/ 223520 w 264160"/>
              <a:gd name="connsiteY11" fmla="*/ 111760 h 223519"/>
              <a:gd name="connsiteX12" fmla="*/ 132080 w 264160"/>
              <a:gd name="connsiteY12" fmla="*/ 20320 h 223519"/>
              <a:gd name="connsiteX13" fmla="*/ 121920 w 264160"/>
              <a:gd name="connsiteY13" fmla="*/ 50800 h 223519"/>
              <a:gd name="connsiteX14" fmla="*/ 132080 w 264160"/>
              <a:gd name="connsiteY14" fmla="*/ 40640 h 223519"/>
              <a:gd name="connsiteX15" fmla="*/ 176530 w 264160"/>
              <a:gd name="connsiteY15" fmla="*/ 53340 h 223519"/>
              <a:gd name="connsiteX16" fmla="*/ 203200 w 264160"/>
              <a:gd name="connsiteY16" fmla="*/ 110490 h 223519"/>
              <a:gd name="connsiteX17" fmla="*/ 193040 w 264160"/>
              <a:gd name="connsiteY17" fmla="*/ 120650 h 223519"/>
              <a:gd name="connsiteX18" fmla="*/ 182880 w 264160"/>
              <a:gd name="connsiteY18" fmla="*/ 110490 h 223519"/>
              <a:gd name="connsiteX19" fmla="*/ 163830 w 264160"/>
              <a:gd name="connsiteY19" fmla="*/ 69850 h 223519"/>
              <a:gd name="connsiteX20" fmla="*/ 132080 w 264160"/>
              <a:gd name="connsiteY20" fmla="*/ 59690 h 223519"/>
              <a:gd name="connsiteX21" fmla="*/ 121920 w 264160"/>
              <a:gd name="connsiteY21" fmla="*/ 50800 h 223519"/>
              <a:gd name="connsiteX22" fmla="*/ 10160 w 264160"/>
              <a:gd name="connsiteY22" fmla="*/ 203200 h 223519"/>
              <a:gd name="connsiteX23" fmla="*/ 0 w 264160"/>
              <a:gd name="connsiteY23" fmla="*/ 213360 h 223519"/>
              <a:gd name="connsiteX24" fmla="*/ 10160 w 264160"/>
              <a:gd name="connsiteY24" fmla="*/ 223520 h 223519"/>
              <a:gd name="connsiteX25" fmla="*/ 254000 w 264160"/>
              <a:gd name="connsiteY25" fmla="*/ 223520 h 223519"/>
              <a:gd name="connsiteX26" fmla="*/ 264160 w 264160"/>
              <a:gd name="connsiteY26" fmla="*/ 213360 h 223519"/>
              <a:gd name="connsiteX27" fmla="*/ 254000 w 264160"/>
              <a:gd name="connsiteY27" fmla="*/ 203200 h 223519"/>
              <a:gd name="connsiteX28" fmla="*/ 10160 w 264160"/>
              <a:gd name="connsiteY28" fmla="*/ 20320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64160" h="223519">
                <a:moveTo>
                  <a:pt x="132080" y="20320"/>
                </a:moveTo>
                <a:cubicBezTo>
                  <a:pt x="83820" y="20320"/>
                  <a:pt x="40640" y="59690"/>
                  <a:pt x="40640" y="111760"/>
                </a:cubicBezTo>
                <a:cubicBezTo>
                  <a:pt x="40640" y="130810"/>
                  <a:pt x="45720" y="151130"/>
                  <a:pt x="58420" y="166370"/>
                </a:cubicBezTo>
                <a:cubicBezTo>
                  <a:pt x="62230" y="170180"/>
                  <a:pt x="60960" y="176530"/>
                  <a:pt x="57150" y="180340"/>
                </a:cubicBezTo>
                <a:cubicBezTo>
                  <a:pt x="53340" y="184150"/>
                  <a:pt x="46990" y="182880"/>
                  <a:pt x="43180" y="179070"/>
                </a:cubicBezTo>
                <a:cubicBezTo>
                  <a:pt x="26670" y="160020"/>
                  <a:pt x="20320" y="133350"/>
                  <a:pt x="20320" y="111760"/>
                </a:cubicBezTo>
                <a:cubicBezTo>
                  <a:pt x="20320" y="48260"/>
                  <a:pt x="73660" y="0"/>
                  <a:pt x="132080" y="0"/>
                </a:cubicBezTo>
                <a:cubicBezTo>
                  <a:pt x="190500" y="0"/>
                  <a:pt x="243840" y="48260"/>
                  <a:pt x="243840" y="111760"/>
                </a:cubicBezTo>
                <a:cubicBezTo>
                  <a:pt x="243840" y="133350"/>
                  <a:pt x="237490" y="160020"/>
                  <a:pt x="220980" y="179070"/>
                </a:cubicBezTo>
                <a:cubicBezTo>
                  <a:pt x="217170" y="182880"/>
                  <a:pt x="210820" y="184150"/>
                  <a:pt x="207010" y="180340"/>
                </a:cubicBezTo>
                <a:cubicBezTo>
                  <a:pt x="203200" y="176530"/>
                  <a:pt x="201930" y="170180"/>
                  <a:pt x="205740" y="166370"/>
                </a:cubicBezTo>
                <a:cubicBezTo>
                  <a:pt x="218440" y="151130"/>
                  <a:pt x="223520" y="130810"/>
                  <a:pt x="223520" y="111760"/>
                </a:cubicBezTo>
                <a:cubicBezTo>
                  <a:pt x="223520" y="59690"/>
                  <a:pt x="180340" y="20320"/>
                  <a:pt x="132080" y="20320"/>
                </a:cubicBezTo>
                <a:close/>
                <a:moveTo>
                  <a:pt x="121920" y="50800"/>
                </a:moveTo>
                <a:cubicBezTo>
                  <a:pt x="121920" y="45720"/>
                  <a:pt x="127000" y="40640"/>
                  <a:pt x="132080" y="40640"/>
                </a:cubicBezTo>
                <a:cubicBezTo>
                  <a:pt x="143510" y="40640"/>
                  <a:pt x="161290" y="43180"/>
                  <a:pt x="176530" y="53340"/>
                </a:cubicBezTo>
                <a:cubicBezTo>
                  <a:pt x="191770" y="64770"/>
                  <a:pt x="203200" y="82550"/>
                  <a:pt x="203200" y="110490"/>
                </a:cubicBezTo>
                <a:cubicBezTo>
                  <a:pt x="203200" y="115570"/>
                  <a:pt x="198120" y="120650"/>
                  <a:pt x="193040" y="120650"/>
                </a:cubicBezTo>
                <a:cubicBezTo>
                  <a:pt x="187960" y="120650"/>
                  <a:pt x="182880" y="115570"/>
                  <a:pt x="182880" y="110490"/>
                </a:cubicBezTo>
                <a:cubicBezTo>
                  <a:pt x="182880" y="88900"/>
                  <a:pt x="173990" y="76200"/>
                  <a:pt x="163830" y="69850"/>
                </a:cubicBezTo>
                <a:cubicBezTo>
                  <a:pt x="153670" y="62230"/>
                  <a:pt x="140970" y="59690"/>
                  <a:pt x="132080" y="59690"/>
                </a:cubicBezTo>
                <a:cubicBezTo>
                  <a:pt x="127000" y="60960"/>
                  <a:pt x="121920" y="55880"/>
                  <a:pt x="121920" y="50800"/>
                </a:cubicBezTo>
                <a:close/>
                <a:moveTo>
                  <a:pt x="10160" y="203200"/>
                </a:moveTo>
                <a:cubicBezTo>
                  <a:pt x="5080" y="203200"/>
                  <a:pt x="0" y="208280"/>
                  <a:pt x="0" y="213360"/>
                </a:cubicBezTo>
                <a:cubicBezTo>
                  <a:pt x="0" y="218440"/>
                  <a:pt x="5080" y="223520"/>
                  <a:pt x="10160" y="223520"/>
                </a:cubicBezTo>
                <a:lnTo>
                  <a:pt x="254000" y="223520"/>
                </a:lnTo>
                <a:cubicBezTo>
                  <a:pt x="25908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10160" y="2032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41" name="Полилиния: фигура 472">
            <a:extLst>
              <a:ext uri="{FF2B5EF4-FFF2-40B4-BE49-F238E27FC236}">
                <a16:creationId xmlns:a16="http://schemas.microsoft.com/office/drawing/2014/main" id="{C6CADA1D-6AEE-4B31-6AC2-DFBE13EEAACE}"/>
              </a:ext>
            </a:extLst>
          </p:cNvPr>
          <p:cNvSpPr/>
          <p:nvPr/>
        </p:nvSpPr>
        <p:spPr>
          <a:xfrm>
            <a:off x="8338209" y="3071302"/>
            <a:ext cx="223763" cy="223763"/>
          </a:xfrm>
          <a:custGeom>
            <a:avLst/>
            <a:gdLst>
              <a:gd name="connsiteX0" fmla="*/ 152643 w 223763"/>
              <a:gd name="connsiteY0" fmla="*/ 158750 h 223763"/>
              <a:gd name="connsiteX1" fmla="*/ 128513 w 223763"/>
              <a:gd name="connsiteY1" fmla="*/ 162560 h 223763"/>
              <a:gd name="connsiteX2" fmla="*/ 90413 w 223763"/>
              <a:gd name="connsiteY2" fmla="*/ 133350 h 223763"/>
              <a:gd name="connsiteX3" fmla="*/ 61203 w 223763"/>
              <a:gd name="connsiteY3" fmla="*/ 95250 h 223763"/>
              <a:gd name="connsiteX4" fmla="*/ 65013 w 223763"/>
              <a:gd name="connsiteY4" fmla="*/ 71120 h 223763"/>
              <a:gd name="connsiteX5" fmla="*/ 80253 w 223763"/>
              <a:gd name="connsiteY5" fmla="*/ 55880 h 223763"/>
              <a:gd name="connsiteX6" fmla="*/ 80253 w 223763"/>
              <a:gd name="connsiteY6" fmla="*/ 46990 h 223763"/>
              <a:gd name="connsiteX7" fmla="*/ 53584 w 223763"/>
              <a:gd name="connsiteY7" fmla="*/ 20320 h 223763"/>
              <a:gd name="connsiteX8" fmla="*/ 44693 w 223763"/>
              <a:gd name="connsiteY8" fmla="*/ 20320 h 223763"/>
              <a:gd name="connsiteX9" fmla="*/ 25643 w 223763"/>
              <a:gd name="connsiteY9" fmla="*/ 39370 h 223763"/>
              <a:gd name="connsiteX10" fmla="*/ 21834 w 223763"/>
              <a:gd name="connsiteY10" fmla="*/ 58420 h 223763"/>
              <a:gd name="connsiteX11" fmla="*/ 42153 w 223763"/>
              <a:gd name="connsiteY11" fmla="*/ 109220 h 223763"/>
              <a:gd name="connsiteX12" fmla="*/ 73903 w 223763"/>
              <a:gd name="connsiteY12" fmla="*/ 148590 h 223763"/>
              <a:gd name="connsiteX13" fmla="*/ 114543 w 223763"/>
              <a:gd name="connsiteY13" fmla="*/ 180340 h 223763"/>
              <a:gd name="connsiteX14" fmla="*/ 166613 w 223763"/>
              <a:gd name="connsiteY14" fmla="*/ 200660 h 223763"/>
              <a:gd name="connsiteX15" fmla="*/ 185663 w 223763"/>
              <a:gd name="connsiteY15" fmla="*/ 196850 h 223763"/>
              <a:gd name="connsiteX16" fmla="*/ 204713 w 223763"/>
              <a:gd name="connsiteY16" fmla="*/ 177800 h 223763"/>
              <a:gd name="connsiteX17" fmla="*/ 204713 w 223763"/>
              <a:gd name="connsiteY17" fmla="*/ 168910 h 223763"/>
              <a:gd name="connsiteX18" fmla="*/ 175503 w 223763"/>
              <a:gd name="connsiteY18" fmla="*/ 144780 h 223763"/>
              <a:gd name="connsiteX19" fmla="*/ 166613 w 223763"/>
              <a:gd name="connsiteY19" fmla="*/ 144780 h 223763"/>
              <a:gd name="connsiteX20" fmla="*/ 152643 w 223763"/>
              <a:gd name="connsiteY20" fmla="*/ 158750 h 223763"/>
              <a:gd name="connsiteX21" fmla="*/ 243 w 223763"/>
              <a:gd name="connsiteY21" fmla="*/ 60960 h 223763"/>
              <a:gd name="connsiteX22" fmla="*/ 58663 w 223763"/>
              <a:gd name="connsiteY22" fmla="*/ 165100 h 223763"/>
              <a:gd name="connsiteX23" fmla="*/ 162803 w 223763"/>
              <a:gd name="connsiteY23" fmla="*/ 223520 h 223763"/>
              <a:gd name="connsiteX24" fmla="*/ 197093 w 223763"/>
              <a:gd name="connsiteY24" fmla="*/ 214630 h 223763"/>
              <a:gd name="connsiteX25" fmla="*/ 216143 w 223763"/>
              <a:gd name="connsiteY25" fmla="*/ 195580 h 223763"/>
              <a:gd name="connsiteX26" fmla="*/ 216143 w 223763"/>
              <a:gd name="connsiteY26" fmla="*/ 157480 h 223763"/>
              <a:gd name="connsiteX27" fmla="*/ 189473 w 223763"/>
              <a:gd name="connsiteY27" fmla="*/ 130810 h 223763"/>
              <a:gd name="connsiteX28" fmla="*/ 152643 w 223763"/>
              <a:gd name="connsiteY28" fmla="*/ 130810 h 223763"/>
              <a:gd name="connsiteX29" fmla="*/ 137403 w 223763"/>
              <a:gd name="connsiteY29" fmla="*/ 146050 h 223763"/>
              <a:gd name="connsiteX30" fmla="*/ 136134 w 223763"/>
              <a:gd name="connsiteY30" fmla="*/ 146050 h 223763"/>
              <a:gd name="connsiteX31" fmla="*/ 103113 w 223763"/>
              <a:gd name="connsiteY31" fmla="*/ 120650 h 223763"/>
              <a:gd name="connsiteX32" fmla="*/ 77713 w 223763"/>
              <a:gd name="connsiteY32" fmla="*/ 87630 h 223763"/>
              <a:gd name="connsiteX33" fmla="*/ 77713 w 223763"/>
              <a:gd name="connsiteY33" fmla="*/ 86360 h 223763"/>
              <a:gd name="connsiteX34" fmla="*/ 92953 w 223763"/>
              <a:gd name="connsiteY34" fmla="*/ 71120 h 223763"/>
              <a:gd name="connsiteX35" fmla="*/ 92953 w 223763"/>
              <a:gd name="connsiteY35" fmla="*/ 34290 h 223763"/>
              <a:gd name="connsiteX36" fmla="*/ 66284 w 223763"/>
              <a:gd name="connsiteY36" fmla="*/ 7620 h 223763"/>
              <a:gd name="connsiteX37" fmla="*/ 28184 w 223763"/>
              <a:gd name="connsiteY37" fmla="*/ 7620 h 223763"/>
              <a:gd name="connsiteX38" fmla="*/ 9134 w 223763"/>
              <a:gd name="connsiteY38" fmla="*/ 26670 h 223763"/>
              <a:gd name="connsiteX39" fmla="*/ 243 w 223763"/>
              <a:gd name="connsiteY39" fmla="*/ 60960 h 22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763" h="223763">
                <a:moveTo>
                  <a:pt x="152643" y="158750"/>
                </a:moveTo>
                <a:cubicBezTo>
                  <a:pt x="146293" y="165100"/>
                  <a:pt x="136134" y="166370"/>
                  <a:pt x="128513" y="162560"/>
                </a:cubicBezTo>
                <a:cubicBezTo>
                  <a:pt x="117084" y="156210"/>
                  <a:pt x="101843" y="144780"/>
                  <a:pt x="90413" y="133350"/>
                </a:cubicBezTo>
                <a:cubicBezTo>
                  <a:pt x="78984" y="121920"/>
                  <a:pt x="66284" y="106680"/>
                  <a:pt x="61203" y="95250"/>
                </a:cubicBezTo>
                <a:cubicBezTo>
                  <a:pt x="57393" y="87630"/>
                  <a:pt x="58663" y="77470"/>
                  <a:pt x="65013" y="71120"/>
                </a:cubicBezTo>
                <a:lnTo>
                  <a:pt x="80253" y="55880"/>
                </a:lnTo>
                <a:cubicBezTo>
                  <a:pt x="82793" y="53340"/>
                  <a:pt x="82793" y="49530"/>
                  <a:pt x="80253" y="46990"/>
                </a:cubicBezTo>
                <a:lnTo>
                  <a:pt x="53584" y="20320"/>
                </a:lnTo>
                <a:cubicBezTo>
                  <a:pt x="51043" y="17780"/>
                  <a:pt x="47234" y="17780"/>
                  <a:pt x="44693" y="20320"/>
                </a:cubicBezTo>
                <a:lnTo>
                  <a:pt x="25643" y="39370"/>
                </a:lnTo>
                <a:cubicBezTo>
                  <a:pt x="24373" y="40640"/>
                  <a:pt x="20563" y="48260"/>
                  <a:pt x="21834" y="58420"/>
                </a:cubicBezTo>
                <a:cubicBezTo>
                  <a:pt x="23103" y="74930"/>
                  <a:pt x="30723" y="92710"/>
                  <a:pt x="42153" y="109220"/>
                </a:cubicBezTo>
                <a:cubicBezTo>
                  <a:pt x="53584" y="125730"/>
                  <a:pt x="66284" y="140970"/>
                  <a:pt x="73903" y="148590"/>
                </a:cubicBezTo>
                <a:cubicBezTo>
                  <a:pt x="82793" y="157480"/>
                  <a:pt x="96763" y="170180"/>
                  <a:pt x="114543" y="180340"/>
                </a:cubicBezTo>
                <a:cubicBezTo>
                  <a:pt x="132323" y="191770"/>
                  <a:pt x="150103" y="199390"/>
                  <a:pt x="166613" y="200660"/>
                </a:cubicBezTo>
                <a:cubicBezTo>
                  <a:pt x="178043" y="201930"/>
                  <a:pt x="184393" y="198120"/>
                  <a:pt x="185663" y="196850"/>
                </a:cubicBezTo>
                <a:lnTo>
                  <a:pt x="204713" y="177800"/>
                </a:lnTo>
                <a:cubicBezTo>
                  <a:pt x="207253" y="175260"/>
                  <a:pt x="207253" y="171450"/>
                  <a:pt x="204713" y="168910"/>
                </a:cubicBezTo>
                <a:lnTo>
                  <a:pt x="175503" y="144780"/>
                </a:lnTo>
                <a:cubicBezTo>
                  <a:pt x="172963" y="142240"/>
                  <a:pt x="169153" y="142240"/>
                  <a:pt x="166613" y="144780"/>
                </a:cubicBezTo>
                <a:lnTo>
                  <a:pt x="152643" y="158750"/>
                </a:lnTo>
                <a:close/>
                <a:moveTo>
                  <a:pt x="243" y="60960"/>
                </a:moveTo>
                <a:cubicBezTo>
                  <a:pt x="4053" y="102870"/>
                  <a:pt x="39613" y="146050"/>
                  <a:pt x="58663" y="165100"/>
                </a:cubicBezTo>
                <a:cubicBezTo>
                  <a:pt x="77713" y="184150"/>
                  <a:pt x="122163" y="219710"/>
                  <a:pt x="162803" y="223520"/>
                </a:cubicBezTo>
                <a:cubicBezTo>
                  <a:pt x="176773" y="224790"/>
                  <a:pt x="190743" y="220980"/>
                  <a:pt x="197093" y="214630"/>
                </a:cubicBezTo>
                <a:lnTo>
                  <a:pt x="216143" y="195580"/>
                </a:lnTo>
                <a:cubicBezTo>
                  <a:pt x="226303" y="185420"/>
                  <a:pt x="226303" y="167640"/>
                  <a:pt x="216143" y="157480"/>
                </a:cubicBezTo>
                <a:lnTo>
                  <a:pt x="189473" y="130810"/>
                </a:lnTo>
                <a:cubicBezTo>
                  <a:pt x="179313" y="120650"/>
                  <a:pt x="162803" y="120650"/>
                  <a:pt x="152643" y="130810"/>
                </a:cubicBezTo>
                <a:lnTo>
                  <a:pt x="137403" y="146050"/>
                </a:lnTo>
                <a:cubicBezTo>
                  <a:pt x="137403" y="146050"/>
                  <a:pt x="136134" y="146050"/>
                  <a:pt x="136134" y="146050"/>
                </a:cubicBezTo>
                <a:cubicBezTo>
                  <a:pt x="127243" y="140970"/>
                  <a:pt x="114543" y="130810"/>
                  <a:pt x="103113" y="120650"/>
                </a:cubicBezTo>
                <a:cubicBezTo>
                  <a:pt x="91684" y="109220"/>
                  <a:pt x="81523" y="96520"/>
                  <a:pt x="77713" y="87630"/>
                </a:cubicBezTo>
                <a:cubicBezTo>
                  <a:pt x="77713" y="87630"/>
                  <a:pt x="77713" y="86360"/>
                  <a:pt x="77713" y="86360"/>
                </a:cubicBezTo>
                <a:lnTo>
                  <a:pt x="92953" y="71120"/>
                </a:lnTo>
                <a:cubicBezTo>
                  <a:pt x="103113" y="60960"/>
                  <a:pt x="103113" y="44450"/>
                  <a:pt x="92953" y="34290"/>
                </a:cubicBezTo>
                <a:lnTo>
                  <a:pt x="66284" y="7620"/>
                </a:lnTo>
                <a:cubicBezTo>
                  <a:pt x="56123" y="-2540"/>
                  <a:pt x="38343" y="-2540"/>
                  <a:pt x="28184" y="7620"/>
                </a:cubicBezTo>
                <a:lnTo>
                  <a:pt x="9134" y="26670"/>
                </a:lnTo>
                <a:cubicBezTo>
                  <a:pt x="2784" y="33020"/>
                  <a:pt x="-1027" y="46990"/>
                  <a:pt x="243" y="609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46" name="Полилиния: фигура 475">
            <a:extLst>
              <a:ext uri="{FF2B5EF4-FFF2-40B4-BE49-F238E27FC236}">
                <a16:creationId xmlns:a16="http://schemas.microsoft.com/office/drawing/2014/main" id="{85F5CA3C-0F7F-DBDF-0E19-17739D9F458C}"/>
              </a:ext>
            </a:extLst>
          </p:cNvPr>
          <p:cNvSpPr/>
          <p:nvPr/>
        </p:nvSpPr>
        <p:spPr>
          <a:xfrm>
            <a:off x="8887093" y="3090351"/>
            <a:ext cx="243839" cy="182880"/>
          </a:xfrm>
          <a:custGeom>
            <a:avLst/>
            <a:gdLst>
              <a:gd name="connsiteX0" fmla="*/ 30480 w 243839"/>
              <a:gd name="connsiteY0" fmla="*/ 20320 h 182880"/>
              <a:gd name="connsiteX1" fmla="*/ 213360 w 243839"/>
              <a:gd name="connsiteY1" fmla="*/ 20320 h 182880"/>
              <a:gd name="connsiteX2" fmla="*/ 223520 w 243839"/>
              <a:gd name="connsiteY2" fmla="*/ 30480 h 182880"/>
              <a:gd name="connsiteX3" fmla="*/ 223520 w 243839"/>
              <a:gd name="connsiteY3" fmla="*/ 35560 h 182880"/>
              <a:gd name="connsiteX4" fmla="*/ 121920 w 243839"/>
              <a:gd name="connsiteY4" fmla="*/ 100330 h 182880"/>
              <a:gd name="connsiteX5" fmla="*/ 20320 w 243839"/>
              <a:gd name="connsiteY5" fmla="*/ 35560 h 182880"/>
              <a:gd name="connsiteX6" fmla="*/ 20320 w 243839"/>
              <a:gd name="connsiteY6" fmla="*/ 30480 h 182880"/>
              <a:gd name="connsiteX7" fmla="*/ 30480 w 243839"/>
              <a:gd name="connsiteY7" fmla="*/ 20320 h 182880"/>
              <a:gd name="connsiteX8" fmla="*/ 0 w 243839"/>
              <a:gd name="connsiteY8" fmla="*/ 40640 h 182880"/>
              <a:gd name="connsiteX9" fmla="*/ 0 w 243839"/>
              <a:gd name="connsiteY9" fmla="*/ 40640 h 182880"/>
              <a:gd name="connsiteX10" fmla="*/ 0 w 243839"/>
              <a:gd name="connsiteY10" fmla="*/ 152400 h 182880"/>
              <a:gd name="connsiteX11" fmla="*/ 30480 w 243839"/>
              <a:gd name="connsiteY11" fmla="*/ 182880 h 182880"/>
              <a:gd name="connsiteX12" fmla="*/ 213360 w 243839"/>
              <a:gd name="connsiteY12" fmla="*/ 182880 h 182880"/>
              <a:gd name="connsiteX13" fmla="*/ 243839 w 243839"/>
              <a:gd name="connsiteY13" fmla="*/ 152400 h 182880"/>
              <a:gd name="connsiteX14" fmla="*/ 243839 w 243839"/>
              <a:gd name="connsiteY14" fmla="*/ 40640 h 182880"/>
              <a:gd name="connsiteX15" fmla="*/ 243839 w 243839"/>
              <a:gd name="connsiteY15" fmla="*/ 40640 h 182880"/>
              <a:gd name="connsiteX16" fmla="*/ 243839 w 243839"/>
              <a:gd name="connsiteY16" fmla="*/ 30480 h 182880"/>
              <a:gd name="connsiteX17" fmla="*/ 213360 w 243839"/>
              <a:gd name="connsiteY17" fmla="*/ 0 h 182880"/>
              <a:gd name="connsiteX18" fmla="*/ 30480 w 243839"/>
              <a:gd name="connsiteY18" fmla="*/ 0 h 182880"/>
              <a:gd name="connsiteX19" fmla="*/ 0 w 243839"/>
              <a:gd name="connsiteY19" fmla="*/ 30480 h 182880"/>
              <a:gd name="connsiteX20" fmla="*/ 0 w 243839"/>
              <a:gd name="connsiteY20" fmla="*/ 40640 h 182880"/>
              <a:gd name="connsiteX21" fmla="*/ 223520 w 243839"/>
              <a:gd name="connsiteY21" fmla="*/ 59690 h 182880"/>
              <a:gd name="connsiteX22" fmla="*/ 223520 w 243839"/>
              <a:gd name="connsiteY22" fmla="*/ 152400 h 182880"/>
              <a:gd name="connsiteX23" fmla="*/ 213360 w 243839"/>
              <a:gd name="connsiteY23" fmla="*/ 162560 h 182880"/>
              <a:gd name="connsiteX24" fmla="*/ 30480 w 243839"/>
              <a:gd name="connsiteY24" fmla="*/ 162560 h 182880"/>
              <a:gd name="connsiteX25" fmla="*/ 20320 w 243839"/>
              <a:gd name="connsiteY25" fmla="*/ 152400 h 182880"/>
              <a:gd name="connsiteX26" fmla="*/ 20320 w 243839"/>
              <a:gd name="connsiteY26" fmla="*/ 59690 h 182880"/>
              <a:gd name="connsiteX27" fmla="*/ 115570 w 243839"/>
              <a:gd name="connsiteY27" fmla="*/ 120650 h 182880"/>
              <a:gd name="connsiteX28" fmla="*/ 127000 w 243839"/>
              <a:gd name="connsiteY28" fmla="*/ 120650 h 182880"/>
              <a:gd name="connsiteX29" fmla="*/ 223520 w 243839"/>
              <a:gd name="connsiteY29" fmla="*/ 59690 h 182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43839" h="182880">
                <a:moveTo>
                  <a:pt x="30480" y="20320"/>
                </a:moveTo>
                <a:lnTo>
                  <a:pt x="213360" y="20320"/>
                </a:lnTo>
                <a:cubicBezTo>
                  <a:pt x="218439" y="20320"/>
                  <a:pt x="223520" y="25400"/>
                  <a:pt x="223520" y="30480"/>
                </a:cubicBezTo>
                <a:lnTo>
                  <a:pt x="223520" y="35560"/>
                </a:lnTo>
                <a:lnTo>
                  <a:pt x="121920" y="100330"/>
                </a:lnTo>
                <a:lnTo>
                  <a:pt x="20320" y="35560"/>
                </a:ln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close/>
                <a:moveTo>
                  <a:pt x="0" y="40640"/>
                </a:moveTo>
                <a:cubicBezTo>
                  <a:pt x="0" y="40640"/>
                  <a:pt x="0" y="40640"/>
                  <a:pt x="0" y="40640"/>
                </a:cubicBezTo>
                <a:lnTo>
                  <a:pt x="0" y="152400"/>
                </a:lnTo>
                <a:cubicBezTo>
                  <a:pt x="0" y="168910"/>
                  <a:pt x="13970" y="182880"/>
                  <a:pt x="30480" y="182880"/>
                </a:cubicBezTo>
                <a:lnTo>
                  <a:pt x="213360" y="182880"/>
                </a:lnTo>
                <a:cubicBezTo>
                  <a:pt x="229870" y="182880"/>
                  <a:pt x="243839" y="168910"/>
                  <a:pt x="243839" y="152400"/>
                </a:cubicBezTo>
                <a:lnTo>
                  <a:pt x="243839" y="40640"/>
                </a:lnTo>
                <a:cubicBezTo>
                  <a:pt x="243839" y="40640"/>
                  <a:pt x="243839" y="40640"/>
                  <a:pt x="243839" y="40640"/>
                </a:cubicBezTo>
                <a:lnTo>
                  <a:pt x="243839" y="30480"/>
                </a:lnTo>
                <a:cubicBezTo>
                  <a:pt x="243839" y="13970"/>
                  <a:pt x="229870" y="0"/>
                  <a:pt x="213360" y="0"/>
                </a:cubicBez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40640"/>
                </a:lnTo>
                <a:close/>
                <a:moveTo>
                  <a:pt x="223520" y="59690"/>
                </a:moveTo>
                <a:lnTo>
                  <a:pt x="223520" y="152400"/>
                </a:lnTo>
                <a:cubicBezTo>
                  <a:pt x="223520" y="157480"/>
                  <a:pt x="218439" y="162560"/>
                  <a:pt x="213360" y="162560"/>
                </a:cubicBezTo>
                <a:lnTo>
                  <a:pt x="30480" y="162560"/>
                </a:lnTo>
                <a:cubicBezTo>
                  <a:pt x="25400" y="162560"/>
                  <a:pt x="20320" y="157480"/>
                  <a:pt x="20320" y="152400"/>
                </a:cubicBezTo>
                <a:lnTo>
                  <a:pt x="20320" y="59690"/>
                </a:lnTo>
                <a:lnTo>
                  <a:pt x="115570" y="120650"/>
                </a:lnTo>
                <a:cubicBezTo>
                  <a:pt x="119380" y="123190"/>
                  <a:pt x="124460" y="123190"/>
                  <a:pt x="127000" y="120650"/>
                </a:cubicBezTo>
                <a:lnTo>
                  <a:pt x="223520" y="5969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53" name="Полилиния: фигура 477">
            <a:extLst>
              <a:ext uri="{FF2B5EF4-FFF2-40B4-BE49-F238E27FC236}">
                <a16:creationId xmlns:a16="http://schemas.microsoft.com/office/drawing/2014/main" id="{0426B826-5FBD-D6F6-929E-B93B22B37B7B}"/>
              </a:ext>
            </a:extLst>
          </p:cNvPr>
          <p:cNvSpPr/>
          <p:nvPr/>
        </p:nvSpPr>
        <p:spPr>
          <a:xfrm>
            <a:off x="10581779" y="3070356"/>
            <a:ext cx="211078" cy="222870"/>
          </a:xfrm>
          <a:custGeom>
            <a:avLst/>
            <a:gdLst>
              <a:gd name="connsiteX0" fmla="*/ 29974 w 211078"/>
              <a:gd name="connsiteY0" fmla="*/ 2215 h 222870"/>
              <a:gd name="connsiteX1" fmla="*/ 32514 w 211078"/>
              <a:gd name="connsiteY1" fmla="*/ 16185 h 222870"/>
              <a:gd name="connsiteX2" fmla="*/ 33784 w 211078"/>
              <a:gd name="connsiteY2" fmla="*/ 106355 h 222870"/>
              <a:gd name="connsiteX3" fmla="*/ 32514 w 211078"/>
              <a:gd name="connsiteY3" fmla="*/ 218115 h 222870"/>
              <a:gd name="connsiteX4" fmla="*/ 18544 w 211078"/>
              <a:gd name="connsiteY4" fmla="*/ 220655 h 222870"/>
              <a:gd name="connsiteX5" fmla="*/ 16004 w 211078"/>
              <a:gd name="connsiteY5" fmla="*/ 206685 h 222870"/>
              <a:gd name="connsiteX6" fmla="*/ 14734 w 211078"/>
              <a:gd name="connsiteY6" fmla="*/ 116515 h 222870"/>
              <a:gd name="connsiteX7" fmla="*/ 16004 w 211078"/>
              <a:gd name="connsiteY7" fmla="*/ 4755 h 222870"/>
              <a:gd name="connsiteX8" fmla="*/ 29974 w 211078"/>
              <a:gd name="connsiteY8" fmla="*/ 2215 h 222870"/>
              <a:gd name="connsiteX9" fmla="*/ 192534 w 211078"/>
              <a:gd name="connsiteY9" fmla="*/ 2215 h 222870"/>
              <a:gd name="connsiteX10" fmla="*/ 195074 w 211078"/>
              <a:gd name="connsiteY10" fmla="*/ 16185 h 222870"/>
              <a:gd name="connsiteX11" fmla="*/ 196344 w 211078"/>
              <a:gd name="connsiteY11" fmla="*/ 106355 h 222870"/>
              <a:gd name="connsiteX12" fmla="*/ 195074 w 211078"/>
              <a:gd name="connsiteY12" fmla="*/ 218115 h 222870"/>
              <a:gd name="connsiteX13" fmla="*/ 181104 w 211078"/>
              <a:gd name="connsiteY13" fmla="*/ 220655 h 222870"/>
              <a:gd name="connsiteX14" fmla="*/ 178564 w 211078"/>
              <a:gd name="connsiteY14" fmla="*/ 206685 h 222870"/>
              <a:gd name="connsiteX15" fmla="*/ 177294 w 211078"/>
              <a:gd name="connsiteY15" fmla="*/ 116515 h 222870"/>
              <a:gd name="connsiteX16" fmla="*/ 178564 w 211078"/>
              <a:gd name="connsiteY16" fmla="*/ 4755 h 222870"/>
              <a:gd name="connsiteX17" fmla="*/ 192534 w 211078"/>
              <a:gd name="connsiteY17" fmla="*/ 2215 h 222870"/>
              <a:gd name="connsiteX18" fmla="*/ 113794 w 211078"/>
              <a:gd name="connsiteY18" fmla="*/ 16185 h 222870"/>
              <a:gd name="connsiteX19" fmla="*/ 111254 w 211078"/>
              <a:gd name="connsiteY19" fmla="*/ 2215 h 222870"/>
              <a:gd name="connsiteX20" fmla="*/ 97284 w 211078"/>
              <a:gd name="connsiteY20" fmla="*/ 4755 h 222870"/>
              <a:gd name="connsiteX21" fmla="*/ 96014 w 211078"/>
              <a:gd name="connsiteY21" fmla="*/ 116515 h 222870"/>
              <a:gd name="connsiteX22" fmla="*/ 97284 w 211078"/>
              <a:gd name="connsiteY22" fmla="*/ 206685 h 222870"/>
              <a:gd name="connsiteX23" fmla="*/ 99824 w 211078"/>
              <a:gd name="connsiteY23" fmla="*/ 220655 h 222870"/>
              <a:gd name="connsiteX24" fmla="*/ 113794 w 211078"/>
              <a:gd name="connsiteY24" fmla="*/ 218115 h 222870"/>
              <a:gd name="connsiteX25" fmla="*/ 115064 w 211078"/>
              <a:gd name="connsiteY25" fmla="*/ 106355 h 222870"/>
              <a:gd name="connsiteX26" fmla="*/ 113794 w 211078"/>
              <a:gd name="connsiteY26" fmla="*/ 16185 h 2228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11078" h="222870">
                <a:moveTo>
                  <a:pt x="29974" y="2215"/>
                </a:moveTo>
                <a:cubicBezTo>
                  <a:pt x="35054" y="6025"/>
                  <a:pt x="35054" y="12375"/>
                  <a:pt x="32514" y="16185"/>
                </a:cubicBezTo>
                <a:cubicBezTo>
                  <a:pt x="24894" y="26345"/>
                  <a:pt x="10924" y="61905"/>
                  <a:pt x="33784" y="106355"/>
                </a:cubicBezTo>
                <a:cubicBezTo>
                  <a:pt x="60454" y="158425"/>
                  <a:pt x="45214" y="201605"/>
                  <a:pt x="32514" y="218115"/>
                </a:cubicBezTo>
                <a:cubicBezTo>
                  <a:pt x="28704" y="223195"/>
                  <a:pt x="22354" y="223195"/>
                  <a:pt x="18544" y="220655"/>
                </a:cubicBezTo>
                <a:cubicBezTo>
                  <a:pt x="13464" y="216845"/>
                  <a:pt x="13464" y="210495"/>
                  <a:pt x="16004" y="206685"/>
                </a:cubicBezTo>
                <a:cubicBezTo>
                  <a:pt x="23624" y="196525"/>
                  <a:pt x="37594" y="160965"/>
                  <a:pt x="14734" y="116515"/>
                </a:cubicBezTo>
                <a:cubicBezTo>
                  <a:pt x="-11936" y="64445"/>
                  <a:pt x="3304" y="21265"/>
                  <a:pt x="16004" y="4755"/>
                </a:cubicBezTo>
                <a:cubicBezTo>
                  <a:pt x="18544" y="-325"/>
                  <a:pt x="24894" y="-1595"/>
                  <a:pt x="29974" y="2215"/>
                </a:cubicBezTo>
                <a:close/>
                <a:moveTo>
                  <a:pt x="192534" y="2215"/>
                </a:moveTo>
                <a:cubicBezTo>
                  <a:pt x="197614" y="6025"/>
                  <a:pt x="197614" y="12375"/>
                  <a:pt x="195074" y="16185"/>
                </a:cubicBezTo>
                <a:cubicBezTo>
                  <a:pt x="187454" y="26345"/>
                  <a:pt x="173484" y="61905"/>
                  <a:pt x="196344" y="106355"/>
                </a:cubicBezTo>
                <a:cubicBezTo>
                  <a:pt x="223014" y="158425"/>
                  <a:pt x="207774" y="201605"/>
                  <a:pt x="195074" y="218115"/>
                </a:cubicBezTo>
                <a:cubicBezTo>
                  <a:pt x="191264" y="223195"/>
                  <a:pt x="184914" y="223195"/>
                  <a:pt x="181104" y="220655"/>
                </a:cubicBezTo>
                <a:cubicBezTo>
                  <a:pt x="176024" y="216845"/>
                  <a:pt x="176024" y="210495"/>
                  <a:pt x="178564" y="206685"/>
                </a:cubicBezTo>
                <a:cubicBezTo>
                  <a:pt x="186184" y="196525"/>
                  <a:pt x="200154" y="160965"/>
                  <a:pt x="177294" y="116515"/>
                </a:cubicBezTo>
                <a:cubicBezTo>
                  <a:pt x="150624" y="64445"/>
                  <a:pt x="165864" y="21265"/>
                  <a:pt x="178564" y="4755"/>
                </a:cubicBezTo>
                <a:cubicBezTo>
                  <a:pt x="181104" y="-325"/>
                  <a:pt x="187454" y="-1595"/>
                  <a:pt x="192534" y="2215"/>
                </a:cubicBezTo>
                <a:close/>
                <a:moveTo>
                  <a:pt x="113794" y="16185"/>
                </a:moveTo>
                <a:cubicBezTo>
                  <a:pt x="117604" y="11105"/>
                  <a:pt x="116334" y="4755"/>
                  <a:pt x="111254" y="2215"/>
                </a:cubicBezTo>
                <a:cubicBezTo>
                  <a:pt x="106174" y="-1595"/>
                  <a:pt x="99824" y="-325"/>
                  <a:pt x="97284" y="4755"/>
                </a:cubicBezTo>
                <a:cubicBezTo>
                  <a:pt x="84584" y="21265"/>
                  <a:pt x="70614" y="64445"/>
                  <a:pt x="96014" y="116515"/>
                </a:cubicBezTo>
                <a:cubicBezTo>
                  <a:pt x="118874" y="162235"/>
                  <a:pt x="104904" y="196525"/>
                  <a:pt x="97284" y="206685"/>
                </a:cubicBezTo>
                <a:cubicBezTo>
                  <a:pt x="93474" y="211765"/>
                  <a:pt x="94744" y="218115"/>
                  <a:pt x="99824" y="220655"/>
                </a:cubicBezTo>
                <a:cubicBezTo>
                  <a:pt x="104904" y="224465"/>
                  <a:pt x="109984" y="223195"/>
                  <a:pt x="113794" y="218115"/>
                </a:cubicBezTo>
                <a:cubicBezTo>
                  <a:pt x="126494" y="201605"/>
                  <a:pt x="140464" y="158425"/>
                  <a:pt x="115064" y="106355"/>
                </a:cubicBezTo>
                <a:cubicBezTo>
                  <a:pt x="92204" y="61905"/>
                  <a:pt x="104904" y="26345"/>
                  <a:pt x="113794" y="1618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59" name="Полилиния: фигура 481">
            <a:extLst>
              <a:ext uri="{FF2B5EF4-FFF2-40B4-BE49-F238E27FC236}">
                <a16:creationId xmlns:a16="http://schemas.microsoft.com/office/drawing/2014/main" id="{531C5EAB-8BB8-692A-0C11-28FBFC30E1AA}"/>
              </a:ext>
            </a:extLst>
          </p:cNvPr>
          <p:cNvSpPr/>
          <p:nvPr/>
        </p:nvSpPr>
        <p:spPr>
          <a:xfrm>
            <a:off x="11123563" y="3085271"/>
            <a:ext cx="243840" cy="193040"/>
          </a:xfrm>
          <a:custGeom>
            <a:avLst/>
            <a:gdLst>
              <a:gd name="connsiteX0" fmla="*/ 60960 w 243840"/>
              <a:gd name="connsiteY0" fmla="*/ 20320 h 193040"/>
              <a:gd name="connsiteX1" fmla="*/ 60960 w 243840"/>
              <a:gd name="connsiteY1" fmla="*/ 91440 h 193040"/>
              <a:gd name="connsiteX2" fmla="*/ 132080 w 243840"/>
              <a:gd name="connsiteY2" fmla="*/ 91440 h 193040"/>
              <a:gd name="connsiteX3" fmla="*/ 193040 w 243840"/>
              <a:gd name="connsiteY3" fmla="*/ 91440 h 193040"/>
              <a:gd name="connsiteX4" fmla="*/ 193040 w 243840"/>
              <a:gd name="connsiteY4" fmla="*/ 20320 h 193040"/>
              <a:gd name="connsiteX5" fmla="*/ 60960 w 243840"/>
              <a:gd name="connsiteY5" fmla="*/ 20320 h 193040"/>
              <a:gd name="connsiteX6" fmla="*/ 203200 w 243840"/>
              <a:gd name="connsiteY6" fmla="*/ 111760 h 193040"/>
              <a:gd name="connsiteX7" fmla="*/ 142240 w 243840"/>
              <a:gd name="connsiteY7" fmla="*/ 111760 h 193040"/>
              <a:gd name="connsiteX8" fmla="*/ 142240 w 243840"/>
              <a:gd name="connsiteY8" fmla="*/ 142240 h 193040"/>
              <a:gd name="connsiteX9" fmla="*/ 111760 w 243840"/>
              <a:gd name="connsiteY9" fmla="*/ 172720 h 193040"/>
              <a:gd name="connsiteX10" fmla="*/ 20320 w 243840"/>
              <a:gd name="connsiteY10" fmla="*/ 172720 h 193040"/>
              <a:gd name="connsiteX11" fmla="*/ 20320 w 243840"/>
              <a:gd name="connsiteY11" fmla="*/ 193040 h 193040"/>
              <a:gd name="connsiteX12" fmla="*/ 0 w 243840"/>
              <a:gd name="connsiteY12" fmla="*/ 193040 h 193040"/>
              <a:gd name="connsiteX13" fmla="*/ 0 w 243840"/>
              <a:gd name="connsiteY13" fmla="*/ 162560 h 193040"/>
              <a:gd name="connsiteX14" fmla="*/ 0 w 243840"/>
              <a:gd name="connsiteY14" fmla="*/ 132080 h 193040"/>
              <a:gd name="connsiteX15" fmla="*/ 20320 w 243840"/>
              <a:gd name="connsiteY15" fmla="*/ 132080 h 193040"/>
              <a:gd name="connsiteX16" fmla="*/ 20320 w 243840"/>
              <a:gd name="connsiteY16" fmla="*/ 152400 h 193040"/>
              <a:gd name="connsiteX17" fmla="*/ 111760 w 243840"/>
              <a:gd name="connsiteY17" fmla="*/ 152400 h 193040"/>
              <a:gd name="connsiteX18" fmla="*/ 121920 w 243840"/>
              <a:gd name="connsiteY18" fmla="*/ 142240 h 193040"/>
              <a:gd name="connsiteX19" fmla="*/ 121920 w 243840"/>
              <a:gd name="connsiteY19" fmla="*/ 111760 h 193040"/>
              <a:gd name="connsiteX20" fmla="*/ 50800 w 243840"/>
              <a:gd name="connsiteY20" fmla="*/ 111760 h 193040"/>
              <a:gd name="connsiteX21" fmla="*/ 40640 w 243840"/>
              <a:gd name="connsiteY21" fmla="*/ 101600 h 193040"/>
              <a:gd name="connsiteX22" fmla="*/ 40640 w 243840"/>
              <a:gd name="connsiteY22" fmla="*/ 10160 h 193040"/>
              <a:gd name="connsiteX23" fmla="*/ 50800 w 243840"/>
              <a:gd name="connsiteY23" fmla="*/ 0 h 193040"/>
              <a:gd name="connsiteX24" fmla="*/ 203200 w 243840"/>
              <a:gd name="connsiteY24" fmla="*/ 0 h 193040"/>
              <a:gd name="connsiteX25" fmla="*/ 213360 w 243840"/>
              <a:gd name="connsiteY25" fmla="*/ 10160 h 193040"/>
              <a:gd name="connsiteX26" fmla="*/ 213360 w 243840"/>
              <a:gd name="connsiteY26" fmla="*/ 101600 h 193040"/>
              <a:gd name="connsiteX27" fmla="*/ 203200 w 243840"/>
              <a:gd name="connsiteY27" fmla="*/ 111760 h 193040"/>
              <a:gd name="connsiteX28" fmla="*/ 233680 w 243840"/>
              <a:gd name="connsiteY28" fmla="*/ 20320 h 193040"/>
              <a:gd name="connsiteX29" fmla="*/ 243840 w 243840"/>
              <a:gd name="connsiteY29" fmla="*/ 30480 h 193040"/>
              <a:gd name="connsiteX30" fmla="*/ 243840 w 243840"/>
              <a:gd name="connsiteY30" fmla="*/ 81280 h 193040"/>
              <a:gd name="connsiteX31" fmla="*/ 233680 w 243840"/>
              <a:gd name="connsiteY31" fmla="*/ 91440 h 193040"/>
              <a:gd name="connsiteX32" fmla="*/ 223520 w 243840"/>
              <a:gd name="connsiteY32" fmla="*/ 81280 h 193040"/>
              <a:gd name="connsiteX33" fmla="*/ 223520 w 243840"/>
              <a:gd name="connsiteY33" fmla="*/ 30480 h 193040"/>
              <a:gd name="connsiteX34" fmla="*/ 233680 w 243840"/>
              <a:gd name="connsiteY34" fmla="*/ 20320 h 193040"/>
              <a:gd name="connsiteX35" fmla="*/ 91440 w 243840"/>
              <a:gd name="connsiteY35" fmla="*/ 40640 h 193040"/>
              <a:gd name="connsiteX36" fmla="*/ 81280 w 243840"/>
              <a:gd name="connsiteY36" fmla="*/ 50800 h 193040"/>
              <a:gd name="connsiteX37" fmla="*/ 91440 w 243840"/>
              <a:gd name="connsiteY37" fmla="*/ 60960 h 193040"/>
              <a:gd name="connsiteX38" fmla="*/ 121920 w 243840"/>
              <a:gd name="connsiteY38" fmla="*/ 60960 h 193040"/>
              <a:gd name="connsiteX39" fmla="*/ 132080 w 243840"/>
              <a:gd name="connsiteY39" fmla="*/ 50800 h 193040"/>
              <a:gd name="connsiteX40" fmla="*/ 121920 w 243840"/>
              <a:gd name="connsiteY40" fmla="*/ 40640 h 193040"/>
              <a:gd name="connsiteX41" fmla="*/ 91440 w 243840"/>
              <a:gd name="connsiteY41" fmla="*/ 4064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43840" h="193040">
                <a:moveTo>
                  <a:pt x="60960" y="20320"/>
                </a:moveTo>
                <a:lnTo>
                  <a:pt x="60960" y="91440"/>
                </a:lnTo>
                <a:lnTo>
                  <a:pt x="132080" y="91440"/>
                </a:lnTo>
                <a:lnTo>
                  <a:pt x="193040" y="91440"/>
                </a:lnTo>
                <a:lnTo>
                  <a:pt x="193040" y="20320"/>
                </a:lnTo>
                <a:lnTo>
                  <a:pt x="60960" y="20320"/>
                </a:lnTo>
                <a:close/>
                <a:moveTo>
                  <a:pt x="203200" y="111760"/>
                </a:moveTo>
                <a:lnTo>
                  <a:pt x="142240" y="111760"/>
                </a:lnTo>
                <a:lnTo>
                  <a:pt x="142240" y="142240"/>
                </a:lnTo>
                <a:cubicBezTo>
                  <a:pt x="142240" y="158750"/>
                  <a:pt x="128270" y="172720"/>
                  <a:pt x="111760" y="172720"/>
                </a:cubicBezTo>
                <a:lnTo>
                  <a:pt x="20320" y="172720"/>
                </a:lnTo>
                <a:lnTo>
                  <a:pt x="20320" y="193040"/>
                </a:lnTo>
                <a:lnTo>
                  <a:pt x="0" y="193040"/>
                </a:lnTo>
                <a:lnTo>
                  <a:pt x="0" y="162560"/>
                </a:lnTo>
                <a:lnTo>
                  <a:pt x="0" y="132080"/>
                </a:lnTo>
                <a:lnTo>
                  <a:pt x="20320" y="132080"/>
                </a:lnTo>
                <a:lnTo>
                  <a:pt x="20320" y="152400"/>
                </a:lnTo>
                <a:lnTo>
                  <a:pt x="111760" y="152400"/>
                </a:lnTo>
                <a:cubicBezTo>
                  <a:pt x="116840" y="152400"/>
                  <a:pt x="121920" y="147320"/>
                  <a:pt x="121920" y="142240"/>
                </a:cubicBezTo>
                <a:lnTo>
                  <a:pt x="121920" y="111760"/>
                </a:lnTo>
                <a:lnTo>
                  <a:pt x="50800" y="111760"/>
                </a:lnTo>
                <a:cubicBezTo>
                  <a:pt x="45720" y="111760"/>
                  <a:pt x="40640" y="106680"/>
                  <a:pt x="40640" y="101600"/>
                </a:cubicBezTo>
                <a:lnTo>
                  <a:pt x="40640" y="10160"/>
                </a:lnTo>
                <a:cubicBezTo>
                  <a:pt x="40640" y="5080"/>
                  <a:pt x="45720" y="0"/>
                  <a:pt x="50800" y="0"/>
                </a:cubicBezTo>
                <a:lnTo>
                  <a:pt x="203200" y="0"/>
                </a:lnTo>
                <a:cubicBezTo>
                  <a:pt x="208280" y="0"/>
                  <a:pt x="213360" y="5080"/>
                  <a:pt x="213360" y="10160"/>
                </a:cubicBezTo>
                <a:lnTo>
                  <a:pt x="213360" y="101600"/>
                </a:lnTo>
                <a:cubicBezTo>
                  <a:pt x="213360" y="106680"/>
                  <a:pt x="209550" y="111760"/>
                  <a:pt x="203200" y="111760"/>
                </a:cubicBezTo>
                <a:close/>
                <a:moveTo>
                  <a:pt x="233680" y="20320"/>
                </a:moveTo>
                <a:cubicBezTo>
                  <a:pt x="238760" y="20320"/>
                  <a:pt x="243840" y="25400"/>
                  <a:pt x="243840" y="30480"/>
                </a:cubicBezTo>
                <a:lnTo>
                  <a:pt x="243840" y="81280"/>
                </a:lnTo>
                <a:cubicBezTo>
                  <a:pt x="243840" y="86360"/>
                  <a:pt x="238760" y="91440"/>
                  <a:pt x="233680" y="91440"/>
                </a:cubicBezTo>
                <a:cubicBezTo>
                  <a:pt x="228600" y="91440"/>
                  <a:pt x="223520" y="86360"/>
                  <a:pt x="223520" y="81280"/>
                </a:cubicBezTo>
                <a:lnTo>
                  <a:pt x="223520" y="30480"/>
                </a:lnTo>
                <a:cubicBezTo>
                  <a:pt x="223520" y="25400"/>
                  <a:pt x="228600" y="20320"/>
                  <a:pt x="233680" y="20320"/>
                </a:cubicBezTo>
                <a:close/>
                <a:moveTo>
                  <a:pt x="91440" y="40640"/>
                </a:moveTo>
                <a:cubicBezTo>
                  <a:pt x="86360" y="40640"/>
                  <a:pt x="81280" y="45720"/>
                  <a:pt x="81280" y="50800"/>
                </a:cubicBezTo>
                <a:cubicBezTo>
                  <a:pt x="81280" y="55880"/>
                  <a:pt x="86360" y="60960"/>
                  <a:pt x="91440" y="60960"/>
                </a:cubicBezTo>
                <a:lnTo>
                  <a:pt x="121920" y="60960"/>
                </a:lnTo>
                <a:cubicBezTo>
                  <a:pt x="127000" y="60960"/>
                  <a:pt x="132080" y="55880"/>
                  <a:pt x="132080" y="50800"/>
                </a:cubicBezTo>
                <a:cubicBezTo>
                  <a:pt x="132080" y="45720"/>
                  <a:pt x="127000" y="40640"/>
                  <a:pt x="121920" y="40640"/>
                </a:cubicBezTo>
                <a:lnTo>
                  <a:pt x="91440" y="406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0" name="Полилиния: фигура 482">
            <a:extLst>
              <a:ext uri="{FF2B5EF4-FFF2-40B4-BE49-F238E27FC236}">
                <a16:creationId xmlns:a16="http://schemas.microsoft.com/office/drawing/2014/main" id="{EF6159FE-65A1-34A0-FD51-C6DB5FE228AC}"/>
              </a:ext>
            </a:extLst>
          </p:cNvPr>
          <p:cNvSpPr/>
          <p:nvPr/>
        </p:nvSpPr>
        <p:spPr>
          <a:xfrm>
            <a:off x="1010552" y="3115751"/>
            <a:ext cx="345440" cy="132080"/>
          </a:xfrm>
          <a:custGeom>
            <a:avLst/>
            <a:gdLst>
              <a:gd name="connsiteX0" fmla="*/ 24130 w 345440"/>
              <a:gd name="connsiteY0" fmla="*/ 20320 h 132080"/>
              <a:gd name="connsiteX1" fmla="*/ 59690 w 345440"/>
              <a:gd name="connsiteY1" fmla="*/ 0 h 132080"/>
              <a:gd name="connsiteX2" fmla="*/ 120650 w 345440"/>
              <a:gd name="connsiteY2" fmla="*/ 0 h 132080"/>
              <a:gd name="connsiteX3" fmla="*/ 156210 w 345440"/>
              <a:gd name="connsiteY3" fmla="*/ 20320 h 132080"/>
              <a:gd name="connsiteX4" fmla="*/ 187960 w 345440"/>
              <a:gd name="connsiteY4" fmla="*/ 20320 h 132080"/>
              <a:gd name="connsiteX5" fmla="*/ 223520 w 345440"/>
              <a:gd name="connsiteY5" fmla="*/ 0 h 132080"/>
              <a:gd name="connsiteX6" fmla="*/ 284480 w 345440"/>
              <a:gd name="connsiteY6" fmla="*/ 0 h 132080"/>
              <a:gd name="connsiteX7" fmla="*/ 320040 w 345440"/>
              <a:gd name="connsiteY7" fmla="*/ 20320 h 132080"/>
              <a:gd name="connsiteX8" fmla="*/ 335280 w 345440"/>
              <a:gd name="connsiteY8" fmla="*/ 20320 h 132080"/>
              <a:gd name="connsiteX9" fmla="*/ 345440 w 345440"/>
              <a:gd name="connsiteY9" fmla="*/ 30480 h 132080"/>
              <a:gd name="connsiteX10" fmla="*/ 335280 w 345440"/>
              <a:gd name="connsiteY10" fmla="*/ 40640 h 132080"/>
              <a:gd name="connsiteX11" fmla="*/ 325120 w 345440"/>
              <a:gd name="connsiteY11" fmla="*/ 40640 h 132080"/>
              <a:gd name="connsiteX12" fmla="*/ 325120 w 345440"/>
              <a:gd name="connsiteY12" fmla="*/ 81280 h 132080"/>
              <a:gd name="connsiteX13" fmla="*/ 274320 w 345440"/>
              <a:gd name="connsiteY13" fmla="*/ 132080 h 132080"/>
              <a:gd name="connsiteX14" fmla="*/ 233680 w 345440"/>
              <a:gd name="connsiteY14" fmla="*/ 132080 h 132080"/>
              <a:gd name="connsiteX15" fmla="*/ 182880 w 345440"/>
              <a:gd name="connsiteY15" fmla="*/ 81280 h 132080"/>
              <a:gd name="connsiteX16" fmla="*/ 182880 w 345440"/>
              <a:gd name="connsiteY16" fmla="*/ 40640 h 132080"/>
              <a:gd name="connsiteX17" fmla="*/ 162560 w 345440"/>
              <a:gd name="connsiteY17" fmla="*/ 40640 h 132080"/>
              <a:gd name="connsiteX18" fmla="*/ 162560 w 345440"/>
              <a:gd name="connsiteY18" fmla="*/ 81280 h 132080"/>
              <a:gd name="connsiteX19" fmla="*/ 111760 w 345440"/>
              <a:gd name="connsiteY19" fmla="*/ 132080 h 132080"/>
              <a:gd name="connsiteX20" fmla="*/ 71120 w 345440"/>
              <a:gd name="connsiteY20" fmla="*/ 132080 h 132080"/>
              <a:gd name="connsiteX21" fmla="*/ 20320 w 345440"/>
              <a:gd name="connsiteY21" fmla="*/ 81280 h 132080"/>
              <a:gd name="connsiteX22" fmla="*/ 20320 w 345440"/>
              <a:gd name="connsiteY22" fmla="*/ 40640 h 132080"/>
              <a:gd name="connsiteX23" fmla="*/ 10160 w 345440"/>
              <a:gd name="connsiteY23" fmla="*/ 40640 h 132080"/>
              <a:gd name="connsiteX24" fmla="*/ 0 w 345440"/>
              <a:gd name="connsiteY24" fmla="*/ 30480 h 132080"/>
              <a:gd name="connsiteX25" fmla="*/ 10160 w 345440"/>
              <a:gd name="connsiteY25" fmla="*/ 20320 h 132080"/>
              <a:gd name="connsiteX26" fmla="*/ 24130 w 345440"/>
              <a:gd name="connsiteY26" fmla="*/ 20320 h 132080"/>
              <a:gd name="connsiteX27" fmla="*/ 58420 w 345440"/>
              <a:gd name="connsiteY27" fmla="*/ 20320 h 132080"/>
              <a:gd name="connsiteX28" fmla="*/ 38100 w 345440"/>
              <a:gd name="connsiteY28" fmla="*/ 40640 h 132080"/>
              <a:gd name="connsiteX29" fmla="*/ 38100 w 345440"/>
              <a:gd name="connsiteY29" fmla="*/ 81280 h 132080"/>
              <a:gd name="connsiteX30" fmla="*/ 68580 w 345440"/>
              <a:gd name="connsiteY30" fmla="*/ 111760 h 132080"/>
              <a:gd name="connsiteX31" fmla="*/ 109220 w 345440"/>
              <a:gd name="connsiteY31" fmla="*/ 111760 h 132080"/>
              <a:gd name="connsiteX32" fmla="*/ 139700 w 345440"/>
              <a:gd name="connsiteY32" fmla="*/ 81280 h 132080"/>
              <a:gd name="connsiteX33" fmla="*/ 139700 w 345440"/>
              <a:gd name="connsiteY33" fmla="*/ 40640 h 132080"/>
              <a:gd name="connsiteX34" fmla="*/ 119380 w 345440"/>
              <a:gd name="connsiteY34" fmla="*/ 20320 h 132080"/>
              <a:gd name="connsiteX35" fmla="*/ 58420 w 345440"/>
              <a:gd name="connsiteY35" fmla="*/ 20320 h 132080"/>
              <a:gd name="connsiteX36" fmla="*/ 220980 w 345440"/>
              <a:gd name="connsiteY36" fmla="*/ 20320 h 132080"/>
              <a:gd name="connsiteX37" fmla="*/ 200660 w 345440"/>
              <a:gd name="connsiteY37" fmla="*/ 40640 h 132080"/>
              <a:gd name="connsiteX38" fmla="*/ 200660 w 345440"/>
              <a:gd name="connsiteY38" fmla="*/ 81280 h 132080"/>
              <a:gd name="connsiteX39" fmla="*/ 231140 w 345440"/>
              <a:gd name="connsiteY39" fmla="*/ 111760 h 132080"/>
              <a:gd name="connsiteX40" fmla="*/ 271780 w 345440"/>
              <a:gd name="connsiteY40" fmla="*/ 111760 h 132080"/>
              <a:gd name="connsiteX41" fmla="*/ 302260 w 345440"/>
              <a:gd name="connsiteY41" fmla="*/ 81280 h 132080"/>
              <a:gd name="connsiteX42" fmla="*/ 302260 w 345440"/>
              <a:gd name="connsiteY42" fmla="*/ 40640 h 132080"/>
              <a:gd name="connsiteX43" fmla="*/ 281940 w 345440"/>
              <a:gd name="connsiteY43" fmla="*/ 20320 h 132080"/>
              <a:gd name="connsiteX44" fmla="*/ 220980 w 345440"/>
              <a:gd name="connsiteY44" fmla="*/ 20320 h 132080"/>
              <a:gd name="connsiteX45" fmla="*/ 99060 w 345440"/>
              <a:gd name="connsiteY45" fmla="*/ 50800 h 132080"/>
              <a:gd name="connsiteX46" fmla="*/ 68580 w 345440"/>
              <a:gd name="connsiteY46" fmla="*/ 50800 h 132080"/>
              <a:gd name="connsiteX47" fmla="*/ 68580 w 345440"/>
              <a:gd name="connsiteY47" fmla="*/ 71120 h 132080"/>
              <a:gd name="connsiteX48" fmla="*/ 58420 w 345440"/>
              <a:gd name="connsiteY48" fmla="*/ 81280 h 132080"/>
              <a:gd name="connsiteX49" fmla="*/ 48260 w 345440"/>
              <a:gd name="connsiteY49" fmla="*/ 71120 h 132080"/>
              <a:gd name="connsiteX50" fmla="*/ 48260 w 345440"/>
              <a:gd name="connsiteY50" fmla="*/ 41910 h 132080"/>
              <a:gd name="connsiteX51" fmla="*/ 59690 w 345440"/>
              <a:gd name="connsiteY51" fmla="*/ 30480 h 132080"/>
              <a:gd name="connsiteX52" fmla="*/ 99060 w 345440"/>
              <a:gd name="connsiteY52" fmla="*/ 30480 h 132080"/>
              <a:gd name="connsiteX53" fmla="*/ 109220 w 345440"/>
              <a:gd name="connsiteY53" fmla="*/ 40640 h 132080"/>
              <a:gd name="connsiteX54" fmla="*/ 99060 w 345440"/>
              <a:gd name="connsiteY54" fmla="*/ 50800 h 132080"/>
              <a:gd name="connsiteX55" fmla="*/ 231140 w 345440"/>
              <a:gd name="connsiteY55" fmla="*/ 50800 h 132080"/>
              <a:gd name="connsiteX56" fmla="*/ 261620 w 345440"/>
              <a:gd name="connsiteY56" fmla="*/ 50800 h 132080"/>
              <a:gd name="connsiteX57" fmla="*/ 271780 w 345440"/>
              <a:gd name="connsiteY57" fmla="*/ 40640 h 132080"/>
              <a:gd name="connsiteX58" fmla="*/ 261620 w 345440"/>
              <a:gd name="connsiteY58" fmla="*/ 30480 h 132080"/>
              <a:gd name="connsiteX59" fmla="*/ 222250 w 345440"/>
              <a:gd name="connsiteY59" fmla="*/ 30480 h 132080"/>
              <a:gd name="connsiteX60" fmla="*/ 210820 w 345440"/>
              <a:gd name="connsiteY60" fmla="*/ 41910 h 132080"/>
              <a:gd name="connsiteX61" fmla="*/ 210820 w 345440"/>
              <a:gd name="connsiteY61" fmla="*/ 71120 h 132080"/>
              <a:gd name="connsiteX62" fmla="*/ 220980 w 345440"/>
              <a:gd name="connsiteY62" fmla="*/ 81280 h 132080"/>
              <a:gd name="connsiteX63" fmla="*/ 231140 w 345440"/>
              <a:gd name="connsiteY63" fmla="*/ 71120 h 132080"/>
              <a:gd name="connsiteX64" fmla="*/ 231140 w 345440"/>
              <a:gd name="connsiteY64" fmla="*/ 50800 h 132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45440" h="132080">
                <a:moveTo>
                  <a:pt x="24130" y="20320"/>
                </a:moveTo>
                <a:cubicBezTo>
                  <a:pt x="31750" y="7620"/>
                  <a:pt x="44450" y="0"/>
                  <a:pt x="59690" y="0"/>
                </a:cubicBezTo>
                <a:lnTo>
                  <a:pt x="120650" y="0"/>
                </a:lnTo>
                <a:cubicBezTo>
                  <a:pt x="135890" y="0"/>
                  <a:pt x="148590" y="7620"/>
                  <a:pt x="156210" y="20320"/>
                </a:cubicBezTo>
                <a:lnTo>
                  <a:pt x="187960" y="20320"/>
                </a:lnTo>
                <a:cubicBezTo>
                  <a:pt x="195580" y="7620"/>
                  <a:pt x="208280" y="0"/>
                  <a:pt x="223520" y="0"/>
                </a:cubicBezTo>
                <a:lnTo>
                  <a:pt x="284480" y="0"/>
                </a:lnTo>
                <a:cubicBezTo>
                  <a:pt x="299720" y="0"/>
                  <a:pt x="312420" y="7620"/>
                  <a:pt x="320040" y="20320"/>
                </a:cubicBezTo>
                <a:lnTo>
                  <a:pt x="335280" y="20320"/>
                </a:lnTo>
                <a:cubicBezTo>
                  <a:pt x="340360" y="20320"/>
                  <a:pt x="345440" y="25400"/>
                  <a:pt x="345440" y="30480"/>
                </a:cubicBezTo>
                <a:cubicBezTo>
                  <a:pt x="345440" y="35560"/>
                  <a:pt x="340360" y="40640"/>
                  <a:pt x="335280" y="40640"/>
                </a:cubicBezTo>
                <a:lnTo>
                  <a:pt x="325120" y="40640"/>
                </a:lnTo>
                <a:lnTo>
                  <a:pt x="325120" y="81280"/>
                </a:lnTo>
                <a:cubicBezTo>
                  <a:pt x="325120" y="109220"/>
                  <a:pt x="302260" y="132080"/>
                  <a:pt x="274320" y="132080"/>
                </a:cubicBezTo>
                <a:lnTo>
                  <a:pt x="233680" y="132080"/>
                </a:lnTo>
                <a:cubicBezTo>
                  <a:pt x="205740" y="132080"/>
                  <a:pt x="182880" y="109220"/>
                  <a:pt x="182880" y="81280"/>
                </a:cubicBezTo>
                <a:lnTo>
                  <a:pt x="182880" y="40640"/>
                </a:lnTo>
                <a:lnTo>
                  <a:pt x="162560" y="40640"/>
                </a:lnTo>
                <a:lnTo>
                  <a:pt x="162560" y="81280"/>
                </a:lnTo>
                <a:cubicBezTo>
                  <a:pt x="162560" y="109220"/>
                  <a:pt x="139700" y="132080"/>
                  <a:pt x="111760" y="132080"/>
                </a:cubicBezTo>
                <a:lnTo>
                  <a:pt x="71120" y="132080"/>
                </a:lnTo>
                <a:cubicBezTo>
                  <a:pt x="43180" y="132080"/>
                  <a:pt x="20320" y="109220"/>
                  <a:pt x="20320" y="81280"/>
                </a:cubicBezTo>
                <a:lnTo>
                  <a:pt x="20320" y="40640"/>
                </a:lnTo>
                <a:lnTo>
                  <a:pt x="10160" y="40640"/>
                </a:lnTo>
                <a:cubicBezTo>
                  <a:pt x="5080" y="40640"/>
                  <a:pt x="0" y="35560"/>
                  <a:pt x="0" y="30480"/>
                </a:cubicBezTo>
                <a:cubicBezTo>
                  <a:pt x="0" y="25400"/>
                  <a:pt x="5080" y="20320"/>
                  <a:pt x="10160" y="20320"/>
                </a:cubicBezTo>
                <a:lnTo>
                  <a:pt x="24130" y="20320"/>
                </a:lnTo>
                <a:close/>
                <a:moveTo>
                  <a:pt x="58420" y="20320"/>
                </a:moveTo>
                <a:cubicBezTo>
                  <a:pt x="46990" y="20320"/>
                  <a:pt x="38100" y="29210"/>
                  <a:pt x="38100" y="40640"/>
                </a:cubicBezTo>
                <a:lnTo>
                  <a:pt x="38100" y="81280"/>
                </a:lnTo>
                <a:cubicBezTo>
                  <a:pt x="38100" y="97790"/>
                  <a:pt x="52070" y="111760"/>
                  <a:pt x="68580" y="111760"/>
                </a:cubicBezTo>
                <a:lnTo>
                  <a:pt x="109220" y="111760"/>
                </a:lnTo>
                <a:cubicBezTo>
                  <a:pt x="125730" y="111760"/>
                  <a:pt x="139700" y="97790"/>
                  <a:pt x="139700" y="81280"/>
                </a:cubicBezTo>
                <a:lnTo>
                  <a:pt x="139700" y="40640"/>
                </a:lnTo>
                <a:cubicBezTo>
                  <a:pt x="139700" y="29210"/>
                  <a:pt x="130810" y="20320"/>
                  <a:pt x="119380" y="20320"/>
                </a:cubicBezTo>
                <a:lnTo>
                  <a:pt x="58420" y="20320"/>
                </a:lnTo>
                <a:close/>
                <a:moveTo>
                  <a:pt x="220980" y="20320"/>
                </a:moveTo>
                <a:cubicBezTo>
                  <a:pt x="209550" y="20320"/>
                  <a:pt x="200660" y="29210"/>
                  <a:pt x="200660" y="40640"/>
                </a:cubicBezTo>
                <a:lnTo>
                  <a:pt x="200660" y="81280"/>
                </a:lnTo>
                <a:cubicBezTo>
                  <a:pt x="200660" y="97790"/>
                  <a:pt x="214630" y="111760"/>
                  <a:pt x="231140" y="111760"/>
                </a:cubicBezTo>
                <a:lnTo>
                  <a:pt x="271780" y="111760"/>
                </a:lnTo>
                <a:cubicBezTo>
                  <a:pt x="288290" y="111760"/>
                  <a:pt x="302260" y="97790"/>
                  <a:pt x="302260" y="81280"/>
                </a:cubicBezTo>
                <a:lnTo>
                  <a:pt x="302260" y="40640"/>
                </a:lnTo>
                <a:cubicBezTo>
                  <a:pt x="302260" y="29210"/>
                  <a:pt x="293370" y="20320"/>
                  <a:pt x="281940" y="20320"/>
                </a:cubicBezTo>
                <a:lnTo>
                  <a:pt x="220980" y="20320"/>
                </a:lnTo>
                <a:close/>
                <a:moveTo>
                  <a:pt x="99060" y="50800"/>
                </a:moveTo>
                <a:lnTo>
                  <a:pt x="68580" y="50800"/>
                </a:lnTo>
                <a:lnTo>
                  <a:pt x="68580" y="71120"/>
                </a:lnTo>
                <a:cubicBezTo>
                  <a:pt x="68580" y="76200"/>
                  <a:pt x="63500" y="81280"/>
                  <a:pt x="58420" y="81280"/>
                </a:cubicBezTo>
                <a:cubicBezTo>
                  <a:pt x="53340" y="81280"/>
                  <a:pt x="48260" y="76200"/>
                  <a:pt x="48260" y="71120"/>
                </a:cubicBezTo>
                <a:lnTo>
                  <a:pt x="48260" y="41910"/>
                </a:lnTo>
                <a:cubicBezTo>
                  <a:pt x="48260" y="35560"/>
                  <a:pt x="53340" y="30480"/>
                  <a:pt x="59690" y="30480"/>
                </a:cubicBezTo>
                <a:lnTo>
                  <a:pt x="99060" y="30480"/>
                </a:lnTo>
                <a:cubicBezTo>
                  <a:pt x="104140" y="30480"/>
                  <a:pt x="109220" y="35560"/>
                  <a:pt x="109220" y="40640"/>
                </a:cubicBezTo>
                <a:cubicBezTo>
                  <a:pt x="109220" y="45720"/>
                  <a:pt x="105410" y="50800"/>
                  <a:pt x="99060" y="50800"/>
                </a:cubicBezTo>
                <a:close/>
                <a:moveTo>
                  <a:pt x="231140" y="50800"/>
                </a:moveTo>
                <a:lnTo>
                  <a:pt x="261620" y="50800"/>
                </a:lnTo>
                <a:cubicBezTo>
                  <a:pt x="266700" y="50800"/>
                  <a:pt x="271780" y="45720"/>
                  <a:pt x="271780" y="40640"/>
                </a:cubicBezTo>
                <a:cubicBezTo>
                  <a:pt x="271780" y="35560"/>
                  <a:pt x="266700" y="30480"/>
                  <a:pt x="261620" y="30480"/>
                </a:cubicBezTo>
                <a:lnTo>
                  <a:pt x="222250" y="30480"/>
                </a:lnTo>
                <a:cubicBezTo>
                  <a:pt x="215900" y="30480"/>
                  <a:pt x="210820" y="35560"/>
                  <a:pt x="210820" y="41910"/>
                </a:cubicBezTo>
                <a:lnTo>
                  <a:pt x="210820" y="71120"/>
                </a:lnTo>
                <a:cubicBezTo>
                  <a:pt x="210820" y="76200"/>
                  <a:pt x="215900" y="81280"/>
                  <a:pt x="220980" y="81280"/>
                </a:cubicBezTo>
                <a:cubicBezTo>
                  <a:pt x="226060" y="81280"/>
                  <a:pt x="231140" y="76200"/>
                  <a:pt x="231140" y="71120"/>
                </a:cubicBezTo>
                <a:lnTo>
                  <a:pt x="231140" y="508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" name="Полилиния: фигура 486">
            <a:extLst>
              <a:ext uri="{FF2B5EF4-FFF2-40B4-BE49-F238E27FC236}">
                <a16:creationId xmlns:a16="http://schemas.microsoft.com/office/drawing/2014/main" id="{BB42D677-7D48-2A1A-644E-900DD1D0DDA4}"/>
              </a:ext>
            </a:extLst>
          </p:cNvPr>
          <p:cNvSpPr/>
          <p:nvPr/>
        </p:nvSpPr>
        <p:spPr>
          <a:xfrm>
            <a:off x="5625415" y="3166358"/>
            <a:ext cx="61595" cy="29720"/>
          </a:xfrm>
          <a:custGeom>
            <a:avLst/>
            <a:gdLst>
              <a:gd name="connsiteX0" fmla="*/ 28257 w 61595"/>
              <a:gd name="connsiteY0" fmla="*/ 20513 h 29720"/>
              <a:gd name="connsiteX1" fmla="*/ 16827 w 61595"/>
              <a:gd name="connsiteY1" fmla="*/ 26863 h 29720"/>
              <a:gd name="connsiteX2" fmla="*/ 2857 w 61595"/>
              <a:gd name="connsiteY2" fmla="*/ 26863 h 29720"/>
              <a:gd name="connsiteX3" fmla="*/ 2857 w 61595"/>
              <a:gd name="connsiteY3" fmla="*/ 12893 h 29720"/>
              <a:gd name="connsiteX4" fmla="*/ 28257 w 61595"/>
              <a:gd name="connsiteY4" fmla="*/ 193 h 29720"/>
              <a:gd name="connsiteX5" fmla="*/ 58738 w 61595"/>
              <a:gd name="connsiteY5" fmla="*/ 12893 h 29720"/>
              <a:gd name="connsiteX6" fmla="*/ 58738 w 61595"/>
              <a:gd name="connsiteY6" fmla="*/ 26863 h 29720"/>
              <a:gd name="connsiteX7" fmla="*/ 44768 w 61595"/>
              <a:gd name="connsiteY7" fmla="*/ 26863 h 29720"/>
              <a:gd name="connsiteX8" fmla="*/ 28257 w 61595"/>
              <a:gd name="connsiteY8" fmla="*/ 20513 h 29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595" h="29720">
                <a:moveTo>
                  <a:pt x="28257" y="20513"/>
                </a:moveTo>
                <a:cubicBezTo>
                  <a:pt x="24448" y="20513"/>
                  <a:pt x="20638" y="23053"/>
                  <a:pt x="16827" y="26863"/>
                </a:cubicBezTo>
                <a:cubicBezTo>
                  <a:pt x="13018" y="30673"/>
                  <a:pt x="6668" y="30673"/>
                  <a:pt x="2857" y="26863"/>
                </a:cubicBezTo>
                <a:cubicBezTo>
                  <a:pt x="-952" y="23053"/>
                  <a:pt x="-952" y="16703"/>
                  <a:pt x="2857" y="12893"/>
                </a:cubicBezTo>
                <a:cubicBezTo>
                  <a:pt x="9207" y="6543"/>
                  <a:pt x="16827" y="193"/>
                  <a:pt x="28257" y="193"/>
                </a:cubicBezTo>
                <a:cubicBezTo>
                  <a:pt x="38418" y="-1077"/>
                  <a:pt x="49848" y="4003"/>
                  <a:pt x="58738" y="12893"/>
                </a:cubicBezTo>
                <a:cubicBezTo>
                  <a:pt x="62548" y="16703"/>
                  <a:pt x="62548" y="23053"/>
                  <a:pt x="58738" y="26863"/>
                </a:cubicBezTo>
                <a:cubicBezTo>
                  <a:pt x="54927" y="30673"/>
                  <a:pt x="48577" y="30673"/>
                  <a:pt x="44768" y="26863"/>
                </a:cubicBezTo>
                <a:cubicBezTo>
                  <a:pt x="35877" y="20513"/>
                  <a:pt x="30798" y="20513"/>
                  <a:pt x="28257" y="20513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72" name="Полилиния: фигура 487">
            <a:extLst>
              <a:ext uri="{FF2B5EF4-FFF2-40B4-BE49-F238E27FC236}">
                <a16:creationId xmlns:a16="http://schemas.microsoft.com/office/drawing/2014/main" id="{B7B3A80B-6E0C-6E9E-9620-C226B99CA510}"/>
              </a:ext>
            </a:extLst>
          </p:cNvPr>
          <p:cNvSpPr/>
          <p:nvPr/>
        </p:nvSpPr>
        <p:spPr>
          <a:xfrm>
            <a:off x="5535335" y="3059871"/>
            <a:ext cx="237945" cy="243840"/>
          </a:xfrm>
          <a:custGeom>
            <a:avLst/>
            <a:gdLst>
              <a:gd name="connsiteX0" fmla="*/ 73887 w 237945"/>
              <a:gd name="connsiteY0" fmla="*/ 0 h 243840"/>
              <a:gd name="connsiteX1" fmla="*/ 12928 w 237945"/>
              <a:gd name="connsiteY1" fmla="*/ 55880 h 243840"/>
              <a:gd name="connsiteX2" fmla="*/ 228 w 237945"/>
              <a:gd name="connsiteY2" fmla="*/ 199390 h 243840"/>
              <a:gd name="connsiteX3" fmla="*/ 40868 w 237945"/>
              <a:gd name="connsiteY3" fmla="*/ 243840 h 243840"/>
              <a:gd name="connsiteX4" fmla="*/ 197078 w 237945"/>
              <a:gd name="connsiteY4" fmla="*/ 243840 h 243840"/>
              <a:gd name="connsiteX5" fmla="*/ 237718 w 237945"/>
              <a:gd name="connsiteY5" fmla="*/ 199390 h 243840"/>
              <a:gd name="connsiteX6" fmla="*/ 227558 w 237945"/>
              <a:gd name="connsiteY6" fmla="*/ 82550 h 243840"/>
              <a:gd name="connsiteX7" fmla="*/ 227558 w 237945"/>
              <a:gd name="connsiteY7" fmla="*/ 82550 h 243840"/>
              <a:gd name="connsiteX8" fmla="*/ 225018 w 237945"/>
              <a:gd name="connsiteY8" fmla="*/ 55880 h 243840"/>
              <a:gd name="connsiteX9" fmla="*/ 164058 w 237945"/>
              <a:gd name="connsiteY9" fmla="*/ 0 h 243840"/>
              <a:gd name="connsiteX10" fmla="*/ 167868 w 237945"/>
              <a:gd name="connsiteY10" fmla="*/ 20320 h 243840"/>
              <a:gd name="connsiteX11" fmla="*/ 204698 w 237945"/>
              <a:gd name="connsiteY11" fmla="*/ 57150 h 243840"/>
              <a:gd name="connsiteX12" fmla="*/ 207237 w 237945"/>
              <a:gd name="connsiteY12" fmla="*/ 83820 h 243840"/>
              <a:gd name="connsiteX13" fmla="*/ 181837 w 237945"/>
              <a:gd name="connsiteY13" fmla="*/ 111760 h 243840"/>
              <a:gd name="connsiteX14" fmla="*/ 158978 w 237945"/>
              <a:gd name="connsiteY14" fmla="*/ 111760 h 243840"/>
              <a:gd name="connsiteX15" fmla="*/ 138658 w 237945"/>
              <a:gd name="connsiteY15" fmla="*/ 91440 h 243840"/>
              <a:gd name="connsiteX16" fmla="*/ 98018 w 237945"/>
              <a:gd name="connsiteY16" fmla="*/ 91440 h 243840"/>
              <a:gd name="connsiteX17" fmla="*/ 77698 w 237945"/>
              <a:gd name="connsiteY17" fmla="*/ 111760 h 243840"/>
              <a:gd name="connsiteX18" fmla="*/ 56108 w 237945"/>
              <a:gd name="connsiteY18" fmla="*/ 111760 h 243840"/>
              <a:gd name="connsiteX19" fmla="*/ 30708 w 237945"/>
              <a:gd name="connsiteY19" fmla="*/ 83820 h 243840"/>
              <a:gd name="connsiteX20" fmla="*/ 33248 w 237945"/>
              <a:gd name="connsiteY20" fmla="*/ 57150 h 243840"/>
              <a:gd name="connsiteX21" fmla="*/ 73887 w 237945"/>
              <a:gd name="connsiteY21" fmla="*/ 20320 h 243840"/>
              <a:gd name="connsiteX22" fmla="*/ 164058 w 237945"/>
              <a:gd name="connsiteY22" fmla="*/ 20320 h 243840"/>
              <a:gd name="connsiteX23" fmla="*/ 164058 w 237945"/>
              <a:gd name="connsiteY23" fmla="*/ 20320 h 243840"/>
              <a:gd name="connsiteX24" fmla="*/ 28168 w 237945"/>
              <a:gd name="connsiteY24" fmla="*/ 121920 h 243840"/>
              <a:gd name="connsiteX25" fmla="*/ 57378 w 237945"/>
              <a:gd name="connsiteY25" fmla="*/ 132080 h 243840"/>
              <a:gd name="connsiteX26" fmla="*/ 78968 w 237945"/>
              <a:gd name="connsiteY26" fmla="*/ 132080 h 243840"/>
              <a:gd name="connsiteX27" fmla="*/ 99287 w 237945"/>
              <a:gd name="connsiteY27" fmla="*/ 152400 h 243840"/>
              <a:gd name="connsiteX28" fmla="*/ 139928 w 237945"/>
              <a:gd name="connsiteY28" fmla="*/ 152400 h 243840"/>
              <a:gd name="connsiteX29" fmla="*/ 160248 w 237945"/>
              <a:gd name="connsiteY29" fmla="*/ 132080 h 243840"/>
              <a:gd name="connsiteX30" fmla="*/ 181837 w 237945"/>
              <a:gd name="connsiteY30" fmla="*/ 132080 h 243840"/>
              <a:gd name="connsiteX31" fmla="*/ 211048 w 237945"/>
              <a:gd name="connsiteY31" fmla="*/ 121920 h 243840"/>
              <a:gd name="connsiteX32" fmla="*/ 218668 w 237945"/>
              <a:gd name="connsiteY32" fmla="*/ 200660 h 243840"/>
              <a:gd name="connsiteX33" fmla="*/ 198348 w 237945"/>
              <a:gd name="connsiteY33" fmla="*/ 222250 h 243840"/>
              <a:gd name="connsiteX34" fmla="*/ 42137 w 237945"/>
              <a:gd name="connsiteY34" fmla="*/ 222250 h 243840"/>
              <a:gd name="connsiteX35" fmla="*/ 21818 w 237945"/>
              <a:gd name="connsiteY35" fmla="*/ 200660 h 243840"/>
              <a:gd name="connsiteX36" fmla="*/ 28168 w 237945"/>
              <a:gd name="connsiteY36" fmla="*/ 121920 h 243840"/>
              <a:gd name="connsiteX37" fmla="*/ 164058 w 237945"/>
              <a:gd name="connsiteY37" fmla="*/ 0 h 243840"/>
              <a:gd name="connsiteX38" fmla="*/ 73887 w 237945"/>
              <a:gd name="connsiteY38" fmla="*/ 0 h 243840"/>
              <a:gd name="connsiteX39" fmla="*/ 164058 w 237945"/>
              <a:gd name="connsiteY39" fmla="*/ 0 h 243840"/>
              <a:gd name="connsiteX40" fmla="*/ 99287 w 237945"/>
              <a:gd name="connsiteY40" fmla="*/ 111760 h 243840"/>
              <a:gd name="connsiteX41" fmla="*/ 139928 w 237945"/>
              <a:gd name="connsiteY41" fmla="*/ 111760 h 243840"/>
              <a:gd name="connsiteX42" fmla="*/ 139928 w 237945"/>
              <a:gd name="connsiteY42" fmla="*/ 132080 h 243840"/>
              <a:gd name="connsiteX43" fmla="*/ 99287 w 237945"/>
              <a:gd name="connsiteY43" fmla="*/ 132080 h 243840"/>
              <a:gd name="connsiteX44" fmla="*/ 99287 w 237945"/>
              <a:gd name="connsiteY44" fmla="*/ 111760 h 243840"/>
              <a:gd name="connsiteX45" fmla="*/ 68808 w 237945"/>
              <a:gd name="connsiteY45" fmla="*/ 177800 h 243840"/>
              <a:gd name="connsiteX46" fmla="*/ 78968 w 237945"/>
              <a:gd name="connsiteY46" fmla="*/ 167640 h 243840"/>
              <a:gd name="connsiteX47" fmla="*/ 160248 w 237945"/>
              <a:gd name="connsiteY47" fmla="*/ 167640 h 243840"/>
              <a:gd name="connsiteX48" fmla="*/ 170408 w 237945"/>
              <a:gd name="connsiteY48" fmla="*/ 177800 h 243840"/>
              <a:gd name="connsiteX49" fmla="*/ 160248 w 237945"/>
              <a:gd name="connsiteY49" fmla="*/ 187960 h 243840"/>
              <a:gd name="connsiteX50" fmla="*/ 78968 w 237945"/>
              <a:gd name="connsiteY50" fmla="*/ 187960 h 243840"/>
              <a:gd name="connsiteX51" fmla="*/ 68808 w 237945"/>
              <a:gd name="connsiteY51" fmla="*/ 1778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37945" h="243840">
                <a:moveTo>
                  <a:pt x="73887" y="0"/>
                </a:moveTo>
                <a:cubicBezTo>
                  <a:pt x="42137" y="0"/>
                  <a:pt x="16737" y="24130"/>
                  <a:pt x="12928" y="55880"/>
                </a:cubicBezTo>
                <a:lnTo>
                  <a:pt x="228" y="199390"/>
                </a:lnTo>
                <a:cubicBezTo>
                  <a:pt x="-2313" y="223520"/>
                  <a:pt x="16737" y="243840"/>
                  <a:pt x="40868" y="243840"/>
                </a:cubicBezTo>
                <a:lnTo>
                  <a:pt x="197078" y="243840"/>
                </a:lnTo>
                <a:cubicBezTo>
                  <a:pt x="221208" y="243840"/>
                  <a:pt x="240258" y="223520"/>
                  <a:pt x="237718" y="199390"/>
                </a:cubicBezTo>
                <a:lnTo>
                  <a:pt x="227558" y="82550"/>
                </a:lnTo>
                <a:cubicBezTo>
                  <a:pt x="227558" y="82550"/>
                  <a:pt x="227558" y="82550"/>
                  <a:pt x="227558" y="82550"/>
                </a:cubicBezTo>
                <a:lnTo>
                  <a:pt x="225018" y="55880"/>
                </a:lnTo>
                <a:cubicBezTo>
                  <a:pt x="222478" y="24130"/>
                  <a:pt x="195808" y="0"/>
                  <a:pt x="164058" y="0"/>
                </a:cubicBezTo>
                <a:moveTo>
                  <a:pt x="167868" y="20320"/>
                </a:moveTo>
                <a:cubicBezTo>
                  <a:pt x="186918" y="21590"/>
                  <a:pt x="203428" y="36830"/>
                  <a:pt x="204698" y="57150"/>
                </a:cubicBezTo>
                <a:lnTo>
                  <a:pt x="207237" y="83820"/>
                </a:lnTo>
                <a:cubicBezTo>
                  <a:pt x="208508" y="99060"/>
                  <a:pt x="197078" y="111760"/>
                  <a:pt x="181837" y="111760"/>
                </a:cubicBezTo>
                <a:lnTo>
                  <a:pt x="158978" y="111760"/>
                </a:lnTo>
                <a:cubicBezTo>
                  <a:pt x="158978" y="100330"/>
                  <a:pt x="150087" y="91440"/>
                  <a:pt x="138658" y="91440"/>
                </a:cubicBezTo>
                <a:lnTo>
                  <a:pt x="98018" y="91440"/>
                </a:lnTo>
                <a:cubicBezTo>
                  <a:pt x="86587" y="91440"/>
                  <a:pt x="77698" y="100330"/>
                  <a:pt x="77698" y="111760"/>
                </a:cubicBezTo>
                <a:lnTo>
                  <a:pt x="56108" y="111760"/>
                </a:lnTo>
                <a:cubicBezTo>
                  <a:pt x="40868" y="111760"/>
                  <a:pt x="29437" y="99060"/>
                  <a:pt x="30708" y="83820"/>
                </a:cubicBezTo>
                <a:lnTo>
                  <a:pt x="33248" y="57150"/>
                </a:lnTo>
                <a:cubicBezTo>
                  <a:pt x="34518" y="36830"/>
                  <a:pt x="52298" y="20320"/>
                  <a:pt x="73887" y="20320"/>
                </a:cubicBezTo>
                <a:lnTo>
                  <a:pt x="164058" y="20320"/>
                </a:lnTo>
                <a:cubicBezTo>
                  <a:pt x="164058" y="20320"/>
                  <a:pt x="164058" y="20320"/>
                  <a:pt x="164058" y="20320"/>
                </a:cubicBezTo>
                <a:moveTo>
                  <a:pt x="28168" y="121920"/>
                </a:moveTo>
                <a:cubicBezTo>
                  <a:pt x="35787" y="128270"/>
                  <a:pt x="45948" y="132080"/>
                  <a:pt x="57378" y="132080"/>
                </a:cubicBezTo>
                <a:lnTo>
                  <a:pt x="78968" y="132080"/>
                </a:lnTo>
                <a:cubicBezTo>
                  <a:pt x="78968" y="143510"/>
                  <a:pt x="87858" y="152400"/>
                  <a:pt x="99287" y="152400"/>
                </a:cubicBezTo>
                <a:lnTo>
                  <a:pt x="139928" y="152400"/>
                </a:lnTo>
                <a:cubicBezTo>
                  <a:pt x="151358" y="152400"/>
                  <a:pt x="160248" y="143510"/>
                  <a:pt x="160248" y="132080"/>
                </a:cubicBezTo>
                <a:lnTo>
                  <a:pt x="181837" y="132080"/>
                </a:lnTo>
                <a:cubicBezTo>
                  <a:pt x="193268" y="132080"/>
                  <a:pt x="202158" y="128270"/>
                  <a:pt x="211048" y="121920"/>
                </a:cubicBezTo>
                <a:lnTo>
                  <a:pt x="218668" y="200660"/>
                </a:lnTo>
                <a:cubicBezTo>
                  <a:pt x="219937" y="212090"/>
                  <a:pt x="209778" y="222250"/>
                  <a:pt x="198348" y="222250"/>
                </a:cubicBezTo>
                <a:lnTo>
                  <a:pt x="42137" y="222250"/>
                </a:lnTo>
                <a:cubicBezTo>
                  <a:pt x="30708" y="222250"/>
                  <a:pt x="20548" y="212090"/>
                  <a:pt x="21818" y="200660"/>
                </a:cubicBezTo>
                <a:lnTo>
                  <a:pt x="28168" y="121920"/>
                </a:lnTo>
                <a:close/>
                <a:moveTo>
                  <a:pt x="164058" y="0"/>
                </a:moveTo>
                <a:lnTo>
                  <a:pt x="73887" y="0"/>
                </a:lnTo>
                <a:lnTo>
                  <a:pt x="164058" y="0"/>
                </a:lnTo>
                <a:close/>
                <a:moveTo>
                  <a:pt x="99287" y="111760"/>
                </a:moveTo>
                <a:lnTo>
                  <a:pt x="139928" y="111760"/>
                </a:lnTo>
                <a:lnTo>
                  <a:pt x="139928" y="132080"/>
                </a:lnTo>
                <a:lnTo>
                  <a:pt x="99287" y="132080"/>
                </a:lnTo>
                <a:lnTo>
                  <a:pt x="99287" y="111760"/>
                </a:lnTo>
                <a:close/>
                <a:moveTo>
                  <a:pt x="68808" y="177800"/>
                </a:moveTo>
                <a:cubicBezTo>
                  <a:pt x="68808" y="172720"/>
                  <a:pt x="73887" y="167640"/>
                  <a:pt x="78968" y="167640"/>
                </a:cubicBezTo>
                <a:lnTo>
                  <a:pt x="160248" y="167640"/>
                </a:lnTo>
                <a:cubicBezTo>
                  <a:pt x="165328" y="167640"/>
                  <a:pt x="170408" y="172720"/>
                  <a:pt x="170408" y="177800"/>
                </a:cubicBezTo>
                <a:cubicBezTo>
                  <a:pt x="170408" y="182880"/>
                  <a:pt x="165328" y="187960"/>
                  <a:pt x="160248" y="187960"/>
                </a:cubicBezTo>
                <a:lnTo>
                  <a:pt x="78968" y="187960"/>
                </a:lnTo>
                <a:cubicBezTo>
                  <a:pt x="72618" y="187960"/>
                  <a:pt x="68808" y="182880"/>
                  <a:pt x="68808" y="1778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73" name="Полилиния: фигура 490">
            <a:extLst>
              <a:ext uri="{FF2B5EF4-FFF2-40B4-BE49-F238E27FC236}">
                <a16:creationId xmlns:a16="http://schemas.microsoft.com/office/drawing/2014/main" id="{637D2D36-94F3-5BAC-BBBE-08F43CA65316}"/>
              </a:ext>
            </a:extLst>
          </p:cNvPr>
          <p:cNvSpPr/>
          <p:nvPr/>
        </p:nvSpPr>
        <p:spPr>
          <a:xfrm>
            <a:off x="523578" y="4493940"/>
            <a:ext cx="285750" cy="194036"/>
          </a:xfrm>
          <a:custGeom>
            <a:avLst/>
            <a:gdLst>
              <a:gd name="connsiteX0" fmla="*/ 7620 w 285750"/>
              <a:gd name="connsiteY0" fmla="*/ 6076 h 194036"/>
              <a:gd name="connsiteX1" fmla="*/ 21590 w 285750"/>
              <a:gd name="connsiteY1" fmla="*/ 997 h 194036"/>
              <a:gd name="connsiteX2" fmla="*/ 111760 w 285750"/>
              <a:gd name="connsiteY2" fmla="*/ 41636 h 194036"/>
              <a:gd name="connsiteX3" fmla="*/ 123190 w 285750"/>
              <a:gd name="connsiteY3" fmla="*/ 60686 h 194036"/>
              <a:gd name="connsiteX4" fmla="*/ 123190 w 285750"/>
              <a:gd name="connsiteY4" fmla="*/ 81006 h 194036"/>
              <a:gd name="connsiteX5" fmla="*/ 143510 w 285750"/>
              <a:gd name="connsiteY5" fmla="*/ 81006 h 194036"/>
              <a:gd name="connsiteX6" fmla="*/ 143510 w 285750"/>
              <a:gd name="connsiteY6" fmla="*/ 12426 h 194036"/>
              <a:gd name="connsiteX7" fmla="*/ 154940 w 285750"/>
              <a:gd name="connsiteY7" fmla="*/ 997 h 194036"/>
              <a:gd name="connsiteX8" fmla="*/ 219710 w 285750"/>
              <a:gd name="connsiteY8" fmla="*/ 997 h 194036"/>
              <a:gd name="connsiteX9" fmla="*/ 229870 w 285750"/>
              <a:gd name="connsiteY9" fmla="*/ 7347 h 194036"/>
              <a:gd name="connsiteX10" fmla="*/ 264160 w 285750"/>
              <a:gd name="connsiteY10" fmla="*/ 82276 h 194036"/>
              <a:gd name="connsiteX11" fmla="*/ 265430 w 285750"/>
              <a:gd name="connsiteY11" fmla="*/ 82276 h 194036"/>
              <a:gd name="connsiteX12" fmla="*/ 285750 w 285750"/>
              <a:gd name="connsiteY12" fmla="*/ 102597 h 194036"/>
              <a:gd name="connsiteX13" fmla="*/ 285750 w 285750"/>
              <a:gd name="connsiteY13" fmla="*/ 143236 h 194036"/>
              <a:gd name="connsiteX14" fmla="*/ 265430 w 285750"/>
              <a:gd name="connsiteY14" fmla="*/ 163556 h 194036"/>
              <a:gd name="connsiteX15" fmla="*/ 250190 w 285750"/>
              <a:gd name="connsiteY15" fmla="*/ 163556 h 194036"/>
              <a:gd name="connsiteX16" fmla="*/ 214630 w 285750"/>
              <a:gd name="connsiteY16" fmla="*/ 194036 h 194036"/>
              <a:gd name="connsiteX17" fmla="*/ 179070 w 285750"/>
              <a:gd name="connsiteY17" fmla="*/ 163556 h 194036"/>
              <a:gd name="connsiteX18" fmla="*/ 101600 w 285750"/>
              <a:gd name="connsiteY18" fmla="*/ 163556 h 194036"/>
              <a:gd name="connsiteX19" fmla="*/ 66040 w 285750"/>
              <a:gd name="connsiteY19" fmla="*/ 194036 h 194036"/>
              <a:gd name="connsiteX20" fmla="*/ 30480 w 285750"/>
              <a:gd name="connsiteY20" fmla="*/ 163556 h 194036"/>
              <a:gd name="connsiteX21" fmla="*/ 11430 w 285750"/>
              <a:gd name="connsiteY21" fmla="*/ 163556 h 194036"/>
              <a:gd name="connsiteX22" fmla="*/ 0 w 285750"/>
              <a:gd name="connsiteY22" fmla="*/ 152126 h 194036"/>
              <a:gd name="connsiteX23" fmla="*/ 0 w 285750"/>
              <a:gd name="connsiteY23" fmla="*/ 93706 h 194036"/>
              <a:gd name="connsiteX24" fmla="*/ 11430 w 285750"/>
              <a:gd name="connsiteY24" fmla="*/ 82276 h 194036"/>
              <a:gd name="connsiteX25" fmla="*/ 101600 w 285750"/>
              <a:gd name="connsiteY25" fmla="*/ 82276 h 194036"/>
              <a:gd name="connsiteX26" fmla="*/ 101600 w 285750"/>
              <a:gd name="connsiteY26" fmla="*/ 61956 h 194036"/>
              <a:gd name="connsiteX27" fmla="*/ 11430 w 285750"/>
              <a:gd name="connsiteY27" fmla="*/ 21316 h 194036"/>
              <a:gd name="connsiteX28" fmla="*/ 7620 w 285750"/>
              <a:gd name="connsiteY28" fmla="*/ 6076 h 194036"/>
              <a:gd name="connsiteX29" fmla="*/ 241300 w 285750"/>
              <a:gd name="connsiteY29" fmla="*/ 82276 h 194036"/>
              <a:gd name="connsiteX30" fmla="*/ 213360 w 285750"/>
              <a:gd name="connsiteY30" fmla="*/ 21316 h 194036"/>
              <a:gd name="connsiteX31" fmla="*/ 163830 w 285750"/>
              <a:gd name="connsiteY31" fmla="*/ 21316 h 194036"/>
              <a:gd name="connsiteX32" fmla="*/ 163830 w 285750"/>
              <a:gd name="connsiteY32" fmla="*/ 82276 h 194036"/>
              <a:gd name="connsiteX33" fmla="*/ 241300 w 285750"/>
              <a:gd name="connsiteY33" fmla="*/ 82276 h 194036"/>
              <a:gd name="connsiteX34" fmla="*/ 153670 w 285750"/>
              <a:gd name="connsiteY34" fmla="*/ 102597 h 194036"/>
              <a:gd name="connsiteX35" fmla="*/ 113030 w 285750"/>
              <a:gd name="connsiteY35" fmla="*/ 102597 h 194036"/>
              <a:gd name="connsiteX36" fmla="*/ 21590 w 285750"/>
              <a:gd name="connsiteY36" fmla="*/ 102597 h 194036"/>
              <a:gd name="connsiteX37" fmla="*/ 21590 w 285750"/>
              <a:gd name="connsiteY37" fmla="*/ 143236 h 194036"/>
              <a:gd name="connsiteX38" fmla="*/ 35560 w 285750"/>
              <a:gd name="connsiteY38" fmla="*/ 143236 h 194036"/>
              <a:gd name="connsiteX39" fmla="*/ 67310 w 285750"/>
              <a:gd name="connsiteY39" fmla="*/ 122916 h 194036"/>
              <a:gd name="connsiteX40" fmla="*/ 99060 w 285750"/>
              <a:gd name="connsiteY40" fmla="*/ 143236 h 194036"/>
              <a:gd name="connsiteX41" fmla="*/ 181610 w 285750"/>
              <a:gd name="connsiteY41" fmla="*/ 143236 h 194036"/>
              <a:gd name="connsiteX42" fmla="*/ 213360 w 285750"/>
              <a:gd name="connsiteY42" fmla="*/ 122916 h 194036"/>
              <a:gd name="connsiteX43" fmla="*/ 245110 w 285750"/>
              <a:gd name="connsiteY43" fmla="*/ 143236 h 194036"/>
              <a:gd name="connsiteX44" fmla="*/ 264160 w 285750"/>
              <a:gd name="connsiteY44" fmla="*/ 143236 h 194036"/>
              <a:gd name="connsiteX45" fmla="*/ 264160 w 285750"/>
              <a:gd name="connsiteY45" fmla="*/ 102597 h 194036"/>
              <a:gd name="connsiteX46" fmla="*/ 153670 w 285750"/>
              <a:gd name="connsiteY46" fmla="*/ 102597 h 194036"/>
              <a:gd name="connsiteX47" fmla="*/ 52070 w 285750"/>
              <a:gd name="connsiteY47" fmla="*/ 158476 h 194036"/>
              <a:gd name="connsiteX48" fmla="*/ 67310 w 285750"/>
              <a:gd name="connsiteY48" fmla="*/ 143236 h 194036"/>
              <a:gd name="connsiteX49" fmla="*/ 82550 w 285750"/>
              <a:gd name="connsiteY49" fmla="*/ 158476 h 194036"/>
              <a:gd name="connsiteX50" fmla="*/ 67310 w 285750"/>
              <a:gd name="connsiteY50" fmla="*/ 173716 h 194036"/>
              <a:gd name="connsiteX51" fmla="*/ 52070 w 285750"/>
              <a:gd name="connsiteY51" fmla="*/ 158476 h 194036"/>
              <a:gd name="connsiteX52" fmla="*/ 214630 w 285750"/>
              <a:gd name="connsiteY52" fmla="*/ 143236 h 194036"/>
              <a:gd name="connsiteX53" fmla="*/ 199390 w 285750"/>
              <a:gd name="connsiteY53" fmla="*/ 158476 h 194036"/>
              <a:gd name="connsiteX54" fmla="*/ 214630 w 285750"/>
              <a:gd name="connsiteY54" fmla="*/ 173716 h 194036"/>
              <a:gd name="connsiteX55" fmla="*/ 229870 w 285750"/>
              <a:gd name="connsiteY55" fmla="*/ 158476 h 194036"/>
              <a:gd name="connsiteX56" fmla="*/ 214630 w 285750"/>
              <a:gd name="connsiteY56" fmla="*/ 143236 h 194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85750" h="194036">
                <a:moveTo>
                  <a:pt x="7620" y="6076"/>
                </a:moveTo>
                <a:cubicBezTo>
                  <a:pt x="10160" y="997"/>
                  <a:pt x="16510" y="-1544"/>
                  <a:pt x="21590" y="997"/>
                </a:cubicBezTo>
                <a:lnTo>
                  <a:pt x="111760" y="41636"/>
                </a:lnTo>
                <a:cubicBezTo>
                  <a:pt x="119380" y="45447"/>
                  <a:pt x="123190" y="51797"/>
                  <a:pt x="123190" y="60686"/>
                </a:cubicBezTo>
                <a:lnTo>
                  <a:pt x="123190" y="81006"/>
                </a:lnTo>
                <a:lnTo>
                  <a:pt x="143510" y="81006"/>
                </a:lnTo>
                <a:lnTo>
                  <a:pt x="143510" y="12426"/>
                </a:lnTo>
                <a:cubicBezTo>
                  <a:pt x="143510" y="6076"/>
                  <a:pt x="148590" y="997"/>
                  <a:pt x="154940" y="997"/>
                </a:cubicBezTo>
                <a:lnTo>
                  <a:pt x="219710" y="997"/>
                </a:lnTo>
                <a:cubicBezTo>
                  <a:pt x="223520" y="997"/>
                  <a:pt x="227330" y="3536"/>
                  <a:pt x="229870" y="7347"/>
                </a:cubicBezTo>
                <a:lnTo>
                  <a:pt x="264160" y="82276"/>
                </a:lnTo>
                <a:lnTo>
                  <a:pt x="265430" y="82276"/>
                </a:lnTo>
                <a:cubicBezTo>
                  <a:pt x="276860" y="82276"/>
                  <a:pt x="285750" y="91166"/>
                  <a:pt x="285750" y="102597"/>
                </a:cubicBezTo>
                <a:lnTo>
                  <a:pt x="285750" y="143236"/>
                </a:lnTo>
                <a:cubicBezTo>
                  <a:pt x="285750" y="154666"/>
                  <a:pt x="276860" y="163556"/>
                  <a:pt x="265430" y="163556"/>
                </a:cubicBezTo>
                <a:lnTo>
                  <a:pt x="250190" y="163556"/>
                </a:lnTo>
                <a:cubicBezTo>
                  <a:pt x="247650" y="181336"/>
                  <a:pt x="232410" y="194036"/>
                  <a:pt x="214630" y="194036"/>
                </a:cubicBezTo>
                <a:cubicBezTo>
                  <a:pt x="196850" y="194036"/>
                  <a:pt x="181610" y="181336"/>
                  <a:pt x="179070" y="163556"/>
                </a:cubicBezTo>
                <a:lnTo>
                  <a:pt x="101600" y="163556"/>
                </a:lnTo>
                <a:cubicBezTo>
                  <a:pt x="99060" y="181336"/>
                  <a:pt x="83820" y="194036"/>
                  <a:pt x="66040" y="194036"/>
                </a:cubicBezTo>
                <a:cubicBezTo>
                  <a:pt x="48260" y="194036"/>
                  <a:pt x="33020" y="181336"/>
                  <a:pt x="30480" y="163556"/>
                </a:cubicBezTo>
                <a:lnTo>
                  <a:pt x="11430" y="163556"/>
                </a:lnTo>
                <a:cubicBezTo>
                  <a:pt x="5080" y="163556"/>
                  <a:pt x="0" y="158476"/>
                  <a:pt x="0" y="152126"/>
                </a:cubicBezTo>
                <a:lnTo>
                  <a:pt x="0" y="93706"/>
                </a:lnTo>
                <a:cubicBezTo>
                  <a:pt x="0" y="87356"/>
                  <a:pt x="5080" y="82276"/>
                  <a:pt x="11430" y="82276"/>
                </a:cubicBezTo>
                <a:lnTo>
                  <a:pt x="101600" y="82276"/>
                </a:lnTo>
                <a:lnTo>
                  <a:pt x="101600" y="61956"/>
                </a:lnTo>
                <a:lnTo>
                  <a:pt x="11430" y="21316"/>
                </a:lnTo>
                <a:cubicBezTo>
                  <a:pt x="7620" y="17506"/>
                  <a:pt x="5080" y="11156"/>
                  <a:pt x="7620" y="6076"/>
                </a:cubicBezTo>
                <a:close/>
                <a:moveTo>
                  <a:pt x="241300" y="82276"/>
                </a:moveTo>
                <a:lnTo>
                  <a:pt x="213360" y="21316"/>
                </a:lnTo>
                <a:lnTo>
                  <a:pt x="163830" y="21316"/>
                </a:lnTo>
                <a:lnTo>
                  <a:pt x="163830" y="82276"/>
                </a:lnTo>
                <a:lnTo>
                  <a:pt x="241300" y="82276"/>
                </a:lnTo>
                <a:close/>
                <a:moveTo>
                  <a:pt x="153670" y="102597"/>
                </a:moveTo>
                <a:lnTo>
                  <a:pt x="113030" y="102597"/>
                </a:lnTo>
                <a:lnTo>
                  <a:pt x="21590" y="102597"/>
                </a:lnTo>
                <a:lnTo>
                  <a:pt x="21590" y="143236"/>
                </a:lnTo>
                <a:lnTo>
                  <a:pt x="35560" y="143236"/>
                </a:lnTo>
                <a:cubicBezTo>
                  <a:pt x="40640" y="131806"/>
                  <a:pt x="53340" y="122916"/>
                  <a:pt x="67310" y="122916"/>
                </a:cubicBezTo>
                <a:cubicBezTo>
                  <a:pt x="81280" y="122916"/>
                  <a:pt x="93980" y="131806"/>
                  <a:pt x="99060" y="143236"/>
                </a:cubicBezTo>
                <a:lnTo>
                  <a:pt x="181610" y="143236"/>
                </a:lnTo>
                <a:cubicBezTo>
                  <a:pt x="186690" y="131806"/>
                  <a:pt x="199390" y="122916"/>
                  <a:pt x="213360" y="122916"/>
                </a:cubicBezTo>
                <a:cubicBezTo>
                  <a:pt x="227330" y="122916"/>
                  <a:pt x="240030" y="131806"/>
                  <a:pt x="245110" y="143236"/>
                </a:cubicBezTo>
                <a:lnTo>
                  <a:pt x="264160" y="143236"/>
                </a:lnTo>
                <a:lnTo>
                  <a:pt x="264160" y="102597"/>
                </a:lnTo>
                <a:lnTo>
                  <a:pt x="153670" y="102597"/>
                </a:lnTo>
                <a:close/>
                <a:moveTo>
                  <a:pt x="52070" y="158476"/>
                </a:moveTo>
                <a:cubicBezTo>
                  <a:pt x="52070" y="149586"/>
                  <a:pt x="58420" y="143236"/>
                  <a:pt x="67310" y="143236"/>
                </a:cubicBezTo>
                <a:cubicBezTo>
                  <a:pt x="76200" y="143236"/>
                  <a:pt x="82550" y="149586"/>
                  <a:pt x="82550" y="158476"/>
                </a:cubicBezTo>
                <a:cubicBezTo>
                  <a:pt x="82550" y="167366"/>
                  <a:pt x="76200" y="173716"/>
                  <a:pt x="67310" y="173716"/>
                </a:cubicBezTo>
                <a:cubicBezTo>
                  <a:pt x="58420" y="172447"/>
                  <a:pt x="52070" y="166097"/>
                  <a:pt x="52070" y="158476"/>
                </a:cubicBezTo>
                <a:close/>
                <a:moveTo>
                  <a:pt x="214630" y="143236"/>
                </a:moveTo>
                <a:cubicBezTo>
                  <a:pt x="205740" y="143236"/>
                  <a:pt x="199390" y="149586"/>
                  <a:pt x="199390" y="158476"/>
                </a:cubicBezTo>
                <a:cubicBezTo>
                  <a:pt x="199390" y="167366"/>
                  <a:pt x="205740" y="173716"/>
                  <a:pt x="214630" y="173716"/>
                </a:cubicBezTo>
                <a:cubicBezTo>
                  <a:pt x="223520" y="173716"/>
                  <a:pt x="229870" y="167366"/>
                  <a:pt x="229870" y="158476"/>
                </a:cubicBezTo>
                <a:cubicBezTo>
                  <a:pt x="229870" y="149586"/>
                  <a:pt x="222250" y="143236"/>
                  <a:pt x="214630" y="143236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5" name="Полилиния: фигура 494">
            <a:extLst>
              <a:ext uri="{FF2B5EF4-FFF2-40B4-BE49-F238E27FC236}">
                <a16:creationId xmlns:a16="http://schemas.microsoft.com/office/drawing/2014/main" id="{F4995335-F825-9810-82DA-C0BECD48E805}"/>
              </a:ext>
            </a:extLst>
          </p:cNvPr>
          <p:cNvSpPr/>
          <p:nvPr/>
        </p:nvSpPr>
        <p:spPr>
          <a:xfrm>
            <a:off x="1063893" y="4464456"/>
            <a:ext cx="232409" cy="252730"/>
          </a:xfrm>
          <a:custGeom>
            <a:avLst/>
            <a:gdLst>
              <a:gd name="connsiteX0" fmla="*/ 132080 w 232409"/>
              <a:gd name="connsiteY0" fmla="*/ 71120 h 252730"/>
              <a:gd name="connsiteX1" fmla="*/ 132080 w 232409"/>
              <a:gd name="connsiteY1" fmla="*/ 91440 h 252730"/>
              <a:gd name="connsiteX2" fmla="*/ 111760 w 232409"/>
              <a:gd name="connsiteY2" fmla="*/ 91440 h 252730"/>
              <a:gd name="connsiteX3" fmla="*/ 50800 w 232409"/>
              <a:gd name="connsiteY3" fmla="*/ 91440 h 252730"/>
              <a:gd name="connsiteX4" fmla="*/ 30480 w 232409"/>
              <a:gd name="connsiteY4" fmla="*/ 91440 h 252730"/>
              <a:gd name="connsiteX5" fmla="*/ 10160 w 232409"/>
              <a:gd name="connsiteY5" fmla="*/ 91440 h 252730"/>
              <a:gd name="connsiteX6" fmla="*/ 0 w 232409"/>
              <a:gd name="connsiteY6" fmla="*/ 101600 h 252730"/>
              <a:gd name="connsiteX7" fmla="*/ 10160 w 232409"/>
              <a:gd name="connsiteY7" fmla="*/ 111760 h 252730"/>
              <a:gd name="connsiteX8" fmla="*/ 30480 w 232409"/>
              <a:gd name="connsiteY8" fmla="*/ 111760 h 252730"/>
              <a:gd name="connsiteX9" fmla="*/ 110490 w 232409"/>
              <a:gd name="connsiteY9" fmla="*/ 182880 h 252730"/>
              <a:gd name="connsiteX10" fmla="*/ 151130 w 232409"/>
              <a:gd name="connsiteY10" fmla="*/ 182880 h 252730"/>
              <a:gd name="connsiteX11" fmla="*/ 232410 w 232409"/>
              <a:gd name="connsiteY11" fmla="*/ 101600 h 252730"/>
              <a:gd name="connsiteX12" fmla="*/ 232410 w 232409"/>
              <a:gd name="connsiteY12" fmla="*/ 91440 h 252730"/>
              <a:gd name="connsiteX13" fmla="*/ 140970 w 232409"/>
              <a:gd name="connsiteY13" fmla="*/ 0 h 252730"/>
              <a:gd name="connsiteX14" fmla="*/ 130810 w 232409"/>
              <a:gd name="connsiteY14" fmla="*/ 10160 h 252730"/>
              <a:gd name="connsiteX15" fmla="*/ 130810 w 232409"/>
              <a:gd name="connsiteY15" fmla="*/ 71120 h 252730"/>
              <a:gd name="connsiteX16" fmla="*/ 213360 w 232409"/>
              <a:gd name="connsiteY16" fmla="*/ 91440 h 252730"/>
              <a:gd name="connsiteX17" fmla="*/ 152400 w 232409"/>
              <a:gd name="connsiteY17" fmla="*/ 21590 h 252730"/>
              <a:gd name="connsiteX18" fmla="*/ 152400 w 232409"/>
              <a:gd name="connsiteY18" fmla="*/ 91440 h 252730"/>
              <a:gd name="connsiteX19" fmla="*/ 213360 w 232409"/>
              <a:gd name="connsiteY19" fmla="*/ 91440 h 252730"/>
              <a:gd name="connsiteX20" fmla="*/ 152400 w 232409"/>
              <a:gd name="connsiteY20" fmla="*/ 111760 h 252730"/>
              <a:gd name="connsiteX21" fmla="*/ 213360 w 232409"/>
              <a:gd name="connsiteY21" fmla="*/ 111760 h 252730"/>
              <a:gd name="connsiteX22" fmla="*/ 153670 w 232409"/>
              <a:gd name="connsiteY22" fmla="*/ 162560 h 252730"/>
              <a:gd name="connsiteX23" fmla="*/ 113030 w 232409"/>
              <a:gd name="connsiteY23" fmla="*/ 162560 h 252730"/>
              <a:gd name="connsiteX24" fmla="*/ 53340 w 232409"/>
              <a:gd name="connsiteY24" fmla="*/ 111760 h 252730"/>
              <a:gd name="connsiteX25" fmla="*/ 133350 w 232409"/>
              <a:gd name="connsiteY25" fmla="*/ 111760 h 252730"/>
              <a:gd name="connsiteX26" fmla="*/ 152400 w 232409"/>
              <a:gd name="connsiteY26" fmla="*/ 111760 h 252730"/>
              <a:gd name="connsiteX27" fmla="*/ 60960 w 232409"/>
              <a:gd name="connsiteY27" fmla="*/ 222250 h 252730"/>
              <a:gd name="connsiteX28" fmla="*/ 71120 w 232409"/>
              <a:gd name="connsiteY28" fmla="*/ 212090 h 252730"/>
              <a:gd name="connsiteX29" fmla="*/ 81280 w 232409"/>
              <a:gd name="connsiteY29" fmla="*/ 222250 h 252730"/>
              <a:gd name="connsiteX30" fmla="*/ 71120 w 232409"/>
              <a:gd name="connsiteY30" fmla="*/ 232410 h 252730"/>
              <a:gd name="connsiteX31" fmla="*/ 60960 w 232409"/>
              <a:gd name="connsiteY31" fmla="*/ 222250 h 252730"/>
              <a:gd name="connsiteX32" fmla="*/ 71120 w 232409"/>
              <a:gd name="connsiteY32" fmla="*/ 191770 h 252730"/>
              <a:gd name="connsiteX33" fmla="*/ 40640 w 232409"/>
              <a:gd name="connsiteY33" fmla="*/ 222250 h 252730"/>
              <a:gd name="connsiteX34" fmla="*/ 71120 w 232409"/>
              <a:gd name="connsiteY34" fmla="*/ 252730 h 252730"/>
              <a:gd name="connsiteX35" fmla="*/ 101600 w 232409"/>
              <a:gd name="connsiteY35" fmla="*/ 222250 h 252730"/>
              <a:gd name="connsiteX36" fmla="*/ 71120 w 232409"/>
              <a:gd name="connsiteY36" fmla="*/ 191770 h 252730"/>
              <a:gd name="connsiteX37" fmla="*/ 182880 w 232409"/>
              <a:gd name="connsiteY37" fmla="*/ 222250 h 252730"/>
              <a:gd name="connsiteX38" fmla="*/ 193040 w 232409"/>
              <a:gd name="connsiteY38" fmla="*/ 212090 h 252730"/>
              <a:gd name="connsiteX39" fmla="*/ 203200 w 232409"/>
              <a:gd name="connsiteY39" fmla="*/ 222250 h 252730"/>
              <a:gd name="connsiteX40" fmla="*/ 193040 w 232409"/>
              <a:gd name="connsiteY40" fmla="*/ 232410 h 252730"/>
              <a:gd name="connsiteX41" fmla="*/ 182880 w 232409"/>
              <a:gd name="connsiteY41" fmla="*/ 222250 h 252730"/>
              <a:gd name="connsiteX42" fmla="*/ 193040 w 232409"/>
              <a:gd name="connsiteY42" fmla="*/ 191770 h 252730"/>
              <a:gd name="connsiteX43" fmla="*/ 162560 w 232409"/>
              <a:gd name="connsiteY43" fmla="*/ 222250 h 252730"/>
              <a:gd name="connsiteX44" fmla="*/ 193040 w 232409"/>
              <a:gd name="connsiteY44" fmla="*/ 252730 h 252730"/>
              <a:gd name="connsiteX45" fmla="*/ 223520 w 232409"/>
              <a:gd name="connsiteY45" fmla="*/ 222250 h 252730"/>
              <a:gd name="connsiteX46" fmla="*/ 193040 w 232409"/>
              <a:gd name="connsiteY46" fmla="*/ 191770 h 252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32409" h="252730">
                <a:moveTo>
                  <a:pt x="132080" y="71120"/>
                </a:moveTo>
                <a:lnTo>
                  <a:pt x="132080" y="91440"/>
                </a:lnTo>
                <a:lnTo>
                  <a:pt x="111760" y="91440"/>
                </a:lnTo>
                <a:lnTo>
                  <a:pt x="50800" y="91440"/>
                </a:lnTo>
                <a:lnTo>
                  <a:pt x="30480" y="91440"/>
                </a:lnTo>
                <a:lnTo>
                  <a:pt x="10160" y="91440"/>
                </a:lnTo>
                <a:cubicBezTo>
                  <a:pt x="5080" y="91440"/>
                  <a:pt x="0" y="96520"/>
                  <a:pt x="0" y="101600"/>
                </a:cubicBezTo>
                <a:cubicBezTo>
                  <a:pt x="0" y="106680"/>
                  <a:pt x="5080" y="111760"/>
                  <a:pt x="10160" y="111760"/>
                </a:cubicBezTo>
                <a:lnTo>
                  <a:pt x="30480" y="111760"/>
                </a:lnTo>
                <a:cubicBezTo>
                  <a:pt x="35560" y="152400"/>
                  <a:pt x="69850" y="182880"/>
                  <a:pt x="110490" y="182880"/>
                </a:cubicBezTo>
                <a:lnTo>
                  <a:pt x="151130" y="182880"/>
                </a:lnTo>
                <a:cubicBezTo>
                  <a:pt x="195580" y="182880"/>
                  <a:pt x="232410" y="146050"/>
                  <a:pt x="232410" y="101600"/>
                </a:cubicBezTo>
                <a:lnTo>
                  <a:pt x="232410" y="91440"/>
                </a:lnTo>
                <a:cubicBezTo>
                  <a:pt x="232410" y="40640"/>
                  <a:pt x="191770" y="0"/>
                  <a:pt x="140970" y="0"/>
                </a:cubicBezTo>
                <a:cubicBezTo>
                  <a:pt x="135890" y="0"/>
                  <a:pt x="130810" y="5080"/>
                  <a:pt x="130810" y="10160"/>
                </a:cubicBezTo>
                <a:lnTo>
                  <a:pt x="130810" y="71120"/>
                </a:lnTo>
                <a:close/>
                <a:moveTo>
                  <a:pt x="213360" y="91440"/>
                </a:moveTo>
                <a:cubicBezTo>
                  <a:pt x="213360" y="55880"/>
                  <a:pt x="186690" y="26670"/>
                  <a:pt x="152400" y="21590"/>
                </a:cubicBezTo>
                <a:lnTo>
                  <a:pt x="152400" y="91440"/>
                </a:lnTo>
                <a:lnTo>
                  <a:pt x="213360" y="91440"/>
                </a:lnTo>
                <a:close/>
                <a:moveTo>
                  <a:pt x="152400" y="111760"/>
                </a:moveTo>
                <a:lnTo>
                  <a:pt x="213360" y="111760"/>
                </a:lnTo>
                <a:cubicBezTo>
                  <a:pt x="208280" y="140970"/>
                  <a:pt x="182880" y="162560"/>
                  <a:pt x="153670" y="162560"/>
                </a:cubicBezTo>
                <a:lnTo>
                  <a:pt x="113030" y="162560"/>
                </a:lnTo>
                <a:cubicBezTo>
                  <a:pt x="82550" y="162560"/>
                  <a:pt x="58420" y="140970"/>
                  <a:pt x="53340" y="111760"/>
                </a:cubicBezTo>
                <a:lnTo>
                  <a:pt x="133350" y="111760"/>
                </a:lnTo>
                <a:lnTo>
                  <a:pt x="152400" y="111760"/>
                </a:lnTo>
                <a:close/>
                <a:moveTo>
                  <a:pt x="60960" y="222250"/>
                </a:moveTo>
                <a:cubicBezTo>
                  <a:pt x="60960" y="217170"/>
                  <a:pt x="66040" y="212090"/>
                  <a:pt x="71120" y="212090"/>
                </a:cubicBezTo>
                <a:cubicBezTo>
                  <a:pt x="76200" y="212090"/>
                  <a:pt x="81280" y="217170"/>
                  <a:pt x="81280" y="222250"/>
                </a:cubicBezTo>
                <a:cubicBezTo>
                  <a:pt x="81280" y="227330"/>
                  <a:pt x="76200" y="232410"/>
                  <a:pt x="71120" y="232410"/>
                </a:cubicBezTo>
                <a:cubicBezTo>
                  <a:pt x="66040" y="232410"/>
                  <a:pt x="60960" y="228600"/>
                  <a:pt x="60960" y="222250"/>
                </a:cubicBezTo>
                <a:close/>
                <a:moveTo>
                  <a:pt x="71120" y="191770"/>
                </a:moveTo>
                <a:cubicBezTo>
                  <a:pt x="54610" y="191770"/>
                  <a:pt x="40640" y="205740"/>
                  <a:pt x="40640" y="222250"/>
                </a:cubicBezTo>
                <a:cubicBezTo>
                  <a:pt x="40640" y="238760"/>
                  <a:pt x="54610" y="252730"/>
                  <a:pt x="71120" y="252730"/>
                </a:cubicBezTo>
                <a:cubicBezTo>
                  <a:pt x="87630" y="252730"/>
                  <a:pt x="101600" y="238760"/>
                  <a:pt x="101600" y="222250"/>
                </a:cubicBezTo>
                <a:cubicBezTo>
                  <a:pt x="101600" y="205740"/>
                  <a:pt x="88900" y="191770"/>
                  <a:pt x="71120" y="191770"/>
                </a:cubicBezTo>
                <a:close/>
                <a:moveTo>
                  <a:pt x="182880" y="222250"/>
                </a:moveTo>
                <a:cubicBezTo>
                  <a:pt x="182880" y="217170"/>
                  <a:pt x="187960" y="212090"/>
                  <a:pt x="193040" y="212090"/>
                </a:cubicBezTo>
                <a:cubicBezTo>
                  <a:pt x="198120" y="212090"/>
                  <a:pt x="203200" y="217170"/>
                  <a:pt x="203200" y="222250"/>
                </a:cubicBezTo>
                <a:cubicBezTo>
                  <a:pt x="203200" y="227330"/>
                  <a:pt x="198120" y="232410"/>
                  <a:pt x="193040" y="232410"/>
                </a:cubicBezTo>
                <a:cubicBezTo>
                  <a:pt x="187960" y="232410"/>
                  <a:pt x="182880" y="228600"/>
                  <a:pt x="182880" y="222250"/>
                </a:cubicBezTo>
                <a:close/>
                <a:moveTo>
                  <a:pt x="193040" y="191770"/>
                </a:moveTo>
                <a:cubicBezTo>
                  <a:pt x="176530" y="191770"/>
                  <a:pt x="162560" y="205740"/>
                  <a:pt x="162560" y="222250"/>
                </a:cubicBezTo>
                <a:cubicBezTo>
                  <a:pt x="162560" y="238760"/>
                  <a:pt x="176530" y="252730"/>
                  <a:pt x="193040" y="252730"/>
                </a:cubicBezTo>
                <a:cubicBezTo>
                  <a:pt x="209550" y="252730"/>
                  <a:pt x="223520" y="238760"/>
                  <a:pt x="223520" y="222250"/>
                </a:cubicBezTo>
                <a:cubicBezTo>
                  <a:pt x="223520" y="205740"/>
                  <a:pt x="209550" y="191770"/>
                  <a:pt x="193040" y="1917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" name="Полилиния: фигура 497">
            <a:extLst>
              <a:ext uri="{FF2B5EF4-FFF2-40B4-BE49-F238E27FC236}">
                <a16:creationId xmlns:a16="http://schemas.microsoft.com/office/drawing/2014/main" id="{6C11D057-D0BD-3B04-05D0-280E80E840B4}"/>
              </a:ext>
            </a:extLst>
          </p:cNvPr>
          <p:cNvSpPr/>
          <p:nvPr/>
        </p:nvSpPr>
        <p:spPr>
          <a:xfrm>
            <a:off x="1601778" y="4452863"/>
            <a:ext cx="276184" cy="275078"/>
          </a:xfrm>
          <a:custGeom>
            <a:avLst/>
            <a:gdLst>
              <a:gd name="connsiteX0" fmla="*/ 264755 w 276184"/>
              <a:gd name="connsiteY0" fmla="*/ 11594 h 275078"/>
              <a:gd name="connsiteX1" fmla="*/ 210145 w 276184"/>
              <a:gd name="connsiteY1" fmla="*/ 10324 h 275078"/>
              <a:gd name="connsiteX2" fmla="*/ 168235 w 276184"/>
              <a:gd name="connsiteY2" fmla="*/ 48424 h 275078"/>
              <a:gd name="connsiteX3" fmla="*/ 62825 w 276184"/>
              <a:gd name="connsiteY3" fmla="*/ 20484 h 275078"/>
              <a:gd name="connsiteX4" fmla="*/ 43775 w 276184"/>
              <a:gd name="connsiteY4" fmla="*/ 25564 h 275078"/>
              <a:gd name="connsiteX5" fmla="*/ 25995 w 276184"/>
              <a:gd name="connsiteY5" fmla="*/ 43344 h 275078"/>
              <a:gd name="connsiteX6" fmla="*/ 28535 w 276184"/>
              <a:gd name="connsiteY6" fmla="*/ 73824 h 275078"/>
              <a:gd name="connsiteX7" fmla="*/ 94575 w 276184"/>
              <a:gd name="connsiteY7" fmla="*/ 120814 h 275078"/>
              <a:gd name="connsiteX8" fmla="*/ 66635 w 276184"/>
              <a:gd name="connsiteY8" fmla="*/ 148754 h 275078"/>
              <a:gd name="connsiteX9" fmla="*/ 41235 w 276184"/>
              <a:gd name="connsiteY9" fmla="*/ 144944 h 275078"/>
              <a:gd name="connsiteX10" fmla="*/ 23455 w 276184"/>
              <a:gd name="connsiteY10" fmla="*/ 151294 h 275078"/>
              <a:gd name="connsiteX11" fmla="*/ 3135 w 276184"/>
              <a:gd name="connsiteY11" fmla="*/ 171614 h 275078"/>
              <a:gd name="connsiteX12" fmla="*/ 5675 w 276184"/>
              <a:gd name="connsiteY12" fmla="*/ 189394 h 275078"/>
              <a:gd name="connsiteX13" fmla="*/ 52664 w 276184"/>
              <a:gd name="connsiteY13" fmla="*/ 217334 h 275078"/>
              <a:gd name="connsiteX14" fmla="*/ 80605 w 276184"/>
              <a:gd name="connsiteY14" fmla="*/ 269404 h 275078"/>
              <a:gd name="connsiteX15" fmla="*/ 98385 w 276184"/>
              <a:gd name="connsiteY15" fmla="*/ 271944 h 275078"/>
              <a:gd name="connsiteX16" fmla="*/ 118705 w 276184"/>
              <a:gd name="connsiteY16" fmla="*/ 251624 h 275078"/>
              <a:gd name="connsiteX17" fmla="*/ 125055 w 276184"/>
              <a:gd name="connsiteY17" fmla="*/ 233844 h 275078"/>
              <a:gd name="connsiteX18" fmla="*/ 121245 w 276184"/>
              <a:gd name="connsiteY18" fmla="*/ 208444 h 275078"/>
              <a:gd name="connsiteX19" fmla="*/ 154264 w 276184"/>
              <a:gd name="connsiteY19" fmla="*/ 175424 h 275078"/>
              <a:gd name="connsiteX20" fmla="*/ 196175 w 276184"/>
              <a:gd name="connsiteY20" fmla="*/ 240194 h 275078"/>
              <a:gd name="connsiteX21" fmla="*/ 227925 w 276184"/>
              <a:gd name="connsiteY21" fmla="*/ 244004 h 275078"/>
              <a:gd name="connsiteX22" fmla="*/ 245705 w 276184"/>
              <a:gd name="connsiteY22" fmla="*/ 226224 h 275078"/>
              <a:gd name="connsiteX23" fmla="*/ 250785 w 276184"/>
              <a:gd name="connsiteY23" fmla="*/ 207174 h 275078"/>
              <a:gd name="connsiteX24" fmla="*/ 227925 w 276184"/>
              <a:gd name="connsiteY24" fmla="*/ 101764 h 275078"/>
              <a:gd name="connsiteX25" fmla="*/ 264755 w 276184"/>
              <a:gd name="connsiteY25" fmla="*/ 64934 h 275078"/>
              <a:gd name="connsiteX26" fmla="*/ 264755 w 276184"/>
              <a:gd name="connsiteY26" fmla="*/ 11594 h 275078"/>
              <a:gd name="connsiteX27" fmla="*/ 224114 w 276184"/>
              <a:gd name="connsiteY27" fmla="*/ 24294 h 275078"/>
              <a:gd name="connsiteX28" fmla="*/ 250785 w 276184"/>
              <a:gd name="connsiteY28" fmla="*/ 24294 h 275078"/>
              <a:gd name="connsiteX29" fmla="*/ 250785 w 276184"/>
              <a:gd name="connsiteY29" fmla="*/ 50964 h 275078"/>
              <a:gd name="connsiteX30" fmla="*/ 211414 w 276184"/>
              <a:gd name="connsiteY30" fmla="*/ 90334 h 275078"/>
              <a:gd name="connsiteX31" fmla="*/ 211414 w 276184"/>
              <a:gd name="connsiteY31" fmla="*/ 90334 h 275078"/>
              <a:gd name="connsiteX32" fmla="*/ 211414 w 276184"/>
              <a:gd name="connsiteY32" fmla="*/ 90334 h 275078"/>
              <a:gd name="connsiteX33" fmla="*/ 145375 w 276184"/>
              <a:gd name="connsiteY33" fmla="*/ 156374 h 275078"/>
              <a:gd name="connsiteX34" fmla="*/ 145375 w 276184"/>
              <a:gd name="connsiteY34" fmla="*/ 156374 h 275078"/>
              <a:gd name="connsiteX35" fmla="*/ 104735 w 276184"/>
              <a:gd name="connsiteY35" fmla="*/ 197014 h 275078"/>
              <a:gd name="connsiteX36" fmla="*/ 102195 w 276184"/>
              <a:gd name="connsiteY36" fmla="*/ 205904 h 275078"/>
              <a:gd name="connsiteX37" fmla="*/ 106005 w 276184"/>
              <a:gd name="connsiteY37" fmla="*/ 236384 h 275078"/>
              <a:gd name="connsiteX38" fmla="*/ 93305 w 276184"/>
              <a:gd name="connsiteY38" fmla="*/ 249084 h 275078"/>
              <a:gd name="connsiteX39" fmla="*/ 69175 w 276184"/>
              <a:gd name="connsiteY39" fmla="*/ 205904 h 275078"/>
              <a:gd name="connsiteX40" fmla="*/ 65364 w 276184"/>
              <a:gd name="connsiteY40" fmla="*/ 202094 h 275078"/>
              <a:gd name="connsiteX41" fmla="*/ 25995 w 276184"/>
              <a:gd name="connsiteY41" fmla="*/ 177964 h 275078"/>
              <a:gd name="connsiteX42" fmla="*/ 38695 w 276184"/>
              <a:gd name="connsiteY42" fmla="*/ 165264 h 275078"/>
              <a:gd name="connsiteX43" fmla="*/ 69175 w 276184"/>
              <a:gd name="connsiteY43" fmla="*/ 169074 h 275078"/>
              <a:gd name="connsiteX44" fmla="*/ 78064 w 276184"/>
              <a:gd name="connsiteY44" fmla="*/ 166534 h 275078"/>
              <a:gd name="connsiteX45" fmla="*/ 117435 w 276184"/>
              <a:gd name="connsiteY45" fmla="*/ 127164 h 275078"/>
              <a:gd name="connsiteX46" fmla="*/ 116164 w 276184"/>
              <a:gd name="connsiteY46" fmla="*/ 110654 h 275078"/>
              <a:gd name="connsiteX47" fmla="*/ 41235 w 276184"/>
              <a:gd name="connsiteY47" fmla="*/ 57314 h 275078"/>
              <a:gd name="connsiteX48" fmla="*/ 59014 w 276184"/>
              <a:gd name="connsiteY48" fmla="*/ 39534 h 275078"/>
              <a:gd name="connsiteX49" fmla="*/ 169505 w 276184"/>
              <a:gd name="connsiteY49" fmla="*/ 68744 h 275078"/>
              <a:gd name="connsiteX50" fmla="*/ 179664 w 276184"/>
              <a:gd name="connsiteY50" fmla="*/ 66204 h 275078"/>
              <a:gd name="connsiteX51" fmla="*/ 224114 w 276184"/>
              <a:gd name="connsiteY51" fmla="*/ 24294 h 275078"/>
              <a:gd name="connsiteX52" fmla="*/ 169505 w 276184"/>
              <a:gd name="connsiteY52" fmla="*/ 161454 h 275078"/>
              <a:gd name="connsiteX53" fmla="*/ 213955 w 276184"/>
              <a:gd name="connsiteY53" fmla="*/ 230034 h 275078"/>
              <a:gd name="connsiteX54" fmla="*/ 231735 w 276184"/>
              <a:gd name="connsiteY54" fmla="*/ 212254 h 275078"/>
              <a:gd name="connsiteX55" fmla="*/ 211414 w 276184"/>
              <a:gd name="connsiteY55" fmla="*/ 119544 h 275078"/>
              <a:gd name="connsiteX56" fmla="*/ 169505 w 276184"/>
              <a:gd name="connsiteY56" fmla="*/ 161454 h 275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76184" h="275078">
                <a:moveTo>
                  <a:pt x="264755" y="11594"/>
                </a:moveTo>
                <a:cubicBezTo>
                  <a:pt x="249514" y="-3646"/>
                  <a:pt x="225385" y="-3646"/>
                  <a:pt x="210145" y="10324"/>
                </a:cubicBezTo>
                <a:lnTo>
                  <a:pt x="168235" y="48424"/>
                </a:lnTo>
                <a:lnTo>
                  <a:pt x="62825" y="20484"/>
                </a:lnTo>
                <a:cubicBezTo>
                  <a:pt x="55205" y="19214"/>
                  <a:pt x="48855" y="20484"/>
                  <a:pt x="43775" y="25564"/>
                </a:cubicBezTo>
                <a:lnTo>
                  <a:pt x="25995" y="43344"/>
                </a:lnTo>
                <a:cubicBezTo>
                  <a:pt x="17105" y="52234"/>
                  <a:pt x="18375" y="67474"/>
                  <a:pt x="28535" y="73824"/>
                </a:cubicBezTo>
                <a:lnTo>
                  <a:pt x="94575" y="120814"/>
                </a:lnTo>
                <a:lnTo>
                  <a:pt x="66635" y="148754"/>
                </a:lnTo>
                <a:lnTo>
                  <a:pt x="41235" y="144944"/>
                </a:lnTo>
                <a:cubicBezTo>
                  <a:pt x="34885" y="143674"/>
                  <a:pt x="28535" y="146214"/>
                  <a:pt x="23455" y="151294"/>
                </a:cubicBezTo>
                <a:lnTo>
                  <a:pt x="3135" y="171614"/>
                </a:lnTo>
                <a:cubicBezTo>
                  <a:pt x="-1945" y="176694"/>
                  <a:pt x="-675" y="185584"/>
                  <a:pt x="5675" y="189394"/>
                </a:cubicBezTo>
                <a:lnTo>
                  <a:pt x="52664" y="217334"/>
                </a:lnTo>
                <a:lnTo>
                  <a:pt x="80605" y="269404"/>
                </a:lnTo>
                <a:cubicBezTo>
                  <a:pt x="84414" y="275754"/>
                  <a:pt x="93305" y="277024"/>
                  <a:pt x="98385" y="271944"/>
                </a:cubicBezTo>
                <a:lnTo>
                  <a:pt x="118705" y="251624"/>
                </a:lnTo>
                <a:cubicBezTo>
                  <a:pt x="123785" y="246544"/>
                  <a:pt x="125055" y="240194"/>
                  <a:pt x="125055" y="233844"/>
                </a:cubicBezTo>
                <a:lnTo>
                  <a:pt x="121245" y="208444"/>
                </a:lnTo>
                <a:lnTo>
                  <a:pt x="154264" y="175424"/>
                </a:lnTo>
                <a:lnTo>
                  <a:pt x="196175" y="240194"/>
                </a:lnTo>
                <a:cubicBezTo>
                  <a:pt x="203795" y="251624"/>
                  <a:pt x="217764" y="252894"/>
                  <a:pt x="227925" y="244004"/>
                </a:cubicBezTo>
                <a:lnTo>
                  <a:pt x="245705" y="226224"/>
                </a:lnTo>
                <a:cubicBezTo>
                  <a:pt x="250785" y="221144"/>
                  <a:pt x="253325" y="214794"/>
                  <a:pt x="250785" y="207174"/>
                </a:cubicBezTo>
                <a:lnTo>
                  <a:pt x="227925" y="101764"/>
                </a:lnTo>
                <a:lnTo>
                  <a:pt x="264755" y="64934"/>
                </a:lnTo>
                <a:cubicBezTo>
                  <a:pt x="279995" y="50964"/>
                  <a:pt x="279995" y="26834"/>
                  <a:pt x="264755" y="11594"/>
                </a:cubicBezTo>
                <a:close/>
                <a:moveTo>
                  <a:pt x="224114" y="24294"/>
                </a:moveTo>
                <a:cubicBezTo>
                  <a:pt x="231735" y="17944"/>
                  <a:pt x="243164" y="17944"/>
                  <a:pt x="250785" y="24294"/>
                </a:cubicBezTo>
                <a:cubicBezTo>
                  <a:pt x="258405" y="31914"/>
                  <a:pt x="258405" y="43344"/>
                  <a:pt x="250785" y="50964"/>
                </a:cubicBezTo>
                <a:lnTo>
                  <a:pt x="211414" y="90334"/>
                </a:lnTo>
                <a:cubicBezTo>
                  <a:pt x="211414" y="90334"/>
                  <a:pt x="211414" y="90334"/>
                  <a:pt x="211414" y="90334"/>
                </a:cubicBezTo>
                <a:cubicBezTo>
                  <a:pt x="211414" y="90334"/>
                  <a:pt x="211414" y="90334"/>
                  <a:pt x="211414" y="90334"/>
                </a:cubicBezTo>
                <a:lnTo>
                  <a:pt x="145375" y="156374"/>
                </a:lnTo>
                <a:cubicBezTo>
                  <a:pt x="145375" y="156374"/>
                  <a:pt x="145375" y="156374"/>
                  <a:pt x="145375" y="156374"/>
                </a:cubicBezTo>
                <a:lnTo>
                  <a:pt x="104735" y="197014"/>
                </a:lnTo>
                <a:cubicBezTo>
                  <a:pt x="102195" y="199554"/>
                  <a:pt x="100925" y="203364"/>
                  <a:pt x="102195" y="205904"/>
                </a:cubicBezTo>
                <a:lnTo>
                  <a:pt x="106005" y="236384"/>
                </a:lnTo>
                <a:lnTo>
                  <a:pt x="93305" y="249084"/>
                </a:lnTo>
                <a:lnTo>
                  <a:pt x="69175" y="205904"/>
                </a:lnTo>
                <a:cubicBezTo>
                  <a:pt x="67905" y="204634"/>
                  <a:pt x="66635" y="202094"/>
                  <a:pt x="65364" y="202094"/>
                </a:cubicBezTo>
                <a:lnTo>
                  <a:pt x="25995" y="177964"/>
                </a:lnTo>
                <a:lnTo>
                  <a:pt x="38695" y="165264"/>
                </a:lnTo>
                <a:lnTo>
                  <a:pt x="69175" y="169074"/>
                </a:lnTo>
                <a:cubicBezTo>
                  <a:pt x="72985" y="169074"/>
                  <a:pt x="76795" y="167804"/>
                  <a:pt x="78064" y="166534"/>
                </a:cubicBezTo>
                <a:lnTo>
                  <a:pt x="117435" y="127164"/>
                </a:lnTo>
                <a:cubicBezTo>
                  <a:pt x="122514" y="122084"/>
                  <a:pt x="121245" y="114464"/>
                  <a:pt x="116164" y="110654"/>
                </a:cubicBezTo>
                <a:lnTo>
                  <a:pt x="41235" y="57314"/>
                </a:lnTo>
                <a:lnTo>
                  <a:pt x="59014" y="39534"/>
                </a:lnTo>
                <a:lnTo>
                  <a:pt x="169505" y="68744"/>
                </a:lnTo>
                <a:cubicBezTo>
                  <a:pt x="173314" y="70014"/>
                  <a:pt x="177125" y="68744"/>
                  <a:pt x="179664" y="66204"/>
                </a:cubicBezTo>
                <a:lnTo>
                  <a:pt x="224114" y="24294"/>
                </a:lnTo>
                <a:close/>
                <a:moveTo>
                  <a:pt x="169505" y="161454"/>
                </a:moveTo>
                <a:lnTo>
                  <a:pt x="213955" y="230034"/>
                </a:lnTo>
                <a:lnTo>
                  <a:pt x="231735" y="212254"/>
                </a:lnTo>
                <a:lnTo>
                  <a:pt x="211414" y="119544"/>
                </a:lnTo>
                <a:lnTo>
                  <a:pt x="169505" y="161454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" name="Полилиния: фигура 500">
            <a:extLst>
              <a:ext uri="{FF2B5EF4-FFF2-40B4-BE49-F238E27FC236}">
                <a16:creationId xmlns:a16="http://schemas.microsoft.com/office/drawing/2014/main" id="{8B8DD667-9389-1586-0F97-1C697157E318}"/>
              </a:ext>
            </a:extLst>
          </p:cNvPr>
          <p:cNvSpPr/>
          <p:nvPr/>
        </p:nvSpPr>
        <p:spPr>
          <a:xfrm>
            <a:off x="2192923" y="4492079"/>
            <a:ext cx="213360" cy="199707"/>
          </a:xfrm>
          <a:custGeom>
            <a:avLst/>
            <a:gdLst>
              <a:gd name="connsiteX0" fmla="*/ 195580 w 213360"/>
              <a:gd name="connsiteY0" fmla="*/ 58737 h 199707"/>
              <a:gd name="connsiteX1" fmla="*/ 195580 w 213360"/>
              <a:gd name="connsiteY1" fmla="*/ 44767 h 199707"/>
              <a:gd name="connsiteX2" fmla="*/ 153670 w 213360"/>
              <a:gd name="connsiteY2" fmla="*/ 2858 h 199707"/>
              <a:gd name="connsiteX3" fmla="*/ 139700 w 213360"/>
              <a:gd name="connsiteY3" fmla="*/ 2858 h 199707"/>
              <a:gd name="connsiteX4" fmla="*/ 2540 w 213360"/>
              <a:gd name="connsiteY4" fmla="*/ 140017 h 199707"/>
              <a:gd name="connsiteX5" fmla="*/ 0 w 213360"/>
              <a:gd name="connsiteY5" fmla="*/ 147637 h 199707"/>
              <a:gd name="connsiteX6" fmla="*/ 0 w 213360"/>
              <a:gd name="connsiteY6" fmla="*/ 189547 h 199707"/>
              <a:gd name="connsiteX7" fmla="*/ 10160 w 213360"/>
              <a:gd name="connsiteY7" fmla="*/ 199708 h 199707"/>
              <a:gd name="connsiteX8" fmla="*/ 52070 w 213360"/>
              <a:gd name="connsiteY8" fmla="*/ 199708 h 199707"/>
              <a:gd name="connsiteX9" fmla="*/ 59690 w 213360"/>
              <a:gd name="connsiteY9" fmla="*/ 197167 h 199707"/>
              <a:gd name="connsiteX10" fmla="*/ 195580 w 213360"/>
              <a:gd name="connsiteY10" fmla="*/ 58737 h 199707"/>
              <a:gd name="connsiteX11" fmla="*/ 20320 w 213360"/>
              <a:gd name="connsiteY11" fmla="*/ 178117 h 199707"/>
              <a:gd name="connsiteX12" fmla="*/ 46990 w 213360"/>
              <a:gd name="connsiteY12" fmla="*/ 178117 h 199707"/>
              <a:gd name="connsiteX13" fmla="*/ 138430 w 213360"/>
              <a:gd name="connsiteY13" fmla="*/ 86677 h 199707"/>
              <a:gd name="connsiteX14" fmla="*/ 111760 w 213360"/>
              <a:gd name="connsiteY14" fmla="*/ 60008 h 199707"/>
              <a:gd name="connsiteX15" fmla="*/ 20320 w 213360"/>
              <a:gd name="connsiteY15" fmla="*/ 151447 h 199707"/>
              <a:gd name="connsiteX16" fmla="*/ 20320 w 213360"/>
              <a:gd name="connsiteY16" fmla="*/ 178117 h 199707"/>
              <a:gd name="connsiteX17" fmla="*/ 125730 w 213360"/>
              <a:gd name="connsiteY17" fmla="*/ 46037 h 199707"/>
              <a:gd name="connsiteX18" fmla="*/ 152400 w 213360"/>
              <a:gd name="connsiteY18" fmla="*/ 72708 h 199707"/>
              <a:gd name="connsiteX19" fmla="*/ 173990 w 213360"/>
              <a:gd name="connsiteY19" fmla="*/ 51117 h 199707"/>
              <a:gd name="connsiteX20" fmla="*/ 147320 w 213360"/>
              <a:gd name="connsiteY20" fmla="*/ 24447 h 199707"/>
              <a:gd name="connsiteX21" fmla="*/ 125730 w 213360"/>
              <a:gd name="connsiteY21" fmla="*/ 46037 h 199707"/>
              <a:gd name="connsiteX22" fmla="*/ 111760 w 213360"/>
              <a:gd name="connsiteY22" fmla="*/ 178117 h 199707"/>
              <a:gd name="connsiteX23" fmla="*/ 101600 w 213360"/>
              <a:gd name="connsiteY23" fmla="*/ 188277 h 199707"/>
              <a:gd name="connsiteX24" fmla="*/ 111760 w 213360"/>
              <a:gd name="connsiteY24" fmla="*/ 198437 h 199707"/>
              <a:gd name="connsiteX25" fmla="*/ 203200 w 213360"/>
              <a:gd name="connsiteY25" fmla="*/ 198437 h 199707"/>
              <a:gd name="connsiteX26" fmla="*/ 213360 w 213360"/>
              <a:gd name="connsiteY26" fmla="*/ 188277 h 199707"/>
              <a:gd name="connsiteX27" fmla="*/ 203200 w 213360"/>
              <a:gd name="connsiteY27" fmla="*/ 178117 h 199707"/>
              <a:gd name="connsiteX28" fmla="*/ 111760 w 213360"/>
              <a:gd name="connsiteY28" fmla="*/ 178117 h 199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13360" h="199707">
                <a:moveTo>
                  <a:pt x="195580" y="58737"/>
                </a:moveTo>
                <a:cubicBezTo>
                  <a:pt x="199390" y="54927"/>
                  <a:pt x="199390" y="48577"/>
                  <a:pt x="195580" y="44767"/>
                </a:cubicBezTo>
                <a:lnTo>
                  <a:pt x="153670" y="2858"/>
                </a:lnTo>
                <a:cubicBezTo>
                  <a:pt x="149860" y="-953"/>
                  <a:pt x="143510" y="-953"/>
                  <a:pt x="139700" y="2858"/>
                </a:cubicBezTo>
                <a:lnTo>
                  <a:pt x="2540" y="140017"/>
                </a:lnTo>
                <a:cubicBezTo>
                  <a:pt x="1270" y="142558"/>
                  <a:pt x="0" y="145097"/>
                  <a:pt x="0" y="147637"/>
                </a:cubicBezTo>
                <a:lnTo>
                  <a:pt x="0" y="189547"/>
                </a:lnTo>
                <a:cubicBezTo>
                  <a:pt x="0" y="194628"/>
                  <a:pt x="5080" y="199708"/>
                  <a:pt x="10160" y="199708"/>
                </a:cubicBezTo>
                <a:lnTo>
                  <a:pt x="52070" y="199708"/>
                </a:lnTo>
                <a:cubicBezTo>
                  <a:pt x="54610" y="199708"/>
                  <a:pt x="57150" y="198437"/>
                  <a:pt x="59690" y="197167"/>
                </a:cubicBezTo>
                <a:lnTo>
                  <a:pt x="195580" y="58737"/>
                </a:lnTo>
                <a:close/>
                <a:moveTo>
                  <a:pt x="20320" y="178117"/>
                </a:moveTo>
                <a:lnTo>
                  <a:pt x="46990" y="178117"/>
                </a:lnTo>
                <a:lnTo>
                  <a:pt x="138430" y="86677"/>
                </a:lnTo>
                <a:lnTo>
                  <a:pt x="111760" y="60008"/>
                </a:lnTo>
                <a:lnTo>
                  <a:pt x="20320" y="151447"/>
                </a:lnTo>
                <a:lnTo>
                  <a:pt x="20320" y="178117"/>
                </a:lnTo>
                <a:close/>
                <a:moveTo>
                  <a:pt x="125730" y="46037"/>
                </a:moveTo>
                <a:lnTo>
                  <a:pt x="152400" y="72708"/>
                </a:lnTo>
                <a:lnTo>
                  <a:pt x="173990" y="51117"/>
                </a:lnTo>
                <a:lnTo>
                  <a:pt x="147320" y="24447"/>
                </a:lnTo>
                <a:lnTo>
                  <a:pt x="125730" y="46037"/>
                </a:lnTo>
                <a:close/>
                <a:moveTo>
                  <a:pt x="111760" y="178117"/>
                </a:moveTo>
                <a:cubicBezTo>
                  <a:pt x="106680" y="178117"/>
                  <a:pt x="101600" y="183197"/>
                  <a:pt x="101600" y="188277"/>
                </a:cubicBezTo>
                <a:cubicBezTo>
                  <a:pt x="101600" y="193358"/>
                  <a:pt x="106680" y="198437"/>
                  <a:pt x="111760" y="198437"/>
                </a:cubicBezTo>
                <a:lnTo>
                  <a:pt x="203200" y="198437"/>
                </a:lnTo>
                <a:cubicBezTo>
                  <a:pt x="208280" y="198437"/>
                  <a:pt x="213360" y="193358"/>
                  <a:pt x="213360" y="188277"/>
                </a:cubicBezTo>
                <a:cubicBezTo>
                  <a:pt x="213360" y="183197"/>
                  <a:pt x="208280" y="178117"/>
                  <a:pt x="203200" y="178117"/>
                </a:cubicBezTo>
                <a:lnTo>
                  <a:pt x="111760" y="178117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" name="Полилиния: фигура 503">
            <a:extLst>
              <a:ext uri="{FF2B5EF4-FFF2-40B4-BE49-F238E27FC236}">
                <a16:creationId xmlns:a16="http://schemas.microsoft.com/office/drawing/2014/main" id="{7F69DB9E-1A81-221C-27B3-7518E67A790D}"/>
              </a:ext>
            </a:extLst>
          </p:cNvPr>
          <p:cNvSpPr/>
          <p:nvPr/>
        </p:nvSpPr>
        <p:spPr>
          <a:xfrm>
            <a:off x="2706955" y="4484777"/>
            <a:ext cx="303847" cy="213360"/>
          </a:xfrm>
          <a:custGeom>
            <a:avLst/>
            <a:gdLst>
              <a:gd name="connsiteX0" fmla="*/ 100647 w 303847"/>
              <a:gd name="connsiteY0" fmla="*/ 181610 h 213360"/>
              <a:gd name="connsiteX1" fmla="*/ 100647 w 303847"/>
              <a:gd name="connsiteY1" fmla="*/ 19050 h 213360"/>
              <a:gd name="connsiteX2" fmla="*/ 222568 w 303847"/>
              <a:gd name="connsiteY2" fmla="*/ 19050 h 213360"/>
              <a:gd name="connsiteX3" fmla="*/ 222568 w 303847"/>
              <a:gd name="connsiteY3" fmla="*/ 181610 h 213360"/>
              <a:gd name="connsiteX4" fmla="*/ 212408 w 303847"/>
              <a:gd name="connsiteY4" fmla="*/ 191770 h 213360"/>
              <a:gd name="connsiteX5" fmla="*/ 110808 w 303847"/>
              <a:gd name="connsiteY5" fmla="*/ 191770 h 213360"/>
              <a:gd name="connsiteX6" fmla="*/ 100647 w 303847"/>
              <a:gd name="connsiteY6" fmla="*/ 181610 h 213360"/>
              <a:gd name="connsiteX7" fmla="*/ 80328 w 303847"/>
              <a:gd name="connsiteY7" fmla="*/ 10160 h 213360"/>
              <a:gd name="connsiteX8" fmla="*/ 90487 w 303847"/>
              <a:gd name="connsiteY8" fmla="*/ 0 h 213360"/>
              <a:gd name="connsiteX9" fmla="*/ 232728 w 303847"/>
              <a:gd name="connsiteY9" fmla="*/ 0 h 213360"/>
              <a:gd name="connsiteX10" fmla="*/ 303848 w 303847"/>
              <a:gd name="connsiteY10" fmla="*/ 71120 h 213360"/>
              <a:gd name="connsiteX11" fmla="*/ 303848 w 303847"/>
              <a:gd name="connsiteY11" fmla="*/ 81280 h 213360"/>
              <a:gd name="connsiteX12" fmla="*/ 242887 w 303847"/>
              <a:gd name="connsiteY12" fmla="*/ 151130 h 213360"/>
              <a:gd name="connsiteX13" fmla="*/ 242887 w 303847"/>
              <a:gd name="connsiteY13" fmla="*/ 182880 h 213360"/>
              <a:gd name="connsiteX14" fmla="*/ 212408 w 303847"/>
              <a:gd name="connsiteY14" fmla="*/ 213360 h 213360"/>
              <a:gd name="connsiteX15" fmla="*/ 110808 w 303847"/>
              <a:gd name="connsiteY15" fmla="*/ 213360 h 213360"/>
              <a:gd name="connsiteX16" fmla="*/ 80328 w 303847"/>
              <a:gd name="connsiteY16" fmla="*/ 182880 h 213360"/>
              <a:gd name="connsiteX17" fmla="*/ 80328 w 303847"/>
              <a:gd name="connsiteY17" fmla="*/ 166370 h 213360"/>
              <a:gd name="connsiteX18" fmla="*/ 77787 w 303847"/>
              <a:gd name="connsiteY18" fmla="*/ 163830 h 213360"/>
              <a:gd name="connsiteX19" fmla="*/ 2858 w 303847"/>
              <a:gd name="connsiteY19" fmla="*/ 78740 h 213360"/>
              <a:gd name="connsiteX20" fmla="*/ 2858 w 303847"/>
              <a:gd name="connsiteY20" fmla="*/ 63500 h 213360"/>
              <a:gd name="connsiteX21" fmla="*/ 21908 w 303847"/>
              <a:gd name="connsiteY21" fmla="*/ 44450 h 213360"/>
              <a:gd name="connsiteX22" fmla="*/ 37147 w 303847"/>
              <a:gd name="connsiteY22" fmla="*/ 44450 h 213360"/>
              <a:gd name="connsiteX23" fmla="*/ 80328 w 303847"/>
              <a:gd name="connsiteY23" fmla="*/ 83820 h 213360"/>
              <a:gd name="connsiteX24" fmla="*/ 80328 w 303847"/>
              <a:gd name="connsiteY24" fmla="*/ 10160 h 213360"/>
              <a:gd name="connsiteX25" fmla="*/ 80328 w 303847"/>
              <a:gd name="connsiteY25" fmla="*/ 135890 h 213360"/>
              <a:gd name="connsiteX26" fmla="*/ 23178 w 303847"/>
              <a:gd name="connsiteY26" fmla="*/ 71120 h 213360"/>
              <a:gd name="connsiteX27" fmla="*/ 29528 w 303847"/>
              <a:gd name="connsiteY27" fmla="*/ 64770 h 213360"/>
              <a:gd name="connsiteX28" fmla="*/ 77787 w 303847"/>
              <a:gd name="connsiteY28" fmla="*/ 109220 h 213360"/>
              <a:gd name="connsiteX29" fmla="*/ 79058 w 303847"/>
              <a:gd name="connsiteY29" fmla="*/ 110490 h 213360"/>
              <a:gd name="connsiteX30" fmla="*/ 79058 w 303847"/>
              <a:gd name="connsiteY30" fmla="*/ 135890 h 213360"/>
              <a:gd name="connsiteX31" fmla="*/ 283528 w 303847"/>
              <a:gd name="connsiteY31" fmla="*/ 81280 h 213360"/>
              <a:gd name="connsiteX32" fmla="*/ 242887 w 303847"/>
              <a:gd name="connsiteY32" fmla="*/ 130810 h 213360"/>
              <a:gd name="connsiteX33" fmla="*/ 242887 w 303847"/>
              <a:gd name="connsiteY33" fmla="*/ 21590 h 213360"/>
              <a:gd name="connsiteX34" fmla="*/ 283528 w 303847"/>
              <a:gd name="connsiteY34" fmla="*/ 71120 h 213360"/>
              <a:gd name="connsiteX35" fmla="*/ 283528 w 303847"/>
              <a:gd name="connsiteY35" fmla="*/ 81280 h 213360"/>
              <a:gd name="connsiteX36" fmla="*/ 156528 w 303847"/>
              <a:gd name="connsiteY36" fmla="*/ 55880 h 213360"/>
              <a:gd name="connsiteX37" fmla="*/ 136208 w 303847"/>
              <a:gd name="connsiteY37" fmla="*/ 55880 h 213360"/>
              <a:gd name="connsiteX38" fmla="*/ 136208 w 303847"/>
              <a:gd name="connsiteY38" fmla="*/ 76200 h 213360"/>
              <a:gd name="connsiteX39" fmla="*/ 126047 w 303847"/>
              <a:gd name="connsiteY39" fmla="*/ 86360 h 213360"/>
              <a:gd name="connsiteX40" fmla="*/ 115887 w 303847"/>
              <a:gd name="connsiteY40" fmla="*/ 76200 h 213360"/>
              <a:gd name="connsiteX41" fmla="*/ 115887 w 303847"/>
              <a:gd name="connsiteY41" fmla="*/ 46990 h 213360"/>
              <a:gd name="connsiteX42" fmla="*/ 127318 w 303847"/>
              <a:gd name="connsiteY42" fmla="*/ 35560 h 213360"/>
              <a:gd name="connsiteX43" fmla="*/ 156528 w 303847"/>
              <a:gd name="connsiteY43" fmla="*/ 35560 h 213360"/>
              <a:gd name="connsiteX44" fmla="*/ 166687 w 303847"/>
              <a:gd name="connsiteY44" fmla="*/ 45720 h 213360"/>
              <a:gd name="connsiteX45" fmla="*/ 156528 w 303847"/>
              <a:gd name="connsiteY45" fmla="*/ 55880 h 213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303847" h="213360">
                <a:moveTo>
                  <a:pt x="100647" y="181610"/>
                </a:moveTo>
                <a:lnTo>
                  <a:pt x="100647" y="19050"/>
                </a:lnTo>
                <a:lnTo>
                  <a:pt x="222568" y="19050"/>
                </a:lnTo>
                <a:lnTo>
                  <a:pt x="222568" y="181610"/>
                </a:lnTo>
                <a:cubicBezTo>
                  <a:pt x="222568" y="186690"/>
                  <a:pt x="217487" y="191770"/>
                  <a:pt x="212408" y="191770"/>
                </a:cubicBezTo>
                <a:lnTo>
                  <a:pt x="110808" y="191770"/>
                </a:lnTo>
                <a:cubicBezTo>
                  <a:pt x="105728" y="191770"/>
                  <a:pt x="100647" y="187960"/>
                  <a:pt x="100647" y="181610"/>
                </a:cubicBezTo>
                <a:close/>
                <a:moveTo>
                  <a:pt x="80328" y="10160"/>
                </a:moveTo>
                <a:cubicBezTo>
                  <a:pt x="80328" y="5080"/>
                  <a:pt x="85408" y="0"/>
                  <a:pt x="90487" y="0"/>
                </a:cubicBezTo>
                <a:lnTo>
                  <a:pt x="232728" y="0"/>
                </a:lnTo>
                <a:cubicBezTo>
                  <a:pt x="272098" y="0"/>
                  <a:pt x="303848" y="31750"/>
                  <a:pt x="303848" y="71120"/>
                </a:cubicBezTo>
                <a:lnTo>
                  <a:pt x="303848" y="81280"/>
                </a:lnTo>
                <a:cubicBezTo>
                  <a:pt x="303848" y="116840"/>
                  <a:pt x="277178" y="146050"/>
                  <a:pt x="242887" y="151130"/>
                </a:cubicBezTo>
                <a:lnTo>
                  <a:pt x="242887" y="182880"/>
                </a:lnTo>
                <a:cubicBezTo>
                  <a:pt x="242887" y="199390"/>
                  <a:pt x="228918" y="213360"/>
                  <a:pt x="212408" y="213360"/>
                </a:cubicBezTo>
                <a:lnTo>
                  <a:pt x="110808" y="213360"/>
                </a:lnTo>
                <a:cubicBezTo>
                  <a:pt x="94297" y="213360"/>
                  <a:pt x="80328" y="199390"/>
                  <a:pt x="80328" y="182880"/>
                </a:cubicBezTo>
                <a:lnTo>
                  <a:pt x="80328" y="166370"/>
                </a:lnTo>
                <a:cubicBezTo>
                  <a:pt x="79058" y="166370"/>
                  <a:pt x="79058" y="165100"/>
                  <a:pt x="77787" y="163830"/>
                </a:cubicBezTo>
                <a:lnTo>
                  <a:pt x="2858" y="78740"/>
                </a:lnTo>
                <a:cubicBezTo>
                  <a:pt x="-953" y="74930"/>
                  <a:pt x="-953" y="67310"/>
                  <a:pt x="2858" y="63500"/>
                </a:cubicBezTo>
                <a:lnTo>
                  <a:pt x="21908" y="44450"/>
                </a:lnTo>
                <a:cubicBezTo>
                  <a:pt x="25718" y="40640"/>
                  <a:pt x="33337" y="40640"/>
                  <a:pt x="37147" y="44450"/>
                </a:cubicBezTo>
                <a:lnTo>
                  <a:pt x="80328" y="83820"/>
                </a:lnTo>
                <a:lnTo>
                  <a:pt x="80328" y="10160"/>
                </a:lnTo>
                <a:close/>
                <a:moveTo>
                  <a:pt x="80328" y="135890"/>
                </a:moveTo>
                <a:lnTo>
                  <a:pt x="23178" y="71120"/>
                </a:lnTo>
                <a:lnTo>
                  <a:pt x="29528" y="64770"/>
                </a:lnTo>
                <a:lnTo>
                  <a:pt x="77787" y="109220"/>
                </a:lnTo>
                <a:cubicBezTo>
                  <a:pt x="77787" y="109220"/>
                  <a:pt x="79058" y="110490"/>
                  <a:pt x="79058" y="110490"/>
                </a:cubicBezTo>
                <a:lnTo>
                  <a:pt x="79058" y="135890"/>
                </a:lnTo>
                <a:close/>
                <a:moveTo>
                  <a:pt x="283528" y="81280"/>
                </a:moveTo>
                <a:cubicBezTo>
                  <a:pt x="283528" y="105410"/>
                  <a:pt x="265748" y="125730"/>
                  <a:pt x="242887" y="130810"/>
                </a:cubicBezTo>
                <a:lnTo>
                  <a:pt x="242887" y="21590"/>
                </a:lnTo>
                <a:cubicBezTo>
                  <a:pt x="265748" y="26670"/>
                  <a:pt x="283528" y="46990"/>
                  <a:pt x="283528" y="71120"/>
                </a:cubicBezTo>
                <a:lnTo>
                  <a:pt x="283528" y="81280"/>
                </a:lnTo>
                <a:close/>
                <a:moveTo>
                  <a:pt x="156528" y="55880"/>
                </a:moveTo>
                <a:lnTo>
                  <a:pt x="136208" y="55880"/>
                </a:lnTo>
                <a:lnTo>
                  <a:pt x="136208" y="76200"/>
                </a:lnTo>
                <a:cubicBezTo>
                  <a:pt x="136208" y="81280"/>
                  <a:pt x="131128" y="86360"/>
                  <a:pt x="126047" y="86360"/>
                </a:cubicBezTo>
                <a:cubicBezTo>
                  <a:pt x="120968" y="86360"/>
                  <a:pt x="115887" y="81280"/>
                  <a:pt x="115887" y="76200"/>
                </a:cubicBezTo>
                <a:lnTo>
                  <a:pt x="115887" y="46990"/>
                </a:lnTo>
                <a:cubicBezTo>
                  <a:pt x="115887" y="40640"/>
                  <a:pt x="120968" y="35560"/>
                  <a:pt x="127318" y="35560"/>
                </a:cubicBezTo>
                <a:lnTo>
                  <a:pt x="156528" y="35560"/>
                </a:lnTo>
                <a:cubicBezTo>
                  <a:pt x="161608" y="35560"/>
                  <a:pt x="166687" y="40640"/>
                  <a:pt x="166687" y="45720"/>
                </a:cubicBezTo>
                <a:cubicBezTo>
                  <a:pt x="166687" y="50800"/>
                  <a:pt x="161608" y="55880"/>
                  <a:pt x="156528" y="55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" name="Полилиния: фигура 505">
            <a:extLst>
              <a:ext uri="{FF2B5EF4-FFF2-40B4-BE49-F238E27FC236}">
                <a16:creationId xmlns:a16="http://schemas.microsoft.com/office/drawing/2014/main" id="{79068E02-B8BC-474B-5DF8-2C959893F8C3}"/>
              </a:ext>
            </a:extLst>
          </p:cNvPr>
          <p:cNvSpPr/>
          <p:nvPr/>
        </p:nvSpPr>
        <p:spPr>
          <a:xfrm>
            <a:off x="4426853" y="4482180"/>
            <a:ext cx="221481" cy="215956"/>
          </a:xfrm>
          <a:custGeom>
            <a:avLst/>
            <a:gdLst>
              <a:gd name="connsiteX0" fmla="*/ 199390 w 221481"/>
              <a:gd name="connsiteY0" fmla="*/ 57 h 215956"/>
              <a:gd name="connsiteX1" fmla="*/ 217170 w 221481"/>
              <a:gd name="connsiteY1" fmla="*/ 31807 h 215956"/>
              <a:gd name="connsiteX2" fmla="*/ 163830 w 221481"/>
              <a:gd name="connsiteY2" fmla="*/ 104197 h 215956"/>
              <a:gd name="connsiteX3" fmla="*/ 217170 w 221481"/>
              <a:gd name="connsiteY3" fmla="*/ 172777 h 215956"/>
              <a:gd name="connsiteX4" fmla="*/ 201930 w 221481"/>
              <a:gd name="connsiteY4" fmla="*/ 207067 h 215956"/>
              <a:gd name="connsiteX5" fmla="*/ 20320 w 221481"/>
              <a:gd name="connsiteY5" fmla="*/ 215957 h 215956"/>
              <a:gd name="connsiteX6" fmla="*/ 0 w 221481"/>
              <a:gd name="connsiteY6" fmla="*/ 196907 h 215956"/>
              <a:gd name="connsiteX7" fmla="*/ 0 w 221481"/>
              <a:gd name="connsiteY7" fmla="*/ 27997 h 215956"/>
              <a:gd name="connsiteX8" fmla="*/ 19050 w 221481"/>
              <a:gd name="connsiteY8" fmla="*/ 7677 h 215956"/>
              <a:gd name="connsiteX9" fmla="*/ 199390 w 221481"/>
              <a:gd name="connsiteY9" fmla="*/ 57 h 215956"/>
              <a:gd name="connsiteX10" fmla="*/ 200660 w 221481"/>
              <a:gd name="connsiteY10" fmla="*/ 20377 h 215956"/>
              <a:gd name="connsiteX11" fmla="*/ 19050 w 221481"/>
              <a:gd name="connsiteY11" fmla="*/ 29267 h 215956"/>
              <a:gd name="connsiteX12" fmla="*/ 19050 w 221481"/>
              <a:gd name="connsiteY12" fmla="*/ 196907 h 215956"/>
              <a:gd name="connsiteX13" fmla="*/ 199390 w 221481"/>
              <a:gd name="connsiteY13" fmla="*/ 188017 h 215956"/>
              <a:gd name="connsiteX14" fmla="*/ 199390 w 221481"/>
              <a:gd name="connsiteY14" fmla="*/ 188017 h 215956"/>
              <a:gd name="connsiteX15" fmla="*/ 199390 w 221481"/>
              <a:gd name="connsiteY15" fmla="*/ 188017 h 215956"/>
              <a:gd name="connsiteX16" fmla="*/ 199390 w 221481"/>
              <a:gd name="connsiteY16" fmla="*/ 188017 h 215956"/>
              <a:gd name="connsiteX17" fmla="*/ 199390 w 221481"/>
              <a:gd name="connsiteY17" fmla="*/ 188017 h 215956"/>
              <a:gd name="connsiteX18" fmla="*/ 146050 w 221481"/>
              <a:gd name="connsiteY18" fmla="*/ 119437 h 215956"/>
              <a:gd name="connsiteX19" fmla="*/ 146050 w 221481"/>
              <a:gd name="connsiteY19" fmla="*/ 95307 h 215956"/>
              <a:gd name="connsiteX20" fmla="*/ 200660 w 221481"/>
              <a:gd name="connsiteY20" fmla="*/ 20377 h 2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21481" h="215956">
                <a:moveTo>
                  <a:pt x="199390" y="57"/>
                </a:moveTo>
                <a:cubicBezTo>
                  <a:pt x="215900" y="-1213"/>
                  <a:pt x="227330" y="19107"/>
                  <a:pt x="217170" y="31807"/>
                </a:cubicBezTo>
                <a:lnTo>
                  <a:pt x="163830" y="104197"/>
                </a:lnTo>
                <a:lnTo>
                  <a:pt x="217170" y="172777"/>
                </a:lnTo>
                <a:cubicBezTo>
                  <a:pt x="227330" y="186747"/>
                  <a:pt x="218440" y="205797"/>
                  <a:pt x="201930" y="207067"/>
                </a:cubicBezTo>
                <a:lnTo>
                  <a:pt x="20320" y="215957"/>
                </a:lnTo>
                <a:cubicBezTo>
                  <a:pt x="8890" y="215957"/>
                  <a:pt x="0" y="208337"/>
                  <a:pt x="0" y="196907"/>
                </a:cubicBezTo>
                <a:lnTo>
                  <a:pt x="0" y="27997"/>
                </a:lnTo>
                <a:cubicBezTo>
                  <a:pt x="0" y="16567"/>
                  <a:pt x="8890" y="7677"/>
                  <a:pt x="19050" y="7677"/>
                </a:cubicBezTo>
                <a:lnTo>
                  <a:pt x="199390" y="57"/>
                </a:lnTo>
                <a:close/>
                <a:moveTo>
                  <a:pt x="200660" y="20377"/>
                </a:moveTo>
                <a:lnTo>
                  <a:pt x="19050" y="29267"/>
                </a:lnTo>
                <a:lnTo>
                  <a:pt x="19050" y="196907"/>
                </a:lnTo>
                <a:lnTo>
                  <a:pt x="199390" y="188017"/>
                </a:ln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lnTo>
                  <a:pt x="146050" y="119437"/>
                </a:lnTo>
                <a:cubicBezTo>
                  <a:pt x="140970" y="111817"/>
                  <a:pt x="139700" y="101657"/>
                  <a:pt x="146050" y="95307"/>
                </a:cubicBezTo>
                <a:lnTo>
                  <a:pt x="200660" y="20377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" name="Полилиния: фигура 508">
            <a:extLst>
              <a:ext uri="{FF2B5EF4-FFF2-40B4-BE49-F238E27FC236}">
                <a16:creationId xmlns:a16="http://schemas.microsoft.com/office/drawing/2014/main" id="{F2CFB4F9-F6C7-C77C-9484-20E29C59514D}"/>
              </a:ext>
            </a:extLst>
          </p:cNvPr>
          <p:cNvSpPr/>
          <p:nvPr/>
        </p:nvSpPr>
        <p:spPr>
          <a:xfrm>
            <a:off x="7190372" y="4500017"/>
            <a:ext cx="283209" cy="182879"/>
          </a:xfrm>
          <a:custGeom>
            <a:avLst/>
            <a:gdLst>
              <a:gd name="connsiteX0" fmla="*/ 0 w 283209"/>
              <a:gd name="connsiteY0" fmla="*/ 30480 h 182879"/>
              <a:gd name="connsiteX1" fmla="*/ 30480 w 283209"/>
              <a:gd name="connsiteY1" fmla="*/ 0 h 182879"/>
              <a:gd name="connsiteX2" fmla="*/ 172720 w 283209"/>
              <a:gd name="connsiteY2" fmla="*/ 0 h 182879"/>
              <a:gd name="connsiteX3" fmla="*/ 203200 w 283209"/>
              <a:gd name="connsiteY3" fmla="*/ 30480 h 182879"/>
              <a:gd name="connsiteX4" fmla="*/ 203200 w 283209"/>
              <a:gd name="connsiteY4" fmla="*/ 152400 h 182879"/>
              <a:gd name="connsiteX5" fmla="*/ 172720 w 283209"/>
              <a:gd name="connsiteY5" fmla="*/ 182880 h 182879"/>
              <a:gd name="connsiteX6" fmla="*/ 30480 w 283209"/>
              <a:gd name="connsiteY6" fmla="*/ 182880 h 182879"/>
              <a:gd name="connsiteX7" fmla="*/ 0 w 283209"/>
              <a:gd name="connsiteY7" fmla="*/ 152400 h 182879"/>
              <a:gd name="connsiteX8" fmla="*/ 0 w 283209"/>
              <a:gd name="connsiteY8" fmla="*/ 30480 h 182879"/>
              <a:gd name="connsiteX9" fmla="*/ 30480 w 283209"/>
              <a:gd name="connsiteY9" fmla="*/ 20320 h 182879"/>
              <a:gd name="connsiteX10" fmla="*/ 20320 w 283209"/>
              <a:gd name="connsiteY10" fmla="*/ 30480 h 182879"/>
              <a:gd name="connsiteX11" fmla="*/ 20320 w 283209"/>
              <a:gd name="connsiteY11" fmla="*/ 152400 h 182879"/>
              <a:gd name="connsiteX12" fmla="*/ 30480 w 283209"/>
              <a:gd name="connsiteY12" fmla="*/ 162560 h 182879"/>
              <a:gd name="connsiteX13" fmla="*/ 172720 w 283209"/>
              <a:gd name="connsiteY13" fmla="*/ 162560 h 182879"/>
              <a:gd name="connsiteX14" fmla="*/ 182880 w 283209"/>
              <a:gd name="connsiteY14" fmla="*/ 152400 h 182879"/>
              <a:gd name="connsiteX15" fmla="*/ 182880 w 283209"/>
              <a:gd name="connsiteY15" fmla="*/ 30480 h 182879"/>
              <a:gd name="connsiteX16" fmla="*/ 172720 w 283209"/>
              <a:gd name="connsiteY16" fmla="*/ 20320 h 182879"/>
              <a:gd name="connsiteX17" fmla="*/ 30480 w 283209"/>
              <a:gd name="connsiteY17" fmla="*/ 20320 h 182879"/>
              <a:gd name="connsiteX18" fmla="*/ 262890 w 283209"/>
              <a:gd name="connsiteY18" fmla="*/ 44450 h 182879"/>
              <a:gd name="connsiteX19" fmla="*/ 242570 w 283209"/>
              <a:gd name="connsiteY19" fmla="*/ 52070 h 182879"/>
              <a:gd name="connsiteX20" fmla="*/ 242570 w 283209"/>
              <a:gd name="connsiteY20" fmla="*/ 129540 h 182879"/>
              <a:gd name="connsiteX21" fmla="*/ 262890 w 283209"/>
              <a:gd name="connsiteY21" fmla="*/ 137160 h 182879"/>
              <a:gd name="connsiteX22" fmla="*/ 262890 w 283209"/>
              <a:gd name="connsiteY22" fmla="*/ 44450 h 182879"/>
              <a:gd name="connsiteX23" fmla="*/ 267970 w 283209"/>
              <a:gd name="connsiteY23" fmla="*/ 21590 h 182879"/>
              <a:gd name="connsiteX24" fmla="*/ 283210 w 283209"/>
              <a:gd name="connsiteY24" fmla="*/ 31750 h 182879"/>
              <a:gd name="connsiteX25" fmla="*/ 283210 w 283209"/>
              <a:gd name="connsiteY25" fmla="*/ 151130 h 182879"/>
              <a:gd name="connsiteX26" fmla="*/ 267970 w 283209"/>
              <a:gd name="connsiteY26" fmla="*/ 161290 h 182879"/>
              <a:gd name="connsiteX27" fmla="*/ 229870 w 283209"/>
              <a:gd name="connsiteY27" fmla="*/ 147320 h 182879"/>
              <a:gd name="connsiteX28" fmla="*/ 222250 w 283209"/>
              <a:gd name="connsiteY28" fmla="*/ 137160 h 182879"/>
              <a:gd name="connsiteX29" fmla="*/ 222250 w 283209"/>
              <a:gd name="connsiteY29" fmla="*/ 46990 h 182879"/>
              <a:gd name="connsiteX30" fmla="*/ 229870 w 283209"/>
              <a:gd name="connsiteY30" fmla="*/ 36830 h 182879"/>
              <a:gd name="connsiteX31" fmla="*/ 267970 w 283209"/>
              <a:gd name="connsiteY31" fmla="*/ 21590 h 182879"/>
              <a:gd name="connsiteX32" fmla="*/ 49530 w 283209"/>
              <a:gd name="connsiteY32" fmla="*/ 50800 h 182879"/>
              <a:gd name="connsiteX33" fmla="*/ 39370 w 283209"/>
              <a:gd name="connsiteY33" fmla="*/ 60960 h 182879"/>
              <a:gd name="connsiteX34" fmla="*/ 49530 w 283209"/>
              <a:gd name="connsiteY34" fmla="*/ 71120 h 182879"/>
              <a:gd name="connsiteX35" fmla="*/ 80010 w 283209"/>
              <a:gd name="connsiteY35" fmla="*/ 71120 h 182879"/>
              <a:gd name="connsiteX36" fmla="*/ 90170 w 283209"/>
              <a:gd name="connsiteY36" fmla="*/ 60960 h 182879"/>
              <a:gd name="connsiteX37" fmla="*/ 80010 w 283209"/>
              <a:gd name="connsiteY37" fmla="*/ 50800 h 182879"/>
              <a:gd name="connsiteX38" fmla="*/ 49530 w 283209"/>
              <a:gd name="connsiteY38" fmla="*/ 50800 h 182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83209" h="18287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72720" y="0"/>
                </a:lnTo>
                <a:cubicBezTo>
                  <a:pt x="189230" y="0"/>
                  <a:pt x="203200" y="13970"/>
                  <a:pt x="203200" y="30480"/>
                </a:cubicBezTo>
                <a:lnTo>
                  <a:pt x="203200" y="152400"/>
                </a:lnTo>
                <a:cubicBezTo>
                  <a:pt x="203200" y="168910"/>
                  <a:pt x="189230" y="182880"/>
                  <a:pt x="172720" y="182880"/>
                </a:cubicBezTo>
                <a:lnTo>
                  <a:pt x="30480" y="182880"/>
                </a:lnTo>
                <a:cubicBezTo>
                  <a:pt x="13970" y="182880"/>
                  <a:pt x="0" y="168910"/>
                  <a:pt x="0" y="15240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52400"/>
                </a:lnTo>
                <a:cubicBezTo>
                  <a:pt x="20320" y="157480"/>
                  <a:pt x="25400" y="162560"/>
                  <a:pt x="30480" y="162560"/>
                </a:cubicBezTo>
                <a:lnTo>
                  <a:pt x="172720" y="162560"/>
                </a:lnTo>
                <a:cubicBezTo>
                  <a:pt x="177800" y="162560"/>
                  <a:pt x="182880" y="157480"/>
                  <a:pt x="182880" y="152400"/>
                </a:cubicBezTo>
                <a:lnTo>
                  <a:pt x="182880" y="30480"/>
                </a:lnTo>
                <a:cubicBezTo>
                  <a:pt x="182880" y="25400"/>
                  <a:pt x="177800" y="20320"/>
                  <a:pt x="172720" y="20320"/>
                </a:cubicBezTo>
                <a:lnTo>
                  <a:pt x="30480" y="20320"/>
                </a:lnTo>
                <a:close/>
                <a:moveTo>
                  <a:pt x="262890" y="44450"/>
                </a:moveTo>
                <a:lnTo>
                  <a:pt x="242570" y="52070"/>
                </a:lnTo>
                <a:lnTo>
                  <a:pt x="242570" y="129540"/>
                </a:lnTo>
                <a:lnTo>
                  <a:pt x="262890" y="137160"/>
                </a:lnTo>
                <a:lnTo>
                  <a:pt x="262890" y="44450"/>
                </a:lnTo>
                <a:close/>
                <a:moveTo>
                  <a:pt x="267970" y="21590"/>
                </a:moveTo>
                <a:cubicBezTo>
                  <a:pt x="275590" y="19050"/>
                  <a:pt x="283210" y="24130"/>
                  <a:pt x="283210" y="31750"/>
                </a:cubicBezTo>
                <a:lnTo>
                  <a:pt x="283210" y="151130"/>
                </a:lnTo>
                <a:cubicBezTo>
                  <a:pt x="283210" y="158750"/>
                  <a:pt x="275590" y="163830"/>
                  <a:pt x="267970" y="161290"/>
                </a:cubicBezTo>
                <a:lnTo>
                  <a:pt x="229870" y="147320"/>
                </a:lnTo>
                <a:cubicBezTo>
                  <a:pt x="226060" y="146050"/>
                  <a:pt x="222250" y="140970"/>
                  <a:pt x="222250" y="137160"/>
                </a:cubicBezTo>
                <a:lnTo>
                  <a:pt x="222250" y="46990"/>
                </a:lnTo>
                <a:cubicBezTo>
                  <a:pt x="222250" y="41910"/>
                  <a:pt x="224790" y="38100"/>
                  <a:pt x="229870" y="36830"/>
                </a:cubicBezTo>
                <a:lnTo>
                  <a:pt x="267970" y="21590"/>
                </a:lnTo>
                <a:close/>
                <a:moveTo>
                  <a:pt x="49530" y="50800"/>
                </a:moveTo>
                <a:cubicBezTo>
                  <a:pt x="44450" y="50800"/>
                  <a:pt x="39370" y="55880"/>
                  <a:pt x="39370" y="60960"/>
                </a:cubicBezTo>
                <a:cubicBezTo>
                  <a:pt x="39370" y="66040"/>
                  <a:pt x="44450" y="71120"/>
                  <a:pt x="49530" y="71120"/>
                </a:cubicBezTo>
                <a:lnTo>
                  <a:pt x="80010" y="71120"/>
                </a:lnTo>
                <a:cubicBezTo>
                  <a:pt x="85090" y="71120"/>
                  <a:pt x="90170" y="66040"/>
                  <a:pt x="90170" y="60960"/>
                </a:cubicBezTo>
                <a:cubicBezTo>
                  <a:pt x="90170" y="55880"/>
                  <a:pt x="85090" y="50800"/>
                  <a:pt x="80010" y="50800"/>
                </a:cubicBezTo>
                <a:lnTo>
                  <a:pt x="49530" y="508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" name="Полилиния: фигура 511">
            <a:extLst>
              <a:ext uri="{FF2B5EF4-FFF2-40B4-BE49-F238E27FC236}">
                <a16:creationId xmlns:a16="http://schemas.microsoft.com/office/drawing/2014/main" id="{C61BBA64-92E6-C8BE-CE4E-BD4125104E69}"/>
              </a:ext>
            </a:extLst>
          </p:cNvPr>
          <p:cNvSpPr/>
          <p:nvPr/>
        </p:nvSpPr>
        <p:spPr>
          <a:xfrm>
            <a:off x="5522863" y="4494937"/>
            <a:ext cx="264159" cy="193039"/>
          </a:xfrm>
          <a:custGeom>
            <a:avLst/>
            <a:gdLst>
              <a:gd name="connsiteX0" fmla="*/ 242570 w 264159"/>
              <a:gd name="connsiteY0" fmla="*/ 20320 h 193039"/>
              <a:gd name="connsiteX1" fmla="*/ 19050 w 264159"/>
              <a:gd name="connsiteY1" fmla="*/ 20320 h 193039"/>
              <a:gd name="connsiteX2" fmla="*/ 19050 w 264159"/>
              <a:gd name="connsiteY2" fmla="*/ 172720 h 193039"/>
              <a:gd name="connsiteX3" fmla="*/ 242570 w 264159"/>
              <a:gd name="connsiteY3" fmla="*/ 172720 h 193039"/>
              <a:gd name="connsiteX4" fmla="*/ 242570 w 264159"/>
              <a:gd name="connsiteY4" fmla="*/ 20320 h 193039"/>
              <a:gd name="connsiteX5" fmla="*/ 20320 w 264159"/>
              <a:gd name="connsiteY5" fmla="*/ 0 h 193039"/>
              <a:gd name="connsiteX6" fmla="*/ 0 w 264159"/>
              <a:gd name="connsiteY6" fmla="*/ 20320 h 193039"/>
              <a:gd name="connsiteX7" fmla="*/ 0 w 264159"/>
              <a:gd name="connsiteY7" fmla="*/ 172720 h 193039"/>
              <a:gd name="connsiteX8" fmla="*/ 20320 w 264159"/>
              <a:gd name="connsiteY8" fmla="*/ 193040 h 193039"/>
              <a:gd name="connsiteX9" fmla="*/ 243840 w 264159"/>
              <a:gd name="connsiteY9" fmla="*/ 193040 h 193039"/>
              <a:gd name="connsiteX10" fmla="*/ 264160 w 264159"/>
              <a:gd name="connsiteY10" fmla="*/ 172720 h 193039"/>
              <a:gd name="connsiteX11" fmla="*/ 264160 w 264159"/>
              <a:gd name="connsiteY11" fmla="*/ 20320 h 193039"/>
              <a:gd name="connsiteX12" fmla="*/ 243840 w 264159"/>
              <a:gd name="connsiteY12" fmla="*/ 0 h 193039"/>
              <a:gd name="connsiteX13" fmla="*/ 20320 w 264159"/>
              <a:gd name="connsiteY13" fmla="*/ 0 h 193039"/>
              <a:gd name="connsiteX14" fmla="*/ 45720 w 264159"/>
              <a:gd name="connsiteY14" fmla="*/ 71120 h 193039"/>
              <a:gd name="connsiteX15" fmla="*/ 76200 w 264159"/>
              <a:gd name="connsiteY15" fmla="*/ 40640 h 193039"/>
              <a:gd name="connsiteX16" fmla="*/ 106680 w 264159"/>
              <a:gd name="connsiteY16" fmla="*/ 71120 h 193039"/>
              <a:gd name="connsiteX17" fmla="*/ 106680 w 264159"/>
              <a:gd name="connsiteY17" fmla="*/ 81280 h 193039"/>
              <a:gd name="connsiteX18" fmla="*/ 76200 w 264159"/>
              <a:gd name="connsiteY18" fmla="*/ 111760 h 193039"/>
              <a:gd name="connsiteX19" fmla="*/ 45720 w 264159"/>
              <a:gd name="connsiteY19" fmla="*/ 81280 h 193039"/>
              <a:gd name="connsiteX20" fmla="*/ 45720 w 264159"/>
              <a:gd name="connsiteY20" fmla="*/ 71120 h 193039"/>
              <a:gd name="connsiteX21" fmla="*/ 76200 w 264159"/>
              <a:gd name="connsiteY21" fmla="*/ 60960 h 193039"/>
              <a:gd name="connsiteX22" fmla="*/ 66040 w 264159"/>
              <a:gd name="connsiteY22" fmla="*/ 71120 h 193039"/>
              <a:gd name="connsiteX23" fmla="*/ 66040 w 264159"/>
              <a:gd name="connsiteY23" fmla="*/ 81280 h 193039"/>
              <a:gd name="connsiteX24" fmla="*/ 76200 w 264159"/>
              <a:gd name="connsiteY24" fmla="*/ 91440 h 193039"/>
              <a:gd name="connsiteX25" fmla="*/ 86360 w 264159"/>
              <a:gd name="connsiteY25" fmla="*/ 81280 h 193039"/>
              <a:gd name="connsiteX26" fmla="*/ 86360 w 264159"/>
              <a:gd name="connsiteY26" fmla="*/ 71120 h 193039"/>
              <a:gd name="connsiteX27" fmla="*/ 76200 w 264159"/>
              <a:gd name="connsiteY27" fmla="*/ 60960 h 193039"/>
              <a:gd name="connsiteX28" fmla="*/ 60960 w 264159"/>
              <a:gd name="connsiteY28" fmla="*/ 121920 h 193039"/>
              <a:gd name="connsiteX29" fmla="*/ 40640 w 264159"/>
              <a:gd name="connsiteY29" fmla="*/ 142240 h 193039"/>
              <a:gd name="connsiteX30" fmla="*/ 111760 w 264159"/>
              <a:gd name="connsiteY30" fmla="*/ 142240 h 193039"/>
              <a:gd name="connsiteX31" fmla="*/ 91440 w 264159"/>
              <a:gd name="connsiteY31" fmla="*/ 121920 h 193039"/>
              <a:gd name="connsiteX32" fmla="*/ 60960 w 264159"/>
              <a:gd name="connsiteY32" fmla="*/ 121920 h 193039"/>
              <a:gd name="connsiteX33" fmla="*/ 222250 w 264159"/>
              <a:gd name="connsiteY33" fmla="*/ 101600 h 193039"/>
              <a:gd name="connsiteX34" fmla="*/ 140970 w 264159"/>
              <a:gd name="connsiteY34" fmla="*/ 101600 h 193039"/>
              <a:gd name="connsiteX35" fmla="*/ 140970 w 264159"/>
              <a:gd name="connsiteY35" fmla="*/ 81280 h 193039"/>
              <a:gd name="connsiteX36" fmla="*/ 222250 w 264159"/>
              <a:gd name="connsiteY36" fmla="*/ 81280 h 193039"/>
              <a:gd name="connsiteX37" fmla="*/ 222250 w 264159"/>
              <a:gd name="connsiteY37" fmla="*/ 101600 h 193039"/>
              <a:gd name="connsiteX38" fmla="*/ 140970 w 264159"/>
              <a:gd name="connsiteY38" fmla="*/ 142240 h 193039"/>
              <a:gd name="connsiteX39" fmla="*/ 201930 w 264159"/>
              <a:gd name="connsiteY39" fmla="*/ 142240 h 193039"/>
              <a:gd name="connsiteX40" fmla="*/ 201930 w 264159"/>
              <a:gd name="connsiteY40" fmla="*/ 121920 h 193039"/>
              <a:gd name="connsiteX41" fmla="*/ 140970 w 264159"/>
              <a:gd name="connsiteY41" fmla="*/ 121920 h 193039"/>
              <a:gd name="connsiteX42" fmla="*/ 140970 w 264159"/>
              <a:gd name="connsiteY42" fmla="*/ 142240 h 193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59" h="193039">
                <a:moveTo>
                  <a:pt x="242570" y="20320"/>
                </a:moveTo>
                <a:lnTo>
                  <a:pt x="19050" y="20320"/>
                </a:lnTo>
                <a:lnTo>
                  <a:pt x="19050" y="172720"/>
                </a:lnTo>
                <a:lnTo>
                  <a:pt x="242570" y="172720"/>
                </a:lnTo>
                <a:lnTo>
                  <a:pt x="242570" y="20320"/>
                </a:lnTo>
                <a:close/>
                <a:moveTo>
                  <a:pt x="20320" y="0"/>
                </a:moveTo>
                <a:cubicBezTo>
                  <a:pt x="8890" y="0"/>
                  <a:pt x="0" y="8890"/>
                  <a:pt x="0" y="20320"/>
                </a:cubicBezTo>
                <a:lnTo>
                  <a:pt x="0" y="172720"/>
                </a:lnTo>
                <a:cubicBezTo>
                  <a:pt x="0" y="184150"/>
                  <a:pt x="8890" y="193040"/>
                  <a:pt x="20320" y="193040"/>
                </a:cubicBezTo>
                <a:lnTo>
                  <a:pt x="243840" y="193040"/>
                </a:lnTo>
                <a:cubicBezTo>
                  <a:pt x="255270" y="193040"/>
                  <a:pt x="264160" y="184150"/>
                  <a:pt x="264160" y="1727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20320" y="0"/>
                </a:lnTo>
                <a:close/>
                <a:moveTo>
                  <a:pt x="45720" y="71120"/>
                </a:moveTo>
                <a:cubicBezTo>
                  <a:pt x="45720" y="54610"/>
                  <a:pt x="59690" y="40640"/>
                  <a:pt x="76200" y="40640"/>
                </a:cubicBezTo>
                <a:cubicBezTo>
                  <a:pt x="92710" y="40640"/>
                  <a:pt x="106680" y="54610"/>
                  <a:pt x="106680" y="71120"/>
                </a:cubicBezTo>
                <a:lnTo>
                  <a:pt x="106680" y="81280"/>
                </a:lnTo>
                <a:cubicBezTo>
                  <a:pt x="106680" y="97790"/>
                  <a:pt x="92710" y="111760"/>
                  <a:pt x="76200" y="111760"/>
                </a:cubicBezTo>
                <a:cubicBezTo>
                  <a:pt x="59690" y="111760"/>
                  <a:pt x="45720" y="97790"/>
                  <a:pt x="45720" y="81280"/>
                </a:cubicBezTo>
                <a:lnTo>
                  <a:pt x="45720" y="71120"/>
                </a:lnTo>
                <a:close/>
                <a:moveTo>
                  <a:pt x="76200" y="60960"/>
                </a:moveTo>
                <a:cubicBezTo>
                  <a:pt x="71120" y="60960"/>
                  <a:pt x="66040" y="66040"/>
                  <a:pt x="66040" y="71120"/>
                </a:cubicBezTo>
                <a:lnTo>
                  <a:pt x="66040" y="81280"/>
                </a:lnTo>
                <a:cubicBezTo>
                  <a:pt x="66040" y="86360"/>
                  <a:pt x="71120" y="91440"/>
                  <a:pt x="76200" y="91440"/>
                </a:cubicBezTo>
                <a:cubicBezTo>
                  <a:pt x="81280" y="91440"/>
                  <a:pt x="86360" y="86360"/>
                  <a:pt x="86360" y="81280"/>
                </a:cubicBezTo>
                <a:lnTo>
                  <a:pt x="86360" y="71120"/>
                </a:lnTo>
                <a:cubicBezTo>
                  <a:pt x="86360" y="64770"/>
                  <a:pt x="81280" y="60960"/>
                  <a:pt x="76200" y="60960"/>
                </a:cubicBezTo>
                <a:close/>
                <a:moveTo>
                  <a:pt x="60960" y="121920"/>
                </a:moveTo>
                <a:cubicBezTo>
                  <a:pt x="49530" y="121920"/>
                  <a:pt x="40640" y="130810"/>
                  <a:pt x="40640" y="142240"/>
                </a:cubicBezTo>
                <a:lnTo>
                  <a:pt x="111760" y="142240"/>
                </a:lnTo>
                <a:cubicBezTo>
                  <a:pt x="111760" y="130810"/>
                  <a:pt x="102870" y="121920"/>
                  <a:pt x="91440" y="121920"/>
                </a:cubicBezTo>
                <a:lnTo>
                  <a:pt x="60960" y="121920"/>
                </a:lnTo>
                <a:close/>
                <a:moveTo>
                  <a:pt x="222250" y="101600"/>
                </a:moveTo>
                <a:lnTo>
                  <a:pt x="140970" y="101600"/>
                </a:lnTo>
                <a:lnTo>
                  <a:pt x="140970" y="81280"/>
                </a:lnTo>
                <a:lnTo>
                  <a:pt x="222250" y="81280"/>
                </a:lnTo>
                <a:lnTo>
                  <a:pt x="222250" y="101600"/>
                </a:lnTo>
                <a:close/>
                <a:moveTo>
                  <a:pt x="140970" y="142240"/>
                </a:moveTo>
                <a:lnTo>
                  <a:pt x="201930" y="142240"/>
                </a:lnTo>
                <a:lnTo>
                  <a:pt x="201930" y="121920"/>
                </a:lnTo>
                <a:lnTo>
                  <a:pt x="140970" y="121920"/>
                </a:lnTo>
                <a:lnTo>
                  <a:pt x="140970" y="1422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" name="Полилиния: фигура 513">
            <a:extLst>
              <a:ext uri="{FF2B5EF4-FFF2-40B4-BE49-F238E27FC236}">
                <a16:creationId xmlns:a16="http://schemas.microsoft.com/office/drawing/2014/main" id="{91792F92-B7BD-BE5F-94C2-DE8B12C4AB30}"/>
              </a:ext>
            </a:extLst>
          </p:cNvPr>
          <p:cNvSpPr/>
          <p:nvPr/>
        </p:nvSpPr>
        <p:spPr>
          <a:xfrm>
            <a:off x="5003433" y="4469537"/>
            <a:ext cx="182879" cy="243839"/>
          </a:xfrm>
          <a:custGeom>
            <a:avLst/>
            <a:gdLst>
              <a:gd name="connsiteX0" fmla="*/ 20320 w 182879"/>
              <a:gd name="connsiteY0" fmla="*/ 222250 h 243839"/>
              <a:gd name="connsiteX1" fmla="*/ 20320 w 182879"/>
              <a:gd name="connsiteY1" fmla="*/ 19050 h 243839"/>
              <a:gd name="connsiteX2" fmla="*/ 162560 w 182879"/>
              <a:gd name="connsiteY2" fmla="*/ 19050 h 243839"/>
              <a:gd name="connsiteX3" fmla="*/ 162560 w 182879"/>
              <a:gd name="connsiteY3" fmla="*/ 222250 h 243839"/>
              <a:gd name="connsiteX4" fmla="*/ 20320 w 182879"/>
              <a:gd name="connsiteY4" fmla="*/ 222250 h 243839"/>
              <a:gd name="connsiteX5" fmla="*/ 0 w 182879"/>
              <a:gd name="connsiteY5" fmla="*/ 10160 h 243839"/>
              <a:gd name="connsiteX6" fmla="*/ 10160 w 182879"/>
              <a:gd name="connsiteY6" fmla="*/ 0 h 243839"/>
              <a:gd name="connsiteX7" fmla="*/ 172720 w 182879"/>
              <a:gd name="connsiteY7" fmla="*/ 0 h 243839"/>
              <a:gd name="connsiteX8" fmla="*/ 182880 w 182879"/>
              <a:gd name="connsiteY8" fmla="*/ 10160 h 243839"/>
              <a:gd name="connsiteX9" fmla="*/ 182880 w 182879"/>
              <a:gd name="connsiteY9" fmla="*/ 233680 h 243839"/>
              <a:gd name="connsiteX10" fmla="*/ 172720 w 182879"/>
              <a:gd name="connsiteY10" fmla="*/ 243840 h 243839"/>
              <a:gd name="connsiteX11" fmla="*/ 10160 w 182879"/>
              <a:gd name="connsiteY11" fmla="*/ 243840 h 243839"/>
              <a:gd name="connsiteX12" fmla="*/ 0 w 182879"/>
              <a:gd name="connsiteY12" fmla="*/ 233680 h 243839"/>
              <a:gd name="connsiteX13" fmla="*/ 0 w 182879"/>
              <a:gd name="connsiteY13" fmla="*/ 10160 h 243839"/>
              <a:gd name="connsiteX14" fmla="*/ 40640 w 182879"/>
              <a:gd name="connsiteY14" fmla="*/ 152400 h 243839"/>
              <a:gd name="connsiteX15" fmla="*/ 40640 w 182879"/>
              <a:gd name="connsiteY15" fmla="*/ 172720 h 243839"/>
              <a:gd name="connsiteX16" fmla="*/ 142240 w 182879"/>
              <a:gd name="connsiteY16" fmla="*/ 172720 h 243839"/>
              <a:gd name="connsiteX17" fmla="*/ 142240 w 182879"/>
              <a:gd name="connsiteY17" fmla="*/ 152400 h 243839"/>
              <a:gd name="connsiteX18" fmla="*/ 40640 w 182879"/>
              <a:gd name="connsiteY18" fmla="*/ 152400 h 243839"/>
              <a:gd name="connsiteX19" fmla="*/ 121920 w 182879"/>
              <a:gd name="connsiteY19" fmla="*/ 182880 h 243839"/>
              <a:gd name="connsiteX20" fmla="*/ 121920 w 182879"/>
              <a:gd name="connsiteY20" fmla="*/ 203200 h 243839"/>
              <a:gd name="connsiteX21" fmla="*/ 60960 w 182879"/>
              <a:gd name="connsiteY21" fmla="*/ 203200 h 243839"/>
              <a:gd name="connsiteX22" fmla="*/ 60960 w 182879"/>
              <a:gd name="connsiteY22" fmla="*/ 182880 h 243839"/>
              <a:gd name="connsiteX23" fmla="*/ 121920 w 182879"/>
              <a:gd name="connsiteY23" fmla="*/ 182880 h 243839"/>
              <a:gd name="connsiteX24" fmla="*/ 71120 w 182879"/>
              <a:gd name="connsiteY24" fmla="*/ 81280 h 243839"/>
              <a:gd name="connsiteX25" fmla="*/ 91440 w 182879"/>
              <a:gd name="connsiteY25" fmla="*/ 60960 h 243839"/>
              <a:gd name="connsiteX26" fmla="*/ 111760 w 182879"/>
              <a:gd name="connsiteY26" fmla="*/ 81280 h 243839"/>
              <a:gd name="connsiteX27" fmla="*/ 91440 w 182879"/>
              <a:gd name="connsiteY27" fmla="*/ 101600 h 243839"/>
              <a:gd name="connsiteX28" fmla="*/ 71120 w 182879"/>
              <a:gd name="connsiteY28" fmla="*/ 81280 h 243839"/>
              <a:gd name="connsiteX29" fmla="*/ 91440 w 182879"/>
              <a:gd name="connsiteY29" fmla="*/ 40640 h 243839"/>
              <a:gd name="connsiteX30" fmla="*/ 50800 w 182879"/>
              <a:gd name="connsiteY30" fmla="*/ 81280 h 243839"/>
              <a:gd name="connsiteX31" fmla="*/ 91440 w 182879"/>
              <a:gd name="connsiteY31" fmla="*/ 121920 h 243839"/>
              <a:gd name="connsiteX32" fmla="*/ 132080 w 182879"/>
              <a:gd name="connsiteY32" fmla="*/ 81280 h 243839"/>
              <a:gd name="connsiteX33" fmla="*/ 91440 w 182879"/>
              <a:gd name="connsiteY33" fmla="*/ 4064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82879" h="243839">
                <a:moveTo>
                  <a:pt x="20320" y="222250"/>
                </a:moveTo>
                <a:lnTo>
                  <a:pt x="20320" y="19050"/>
                </a:lnTo>
                <a:lnTo>
                  <a:pt x="162560" y="19050"/>
                </a:lnTo>
                <a:lnTo>
                  <a:pt x="162560" y="222250"/>
                </a:lnTo>
                <a:lnTo>
                  <a:pt x="20320" y="22225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72720" y="0"/>
                </a:lnTo>
                <a:cubicBezTo>
                  <a:pt x="177800" y="0"/>
                  <a:pt x="182880" y="5080"/>
                  <a:pt x="182880" y="10160"/>
                </a:cubicBezTo>
                <a:lnTo>
                  <a:pt x="182880" y="233680"/>
                </a:lnTo>
                <a:cubicBezTo>
                  <a:pt x="182880" y="238760"/>
                  <a:pt x="177800" y="243840"/>
                  <a:pt x="172720" y="243840"/>
                </a:cubicBezTo>
                <a:lnTo>
                  <a:pt x="10160" y="243840"/>
                </a:lnTo>
                <a:cubicBezTo>
                  <a:pt x="5080" y="243840"/>
                  <a:pt x="0" y="238760"/>
                  <a:pt x="0" y="233680"/>
                </a:cubicBezTo>
                <a:lnTo>
                  <a:pt x="0" y="10160"/>
                </a:lnTo>
                <a:close/>
                <a:moveTo>
                  <a:pt x="40640" y="152400"/>
                </a:moveTo>
                <a:lnTo>
                  <a:pt x="40640" y="172720"/>
                </a:lnTo>
                <a:lnTo>
                  <a:pt x="142240" y="172720"/>
                </a:lnTo>
                <a:lnTo>
                  <a:pt x="142240" y="152400"/>
                </a:lnTo>
                <a:lnTo>
                  <a:pt x="40640" y="152400"/>
                </a:lnTo>
                <a:close/>
                <a:moveTo>
                  <a:pt x="121920" y="182880"/>
                </a:moveTo>
                <a:lnTo>
                  <a:pt x="121920" y="203200"/>
                </a:lnTo>
                <a:lnTo>
                  <a:pt x="60960" y="203200"/>
                </a:lnTo>
                <a:lnTo>
                  <a:pt x="60960" y="182880"/>
                </a:lnTo>
                <a:lnTo>
                  <a:pt x="121920" y="182880"/>
                </a:lnTo>
                <a:close/>
                <a:moveTo>
                  <a:pt x="71120" y="81280"/>
                </a:moveTo>
                <a:cubicBezTo>
                  <a:pt x="71120" y="69850"/>
                  <a:pt x="80010" y="60960"/>
                  <a:pt x="91440" y="60960"/>
                </a:cubicBezTo>
                <a:cubicBezTo>
                  <a:pt x="102870" y="60960"/>
                  <a:pt x="111760" y="69850"/>
                  <a:pt x="111760" y="81280"/>
                </a:cubicBezTo>
                <a:cubicBezTo>
                  <a:pt x="111760" y="92710"/>
                  <a:pt x="102870" y="101600"/>
                  <a:pt x="91440" y="101600"/>
                </a:cubicBezTo>
                <a:cubicBezTo>
                  <a:pt x="80010" y="101600"/>
                  <a:pt x="71120" y="91440"/>
                  <a:pt x="71120" y="81280"/>
                </a:cubicBezTo>
                <a:close/>
                <a:moveTo>
                  <a:pt x="91440" y="40640"/>
                </a:moveTo>
                <a:cubicBezTo>
                  <a:pt x="68580" y="40640"/>
                  <a:pt x="50800" y="58420"/>
                  <a:pt x="50800" y="81280"/>
                </a:cubicBezTo>
                <a:cubicBezTo>
                  <a:pt x="50800" y="104140"/>
                  <a:pt x="68580" y="121920"/>
                  <a:pt x="91440" y="121920"/>
                </a:cubicBezTo>
                <a:cubicBezTo>
                  <a:pt x="114300" y="121920"/>
                  <a:pt x="132080" y="104140"/>
                  <a:pt x="132080" y="81280"/>
                </a:cubicBezTo>
                <a:cubicBezTo>
                  <a:pt x="132080" y="58420"/>
                  <a:pt x="114300" y="40640"/>
                  <a:pt x="91440" y="4064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" name="Полилиния: фигура 516">
            <a:extLst>
              <a:ext uri="{FF2B5EF4-FFF2-40B4-BE49-F238E27FC236}">
                <a16:creationId xmlns:a16="http://schemas.microsoft.com/office/drawing/2014/main" id="{B7A82CFD-BBC7-556B-780F-61E7262DD437}"/>
              </a:ext>
            </a:extLst>
          </p:cNvPr>
          <p:cNvSpPr/>
          <p:nvPr/>
        </p:nvSpPr>
        <p:spPr>
          <a:xfrm>
            <a:off x="6072772" y="4480967"/>
            <a:ext cx="284480" cy="218440"/>
          </a:xfrm>
          <a:custGeom>
            <a:avLst/>
            <a:gdLst>
              <a:gd name="connsiteX0" fmla="*/ 19050 w 284480"/>
              <a:gd name="connsiteY0" fmla="*/ 31750 h 218440"/>
              <a:gd name="connsiteX1" fmla="*/ 29210 w 284480"/>
              <a:gd name="connsiteY1" fmla="*/ 21590 h 218440"/>
              <a:gd name="connsiteX2" fmla="*/ 120650 w 284480"/>
              <a:gd name="connsiteY2" fmla="*/ 21590 h 218440"/>
              <a:gd name="connsiteX3" fmla="*/ 130810 w 284480"/>
              <a:gd name="connsiteY3" fmla="*/ 31750 h 218440"/>
              <a:gd name="connsiteX4" fmla="*/ 130810 w 284480"/>
              <a:gd name="connsiteY4" fmla="*/ 189230 h 218440"/>
              <a:gd name="connsiteX5" fmla="*/ 106680 w 284480"/>
              <a:gd name="connsiteY5" fmla="*/ 182880 h 218440"/>
              <a:gd name="connsiteX6" fmla="*/ 29210 w 284480"/>
              <a:gd name="connsiteY6" fmla="*/ 182880 h 218440"/>
              <a:gd name="connsiteX7" fmla="*/ 19050 w 284480"/>
              <a:gd name="connsiteY7" fmla="*/ 172720 h 218440"/>
              <a:gd name="connsiteX8" fmla="*/ 19050 w 284480"/>
              <a:gd name="connsiteY8" fmla="*/ 31750 h 218440"/>
              <a:gd name="connsiteX9" fmla="*/ 140970 w 284480"/>
              <a:gd name="connsiteY9" fmla="*/ 218440 h 218440"/>
              <a:gd name="connsiteX10" fmla="*/ 133350 w 284480"/>
              <a:gd name="connsiteY10" fmla="*/ 215900 h 218440"/>
              <a:gd name="connsiteX11" fmla="*/ 125730 w 284480"/>
              <a:gd name="connsiteY11" fmla="*/ 209550 h 218440"/>
              <a:gd name="connsiteX12" fmla="*/ 107950 w 284480"/>
              <a:gd name="connsiteY12" fmla="*/ 203200 h 218440"/>
              <a:gd name="connsiteX13" fmla="*/ 30480 w 284480"/>
              <a:gd name="connsiteY13" fmla="*/ 203200 h 218440"/>
              <a:gd name="connsiteX14" fmla="*/ 0 w 284480"/>
              <a:gd name="connsiteY14" fmla="*/ 172720 h 218440"/>
              <a:gd name="connsiteX15" fmla="*/ 0 w 284480"/>
              <a:gd name="connsiteY15" fmla="*/ 30480 h 218440"/>
              <a:gd name="connsiteX16" fmla="*/ 30480 w 284480"/>
              <a:gd name="connsiteY16" fmla="*/ 0 h 218440"/>
              <a:gd name="connsiteX17" fmla="*/ 121920 w 284480"/>
              <a:gd name="connsiteY17" fmla="*/ 0 h 218440"/>
              <a:gd name="connsiteX18" fmla="*/ 142240 w 284480"/>
              <a:gd name="connsiteY18" fmla="*/ 7620 h 218440"/>
              <a:gd name="connsiteX19" fmla="*/ 162560 w 284480"/>
              <a:gd name="connsiteY19" fmla="*/ 0 h 218440"/>
              <a:gd name="connsiteX20" fmla="*/ 254000 w 284480"/>
              <a:gd name="connsiteY20" fmla="*/ 0 h 218440"/>
              <a:gd name="connsiteX21" fmla="*/ 284480 w 284480"/>
              <a:gd name="connsiteY21" fmla="*/ 30480 h 218440"/>
              <a:gd name="connsiteX22" fmla="*/ 284480 w 284480"/>
              <a:gd name="connsiteY22" fmla="*/ 172720 h 218440"/>
              <a:gd name="connsiteX23" fmla="*/ 254000 w 284480"/>
              <a:gd name="connsiteY23" fmla="*/ 203200 h 218440"/>
              <a:gd name="connsiteX24" fmla="*/ 176530 w 284480"/>
              <a:gd name="connsiteY24" fmla="*/ 203200 h 218440"/>
              <a:gd name="connsiteX25" fmla="*/ 158750 w 284480"/>
              <a:gd name="connsiteY25" fmla="*/ 209550 h 218440"/>
              <a:gd name="connsiteX26" fmla="*/ 151130 w 284480"/>
              <a:gd name="connsiteY26" fmla="*/ 215900 h 218440"/>
              <a:gd name="connsiteX27" fmla="*/ 140970 w 284480"/>
              <a:gd name="connsiteY27" fmla="*/ 218440 h 218440"/>
              <a:gd name="connsiteX28" fmla="*/ 151130 w 284480"/>
              <a:gd name="connsiteY28" fmla="*/ 189230 h 218440"/>
              <a:gd name="connsiteX29" fmla="*/ 175260 w 284480"/>
              <a:gd name="connsiteY29" fmla="*/ 182880 h 218440"/>
              <a:gd name="connsiteX30" fmla="*/ 252730 w 284480"/>
              <a:gd name="connsiteY30" fmla="*/ 182880 h 218440"/>
              <a:gd name="connsiteX31" fmla="*/ 262890 w 284480"/>
              <a:gd name="connsiteY31" fmla="*/ 172720 h 218440"/>
              <a:gd name="connsiteX32" fmla="*/ 262890 w 284480"/>
              <a:gd name="connsiteY32" fmla="*/ 30480 h 218440"/>
              <a:gd name="connsiteX33" fmla="*/ 252730 w 284480"/>
              <a:gd name="connsiteY33" fmla="*/ 20320 h 218440"/>
              <a:gd name="connsiteX34" fmla="*/ 161290 w 284480"/>
              <a:gd name="connsiteY34" fmla="*/ 20320 h 218440"/>
              <a:gd name="connsiteX35" fmla="*/ 151130 w 284480"/>
              <a:gd name="connsiteY35" fmla="*/ 30480 h 218440"/>
              <a:gd name="connsiteX36" fmla="*/ 151130 w 284480"/>
              <a:gd name="connsiteY36" fmla="*/ 189230 h 218440"/>
              <a:gd name="connsiteX37" fmla="*/ 100330 w 284480"/>
              <a:gd name="connsiteY37" fmla="*/ 72390 h 218440"/>
              <a:gd name="connsiteX38" fmla="*/ 39370 w 284480"/>
              <a:gd name="connsiteY38" fmla="*/ 72390 h 218440"/>
              <a:gd name="connsiteX39" fmla="*/ 39370 w 284480"/>
              <a:gd name="connsiteY39" fmla="*/ 52070 h 218440"/>
              <a:gd name="connsiteX40" fmla="*/ 100330 w 284480"/>
              <a:gd name="connsiteY40" fmla="*/ 52070 h 218440"/>
              <a:gd name="connsiteX41" fmla="*/ 100330 w 284480"/>
              <a:gd name="connsiteY41" fmla="*/ 72390 h 218440"/>
              <a:gd name="connsiteX42" fmla="*/ 181610 w 284480"/>
              <a:gd name="connsiteY42" fmla="*/ 72390 h 218440"/>
              <a:gd name="connsiteX43" fmla="*/ 242570 w 284480"/>
              <a:gd name="connsiteY43" fmla="*/ 72390 h 218440"/>
              <a:gd name="connsiteX44" fmla="*/ 242570 w 284480"/>
              <a:gd name="connsiteY44" fmla="*/ 52070 h 218440"/>
              <a:gd name="connsiteX45" fmla="*/ 181610 w 284480"/>
              <a:gd name="connsiteY45" fmla="*/ 52070 h 218440"/>
              <a:gd name="connsiteX46" fmla="*/ 181610 w 284480"/>
              <a:gd name="connsiteY46" fmla="*/ 72390 h 218440"/>
              <a:gd name="connsiteX47" fmla="*/ 100330 w 284480"/>
              <a:gd name="connsiteY47" fmla="*/ 113030 h 218440"/>
              <a:gd name="connsiteX48" fmla="*/ 39370 w 284480"/>
              <a:gd name="connsiteY48" fmla="*/ 113030 h 218440"/>
              <a:gd name="connsiteX49" fmla="*/ 39370 w 284480"/>
              <a:gd name="connsiteY49" fmla="*/ 92710 h 218440"/>
              <a:gd name="connsiteX50" fmla="*/ 100330 w 284480"/>
              <a:gd name="connsiteY50" fmla="*/ 92710 h 218440"/>
              <a:gd name="connsiteX51" fmla="*/ 100330 w 284480"/>
              <a:gd name="connsiteY51" fmla="*/ 113030 h 218440"/>
              <a:gd name="connsiteX52" fmla="*/ 181610 w 284480"/>
              <a:gd name="connsiteY52" fmla="*/ 113030 h 218440"/>
              <a:gd name="connsiteX53" fmla="*/ 242570 w 284480"/>
              <a:gd name="connsiteY53" fmla="*/ 113030 h 218440"/>
              <a:gd name="connsiteX54" fmla="*/ 242570 w 284480"/>
              <a:gd name="connsiteY54" fmla="*/ 92710 h 218440"/>
              <a:gd name="connsiteX55" fmla="*/ 181610 w 284480"/>
              <a:gd name="connsiteY55" fmla="*/ 92710 h 218440"/>
              <a:gd name="connsiteX56" fmla="*/ 181610 w 284480"/>
              <a:gd name="connsiteY56" fmla="*/ 113030 h 218440"/>
              <a:gd name="connsiteX57" fmla="*/ 100330 w 284480"/>
              <a:gd name="connsiteY57" fmla="*/ 153670 h 218440"/>
              <a:gd name="connsiteX58" fmla="*/ 39370 w 284480"/>
              <a:gd name="connsiteY58" fmla="*/ 153670 h 218440"/>
              <a:gd name="connsiteX59" fmla="*/ 39370 w 284480"/>
              <a:gd name="connsiteY59" fmla="*/ 133350 h 218440"/>
              <a:gd name="connsiteX60" fmla="*/ 100330 w 284480"/>
              <a:gd name="connsiteY60" fmla="*/ 133350 h 218440"/>
              <a:gd name="connsiteX61" fmla="*/ 100330 w 284480"/>
              <a:gd name="connsiteY61" fmla="*/ 153670 h 218440"/>
              <a:gd name="connsiteX62" fmla="*/ 181610 w 284480"/>
              <a:gd name="connsiteY62" fmla="*/ 153670 h 218440"/>
              <a:gd name="connsiteX63" fmla="*/ 242570 w 284480"/>
              <a:gd name="connsiteY63" fmla="*/ 153670 h 218440"/>
              <a:gd name="connsiteX64" fmla="*/ 242570 w 284480"/>
              <a:gd name="connsiteY64" fmla="*/ 133350 h 218440"/>
              <a:gd name="connsiteX65" fmla="*/ 181610 w 284480"/>
              <a:gd name="connsiteY65" fmla="*/ 133350 h 218440"/>
              <a:gd name="connsiteX66" fmla="*/ 181610 w 284480"/>
              <a:gd name="connsiteY66" fmla="*/ 153670 h 218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284480" h="218440">
                <a:moveTo>
                  <a:pt x="19050" y="31750"/>
                </a:moveTo>
                <a:cubicBezTo>
                  <a:pt x="19050" y="26670"/>
                  <a:pt x="24130" y="21590"/>
                  <a:pt x="29210" y="21590"/>
                </a:cubicBezTo>
                <a:lnTo>
                  <a:pt x="120650" y="21590"/>
                </a:lnTo>
                <a:cubicBezTo>
                  <a:pt x="125730" y="21590"/>
                  <a:pt x="130810" y="26670"/>
                  <a:pt x="130810" y="31750"/>
                </a:cubicBezTo>
                <a:lnTo>
                  <a:pt x="130810" y="189230"/>
                </a:lnTo>
                <a:cubicBezTo>
                  <a:pt x="123190" y="185420"/>
                  <a:pt x="115570" y="182880"/>
                  <a:pt x="106680" y="182880"/>
                </a:cubicBezTo>
                <a:lnTo>
                  <a:pt x="29210" y="182880"/>
                </a:lnTo>
                <a:cubicBezTo>
                  <a:pt x="24130" y="182880"/>
                  <a:pt x="19050" y="177800"/>
                  <a:pt x="19050" y="172720"/>
                </a:cubicBezTo>
                <a:lnTo>
                  <a:pt x="19050" y="31750"/>
                </a:lnTo>
                <a:close/>
                <a:moveTo>
                  <a:pt x="140970" y="218440"/>
                </a:moveTo>
                <a:cubicBezTo>
                  <a:pt x="138430" y="218440"/>
                  <a:pt x="135890" y="218440"/>
                  <a:pt x="133350" y="215900"/>
                </a:cubicBezTo>
                <a:lnTo>
                  <a:pt x="125730" y="209550"/>
                </a:lnTo>
                <a:cubicBezTo>
                  <a:pt x="120650" y="205740"/>
                  <a:pt x="114300" y="203200"/>
                  <a:pt x="107950" y="203200"/>
                </a:cubicBezTo>
                <a:lnTo>
                  <a:pt x="30480" y="203200"/>
                </a:lnTo>
                <a:cubicBezTo>
                  <a:pt x="13970" y="203200"/>
                  <a:pt x="0" y="189230"/>
                  <a:pt x="0" y="172720"/>
                </a:cubicBezTo>
                <a:lnTo>
                  <a:pt x="0" y="30480"/>
                </a:lnTo>
                <a:cubicBezTo>
                  <a:pt x="0" y="13970"/>
                  <a:pt x="13970" y="0"/>
                  <a:pt x="30480" y="0"/>
                </a:cubicBezTo>
                <a:lnTo>
                  <a:pt x="121920" y="0"/>
                </a:lnTo>
                <a:cubicBezTo>
                  <a:pt x="129540" y="0"/>
                  <a:pt x="137160" y="2540"/>
                  <a:pt x="142240" y="7620"/>
                </a:cubicBezTo>
                <a:cubicBezTo>
                  <a:pt x="147320" y="2540"/>
                  <a:pt x="154940" y="0"/>
                  <a:pt x="162560" y="0"/>
                </a:cubicBezTo>
                <a:lnTo>
                  <a:pt x="254000" y="0"/>
                </a:lnTo>
                <a:cubicBezTo>
                  <a:pt x="270510" y="0"/>
                  <a:pt x="284480" y="13970"/>
                  <a:pt x="284480" y="30480"/>
                </a:cubicBezTo>
                <a:lnTo>
                  <a:pt x="284480" y="172720"/>
                </a:lnTo>
                <a:cubicBezTo>
                  <a:pt x="284480" y="189230"/>
                  <a:pt x="270510" y="203200"/>
                  <a:pt x="254000" y="203200"/>
                </a:cubicBezTo>
                <a:lnTo>
                  <a:pt x="176530" y="203200"/>
                </a:lnTo>
                <a:cubicBezTo>
                  <a:pt x="170180" y="203200"/>
                  <a:pt x="163830" y="205740"/>
                  <a:pt x="158750" y="209550"/>
                </a:cubicBezTo>
                <a:lnTo>
                  <a:pt x="151130" y="215900"/>
                </a:lnTo>
                <a:cubicBezTo>
                  <a:pt x="146050" y="218440"/>
                  <a:pt x="143510" y="218440"/>
                  <a:pt x="140970" y="218440"/>
                </a:cubicBezTo>
                <a:close/>
                <a:moveTo>
                  <a:pt x="151130" y="189230"/>
                </a:moveTo>
                <a:cubicBezTo>
                  <a:pt x="158750" y="185420"/>
                  <a:pt x="166370" y="182880"/>
                  <a:pt x="175260" y="182880"/>
                </a:cubicBezTo>
                <a:lnTo>
                  <a:pt x="252730" y="182880"/>
                </a:lnTo>
                <a:cubicBezTo>
                  <a:pt x="257810" y="182880"/>
                  <a:pt x="262890" y="177800"/>
                  <a:pt x="262890" y="172720"/>
                </a:cubicBezTo>
                <a:lnTo>
                  <a:pt x="262890" y="30480"/>
                </a:lnTo>
                <a:cubicBezTo>
                  <a:pt x="262890" y="25400"/>
                  <a:pt x="257810" y="20320"/>
                  <a:pt x="252730" y="20320"/>
                </a:cubicBezTo>
                <a:lnTo>
                  <a:pt x="161290" y="20320"/>
                </a:lnTo>
                <a:cubicBezTo>
                  <a:pt x="156210" y="20320"/>
                  <a:pt x="151130" y="25400"/>
                  <a:pt x="151130" y="30480"/>
                </a:cubicBezTo>
                <a:lnTo>
                  <a:pt x="151130" y="189230"/>
                </a:lnTo>
                <a:close/>
                <a:moveTo>
                  <a:pt x="100330" y="72390"/>
                </a:moveTo>
                <a:lnTo>
                  <a:pt x="39370" y="72390"/>
                </a:lnTo>
                <a:lnTo>
                  <a:pt x="39370" y="52070"/>
                </a:lnTo>
                <a:lnTo>
                  <a:pt x="100330" y="52070"/>
                </a:lnTo>
                <a:lnTo>
                  <a:pt x="100330" y="72390"/>
                </a:lnTo>
                <a:close/>
                <a:moveTo>
                  <a:pt x="181610" y="72390"/>
                </a:moveTo>
                <a:lnTo>
                  <a:pt x="242570" y="72390"/>
                </a:lnTo>
                <a:lnTo>
                  <a:pt x="242570" y="52070"/>
                </a:lnTo>
                <a:lnTo>
                  <a:pt x="181610" y="52070"/>
                </a:lnTo>
                <a:lnTo>
                  <a:pt x="181610" y="72390"/>
                </a:lnTo>
                <a:close/>
                <a:moveTo>
                  <a:pt x="100330" y="113030"/>
                </a:moveTo>
                <a:lnTo>
                  <a:pt x="39370" y="113030"/>
                </a:lnTo>
                <a:lnTo>
                  <a:pt x="39370" y="92710"/>
                </a:lnTo>
                <a:lnTo>
                  <a:pt x="100330" y="92710"/>
                </a:lnTo>
                <a:lnTo>
                  <a:pt x="100330" y="113030"/>
                </a:lnTo>
                <a:close/>
                <a:moveTo>
                  <a:pt x="181610" y="113030"/>
                </a:moveTo>
                <a:lnTo>
                  <a:pt x="242570" y="113030"/>
                </a:lnTo>
                <a:lnTo>
                  <a:pt x="242570" y="92710"/>
                </a:lnTo>
                <a:lnTo>
                  <a:pt x="181610" y="92710"/>
                </a:lnTo>
                <a:lnTo>
                  <a:pt x="181610" y="113030"/>
                </a:lnTo>
                <a:close/>
                <a:moveTo>
                  <a:pt x="100330" y="153670"/>
                </a:moveTo>
                <a:lnTo>
                  <a:pt x="39370" y="153670"/>
                </a:lnTo>
                <a:lnTo>
                  <a:pt x="39370" y="133350"/>
                </a:lnTo>
                <a:lnTo>
                  <a:pt x="100330" y="133350"/>
                </a:lnTo>
                <a:lnTo>
                  <a:pt x="100330" y="153670"/>
                </a:lnTo>
                <a:close/>
                <a:moveTo>
                  <a:pt x="181610" y="153670"/>
                </a:moveTo>
                <a:lnTo>
                  <a:pt x="242570" y="153670"/>
                </a:lnTo>
                <a:lnTo>
                  <a:pt x="242570" y="133350"/>
                </a:lnTo>
                <a:lnTo>
                  <a:pt x="181610" y="133350"/>
                </a:lnTo>
                <a:lnTo>
                  <a:pt x="181610" y="1536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" name="Полилиния: фигура 520">
            <a:extLst>
              <a:ext uri="{FF2B5EF4-FFF2-40B4-BE49-F238E27FC236}">
                <a16:creationId xmlns:a16="http://schemas.microsoft.com/office/drawing/2014/main" id="{9BA92D90-9304-5E22-4845-736F65EE3216}"/>
              </a:ext>
            </a:extLst>
          </p:cNvPr>
          <p:cNvSpPr/>
          <p:nvPr/>
        </p:nvSpPr>
        <p:spPr>
          <a:xfrm>
            <a:off x="6640463" y="4479696"/>
            <a:ext cx="264159" cy="222250"/>
          </a:xfrm>
          <a:custGeom>
            <a:avLst/>
            <a:gdLst>
              <a:gd name="connsiteX0" fmla="*/ 233680 w 264159"/>
              <a:gd name="connsiteY0" fmla="*/ 20320 h 222250"/>
              <a:gd name="connsiteX1" fmla="*/ 30480 w 264159"/>
              <a:gd name="connsiteY1" fmla="*/ 20320 h 222250"/>
              <a:gd name="connsiteX2" fmla="*/ 20320 w 264159"/>
              <a:gd name="connsiteY2" fmla="*/ 30480 h 222250"/>
              <a:gd name="connsiteX3" fmla="*/ 20320 w 264159"/>
              <a:gd name="connsiteY3" fmla="*/ 152400 h 222250"/>
              <a:gd name="connsiteX4" fmla="*/ 30480 w 264159"/>
              <a:gd name="connsiteY4" fmla="*/ 162560 h 222250"/>
              <a:gd name="connsiteX5" fmla="*/ 233680 w 264159"/>
              <a:gd name="connsiteY5" fmla="*/ 162560 h 222250"/>
              <a:gd name="connsiteX6" fmla="*/ 243840 w 264159"/>
              <a:gd name="connsiteY6" fmla="*/ 152400 h 222250"/>
              <a:gd name="connsiteX7" fmla="*/ 243840 w 264159"/>
              <a:gd name="connsiteY7" fmla="*/ 30480 h 222250"/>
              <a:gd name="connsiteX8" fmla="*/ 233680 w 264159"/>
              <a:gd name="connsiteY8" fmla="*/ 20320 h 222250"/>
              <a:gd name="connsiteX9" fmla="*/ 30480 w 264159"/>
              <a:gd name="connsiteY9" fmla="*/ 0 h 222250"/>
              <a:gd name="connsiteX10" fmla="*/ 0 w 264159"/>
              <a:gd name="connsiteY10" fmla="*/ 30480 h 222250"/>
              <a:gd name="connsiteX11" fmla="*/ 0 w 264159"/>
              <a:gd name="connsiteY11" fmla="*/ 152400 h 222250"/>
              <a:gd name="connsiteX12" fmla="*/ 30480 w 264159"/>
              <a:gd name="connsiteY12" fmla="*/ 182880 h 222250"/>
              <a:gd name="connsiteX13" fmla="*/ 233680 w 264159"/>
              <a:gd name="connsiteY13" fmla="*/ 182880 h 222250"/>
              <a:gd name="connsiteX14" fmla="*/ 264160 w 264159"/>
              <a:gd name="connsiteY14" fmla="*/ 152400 h 222250"/>
              <a:gd name="connsiteX15" fmla="*/ 264160 w 264159"/>
              <a:gd name="connsiteY15" fmla="*/ 30480 h 222250"/>
              <a:gd name="connsiteX16" fmla="*/ 233680 w 264159"/>
              <a:gd name="connsiteY16" fmla="*/ 0 h 222250"/>
              <a:gd name="connsiteX17" fmla="*/ 30480 w 264159"/>
              <a:gd name="connsiteY17" fmla="*/ 0 h 222250"/>
              <a:gd name="connsiteX18" fmla="*/ 71120 w 264159"/>
              <a:gd name="connsiteY18" fmla="*/ 212090 h 222250"/>
              <a:gd name="connsiteX19" fmla="*/ 81280 w 264159"/>
              <a:gd name="connsiteY19" fmla="*/ 201930 h 222250"/>
              <a:gd name="connsiteX20" fmla="*/ 182880 w 264159"/>
              <a:gd name="connsiteY20" fmla="*/ 201930 h 222250"/>
              <a:gd name="connsiteX21" fmla="*/ 193040 w 264159"/>
              <a:gd name="connsiteY21" fmla="*/ 212090 h 222250"/>
              <a:gd name="connsiteX22" fmla="*/ 182880 w 264159"/>
              <a:gd name="connsiteY22" fmla="*/ 222250 h 222250"/>
              <a:gd name="connsiteX23" fmla="*/ 81280 w 264159"/>
              <a:gd name="connsiteY23" fmla="*/ 222250 h 222250"/>
              <a:gd name="connsiteX24" fmla="*/ 71120 w 264159"/>
              <a:gd name="connsiteY24" fmla="*/ 212090 h 222250"/>
              <a:gd name="connsiteX25" fmla="*/ 132080 w 264159"/>
              <a:gd name="connsiteY25" fmla="*/ 152400 h 222250"/>
              <a:gd name="connsiteX26" fmla="*/ 142240 w 264159"/>
              <a:gd name="connsiteY26" fmla="*/ 142240 h 222250"/>
              <a:gd name="connsiteX27" fmla="*/ 132080 w 264159"/>
              <a:gd name="connsiteY27" fmla="*/ 132080 h 222250"/>
              <a:gd name="connsiteX28" fmla="*/ 121920 w 264159"/>
              <a:gd name="connsiteY28" fmla="*/ 142240 h 222250"/>
              <a:gd name="connsiteX29" fmla="*/ 132080 w 264159"/>
              <a:gd name="connsiteY29" fmla="*/ 15240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64159" h="222250">
                <a:moveTo>
                  <a:pt x="233680" y="20320"/>
                </a:move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152400"/>
                </a:lnTo>
                <a:cubicBezTo>
                  <a:pt x="20320" y="157480"/>
                  <a:pt x="25400" y="162560"/>
                  <a:pt x="30480" y="162560"/>
                </a:cubicBezTo>
                <a:lnTo>
                  <a:pt x="233680" y="162560"/>
                </a:lnTo>
                <a:cubicBezTo>
                  <a:pt x="238760" y="162560"/>
                  <a:pt x="243840" y="157480"/>
                  <a:pt x="243840" y="152400"/>
                </a:cubicBezTo>
                <a:lnTo>
                  <a:pt x="243840" y="30480"/>
                </a:lnTo>
                <a:cubicBezTo>
                  <a:pt x="243840" y="24130"/>
                  <a:pt x="238760" y="20320"/>
                  <a:pt x="23368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52400"/>
                </a:lnTo>
                <a:cubicBezTo>
                  <a:pt x="0" y="168910"/>
                  <a:pt x="13970" y="182880"/>
                  <a:pt x="30480" y="182880"/>
                </a:cubicBezTo>
                <a:lnTo>
                  <a:pt x="233680" y="182880"/>
                </a:lnTo>
                <a:cubicBezTo>
                  <a:pt x="250190" y="182880"/>
                  <a:pt x="264160" y="168910"/>
                  <a:pt x="264160" y="152400"/>
                </a:cubicBez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71120" y="212090"/>
                </a:moveTo>
                <a:cubicBezTo>
                  <a:pt x="71120" y="207010"/>
                  <a:pt x="76200" y="201930"/>
                  <a:pt x="81280" y="201930"/>
                </a:cubicBezTo>
                <a:lnTo>
                  <a:pt x="182880" y="201930"/>
                </a:lnTo>
                <a:cubicBezTo>
                  <a:pt x="187960" y="201930"/>
                  <a:pt x="193040" y="207010"/>
                  <a:pt x="193040" y="212090"/>
                </a:cubicBezTo>
                <a:cubicBezTo>
                  <a:pt x="193040" y="217170"/>
                  <a:pt x="187960" y="222250"/>
                  <a:pt x="182880" y="222250"/>
                </a:cubicBezTo>
                <a:lnTo>
                  <a:pt x="81280" y="222250"/>
                </a:lnTo>
                <a:cubicBezTo>
                  <a:pt x="76200" y="222250"/>
                  <a:pt x="71120" y="218440"/>
                  <a:pt x="71120" y="212090"/>
                </a:cubicBezTo>
                <a:close/>
                <a:moveTo>
                  <a:pt x="132080" y="152400"/>
                </a:moveTo>
                <a:cubicBezTo>
                  <a:pt x="137160" y="152400"/>
                  <a:pt x="142240" y="147320"/>
                  <a:pt x="142240" y="142240"/>
                </a:cubicBezTo>
                <a:cubicBezTo>
                  <a:pt x="142240" y="137160"/>
                  <a:pt x="137160" y="132080"/>
                  <a:pt x="132080" y="132080"/>
                </a:cubicBezTo>
                <a:cubicBezTo>
                  <a:pt x="127000" y="132080"/>
                  <a:pt x="121920" y="137160"/>
                  <a:pt x="121920" y="142240"/>
                </a:cubicBezTo>
                <a:cubicBezTo>
                  <a:pt x="121920" y="147320"/>
                  <a:pt x="127000" y="152400"/>
                  <a:pt x="13208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9" name="Полилиния: фигура 523">
            <a:extLst>
              <a:ext uri="{FF2B5EF4-FFF2-40B4-BE49-F238E27FC236}">
                <a16:creationId xmlns:a16="http://schemas.microsoft.com/office/drawing/2014/main" id="{80EDA8FC-1A36-3350-6C24-A363186F1814}"/>
              </a:ext>
            </a:extLst>
          </p:cNvPr>
          <p:cNvSpPr/>
          <p:nvPr/>
        </p:nvSpPr>
        <p:spPr>
          <a:xfrm>
            <a:off x="3330279" y="4462551"/>
            <a:ext cx="262889" cy="255905"/>
          </a:xfrm>
          <a:custGeom>
            <a:avLst/>
            <a:gdLst>
              <a:gd name="connsiteX0" fmla="*/ 248920 w 262889"/>
              <a:gd name="connsiteY0" fmla="*/ 95885 h 255905"/>
              <a:gd name="connsiteX1" fmla="*/ 132080 w 262889"/>
              <a:gd name="connsiteY1" fmla="*/ 23495 h 255905"/>
              <a:gd name="connsiteX2" fmla="*/ 15240 w 262889"/>
              <a:gd name="connsiteY2" fmla="*/ 95885 h 255905"/>
              <a:gd name="connsiteX3" fmla="*/ 1270 w 262889"/>
              <a:gd name="connsiteY3" fmla="*/ 92075 h 255905"/>
              <a:gd name="connsiteX4" fmla="*/ 5080 w 262889"/>
              <a:gd name="connsiteY4" fmla="*/ 78105 h 255905"/>
              <a:gd name="connsiteX5" fmla="*/ 125730 w 262889"/>
              <a:gd name="connsiteY5" fmla="*/ 1905 h 255905"/>
              <a:gd name="connsiteX6" fmla="*/ 137160 w 262889"/>
              <a:gd name="connsiteY6" fmla="*/ 1905 h 255905"/>
              <a:gd name="connsiteX7" fmla="*/ 212090 w 262889"/>
              <a:gd name="connsiteY7" fmla="*/ 48895 h 255905"/>
              <a:gd name="connsiteX8" fmla="*/ 212090 w 262889"/>
              <a:gd name="connsiteY8" fmla="*/ 19685 h 255905"/>
              <a:gd name="connsiteX9" fmla="*/ 222250 w 262889"/>
              <a:gd name="connsiteY9" fmla="*/ 9525 h 255905"/>
              <a:gd name="connsiteX10" fmla="*/ 232410 w 262889"/>
              <a:gd name="connsiteY10" fmla="*/ 19685 h 255905"/>
              <a:gd name="connsiteX11" fmla="*/ 232410 w 262889"/>
              <a:gd name="connsiteY11" fmla="*/ 61595 h 255905"/>
              <a:gd name="connsiteX12" fmla="*/ 257810 w 262889"/>
              <a:gd name="connsiteY12" fmla="*/ 78105 h 255905"/>
              <a:gd name="connsiteX13" fmla="*/ 261620 w 262889"/>
              <a:gd name="connsiteY13" fmla="*/ 92075 h 255905"/>
              <a:gd name="connsiteX14" fmla="*/ 248920 w 262889"/>
              <a:gd name="connsiteY14" fmla="*/ 95885 h 255905"/>
              <a:gd name="connsiteX15" fmla="*/ 40640 w 262889"/>
              <a:gd name="connsiteY15" fmla="*/ 103505 h 255905"/>
              <a:gd name="connsiteX16" fmla="*/ 50800 w 262889"/>
              <a:gd name="connsiteY16" fmla="*/ 113665 h 255905"/>
              <a:gd name="connsiteX17" fmla="*/ 50800 w 262889"/>
              <a:gd name="connsiteY17" fmla="*/ 225425 h 255905"/>
              <a:gd name="connsiteX18" fmla="*/ 60960 w 262889"/>
              <a:gd name="connsiteY18" fmla="*/ 235585 h 255905"/>
              <a:gd name="connsiteX19" fmla="*/ 203200 w 262889"/>
              <a:gd name="connsiteY19" fmla="*/ 235585 h 255905"/>
              <a:gd name="connsiteX20" fmla="*/ 213360 w 262889"/>
              <a:gd name="connsiteY20" fmla="*/ 225425 h 255905"/>
              <a:gd name="connsiteX21" fmla="*/ 213360 w 262889"/>
              <a:gd name="connsiteY21" fmla="*/ 113665 h 255905"/>
              <a:gd name="connsiteX22" fmla="*/ 223520 w 262889"/>
              <a:gd name="connsiteY22" fmla="*/ 103505 h 255905"/>
              <a:gd name="connsiteX23" fmla="*/ 233680 w 262889"/>
              <a:gd name="connsiteY23" fmla="*/ 113665 h 255905"/>
              <a:gd name="connsiteX24" fmla="*/ 233680 w 262889"/>
              <a:gd name="connsiteY24" fmla="*/ 225425 h 255905"/>
              <a:gd name="connsiteX25" fmla="*/ 203200 w 262889"/>
              <a:gd name="connsiteY25" fmla="*/ 255905 h 255905"/>
              <a:gd name="connsiteX26" fmla="*/ 60960 w 262889"/>
              <a:gd name="connsiteY26" fmla="*/ 255905 h 255905"/>
              <a:gd name="connsiteX27" fmla="*/ 30480 w 262889"/>
              <a:gd name="connsiteY27" fmla="*/ 225425 h 255905"/>
              <a:gd name="connsiteX28" fmla="*/ 30480 w 262889"/>
              <a:gd name="connsiteY28" fmla="*/ 113665 h 255905"/>
              <a:gd name="connsiteX29" fmla="*/ 40640 w 262889"/>
              <a:gd name="connsiteY29" fmla="*/ 103505 h 255905"/>
              <a:gd name="connsiteX30" fmla="*/ 114300 w 262889"/>
              <a:gd name="connsiteY30" fmla="*/ 127635 h 255905"/>
              <a:gd name="connsiteX31" fmla="*/ 121920 w 262889"/>
              <a:gd name="connsiteY31" fmla="*/ 117475 h 255905"/>
              <a:gd name="connsiteX32" fmla="*/ 121920 w 262889"/>
              <a:gd name="connsiteY32" fmla="*/ 125095 h 255905"/>
              <a:gd name="connsiteX33" fmla="*/ 162560 w 262889"/>
              <a:gd name="connsiteY33" fmla="*/ 154305 h 255905"/>
              <a:gd name="connsiteX34" fmla="*/ 158750 w 262889"/>
              <a:gd name="connsiteY34" fmla="*/ 175895 h 255905"/>
              <a:gd name="connsiteX35" fmla="*/ 132080 w 262889"/>
              <a:gd name="connsiteY35" fmla="*/ 189865 h 255905"/>
              <a:gd name="connsiteX36" fmla="*/ 101600 w 262889"/>
              <a:gd name="connsiteY36" fmla="*/ 159385 h 255905"/>
              <a:gd name="connsiteX37" fmla="*/ 114300 w 262889"/>
              <a:gd name="connsiteY37" fmla="*/ 127635 h 255905"/>
              <a:gd name="connsiteX38" fmla="*/ 142240 w 262889"/>
              <a:gd name="connsiteY38" fmla="*/ 99695 h 255905"/>
              <a:gd name="connsiteX39" fmla="*/ 127000 w 262889"/>
              <a:gd name="connsiteY39" fmla="*/ 89535 h 255905"/>
              <a:gd name="connsiteX40" fmla="*/ 97790 w 262889"/>
              <a:gd name="connsiteY40" fmla="*/ 116205 h 255905"/>
              <a:gd name="connsiteX41" fmla="*/ 82550 w 262889"/>
              <a:gd name="connsiteY41" fmla="*/ 159385 h 255905"/>
              <a:gd name="connsiteX42" fmla="*/ 133350 w 262889"/>
              <a:gd name="connsiteY42" fmla="*/ 210185 h 255905"/>
              <a:gd name="connsiteX43" fmla="*/ 177800 w 262889"/>
              <a:gd name="connsiteY43" fmla="*/ 186055 h 255905"/>
              <a:gd name="connsiteX44" fmla="*/ 179070 w 262889"/>
              <a:gd name="connsiteY44" fmla="*/ 135255 h 255905"/>
              <a:gd name="connsiteX45" fmla="*/ 161290 w 262889"/>
              <a:gd name="connsiteY45" fmla="*/ 131445 h 255905"/>
              <a:gd name="connsiteX46" fmla="*/ 160020 w 262889"/>
              <a:gd name="connsiteY46" fmla="*/ 132715 h 255905"/>
              <a:gd name="connsiteX47" fmla="*/ 143510 w 262889"/>
              <a:gd name="connsiteY47" fmla="*/ 125095 h 255905"/>
              <a:gd name="connsiteX48" fmla="*/ 143510 w 262889"/>
              <a:gd name="connsiteY48" fmla="*/ 99695 h 25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62889" h="255905">
                <a:moveTo>
                  <a:pt x="248920" y="95885"/>
                </a:moveTo>
                <a:lnTo>
                  <a:pt x="132080" y="23495"/>
                </a:lnTo>
                <a:lnTo>
                  <a:pt x="15240" y="95885"/>
                </a:lnTo>
                <a:cubicBezTo>
                  <a:pt x="10160" y="98425"/>
                  <a:pt x="3810" y="97155"/>
                  <a:pt x="1270" y="92075"/>
                </a:cubicBezTo>
                <a:cubicBezTo>
                  <a:pt x="-1270" y="86995"/>
                  <a:pt x="0" y="80645"/>
                  <a:pt x="5080" y="78105"/>
                </a:cubicBezTo>
                <a:lnTo>
                  <a:pt x="125730" y="1905"/>
                </a:lnTo>
                <a:cubicBezTo>
                  <a:pt x="129540" y="-635"/>
                  <a:pt x="133350" y="-635"/>
                  <a:pt x="137160" y="1905"/>
                </a:cubicBezTo>
                <a:lnTo>
                  <a:pt x="212090" y="48895"/>
                </a:lnTo>
                <a:lnTo>
                  <a:pt x="212090" y="19685"/>
                </a:lnTo>
                <a:cubicBezTo>
                  <a:pt x="212090" y="14605"/>
                  <a:pt x="217170" y="9525"/>
                  <a:pt x="222250" y="9525"/>
                </a:cubicBezTo>
                <a:cubicBezTo>
                  <a:pt x="227330" y="9525"/>
                  <a:pt x="232410" y="14605"/>
                  <a:pt x="232410" y="19685"/>
                </a:cubicBezTo>
                <a:lnTo>
                  <a:pt x="232410" y="61595"/>
                </a:lnTo>
                <a:lnTo>
                  <a:pt x="257810" y="78105"/>
                </a:lnTo>
                <a:cubicBezTo>
                  <a:pt x="262890" y="80645"/>
                  <a:pt x="264160" y="86995"/>
                  <a:pt x="261620" y="92075"/>
                </a:cubicBezTo>
                <a:cubicBezTo>
                  <a:pt x="260350" y="98425"/>
                  <a:pt x="254000" y="99695"/>
                  <a:pt x="248920" y="95885"/>
                </a:cubicBezTo>
                <a:close/>
                <a:moveTo>
                  <a:pt x="40640" y="103505"/>
                </a:moveTo>
                <a:cubicBezTo>
                  <a:pt x="45720" y="103505"/>
                  <a:pt x="50800" y="108585"/>
                  <a:pt x="50800" y="113665"/>
                </a:cubicBezTo>
                <a:lnTo>
                  <a:pt x="50800" y="225425"/>
                </a:lnTo>
                <a:cubicBezTo>
                  <a:pt x="50800" y="230505"/>
                  <a:pt x="55880" y="235585"/>
                  <a:pt x="60960" y="235585"/>
                </a:cubicBezTo>
                <a:lnTo>
                  <a:pt x="203200" y="235585"/>
                </a:lnTo>
                <a:cubicBezTo>
                  <a:pt x="208280" y="235585"/>
                  <a:pt x="213360" y="230505"/>
                  <a:pt x="213360" y="225425"/>
                </a:cubicBezTo>
                <a:lnTo>
                  <a:pt x="213360" y="113665"/>
                </a:lnTo>
                <a:cubicBezTo>
                  <a:pt x="213360" y="108585"/>
                  <a:pt x="218440" y="103505"/>
                  <a:pt x="223520" y="103505"/>
                </a:cubicBezTo>
                <a:cubicBezTo>
                  <a:pt x="228600" y="103505"/>
                  <a:pt x="233680" y="108585"/>
                  <a:pt x="233680" y="113665"/>
                </a:cubicBezTo>
                <a:lnTo>
                  <a:pt x="233680" y="225425"/>
                </a:lnTo>
                <a:cubicBezTo>
                  <a:pt x="233680" y="241935"/>
                  <a:pt x="219710" y="255905"/>
                  <a:pt x="203200" y="255905"/>
                </a:cubicBezTo>
                <a:lnTo>
                  <a:pt x="60960" y="255905"/>
                </a:lnTo>
                <a:cubicBezTo>
                  <a:pt x="44450" y="255905"/>
                  <a:pt x="30480" y="241935"/>
                  <a:pt x="30480" y="225425"/>
                </a:cubicBezTo>
                <a:lnTo>
                  <a:pt x="30480" y="113665"/>
                </a:lnTo>
                <a:cubicBezTo>
                  <a:pt x="31750" y="107315"/>
                  <a:pt x="35560" y="103505"/>
                  <a:pt x="40640" y="103505"/>
                </a:cubicBezTo>
                <a:close/>
                <a:moveTo>
                  <a:pt x="114300" y="127635"/>
                </a:moveTo>
                <a:cubicBezTo>
                  <a:pt x="116840" y="123825"/>
                  <a:pt x="119380" y="120015"/>
                  <a:pt x="121920" y="117475"/>
                </a:cubicBezTo>
                <a:lnTo>
                  <a:pt x="121920" y="125095"/>
                </a:lnTo>
                <a:cubicBezTo>
                  <a:pt x="121920" y="146685"/>
                  <a:pt x="143510" y="160655"/>
                  <a:pt x="162560" y="154305"/>
                </a:cubicBezTo>
                <a:cubicBezTo>
                  <a:pt x="163830" y="163195"/>
                  <a:pt x="162560" y="170815"/>
                  <a:pt x="158750" y="175895"/>
                </a:cubicBezTo>
                <a:cubicBezTo>
                  <a:pt x="153670" y="183515"/>
                  <a:pt x="144780" y="189865"/>
                  <a:pt x="132080" y="189865"/>
                </a:cubicBezTo>
                <a:cubicBezTo>
                  <a:pt x="116840" y="189865"/>
                  <a:pt x="101600" y="178435"/>
                  <a:pt x="101600" y="159385"/>
                </a:cubicBezTo>
                <a:cubicBezTo>
                  <a:pt x="101600" y="149225"/>
                  <a:pt x="106680" y="137795"/>
                  <a:pt x="114300" y="127635"/>
                </a:cubicBezTo>
                <a:close/>
                <a:moveTo>
                  <a:pt x="142240" y="99695"/>
                </a:moveTo>
                <a:cubicBezTo>
                  <a:pt x="142240" y="92075"/>
                  <a:pt x="134620" y="85725"/>
                  <a:pt x="127000" y="89535"/>
                </a:cubicBezTo>
                <a:cubicBezTo>
                  <a:pt x="116840" y="93345"/>
                  <a:pt x="105410" y="104775"/>
                  <a:pt x="97790" y="116205"/>
                </a:cubicBezTo>
                <a:cubicBezTo>
                  <a:pt x="88900" y="127635"/>
                  <a:pt x="82550" y="144145"/>
                  <a:pt x="82550" y="159385"/>
                </a:cubicBezTo>
                <a:cubicBezTo>
                  <a:pt x="82550" y="191135"/>
                  <a:pt x="107950" y="210185"/>
                  <a:pt x="133350" y="210185"/>
                </a:cubicBezTo>
                <a:cubicBezTo>
                  <a:pt x="152400" y="210185"/>
                  <a:pt x="168910" y="201295"/>
                  <a:pt x="177800" y="186055"/>
                </a:cubicBezTo>
                <a:cubicBezTo>
                  <a:pt x="186690" y="172085"/>
                  <a:pt x="186690" y="153035"/>
                  <a:pt x="179070" y="135255"/>
                </a:cubicBezTo>
                <a:cubicBezTo>
                  <a:pt x="176530" y="128905"/>
                  <a:pt x="167640" y="126365"/>
                  <a:pt x="161290" y="131445"/>
                </a:cubicBezTo>
                <a:lnTo>
                  <a:pt x="160020" y="132715"/>
                </a:lnTo>
                <a:cubicBezTo>
                  <a:pt x="153670" y="137795"/>
                  <a:pt x="143510" y="133985"/>
                  <a:pt x="143510" y="125095"/>
                </a:cubicBezTo>
                <a:lnTo>
                  <a:pt x="143510" y="9969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0" name="Полилиния: фигура 524">
            <a:extLst>
              <a:ext uri="{FF2B5EF4-FFF2-40B4-BE49-F238E27FC236}">
                <a16:creationId xmlns:a16="http://schemas.microsoft.com/office/drawing/2014/main" id="{314B4F46-E68A-3617-939F-BF2FB25646A0}"/>
              </a:ext>
            </a:extLst>
          </p:cNvPr>
          <p:cNvSpPr/>
          <p:nvPr/>
        </p:nvSpPr>
        <p:spPr>
          <a:xfrm>
            <a:off x="3843923" y="4462551"/>
            <a:ext cx="262889" cy="255905"/>
          </a:xfrm>
          <a:custGeom>
            <a:avLst/>
            <a:gdLst>
              <a:gd name="connsiteX0" fmla="*/ 248920 w 262889"/>
              <a:gd name="connsiteY0" fmla="*/ 95885 h 255905"/>
              <a:gd name="connsiteX1" fmla="*/ 132080 w 262889"/>
              <a:gd name="connsiteY1" fmla="*/ 23495 h 255905"/>
              <a:gd name="connsiteX2" fmla="*/ 15240 w 262889"/>
              <a:gd name="connsiteY2" fmla="*/ 95885 h 255905"/>
              <a:gd name="connsiteX3" fmla="*/ 1270 w 262889"/>
              <a:gd name="connsiteY3" fmla="*/ 92075 h 255905"/>
              <a:gd name="connsiteX4" fmla="*/ 5080 w 262889"/>
              <a:gd name="connsiteY4" fmla="*/ 78105 h 255905"/>
              <a:gd name="connsiteX5" fmla="*/ 125730 w 262889"/>
              <a:gd name="connsiteY5" fmla="*/ 1905 h 255905"/>
              <a:gd name="connsiteX6" fmla="*/ 137160 w 262889"/>
              <a:gd name="connsiteY6" fmla="*/ 1905 h 255905"/>
              <a:gd name="connsiteX7" fmla="*/ 212090 w 262889"/>
              <a:gd name="connsiteY7" fmla="*/ 48895 h 255905"/>
              <a:gd name="connsiteX8" fmla="*/ 212090 w 262889"/>
              <a:gd name="connsiteY8" fmla="*/ 19685 h 255905"/>
              <a:gd name="connsiteX9" fmla="*/ 222250 w 262889"/>
              <a:gd name="connsiteY9" fmla="*/ 9525 h 255905"/>
              <a:gd name="connsiteX10" fmla="*/ 232410 w 262889"/>
              <a:gd name="connsiteY10" fmla="*/ 19685 h 255905"/>
              <a:gd name="connsiteX11" fmla="*/ 232410 w 262889"/>
              <a:gd name="connsiteY11" fmla="*/ 61595 h 255905"/>
              <a:gd name="connsiteX12" fmla="*/ 257810 w 262889"/>
              <a:gd name="connsiteY12" fmla="*/ 78105 h 255905"/>
              <a:gd name="connsiteX13" fmla="*/ 261620 w 262889"/>
              <a:gd name="connsiteY13" fmla="*/ 92075 h 255905"/>
              <a:gd name="connsiteX14" fmla="*/ 248920 w 262889"/>
              <a:gd name="connsiteY14" fmla="*/ 95885 h 255905"/>
              <a:gd name="connsiteX15" fmla="*/ 41910 w 262889"/>
              <a:gd name="connsiteY15" fmla="*/ 103505 h 255905"/>
              <a:gd name="connsiteX16" fmla="*/ 52070 w 262889"/>
              <a:gd name="connsiteY16" fmla="*/ 113665 h 255905"/>
              <a:gd name="connsiteX17" fmla="*/ 52070 w 262889"/>
              <a:gd name="connsiteY17" fmla="*/ 225425 h 255905"/>
              <a:gd name="connsiteX18" fmla="*/ 62230 w 262889"/>
              <a:gd name="connsiteY18" fmla="*/ 235585 h 255905"/>
              <a:gd name="connsiteX19" fmla="*/ 204470 w 262889"/>
              <a:gd name="connsiteY19" fmla="*/ 235585 h 255905"/>
              <a:gd name="connsiteX20" fmla="*/ 214630 w 262889"/>
              <a:gd name="connsiteY20" fmla="*/ 225425 h 255905"/>
              <a:gd name="connsiteX21" fmla="*/ 214630 w 262889"/>
              <a:gd name="connsiteY21" fmla="*/ 113665 h 255905"/>
              <a:gd name="connsiteX22" fmla="*/ 224790 w 262889"/>
              <a:gd name="connsiteY22" fmla="*/ 103505 h 255905"/>
              <a:gd name="connsiteX23" fmla="*/ 234950 w 262889"/>
              <a:gd name="connsiteY23" fmla="*/ 113665 h 255905"/>
              <a:gd name="connsiteX24" fmla="*/ 234950 w 262889"/>
              <a:gd name="connsiteY24" fmla="*/ 225425 h 255905"/>
              <a:gd name="connsiteX25" fmla="*/ 204470 w 262889"/>
              <a:gd name="connsiteY25" fmla="*/ 255905 h 255905"/>
              <a:gd name="connsiteX26" fmla="*/ 62230 w 262889"/>
              <a:gd name="connsiteY26" fmla="*/ 255905 h 255905"/>
              <a:gd name="connsiteX27" fmla="*/ 31750 w 262889"/>
              <a:gd name="connsiteY27" fmla="*/ 225425 h 255905"/>
              <a:gd name="connsiteX28" fmla="*/ 31750 w 262889"/>
              <a:gd name="connsiteY28" fmla="*/ 113665 h 255905"/>
              <a:gd name="connsiteX29" fmla="*/ 41910 w 262889"/>
              <a:gd name="connsiteY29" fmla="*/ 103505 h 255905"/>
              <a:gd name="connsiteX30" fmla="*/ 175260 w 262889"/>
              <a:gd name="connsiteY30" fmla="*/ 130175 h 255905"/>
              <a:gd name="connsiteX31" fmla="*/ 175260 w 262889"/>
              <a:gd name="connsiteY31" fmla="*/ 116205 h 255905"/>
              <a:gd name="connsiteX32" fmla="*/ 161290 w 262889"/>
              <a:gd name="connsiteY32" fmla="*/ 116205 h 255905"/>
              <a:gd name="connsiteX33" fmla="*/ 95250 w 262889"/>
              <a:gd name="connsiteY33" fmla="*/ 182245 h 255905"/>
              <a:gd name="connsiteX34" fmla="*/ 95250 w 262889"/>
              <a:gd name="connsiteY34" fmla="*/ 196215 h 255905"/>
              <a:gd name="connsiteX35" fmla="*/ 109220 w 262889"/>
              <a:gd name="connsiteY35" fmla="*/ 196215 h 255905"/>
              <a:gd name="connsiteX36" fmla="*/ 175260 w 262889"/>
              <a:gd name="connsiteY36" fmla="*/ 130175 h 255905"/>
              <a:gd name="connsiteX37" fmla="*/ 123190 w 262889"/>
              <a:gd name="connsiteY37" fmla="*/ 128905 h 255905"/>
              <a:gd name="connsiteX38" fmla="*/ 107950 w 262889"/>
              <a:gd name="connsiteY38" fmla="*/ 144145 h 255905"/>
              <a:gd name="connsiteX39" fmla="*/ 92710 w 262889"/>
              <a:gd name="connsiteY39" fmla="*/ 128905 h 255905"/>
              <a:gd name="connsiteX40" fmla="*/ 107950 w 262889"/>
              <a:gd name="connsiteY40" fmla="*/ 113665 h 255905"/>
              <a:gd name="connsiteX41" fmla="*/ 123190 w 262889"/>
              <a:gd name="connsiteY41" fmla="*/ 128905 h 255905"/>
              <a:gd name="connsiteX42" fmla="*/ 163830 w 262889"/>
              <a:gd name="connsiteY42" fmla="*/ 198755 h 255905"/>
              <a:gd name="connsiteX43" fmla="*/ 179070 w 262889"/>
              <a:gd name="connsiteY43" fmla="*/ 183515 h 255905"/>
              <a:gd name="connsiteX44" fmla="*/ 163830 w 262889"/>
              <a:gd name="connsiteY44" fmla="*/ 168275 h 255905"/>
              <a:gd name="connsiteX45" fmla="*/ 148590 w 262889"/>
              <a:gd name="connsiteY45" fmla="*/ 183515 h 255905"/>
              <a:gd name="connsiteX46" fmla="*/ 163830 w 262889"/>
              <a:gd name="connsiteY46" fmla="*/ 198755 h 25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62889" h="255905">
                <a:moveTo>
                  <a:pt x="248920" y="95885"/>
                </a:moveTo>
                <a:lnTo>
                  <a:pt x="132080" y="23495"/>
                </a:lnTo>
                <a:lnTo>
                  <a:pt x="15240" y="95885"/>
                </a:lnTo>
                <a:cubicBezTo>
                  <a:pt x="10160" y="98425"/>
                  <a:pt x="3810" y="97155"/>
                  <a:pt x="1270" y="92075"/>
                </a:cubicBezTo>
                <a:cubicBezTo>
                  <a:pt x="-1270" y="86995"/>
                  <a:pt x="0" y="80645"/>
                  <a:pt x="5080" y="78105"/>
                </a:cubicBezTo>
                <a:lnTo>
                  <a:pt x="125730" y="1905"/>
                </a:lnTo>
                <a:cubicBezTo>
                  <a:pt x="129540" y="-635"/>
                  <a:pt x="133350" y="-635"/>
                  <a:pt x="137160" y="1905"/>
                </a:cubicBezTo>
                <a:lnTo>
                  <a:pt x="212090" y="48895"/>
                </a:lnTo>
                <a:lnTo>
                  <a:pt x="212090" y="19685"/>
                </a:lnTo>
                <a:cubicBezTo>
                  <a:pt x="212090" y="14605"/>
                  <a:pt x="217170" y="9525"/>
                  <a:pt x="222250" y="9525"/>
                </a:cubicBezTo>
                <a:cubicBezTo>
                  <a:pt x="227330" y="9525"/>
                  <a:pt x="232410" y="14605"/>
                  <a:pt x="232410" y="19685"/>
                </a:cubicBezTo>
                <a:lnTo>
                  <a:pt x="232410" y="61595"/>
                </a:lnTo>
                <a:lnTo>
                  <a:pt x="257810" y="78105"/>
                </a:lnTo>
                <a:cubicBezTo>
                  <a:pt x="262890" y="80645"/>
                  <a:pt x="264160" y="86995"/>
                  <a:pt x="261620" y="92075"/>
                </a:cubicBezTo>
                <a:cubicBezTo>
                  <a:pt x="260350" y="98425"/>
                  <a:pt x="254000" y="99695"/>
                  <a:pt x="248920" y="95885"/>
                </a:cubicBezTo>
                <a:close/>
                <a:moveTo>
                  <a:pt x="41910" y="103505"/>
                </a:moveTo>
                <a:cubicBezTo>
                  <a:pt x="46990" y="103505"/>
                  <a:pt x="52070" y="108585"/>
                  <a:pt x="52070" y="113665"/>
                </a:cubicBezTo>
                <a:lnTo>
                  <a:pt x="52070" y="225425"/>
                </a:lnTo>
                <a:cubicBezTo>
                  <a:pt x="52070" y="230505"/>
                  <a:pt x="57150" y="235585"/>
                  <a:pt x="62230" y="235585"/>
                </a:cubicBezTo>
                <a:lnTo>
                  <a:pt x="204470" y="235585"/>
                </a:lnTo>
                <a:cubicBezTo>
                  <a:pt x="209550" y="235585"/>
                  <a:pt x="214630" y="230505"/>
                  <a:pt x="214630" y="225425"/>
                </a:cubicBezTo>
                <a:lnTo>
                  <a:pt x="214630" y="113665"/>
                </a:lnTo>
                <a:cubicBezTo>
                  <a:pt x="214630" y="108585"/>
                  <a:pt x="219710" y="103505"/>
                  <a:pt x="224790" y="103505"/>
                </a:cubicBezTo>
                <a:cubicBezTo>
                  <a:pt x="229870" y="103505"/>
                  <a:pt x="234950" y="108585"/>
                  <a:pt x="234950" y="113665"/>
                </a:cubicBezTo>
                <a:lnTo>
                  <a:pt x="234950" y="225425"/>
                </a:lnTo>
                <a:cubicBezTo>
                  <a:pt x="234950" y="241935"/>
                  <a:pt x="220980" y="255905"/>
                  <a:pt x="204470" y="255905"/>
                </a:cubicBezTo>
                <a:lnTo>
                  <a:pt x="62230" y="255905"/>
                </a:lnTo>
                <a:cubicBezTo>
                  <a:pt x="45720" y="255905"/>
                  <a:pt x="31750" y="241935"/>
                  <a:pt x="31750" y="225425"/>
                </a:cubicBezTo>
                <a:lnTo>
                  <a:pt x="31750" y="113665"/>
                </a:lnTo>
                <a:cubicBezTo>
                  <a:pt x="31750" y="107315"/>
                  <a:pt x="35560" y="103505"/>
                  <a:pt x="41910" y="103505"/>
                </a:cubicBezTo>
                <a:close/>
                <a:moveTo>
                  <a:pt x="175260" y="130175"/>
                </a:moveTo>
                <a:cubicBezTo>
                  <a:pt x="179070" y="126365"/>
                  <a:pt x="179070" y="120015"/>
                  <a:pt x="175260" y="116205"/>
                </a:cubicBezTo>
                <a:cubicBezTo>
                  <a:pt x="171450" y="112395"/>
                  <a:pt x="165100" y="112395"/>
                  <a:pt x="161290" y="116205"/>
                </a:cubicBezTo>
                <a:lnTo>
                  <a:pt x="95250" y="182245"/>
                </a:lnTo>
                <a:cubicBezTo>
                  <a:pt x="91440" y="186055"/>
                  <a:pt x="91440" y="192405"/>
                  <a:pt x="95250" y="196215"/>
                </a:cubicBezTo>
                <a:cubicBezTo>
                  <a:pt x="99060" y="200025"/>
                  <a:pt x="105410" y="200025"/>
                  <a:pt x="109220" y="196215"/>
                </a:cubicBezTo>
                <a:lnTo>
                  <a:pt x="175260" y="130175"/>
                </a:lnTo>
                <a:close/>
                <a:moveTo>
                  <a:pt x="123190" y="128905"/>
                </a:moveTo>
                <a:cubicBezTo>
                  <a:pt x="123190" y="137795"/>
                  <a:pt x="116840" y="144145"/>
                  <a:pt x="107950" y="144145"/>
                </a:cubicBezTo>
                <a:cubicBezTo>
                  <a:pt x="99060" y="144145"/>
                  <a:pt x="92710" y="137795"/>
                  <a:pt x="92710" y="128905"/>
                </a:cubicBezTo>
                <a:cubicBezTo>
                  <a:pt x="92710" y="120015"/>
                  <a:pt x="99060" y="113665"/>
                  <a:pt x="107950" y="113665"/>
                </a:cubicBezTo>
                <a:cubicBezTo>
                  <a:pt x="115570" y="113665"/>
                  <a:pt x="123190" y="120015"/>
                  <a:pt x="123190" y="128905"/>
                </a:cubicBezTo>
                <a:close/>
                <a:moveTo>
                  <a:pt x="163830" y="198755"/>
                </a:moveTo>
                <a:cubicBezTo>
                  <a:pt x="172720" y="198755"/>
                  <a:pt x="179070" y="192405"/>
                  <a:pt x="179070" y="183515"/>
                </a:cubicBezTo>
                <a:cubicBezTo>
                  <a:pt x="179070" y="174625"/>
                  <a:pt x="172720" y="168275"/>
                  <a:pt x="163830" y="168275"/>
                </a:cubicBezTo>
                <a:cubicBezTo>
                  <a:pt x="154940" y="168275"/>
                  <a:pt x="148590" y="174625"/>
                  <a:pt x="148590" y="183515"/>
                </a:cubicBezTo>
                <a:cubicBezTo>
                  <a:pt x="148590" y="192405"/>
                  <a:pt x="154940" y="198755"/>
                  <a:pt x="163830" y="19875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4" name="Полилиния: фигура 527">
            <a:extLst>
              <a:ext uri="{FF2B5EF4-FFF2-40B4-BE49-F238E27FC236}">
                <a16:creationId xmlns:a16="http://schemas.microsoft.com/office/drawing/2014/main" id="{573E92BD-B675-BD5F-9003-BD2D1B6D56B1}"/>
              </a:ext>
            </a:extLst>
          </p:cNvPr>
          <p:cNvSpPr/>
          <p:nvPr/>
        </p:nvSpPr>
        <p:spPr>
          <a:xfrm>
            <a:off x="9464943" y="4461917"/>
            <a:ext cx="204008" cy="257809"/>
          </a:xfrm>
          <a:custGeom>
            <a:avLst/>
            <a:gdLst>
              <a:gd name="connsiteX0" fmla="*/ 104139 w 204008"/>
              <a:gd name="connsiteY0" fmla="*/ 0 h 257809"/>
              <a:gd name="connsiteX1" fmla="*/ 43180 w 204008"/>
              <a:gd name="connsiteY1" fmla="*/ 60960 h 257809"/>
              <a:gd name="connsiteX2" fmla="*/ 43180 w 204008"/>
              <a:gd name="connsiteY2" fmla="*/ 111760 h 257809"/>
              <a:gd name="connsiteX3" fmla="*/ 104139 w 204008"/>
              <a:gd name="connsiteY3" fmla="*/ 172720 h 257809"/>
              <a:gd name="connsiteX4" fmla="*/ 165100 w 204008"/>
              <a:gd name="connsiteY4" fmla="*/ 111760 h 257809"/>
              <a:gd name="connsiteX5" fmla="*/ 165100 w 204008"/>
              <a:gd name="connsiteY5" fmla="*/ 60960 h 257809"/>
              <a:gd name="connsiteX6" fmla="*/ 104139 w 204008"/>
              <a:gd name="connsiteY6" fmla="*/ 0 h 257809"/>
              <a:gd name="connsiteX7" fmla="*/ 63500 w 204008"/>
              <a:gd name="connsiteY7" fmla="*/ 60960 h 257809"/>
              <a:gd name="connsiteX8" fmla="*/ 104139 w 204008"/>
              <a:gd name="connsiteY8" fmla="*/ 20320 h 257809"/>
              <a:gd name="connsiteX9" fmla="*/ 144780 w 204008"/>
              <a:gd name="connsiteY9" fmla="*/ 60960 h 257809"/>
              <a:gd name="connsiteX10" fmla="*/ 144780 w 204008"/>
              <a:gd name="connsiteY10" fmla="*/ 111760 h 257809"/>
              <a:gd name="connsiteX11" fmla="*/ 104139 w 204008"/>
              <a:gd name="connsiteY11" fmla="*/ 152400 h 257809"/>
              <a:gd name="connsiteX12" fmla="*/ 63500 w 204008"/>
              <a:gd name="connsiteY12" fmla="*/ 111760 h 257809"/>
              <a:gd name="connsiteX13" fmla="*/ 63500 w 204008"/>
              <a:gd name="connsiteY13" fmla="*/ 60960 h 257809"/>
              <a:gd name="connsiteX14" fmla="*/ 8889 w 204008"/>
              <a:gd name="connsiteY14" fmla="*/ 121920 h 257809"/>
              <a:gd name="connsiteX15" fmla="*/ 21589 w 204008"/>
              <a:gd name="connsiteY15" fmla="*/ 128270 h 257809"/>
              <a:gd name="connsiteX16" fmla="*/ 102870 w 204008"/>
              <a:gd name="connsiteY16" fmla="*/ 191770 h 257809"/>
              <a:gd name="connsiteX17" fmla="*/ 102870 w 204008"/>
              <a:gd name="connsiteY17" fmla="*/ 191770 h 257809"/>
              <a:gd name="connsiteX18" fmla="*/ 102870 w 204008"/>
              <a:gd name="connsiteY18" fmla="*/ 191770 h 257809"/>
              <a:gd name="connsiteX19" fmla="*/ 184150 w 204008"/>
              <a:gd name="connsiteY19" fmla="*/ 128270 h 257809"/>
              <a:gd name="connsiteX20" fmla="*/ 196850 w 204008"/>
              <a:gd name="connsiteY20" fmla="*/ 121920 h 257809"/>
              <a:gd name="connsiteX21" fmla="*/ 203200 w 204008"/>
              <a:gd name="connsiteY21" fmla="*/ 134620 h 257809"/>
              <a:gd name="connsiteX22" fmla="*/ 111760 w 204008"/>
              <a:gd name="connsiteY22" fmla="*/ 212090 h 257809"/>
              <a:gd name="connsiteX23" fmla="*/ 111760 w 204008"/>
              <a:gd name="connsiteY23" fmla="*/ 247650 h 257809"/>
              <a:gd name="connsiteX24" fmla="*/ 101600 w 204008"/>
              <a:gd name="connsiteY24" fmla="*/ 257810 h 257809"/>
              <a:gd name="connsiteX25" fmla="*/ 91439 w 204008"/>
              <a:gd name="connsiteY25" fmla="*/ 247650 h 257809"/>
              <a:gd name="connsiteX26" fmla="*/ 91439 w 204008"/>
              <a:gd name="connsiteY26" fmla="*/ 212090 h 257809"/>
              <a:gd name="connsiteX27" fmla="*/ 0 w 204008"/>
              <a:gd name="connsiteY27" fmla="*/ 134620 h 257809"/>
              <a:gd name="connsiteX28" fmla="*/ 8889 w 204008"/>
              <a:gd name="connsiteY28" fmla="*/ 121920 h 257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04008" h="257809">
                <a:moveTo>
                  <a:pt x="104139" y="0"/>
                </a:moveTo>
                <a:cubicBezTo>
                  <a:pt x="71120" y="0"/>
                  <a:pt x="43180" y="26670"/>
                  <a:pt x="43180" y="60960"/>
                </a:cubicBezTo>
                <a:lnTo>
                  <a:pt x="43180" y="111760"/>
                </a:lnTo>
                <a:cubicBezTo>
                  <a:pt x="43180" y="144780"/>
                  <a:pt x="69850" y="172720"/>
                  <a:pt x="104139" y="172720"/>
                </a:cubicBezTo>
                <a:cubicBezTo>
                  <a:pt x="138430" y="172720"/>
                  <a:pt x="165100" y="146050"/>
                  <a:pt x="165100" y="111760"/>
                </a:cubicBezTo>
                <a:lnTo>
                  <a:pt x="165100" y="60960"/>
                </a:lnTo>
                <a:cubicBezTo>
                  <a:pt x="163830" y="26670"/>
                  <a:pt x="137160" y="0"/>
                  <a:pt x="104139" y="0"/>
                </a:cubicBezTo>
                <a:close/>
                <a:moveTo>
                  <a:pt x="63500" y="60960"/>
                </a:moveTo>
                <a:cubicBezTo>
                  <a:pt x="63500" y="38100"/>
                  <a:pt x="81280" y="20320"/>
                  <a:pt x="104139" y="20320"/>
                </a:cubicBezTo>
                <a:cubicBezTo>
                  <a:pt x="127000" y="20320"/>
                  <a:pt x="144780" y="38100"/>
                  <a:pt x="144780" y="60960"/>
                </a:cubicBezTo>
                <a:lnTo>
                  <a:pt x="144780" y="111760"/>
                </a:lnTo>
                <a:cubicBezTo>
                  <a:pt x="144780" y="134620"/>
                  <a:pt x="127000" y="152400"/>
                  <a:pt x="104139" y="152400"/>
                </a:cubicBezTo>
                <a:cubicBezTo>
                  <a:pt x="81280" y="152400"/>
                  <a:pt x="63500" y="134620"/>
                  <a:pt x="63500" y="111760"/>
                </a:cubicBezTo>
                <a:lnTo>
                  <a:pt x="63500" y="60960"/>
                </a:lnTo>
                <a:close/>
                <a:moveTo>
                  <a:pt x="8889" y="121920"/>
                </a:moveTo>
                <a:cubicBezTo>
                  <a:pt x="13970" y="120650"/>
                  <a:pt x="20320" y="123190"/>
                  <a:pt x="21589" y="128270"/>
                </a:cubicBezTo>
                <a:cubicBezTo>
                  <a:pt x="33020" y="165100"/>
                  <a:pt x="64770" y="191770"/>
                  <a:pt x="102870" y="191770"/>
                </a:cubicBezTo>
                <a:lnTo>
                  <a:pt x="102870" y="191770"/>
                </a:lnTo>
                <a:lnTo>
                  <a:pt x="102870" y="191770"/>
                </a:lnTo>
                <a:cubicBezTo>
                  <a:pt x="140970" y="191770"/>
                  <a:pt x="172720" y="163830"/>
                  <a:pt x="184150" y="128270"/>
                </a:cubicBezTo>
                <a:cubicBezTo>
                  <a:pt x="185420" y="123190"/>
                  <a:pt x="191770" y="119380"/>
                  <a:pt x="196850" y="121920"/>
                </a:cubicBezTo>
                <a:cubicBezTo>
                  <a:pt x="201930" y="123190"/>
                  <a:pt x="205739" y="129540"/>
                  <a:pt x="203200" y="134620"/>
                </a:cubicBezTo>
                <a:cubicBezTo>
                  <a:pt x="190500" y="175260"/>
                  <a:pt x="156210" y="208280"/>
                  <a:pt x="111760" y="212090"/>
                </a:cubicBezTo>
                <a:lnTo>
                  <a:pt x="111760" y="247650"/>
                </a:lnTo>
                <a:cubicBezTo>
                  <a:pt x="111760" y="252730"/>
                  <a:pt x="106680" y="257810"/>
                  <a:pt x="101600" y="257810"/>
                </a:cubicBezTo>
                <a:cubicBezTo>
                  <a:pt x="96520" y="257810"/>
                  <a:pt x="91439" y="252730"/>
                  <a:pt x="91439" y="247650"/>
                </a:cubicBezTo>
                <a:lnTo>
                  <a:pt x="91439" y="212090"/>
                </a:lnTo>
                <a:cubicBezTo>
                  <a:pt x="48260" y="208280"/>
                  <a:pt x="12700" y="175260"/>
                  <a:pt x="0" y="134620"/>
                </a:cubicBezTo>
                <a:cubicBezTo>
                  <a:pt x="1270" y="129540"/>
                  <a:pt x="3810" y="123190"/>
                  <a:pt x="8889" y="1219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5" name="Полилиния: фигура 530">
            <a:extLst>
              <a:ext uri="{FF2B5EF4-FFF2-40B4-BE49-F238E27FC236}">
                <a16:creationId xmlns:a16="http://schemas.microsoft.com/office/drawing/2014/main" id="{A77F1E39-F352-2334-D378-20CD66E0DB6A}"/>
              </a:ext>
            </a:extLst>
          </p:cNvPr>
          <p:cNvSpPr/>
          <p:nvPr/>
        </p:nvSpPr>
        <p:spPr>
          <a:xfrm>
            <a:off x="10640645" y="4555579"/>
            <a:ext cx="94614" cy="69214"/>
          </a:xfrm>
          <a:custGeom>
            <a:avLst/>
            <a:gdLst>
              <a:gd name="connsiteX0" fmla="*/ 91757 w 94614"/>
              <a:gd name="connsiteY0" fmla="*/ 16827 h 69214"/>
              <a:gd name="connsiteX1" fmla="*/ 91757 w 94614"/>
              <a:gd name="connsiteY1" fmla="*/ 2858 h 69214"/>
              <a:gd name="connsiteX2" fmla="*/ 77787 w 94614"/>
              <a:gd name="connsiteY2" fmla="*/ 2858 h 69214"/>
              <a:gd name="connsiteX3" fmla="*/ 34607 w 94614"/>
              <a:gd name="connsiteY3" fmla="*/ 46037 h 69214"/>
              <a:gd name="connsiteX4" fmla="*/ 16827 w 94614"/>
              <a:gd name="connsiteY4" fmla="*/ 28258 h 69214"/>
              <a:gd name="connsiteX5" fmla="*/ 2857 w 94614"/>
              <a:gd name="connsiteY5" fmla="*/ 28258 h 69214"/>
              <a:gd name="connsiteX6" fmla="*/ 2857 w 94614"/>
              <a:gd name="connsiteY6" fmla="*/ 42227 h 69214"/>
              <a:gd name="connsiteX7" fmla="*/ 26987 w 94614"/>
              <a:gd name="connsiteY7" fmla="*/ 66358 h 69214"/>
              <a:gd name="connsiteX8" fmla="*/ 42227 w 94614"/>
              <a:gd name="connsiteY8" fmla="*/ 66358 h 69214"/>
              <a:gd name="connsiteX9" fmla="*/ 91757 w 94614"/>
              <a:gd name="connsiteY9" fmla="*/ 16827 h 69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4614" h="69214">
                <a:moveTo>
                  <a:pt x="91757" y="16827"/>
                </a:moveTo>
                <a:cubicBezTo>
                  <a:pt x="95567" y="13017"/>
                  <a:pt x="95567" y="6667"/>
                  <a:pt x="91757" y="2858"/>
                </a:cubicBezTo>
                <a:cubicBezTo>
                  <a:pt x="87948" y="-953"/>
                  <a:pt x="81598" y="-953"/>
                  <a:pt x="77787" y="2858"/>
                </a:cubicBezTo>
                <a:lnTo>
                  <a:pt x="34607" y="46037"/>
                </a:lnTo>
                <a:lnTo>
                  <a:pt x="16827" y="28258"/>
                </a:lnTo>
                <a:cubicBezTo>
                  <a:pt x="13017" y="24447"/>
                  <a:pt x="6667" y="24447"/>
                  <a:pt x="2857" y="28258"/>
                </a:cubicBezTo>
                <a:cubicBezTo>
                  <a:pt x="-952" y="32067"/>
                  <a:pt x="-952" y="38417"/>
                  <a:pt x="2857" y="42227"/>
                </a:cubicBezTo>
                <a:lnTo>
                  <a:pt x="26987" y="66358"/>
                </a:lnTo>
                <a:cubicBezTo>
                  <a:pt x="30798" y="70167"/>
                  <a:pt x="38417" y="70167"/>
                  <a:pt x="42227" y="66358"/>
                </a:cubicBezTo>
                <a:lnTo>
                  <a:pt x="91757" y="16827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7" name="Полилиния: фигура 531">
            <a:extLst>
              <a:ext uri="{FF2B5EF4-FFF2-40B4-BE49-F238E27FC236}">
                <a16:creationId xmlns:a16="http://schemas.microsoft.com/office/drawing/2014/main" id="{607F701E-6F85-2CD2-3404-39696D96CF59}"/>
              </a:ext>
            </a:extLst>
          </p:cNvPr>
          <p:cNvSpPr/>
          <p:nvPr/>
        </p:nvSpPr>
        <p:spPr>
          <a:xfrm>
            <a:off x="10583813" y="4469537"/>
            <a:ext cx="203200" cy="242252"/>
          </a:xfrm>
          <a:custGeom>
            <a:avLst/>
            <a:gdLst>
              <a:gd name="connsiteX0" fmla="*/ 201930 w 203200"/>
              <a:gd name="connsiteY0" fmla="*/ 152400 h 242252"/>
              <a:gd name="connsiteX1" fmla="*/ 201930 w 203200"/>
              <a:gd name="connsiteY1" fmla="*/ 149860 h 242252"/>
              <a:gd name="connsiteX2" fmla="*/ 203200 w 203200"/>
              <a:gd name="connsiteY2" fmla="*/ 133350 h 242252"/>
              <a:gd name="connsiteX3" fmla="*/ 203200 w 203200"/>
              <a:gd name="connsiteY3" fmla="*/ 10160 h 242252"/>
              <a:gd name="connsiteX4" fmla="*/ 193040 w 203200"/>
              <a:gd name="connsiteY4" fmla="*/ 0 h 242252"/>
              <a:gd name="connsiteX5" fmla="*/ 10160 w 203200"/>
              <a:gd name="connsiteY5" fmla="*/ 0 h 242252"/>
              <a:gd name="connsiteX6" fmla="*/ 0 w 203200"/>
              <a:gd name="connsiteY6" fmla="*/ 10160 h 242252"/>
              <a:gd name="connsiteX7" fmla="*/ 0 w 203200"/>
              <a:gd name="connsiteY7" fmla="*/ 133350 h 242252"/>
              <a:gd name="connsiteX8" fmla="*/ 1270 w 203200"/>
              <a:gd name="connsiteY8" fmla="*/ 149860 h 242252"/>
              <a:gd name="connsiteX9" fmla="*/ 1270 w 203200"/>
              <a:gd name="connsiteY9" fmla="*/ 152400 h 242252"/>
              <a:gd name="connsiteX10" fmla="*/ 44450 w 203200"/>
              <a:gd name="connsiteY10" fmla="*/ 213360 h 242252"/>
              <a:gd name="connsiteX11" fmla="*/ 95250 w 203200"/>
              <a:gd name="connsiteY11" fmla="*/ 241300 h 242252"/>
              <a:gd name="connsiteX12" fmla="*/ 105410 w 203200"/>
              <a:gd name="connsiteY12" fmla="*/ 241300 h 242252"/>
              <a:gd name="connsiteX13" fmla="*/ 156210 w 203200"/>
              <a:gd name="connsiteY13" fmla="*/ 213360 h 242252"/>
              <a:gd name="connsiteX14" fmla="*/ 201930 w 203200"/>
              <a:gd name="connsiteY14" fmla="*/ 152400 h 242252"/>
              <a:gd name="connsiteX15" fmla="*/ 21590 w 203200"/>
              <a:gd name="connsiteY15" fmla="*/ 134620 h 242252"/>
              <a:gd name="connsiteX16" fmla="*/ 21590 w 203200"/>
              <a:gd name="connsiteY16" fmla="*/ 20320 h 242252"/>
              <a:gd name="connsiteX17" fmla="*/ 184150 w 203200"/>
              <a:gd name="connsiteY17" fmla="*/ 20320 h 242252"/>
              <a:gd name="connsiteX18" fmla="*/ 184150 w 203200"/>
              <a:gd name="connsiteY18" fmla="*/ 134620 h 242252"/>
              <a:gd name="connsiteX19" fmla="*/ 182880 w 203200"/>
              <a:gd name="connsiteY19" fmla="*/ 146050 h 242252"/>
              <a:gd name="connsiteX20" fmla="*/ 182880 w 203200"/>
              <a:gd name="connsiteY20" fmla="*/ 148590 h 242252"/>
              <a:gd name="connsiteX21" fmla="*/ 149860 w 203200"/>
              <a:gd name="connsiteY21" fmla="*/ 195580 h 242252"/>
              <a:gd name="connsiteX22" fmla="*/ 104140 w 203200"/>
              <a:gd name="connsiteY22" fmla="*/ 220980 h 242252"/>
              <a:gd name="connsiteX23" fmla="*/ 58420 w 203200"/>
              <a:gd name="connsiteY23" fmla="*/ 195580 h 242252"/>
              <a:gd name="connsiteX24" fmla="*/ 25400 w 203200"/>
              <a:gd name="connsiteY24" fmla="*/ 148590 h 242252"/>
              <a:gd name="connsiteX25" fmla="*/ 25400 w 203200"/>
              <a:gd name="connsiteY25" fmla="*/ 146050 h 242252"/>
              <a:gd name="connsiteX26" fmla="*/ 21590 w 203200"/>
              <a:gd name="connsiteY26" fmla="*/ 134620 h 242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03200" h="242252">
                <a:moveTo>
                  <a:pt x="201930" y="152400"/>
                </a:moveTo>
                <a:lnTo>
                  <a:pt x="201930" y="149860"/>
                </a:lnTo>
                <a:cubicBezTo>
                  <a:pt x="203200" y="144780"/>
                  <a:pt x="203200" y="139700"/>
                  <a:pt x="203200" y="13335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133350"/>
                </a:lnTo>
                <a:cubicBezTo>
                  <a:pt x="0" y="138430"/>
                  <a:pt x="0" y="143510"/>
                  <a:pt x="1270" y="149860"/>
                </a:cubicBezTo>
                <a:lnTo>
                  <a:pt x="1270" y="152400"/>
                </a:lnTo>
                <a:cubicBezTo>
                  <a:pt x="6350" y="177800"/>
                  <a:pt x="22860" y="199390"/>
                  <a:pt x="44450" y="213360"/>
                </a:cubicBezTo>
                <a:lnTo>
                  <a:pt x="95250" y="241300"/>
                </a:lnTo>
                <a:cubicBezTo>
                  <a:pt x="97790" y="242570"/>
                  <a:pt x="101600" y="242570"/>
                  <a:pt x="105410" y="241300"/>
                </a:cubicBezTo>
                <a:lnTo>
                  <a:pt x="156210" y="213360"/>
                </a:lnTo>
                <a:cubicBezTo>
                  <a:pt x="181610" y="200660"/>
                  <a:pt x="196850" y="179070"/>
                  <a:pt x="201930" y="152400"/>
                </a:cubicBezTo>
                <a:close/>
                <a:moveTo>
                  <a:pt x="21590" y="134620"/>
                </a:moveTo>
                <a:lnTo>
                  <a:pt x="21590" y="20320"/>
                </a:lnTo>
                <a:lnTo>
                  <a:pt x="184150" y="20320"/>
                </a:lnTo>
                <a:lnTo>
                  <a:pt x="184150" y="134620"/>
                </a:lnTo>
                <a:cubicBezTo>
                  <a:pt x="184150" y="138430"/>
                  <a:pt x="184150" y="142240"/>
                  <a:pt x="182880" y="146050"/>
                </a:cubicBezTo>
                <a:lnTo>
                  <a:pt x="182880" y="148590"/>
                </a:lnTo>
                <a:cubicBezTo>
                  <a:pt x="179070" y="167640"/>
                  <a:pt x="166370" y="185420"/>
                  <a:pt x="149860" y="195580"/>
                </a:cubicBezTo>
                <a:lnTo>
                  <a:pt x="104140" y="220980"/>
                </a:lnTo>
                <a:lnTo>
                  <a:pt x="58420" y="195580"/>
                </a:lnTo>
                <a:cubicBezTo>
                  <a:pt x="40640" y="185420"/>
                  <a:pt x="29210" y="168910"/>
                  <a:pt x="25400" y="148590"/>
                </a:cubicBezTo>
                <a:lnTo>
                  <a:pt x="25400" y="146050"/>
                </a:lnTo>
                <a:cubicBezTo>
                  <a:pt x="22860" y="142240"/>
                  <a:pt x="21590" y="138430"/>
                  <a:pt x="21590" y="1346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8" name="Полилиния: фигура 534">
            <a:extLst>
              <a:ext uri="{FF2B5EF4-FFF2-40B4-BE49-F238E27FC236}">
                <a16:creationId xmlns:a16="http://schemas.microsoft.com/office/drawing/2014/main" id="{CCF2DD54-ECE1-D9F3-7C17-C66292212EC7}"/>
              </a:ext>
            </a:extLst>
          </p:cNvPr>
          <p:cNvSpPr/>
          <p:nvPr/>
        </p:nvSpPr>
        <p:spPr>
          <a:xfrm>
            <a:off x="10017075" y="4460646"/>
            <a:ext cx="221615" cy="257810"/>
          </a:xfrm>
          <a:custGeom>
            <a:avLst/>
            <a:gdLst>
              <a:gd name="connsiteX0" fmla="*/ 218757 w 221615"/>
              <a:gd name="connsiteY0" fmla="*/ 17780 h 257810"/>
              <a:gd name="connsiteX1" fmla="*/ 218757 w 221615"/>
              <a:gd name="connsiteY1" fmla="*/ 3810 h 257810"/>
              <a:gd name="connsiteX2" fmla="*/ 204788 w 221615"/>
              <a:gd name="connsiteY2" fmla="*/ 3810 h 257810"/>
              <a:gd name="connsiteX3" fmla="*/ 167957 w 221615"/>
              <a:gd name="connsiteY3" fmla="*/ 40640 h 257810"/>
              <a:gd name="connsiteX4" fmla="*/ 110807 w 221615"/>
              <a:gd name="connsiteY4" fmla="*/ 0 h 257810"/>
              <a:gd name="connsiteX5" fmla="*/ 49848 w 221615"/>
              <a:gd name="connsiteY5" fmla="*/ 60960 h 257810"/>
              <a:gd name="connsiteX6" fmla="*/ 49848 w 221615"/>
              <a:gd name="connsiteY6" fmla="*/ 111760 h 257810"/>
              <a:gd name="connsiteX7" fmla="*/ 61278 w 221615"/>
              <a:gd name="connsiteY7" fmla="*/ 147320 h 257810"/>
              <a:gd name="connsiteX8" fmla="*/ 47307 w 221615"/>
              <a:gd name="connsiteY8" fmla="*/ 162560 h 257810"/>
              <a:gd name="connsiteX9" fmla="*/ 29528 w 221615"/>
              <a:gd name="connsiteY9" fmla="*/ 129540 h 257810"/>
              <a:gd name="connsiteX10" fmla="*/ 16828 w 221615"/>
              <a:gd name="connsiteY10" fmla="*/ 123190 h 257810"/>
              <a:gd name="connsiteX11" fmla="*/ 10478 w 221615"/>
              <a:gd name="connsiteY11" fmla="*/ 135890 h 257810"/>
              <a:gd name="connsiteX12" fmla="*/ 33338 w 221615"/>
              <a:gd name="connsiteY12" fmla="*/ 176530 h 257810"/>
              <a:gd name="connsiteX13" fmla="*/ 2857 w 221615"/>
              <a:gd name="connsiteY13" fmla="*/ 207010 h 257810"/>
              <a:gd name="connsiteX14" fmla="*/ 2857 w 221615"/>
              <a:gd name="connsiteY14" fmla="*/ 220980 h 257810"/>
              <a:gd name="connsiteX15" fmla="*/ 16828 w 221615"/>
              <a:gd name="connsiteY15" fmla="*/ 220980 h 257810"/>
              <a:gd name="connsiteX16" fmla="*/ 218757 w 221615"/>
              <a:gd name="connsiteY16" fmla="*/ 17780 h 257810"/>
              <a:gd name="connsiteX17" fmla="*/ 110807 w 221615"/>
              <a:gd name="connsiteY17" fmla="*/ 21590 h 257810"/>
              <a:gd name="connsiteX18" fmla="*/ 151448 w 221615"/>
              <a:gd name="connsiteY18" fmla="*/ 58420 h 257810"/>
              <a:gd name="connsiteX19" fmla="*/ 76518 w 221615"/>
              <a:gd name="connsiteY19" fmla="*/ 133350 h 257810"/>
              <a:gd name="connsiteX20" fmla="*/ 71438 w 221615"/>
              <a:gd name="connsiteY20" fmla="*/ 113030 h 257810"/>
              <a:gd name="connsiteX21" fmla="*/ 71438 w 221615"/>
              <a:gd name="connsiteY21" fmla="*/ 62230 h 257810"/>
              <a:gd name="connsiteX22" fmla="*/ 110807 w 221615"/>
              <a:gd name="connsiteY22" fmla="*/ 21590 h 257810"/>
              <a:gd name="connsiteX23" fmla="*/ 110807 w 221615"/>
              <a:gd name="connsiteY23" fmla="*/ 193040 h 257810"/>
              <a:gd name="connsiteX24" fmla="*/ 110807 w 221615"/>
              <a:gd name="connsiteY24" fmla="*/ 193040 h 257810"/>
              <a:gd name="connsiteX25" fmla="*/ 110807 w 221615"/>
              <a:gd name="connsiteY25" fmla="*/ 193040 h 257810"/>
              <a:gd name="connsiteX26" fmla="*/ 80328 w 221615"/>
              <a:gd name="connsiteY26" fmla="*/ 186690 h 257810"/>
              <a:gd name="connsiteX27" fmla="*/ 67628 w 221615"/>
              <a:gd name="connsiteY27" fmla="*/ 191770 h 257810"/>
              <a:gd name="connsiteX28" fmla="*/ 72707 w 221615"/>
              <a:gd name="connsiteY28" fmla="*/ 204470 h 257810"/>
              <a:gd name="connsiteX29" fmla="*/ 100648 w 221615"/>
              <a:gd name="connsiteY29" fmla="*/ 212090 h 257810"/>
              <a:gd name="connsiteX30" fmla="*/ 100648 w 221615"/>
              <a:gd name="connsiteY30" fmla="*/ 247650 h 257810"/>
              <a:gd name="connsiteX31" fmla="*/ 110807 w 221615"/>
              <a:gd name="connsiteY31" fmla="*/ 257810 h 257810"/>
              <a:gd name="connsiteX32" fmla="*/ 120968 w 221615"/>
              <a:gd name="connsiteY32" fmla="*/ 247650 h 257810"/>
              <a:gd name="connsiteX33" fmla="*/ 120968 w 221615"/>
              <a:gd name="connsiteY33" fmla="*/ 212090 h 257810"/>
              <a:gd name="connsiteX34" fmla="*/ 212407 w 221615"/>
              <a:gd name="connsiteY34" fmla="*/ 134620 h 257810"/>
              <a:gd name="connsiteX35" fmla="*/ 206057 w 221615"/>
              <a:gd name="connsiteY35" fmla="*/ 121920 h 257810"/>
              <a:gd name="connsiteX36" fmla="*/ 193357 w 221615"/>
              <a:gd name="connsiteY36" fmla="*/ 128270 h 257810"/>
              <a:gd name="connsiteX37" fmla="*/ 110807 w 221615"/>
              <a:gd name="connsiteY37" fmla="*/ 193040 h 257810"/>
              <a:gd name="connsiteX38" fmla="*/ 161607 w 221615"/>
              <a:gd name="connsiteY38" fmla="*/ 102870 h 257810"/>
              <a:gd name="connsiteX39" fmla="*/ 171768 w 221615"/>
              <a:gd name="connsiteY39" fmla="*/ 113030 h 257810"/>
              <a:gd name="connsiteX40" fmla="*/ 110807 w 221615"/>
              <a:gd name="connsiteY40" fmla="*/ 173990 h 257810"/>
              <a:gd name="connsiteX41" fmla="*/ 100648 w 221615"/>
              <a:gd name="connsiteY41" fmla="*/ 163830 h 257810"/>
              <a:gd name="connsiteX42" fmla="*/ 110807 w 221615"/>
              <a:gd name="connsiteY42" fmla="*/ 153670 h 257810"/>
              <a:gd name="connsiteX43" fmla="*/ 151448 w 221615"/>
              <a:gd name="connsiteY43" fmla="*/ 113030 h 257810"/>
              <a:gd name="connsiteX44" fmla="*/ 161607 w 221615"/>
              <a:gd name="connsiteY44" fmla="*/ 102870 h 257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21615" h="257810">
                <a:moveTo>
                  <a:pt x="218757" y="17780"/>
                </a:moveTo>
                <a:cubicBezTo>
                  <a:pt x="222568" y="13970"/>
                  <a:pt x="222568" y="7620"/>
                  <a:pt x="218757" y="3810"/>
                </a:cubicBezTo>
                <a:cubicBezTo>
                  <a:pt x="214948" y="0"/>
                  <a:pt x="208598" y="0"/>
                  <a:pt x="204788" y="3810"/>
                </a:cubicBezTo>
                <a:lnTo>
                  <a:pt x="167957" y="40640"/>
                </a:lnTo>
                <a:cubicBezTo>
                  <a:pt x="159068" y="17780"/>
                  <a:pt x="137478" y="0"/>
                  <a:pt x="110807" y="0"/>
                </a:cubicBezTo>
                <a:cubicBezTo>
                  <a:pt x="77788" y="0"/>
                  <a:pt x="49848" y="26670"/>
                  <a:pt x="49848" y="60960"/>
                </a:cubicBezTo>
                <a:lnTo>
                  <a:pt x="49848" y="111760"/>
                </a:lnTo>
                <a:cubicBezTo>
                  <a:pt x="49848" y="124460"/>
                  <a:pt x="53657" y="137160"/>
                  <a:pt x="61278" y="147320"/>
                </a:cubicBezTo>
                <a:lnTo>
                  <a:pt x="47307" y="162560"/>
                </a:lnTo>
                <a:cubicBezTo>
                  <a:pt x="39688" y="153670"/>
                  <a:pt x="33338" y="142240"/>
                  <a:pt x="29528" y="129540"/>
                </a:cubicBezTo>
                <a:cubicBezTo>
                  <a:pt x="28257" y="124460"/>
                  <a:pt x="21907" y="120650"/>
                  <a:pt x="16828" y="123190"/>
                </a:cubicBezTo>
                <a:cubicBezTo>
                  <a:pt x="11748" y="124460"/>
                  <a:pt x="7938" y="130810"/>
                  <a:pt x="10478" y="135890"/>
                </a:cubicBezTo>
                <a:cubicBezTo>
                  <a:pt x="15557" y="151130"/>
                  <a:pt x="23178" y="165100"/>
                  <a:pt x="33338" y="176530"/>
                </a:cubicBezTo>
                <a:lnTo>
                  <a:pt x="2857" y="207010"/>
                </a:lnTo>
                <a:cubicBezTo>
                  <a:pt x="-952" y="210820"/>
                  <a:pt x="-952" y="217170"/>
                  <a:pt x="2857" y="220980"/>
                </a:cubicBezTo>
                <a:cubicBezTo>
                  <a:pt x="6668" y="224790"/>
                  <a:pt x="13018" y="224790"/>
                  <a:pt x="16828" y="220980"/>
                </a:cubicBezTo>
                <a:lnTo>
                  <a:pt x="218757" y="17780"/>
                </a:lnTo>
                <a:close/>
                <a:moveTo>
                  <a:pt x="110807" y="21590"/>
                </a:moveTo>
                <a:cubicBezTo>
                  <a:pt x="132398" y="21590"/>
                  <a:pt x="148907" y="38100"/>
                  <a:pt x="151448" y="58420"/>
                </a:cubicBezTo>
                <a:lnTo>
                  <a:pt x="76518" y="133350"/>
                </a:lnTo>
                <a:cubicBezTo>
                  <a:pt x="72707" y="127000"/>
                  <a:pt x="71438" y="120650"/>
                  <a:pt x="71438" y="113030"/>
                </a:cubicBezTo>
                <a:lnTo>
                  <a:pt x="71438" y="62230"/>
                </a:lnTo>
                <a:cubicBezTo>
                  <a:pt x="70168" y="39370"/>
                  <a:pt x="87948" y="21590"/>
                  <a:pt x="110807" y="21590"/>
                </a:cubicBezTo>
                <a:close/>
                <a:moveTo>
                  <a:pt x="110807" y="193040"/>
                </a:moveTo>
                <a:cubicBezTo>
                  <a:pt x="110807" y="193040"/>
                  <a:pt x="110807" y="193040"/>
                  <a:pt x="110807" y="193040"/>
                </a:cubicBezTo>
                <a:cubicBezTo>
                  <a:pt x="110807" y="193040"/>
                  <a:pt x="110807" y="193040"/>
                  <a:pt x="110807" y="193040"/>
                </a:cubicBezTo>
                <a:cubicBezTo>
                  <a:pt x="99378" y="193040"/>
                  <a:pt x="89218" y="190500"/>
                  <a:pt x="80328" y="186690"/>
                </a:cubicBezTo>
                <a:cubicBezTo>
                  <a:pt x="75248" y="184150"/>
                  <a:pt x="68898" y="186690"/>
                  <a:pt x="67628" y="191770"/>
                </a:cubicBezTo>
                <a:cubicBezTo>
                  <a:pt x="65088" y="196850"/>
                  <a:pt x="67628" y="203200"/>
                  <a:pt x="72707" y="204470"/>
                </a:cubicBezTo>
                <a:cubicBezTo>
                  <a:pt x="81598" y="208280"/>
                  <a:pt x="91757" y="210820"/>
                  <a:pt x="100648" y="212090"/>
                </a:cubicBezTo>
                <a:lnTo>
                  <a:pt x="100648" y="247650"/>
                </a:lnTo>
                <a:cubicBezTo>
                  <a:pt x="100648" y="252730"/>
                  <a:pt x="105728" y="257810"/>
                  <a:pt x="110807" y="257810"/>
                </a:cubicBezTo>
                <a:cubicBezTo>
                  <a:pt x="115888" y="257810"/>
                  <a:pt x="120968" y="252730"/>
                  <a:pt x="120968" y="247650"/>
                </a:cubicBezTo>
                <a:lnTo>
                  <a:pt x="120968" y="212090"/>
                </a:lnTo>
                <a:cubicBezTo>
                  <a:pt x="164148" y="208280"/>
                  <a:pt x="199707" y="175260"/>
                  <a:pt x="212407" y="134620"/>
                </a:cubicBezTo>
                <a:cubicBezTo>
                  <a:pt x="213678" y="129540"/>
                  <a:pt x="211138" y="123190"/>
                  <a:pt x="206057" y="121920"/>
                </a:cubicBezTo>
                <a:cubicBezTo>
                  <a:pt x="200978" y="120650"/>
                  <a:pt x="194628" y="123190"/>
                  <a:pt x="193357" y="128270"/>
                </a:cubicBezTo>
                <a:cubicBezTo>
                  <a:pt x="180657" y="166370"/>
                  <a:pt x="148907" y="193040"/>
                  <a:pt x="110807" y="193040"/>
                </a:cubicBezTo>
                <a:close/>
                <a:moveTo>
                  <a:pt x="161607" y="102870"/>
                </a:moveTo>
                <a:cubicBezTo>
                  <a:pt x="166688" y="102870"/>
                  <a:pt x="171768" y="107950"/>
                  <a:pt x="171768" y="113030"/>
                </a:cubicBezTo>
                <a:cubicBezTo>
                  <a:pt x="171768" y="146050"/>
                  <a:pt x="145098" y="173990"/>
                  <a:pt x="110807" y="173990"/>
                </a:cubicBezTo>
                <a:cubicBezTo>
                  <a:pt x="105728" y="173990"/>
                  <a:pt x="100648" y="168910"/>
                  <a:pt x="100648" y="163830"/>
                </a:cubicBezTo>
                <a:cubicBezTo>
                  <a:pt x="100648" y="158750"/>
                  <a:pt x="105728" y="153670"/>
                  <a:pt x="110807" y="153670"/>
                </a:cubicBezTo>
                <a:cubicBezTo>
                  <a:pt x="133668" y="153670"/>
                  <a:pt x="151448" y="135890"/>
                  <a:pt x="151448" y="113030"/>
                </a:cubicBezTo>
                <a:cubicBezTo>
                  <a:pt x="151448" y="106680"/>
                  <a:pt x="155257" y="102870"/>
                  <a:pt x="161607" y="1028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1" name="Полилиния: фигура 538">
            <a:extLst>
              <a:ext uri="{FF2B5EF4-FFF2-40B4-BE49-F238E27FC236}">
                <a16:creationId xmlns:a16="http://schemas.microsoft.com/office/drawing/2014/main" id="{9196B4AD-396A-51DC-C33E-0BA20E425B28}"/>
              </a:ext>
            </a:extLst>
          </p:cNvPr>
          <p:cNvSpPr/>
          <p:nvPr/>
        </p:nvSpPr>
        <p:spPr>
          <a:xfrm>
            <a:off x="7758063" y="4459377"/>
            <a:ext cx="264159" cy="264160"/>
          </a:xfrm>
          <a:custGeom>
            <a:avLst/>
            <a:gdLst>
              <a:gd name="connsiteX0" fmla="*/ 245110 w 264159"/>
              <a:gd name="connsiteY0" fmla="*/ 132080 h 264160"/>
              <a:gd name="connsiteX1" fmla="*/ 133350 w 264159"/>
              <a:gd name="connsiteY1" fmla="*/ 243840 h 264160"/>
              <a:gd name="connsiteX2" fmla="*/ 21590 w 264159"/>
              <a:gd name="connsiteY2" fmla="*/ 132080 h 264160"/>
              <a:gd name="connsiteX3" fmla="*/ 133350 w 264159"/>
              <a:gd name="connsiteY3" fmla="*/ 20320 h 264160"/>
              <a:gd name="connsiteX4" fmla="*/ 245110 w 264159"/>
              <a:gd name="connsiteY4" fmla="*/ 132080 h 264160"/>
              <a:gd name="connsiteX5" fmla="*/ 264160 w 264159"/>
              <a:gd name="connsiteY5" fmla="*/ 132080 h 264160"/>
              <a:gd name="connsiteX6" fmla="*/ 132080 w 264159"/>
              <a:gd name="connsiteY6" fmla="*/ 264160 h 264160"/>
              <a:gd name="connsiteX7" fmla="*/ 0 w 264159"/>
              <a:gd name="connsiteY7" fmla="*/ 132080 h 264160"/>
              <a:gd name="connsiteX8" fmla="*/ 132080 w 264159"/>
              <a:gd name="connsiteY8" fmla="*/ 0 h 264160"/>
              <a:gd name="connsiteX9" fmla="*/ 264160 w 264159"/>
              <a:gd name="connsiteY9" fmla="*/ 132080 h 264160"/>
              <a:gd name="connsiteX10" fmla="*/ 87630 w 264159"/>
              <a:gd name="connsiteY10" fmla="*/ 121920 h 264160"/>
              <a:gd name="connsiteX11" fmla="*/ 102870 w 264159"/>
              <a:gd name="connsiteY11" fmla="*/ 106680 h 264160"/>
              <a:gd name="connsiteX12" fmla="*/ 87630 w 264159"/>
              <a:gd name="connsiteY12" fmla="*/ 91440 h 264160"/>
              <a:gd name="connsiteX13" fmla="*/ 72390 w 264159"/>
              <a:gd name="connsiteY13" fmla="*/ 106680 h 264160"/>
              <a:gd name="connsiteX14" fmla="*/ 87630 w 264159"/>
              <a:gd name="connsiteY14" fmla="*/ 121920 h 264160"/>
              <a:gd name="connsiteX15" fmla="*/ 194310 w 264159"/>
              <a:gd name="connsiteY15" fmla="*/ 106680 h 264160"/>
              <a:gd name="connsiteX16" fmla="*/ 179070 w 264159"/>
              <a:gd name="connsiteY16" fmla="*/ 121920 h 264160"/>
              <a:gd name="connsiteX17" fmla="*/ 163830 w 264159"/>
              <a:gd name="connsiteY17" fmla="*/ 106680 h 264160"/>
              <a:gd name="connsiteX18" fmla="*/ 179070 w 264159"/>
              <a:gd name="connsiteY18" fmla="*/ 91440 h 264160"/>
              <a:gd name="connsiteX19" fmla="*/ 194310 w 264159"/>
              <a:gd name="connsiteY19" fmla="*/ 106680 h 264160"/>
              <a:gd name="connsiteX20" fmla="*/ 83820 w 264159"/>
              <a:gd name="connsiteY20" fmla="*/ 152400 h 264160"/>
              <a:gd name="connsiteX21" fmla="*/ 180340 w 264159"/>
              <a:gd name="connsiteY21" fmla="*/ 152400 h 264160"/>
              <a:gd name="connsiteX22" fmla="*/ 189230 w 264159"/>
              <a:gd name="connsiteY22" fmla="*/ 163830 h 264160"/>
              <a:gd name="connsiteX23" fmla="*/ 132080 w 264159"/>
              <a:gd name="connsiteY23" fmla="*/ 203200 h 264160"/>
              <a:gd name="connsiteX24" fmla="*/ 74930 w 264159"/>
              <a:gd name="connsiteY24" fmla="*/ 163830 h 264160"/>
              <a:gd name="connsiteX25" fmla="*/ 83820 w 264159"/>
              <a:gd name="connsiteY25" fmla="*/ 15240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64159" h="264160">
                <a:moveTo>
                  <a:pt x="245110" y="132080"/>
                </a:moveTo>
                <a:cubicBezTo>
                  <a:pt x="245110" y="194310"/>
                  <a:pt x="195580" y="243840"/>
                  <a:pt x="133350" y="243840"/>
                </a:cubicBezTo>
                <a:cubicBezTo>
                  <a:pt x="71120" y="243840"/>
                  <a:pt x="21590" y="194310"/>
                  <a:pt x="21590" y="132080"/>
                </a:cubicBezTo>
                <a:cubicBezTo>
                  <a:pt x="21590" y="69850"/>
                  <a:pt x="71120" y="20320"/>
                  <a:pt x="133350" y="20320"/>
                </a:cubicBezTo>
                <a:cubicBezTo>
                  <a:pt x="194310" y="20320"/>
                  <a:pt x="245110" y="69850"/>
                  <a:pt x="24511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9690"/>
                  <a:pt x="58420" y="0"/>
                  <a:pt x="132080" y="0"/>
                </a:cubicBezTo>
                <a:cubicBezTo>
                  <a:pt x="205740" y="0"/>
                  <a:pt x="264160" y="58420"/>
                  <a:pt x="264160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4310" y="106680"/>
                </a:moveTo>
                <a:cubicBezTo>
                  <a:pt x="194310" y="115570"/>
                  <a:pt x="187960" y="121920"/>
                  <a:pt x="179070" y="121920"/>
                </a:cubicBezTo>
                <a:cubicBezTo>
                  <a:pt x="170180" y="121920"/>
                  <a:pt x="163830" y="115570"/>
                  <a:pt x="163830" y="106680"/>
                </a:cubicBezTo>
                <a:cubicBezTo>
                  <a:pt x="163830" y="97790"/>
                  <a:pt x="170180" y="91440"/>
                  <a:pt x="179070" y="91440"/>
                </a:cubicBezTo>
                <a:cubicBezTo>
                  <a:pt x="187960" y="91440"/>
                  <a:pt x="194310" y="97790"/>
                  <a:pt x="194310" y="106680"/>
                </a:cubicBezTo>
                <a:close/>
                <a:moveTo>
                  <a:pt x="83820" y="152400"/>
                </a:moveTo>
                <a:lnTo>
                  <a:pt x="180340" y="152400"/>
                </a:lnTo>
                <a:cubicBezTo>
                  <a:pt x="186690" y="152400"/>
                  <a:pt x="191770" y="158750"/>
                  <a:pt x="189230" y="163830"/>
                </a:cubicBezTo>
                <a:cubicBezTo>
                  <a:pt x="181610" y="181610"/>
                  <a:pt x="165100" y="203200"/>
                  <a:pt x="132080" y="203200"/>
                </a:cubicBezTo>
                <a:cubicBezTo>
                  <a:pt x="99060" y="203200"/>
                  <a:pt x="82550" y="181610"/>
                  <a:pt x="74930" y="163830"/>
                </a:cubicBezTo>
                <a:cubicBezTo>
                  <a:pt x="73660" y="157480"/>
                  <a:pt x="77470" y="152400"/>
                  <a:pt x="838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" name="Полилиния: фигура 541">
            <a:extLst>
              <a:ext uri="{FF2B5EF4-FFF2-40B4-BE49-F238E27FC236}">
                <a16:creationId xmlns:a16="http://schemas.microsoft.com/office/drawing/2014/main" id="{D41B684D-DC9F-EA4C-A1B7-7633629AE7B3}"/>
              </a:ext>
            </a:extLst>
          </p:cNvPr>
          <p:cNvSpPr/>
          <p:nvPr/>
        </p:nvSpPr>
        <p:spPr>
          <a:xfrm>
            <a:off x="8307446" y="4479696"/>
            <a:ext cx="285532" cy="223520"/>
          </a:xfrm>
          <a:custGeom>
            <a:avLst/>
            <a:gdLst>
              <a:gd name="connsiteX0" fmla="*/ 55136 w 285532"/>
              <a:gd name="connsiteY0" fmla="*/ 165100 h 223520"/>
              <a:gd name="connsiteX1" fmla="*/ 22116 w 285532"/>
              <a:gd name="connsiteY1" fmla="*/ 102870 h 223520"/>
              <a:gd name="connsiteX2" fmla="*/ 64026 w 285532"/>
              <a:gd name="connsiteY2" fmla="*/ 50800 h 223520"/>
              <a:gd name="connsiteX3" fmla="*/ 142766 w 285532"/>
              <a:gd name="connsiteY3" fmla="*/ 20320 h 223520"/>
              <a:gd name="connsiteX4" fmla="*/ 221506 w 285532"/>
              <a:gd name="connsiteY4" fmla="*/ 50800 h 223520"/>
              <a:gd name="connsiteX5" fmla="*/ 263416 w 285532"/>
              <a:gd name="connsiteY5" fmla="*/ 102870 h 223520"/>
              <a:gd name="connsiteX6" fmla="*/ 230396 w 285532"/>
              <a:gd name="connsiteY6" fmla="*/ 165100 h 223520"/>
              <a:gd name="connsiteX7" fmla="*/ 142766 w 285532"/>
              <a:gd name="connsiteY7" fmla="*/ 201930 h 223520"/>
              <a:gd name="connsiteX8" fmla="*/ 55136 w 285532"/>
              <a:gd name="connsiteY8" fmla="*/ 165100 h 223520"/>
              <a:gd name="connsiteX9" fmla="*/ 142766 w 285532"/>
              <a:gd name="connsiteY9" fmla="*/ 0 h 223520"/>
              <a:gd name="connsiteX10" fmla="*/ 50056 w 285532"/>
              <a:gd name="connsiteY10" fmla="*/ 35560 h 223520"/>
              <a:gd name="connsiteX11" fmla="*/ 1796 w 285532"/>
              <a:gd name="connsiteY11" fmla="*/ 95250 h 223520"/>
              <a:gd name="connsiteX12" fmla="*/ 526 w 285532"/>
              <a:gd name="connsiteY12" fmla="*/ 105410 h 223520"/>
              <a:gd name="connsiteX13" fmla="*/ 39896 w 285532"/>
              <a:gd name="connsiteY13" fmla="*/ 179070 h 223520"/>
              <a:gd name="connsiteX14" fmla="*/ 142766 w 285532"/>
              <a:gd name="connsiteY14" fmla="*/ 223520 h 223520"/>
              <a:gd name="connsiteX15" fmla="*/ 245636 w 285532"/>
              <a:gd name="connsiteY15" fmla="*/ 179070 h 223520"/>
              <a:gd name="connsiteX16" fmla="*/ 285006 w 285532"/>
              <a:gd name="connsiteY16" fmla="*/ 105410 h 223520"/>
              <a:gd name="connsiteX17" fmla="*/ 283736 w 285532"/>
              <a:gd name="connsiteY17" fmla="*/ 95250 h 223520"/>
              <a:gd name="connsiteX18" fmla="*/ 235476 w 285532"/>
              <a:gd name="connsiteY18" fmla="*/ 35560 h 223520"/>
              <a:gd name="connsiteX19" fmla="*/ 142766 w 285532"/>
              <a:gd name="connsiteY19" fmla="*/ 0 h 223520"/>
              <a:gd name="connsiteX20" fmla="*/ 50056 w 285532"/>
              <a:gd name="connsiteY20" fmla="*/ 92710 h 223520"/>
              <a:gd name="connsiteX21" fmla="*/ 64026 w 285532"/>
              <a:gd name="connsiteY21" fmla="*/ 95250 h 223520"/>
              <a:gd name="connsiteX22" fmla="*/ 69106 w 285532"/>
              <a:gd name="connsiteY22" fmla="*/ 101600 h 223520"/>
              <a:gd name="connsiteX23" fmla="*/ 76726 w 285532"/>
              <a:gd name="connsiteY23" fmla="*/ 107950 h 223520"/>
              <a:gd name="connsiteX24" fmla="*/ 85616 w 285532"/>
              <a:gd name="connsiteY24" fmla="*/ 113030 h 223520"/>
              <a:gd name="connsiteX25" fmla="*/ 97046 w 285532"/>
              <a:gd name="connsiteY25" fmla="*/ 116840 h 223520"/>
              <a:gd name="connsiteX26" fmla="*/ 111016 w 285532"/>
              <a:gd name="connsiteY26" fmla="*/ 119380 h 223520"/>
              <a:gd name="connsiteX27" fmla="*/ 126256 w 285532"/>
              <a:gd name="connsiteY27" fmla="*/ 121920 h 223520"/>
              <a:gd name="connsiteX28" fmla="*/ 141496 w 285532"/>
              <a:gd name="connsiteY28" fmla="*/ 123190 h 223520"/>
              <a:gd name="connsiteX29" fmla="*/ 141496 w 285532"/>
              <a:gd name="connsiteY29" fmla="*/ 123190 h 223520"/>
              <a:gd name="connsiteX30" fmla="*/ 141496 w 285532"/>
              <a:gd name="connsiteY30" fmla="*/ 123190 h 223520"/>
              <a:gd name="connsiteX31" fmla="*/ 185946 w 285532"/>
              <a:gd name="connsiteY31" fmla="*/ 118110 h 223520"/>
              <a:gd name="connsiteX32" fmla="*/ 220236 w 285532"/>
              <a:gd name="connsiteY32" fmla="*/ 97790 h 223520"/>
              <a:gd name="connsiteX33" fmla="*/ 234206 w 285532"/>
              <a:gd name="connsiteY33" fmla="*/ 95250 h 223520"/>
              <a:gd name="connsiteX34" fmla="*/ 236746 w 285532"/>
              <a:gd name="connsiteY34" fmla="*/ 109220 h 223520"/>
              <a:gd name="connsiteX35" fmla="*/ 203726 w 285532"/>
              <a:gd name="connsiteY35" fmla="*/ 133350 h 223520"/>
              <a:gd name="connsiteX36" fmla="*/ 210076 w 285532"/>
              <a:gd name="connsiteY36" fmla="*/ 142240 h 223520"/>
              <a:gd name="connsiteX37" fmla="*/ 207536 w 285532"/>
              <a:gd name="connsiteY37" fmla="*/ 156210 h 223520"/>
              <a:gd name="connsiteX38" fmla="*/ 193566 w 285532"/>
              <a:gd name="connsiteY38" fmla="*/ 153670 h 223520"/>
              <a:gd name="connsiteX39" fmla="*/ 182136 w 285532"/>
              <a:gd name="connsiteY39" fmla="*/ 138430 h 223520"/>
              <a:gd name="connsiteX40" fmla="*/ 182136 w 285532"/>
              <a:gd name="connsiteY40" fmla="*/ 138430 h 223520"/>
              <a:gd name="connsiteX41" fmla="*/ 150386 w 285532"/>
              <a:gd name="connsiteY41" fmla="*/ 142240 h 223520"/>
              <a:gd name="connsiteX42" fmla="*/ 150386 w 285532"/>
              <a:gd name="connsiteY42" fmla="*/ 157480 h 223520"/>
              <a:gd name="connsiteX43" fmla="*/ 140226 w 285532"/>
              <a:gd name="connsiteY43" fmla="*/ 167640 h 223520"/>
              <a:gd name="connsiteX44" fmla="*/ 130066 w 285532"/>
              <a:gd name="connsiteY44" fmla="*/ 157480 h 223520"/>
              <a:gd name="connsiteX45" fmla="*/ 130066 w 285532"/>
              <a:gd name="connsiteY45" fmla="*/ 140970 h 223520"/>
              <a:gd name="connsiteX46" fmla="*/ 98316 w 285532"/>
              <a:gd name="connsiteY46" fmla="*/ 137160 h 223520"/>
              <a:gd name="connsiteX47" fmla="*/ 98316 w 285532"/>
              <a:gd name="connsiteY47" fmla="*/ 137160 h 223520"/>
              <a:gd name="connsiteX48" fmla="*/ 98316 w 285532"/>
              <a:gd name="connsiteY48" fmla="*/ 137160 h 223520"/>
              <a:gd name="connsiteX49" fmla="*/ 86886 w 285532"/>
              <a:gd name="connsiteY49" fmla="*/ 152400 h 223520"/>
              <a:gd name="connsiteX50" fmla="*/ 72916 w 285532"/>
              <a:gd name="connsiteY50" fmla="*/ 154940 h 223520"/>
              <a:gd name="connsiteX51" fmla="*/ 70376 w 285532"/>
              <a:gd name="connsiteY51" fmla="*/ 140970 h 223520"/>
              <a:gd name="connsiteX52" fmla="*/ 77996 w 285532"/>
              <a:gd name="connsiteY52" fmla="*/ 130810 h 223520"/>
              <a:gd name="connsiteX53" fmla="*/ 44976 w 285532"/>
              <a:gd name="connsiteY53" fmla="*/ 106680 h 223520"/>
              <a:gd name="connsiteX54" fmla="*/ 50056 w 285532"/>
              <a:gd name="connsiteY54" fmla="*/ 9271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85532" h="223520">
                <a:moveTo>
                  <a:pt x="55136" y="165100"/>
                </a:moveTo>
                <a:cubicBezTo>
                  <a:pt x="36086" y="144780"/>
                  <a:pt x="25926" y="119380"/>
                  <a:pt x="22116" y="102870"/>
                </a:cubicBezTo>
                <a:cubicBezTo>
                  <a:pt x="29736" y="88900"/>
                  <a:pt x="43706" y="68580"/>
                  <a:pt x="64026" y="50800"/>
                </a:cubicBezTo>
                <a:cubicBezTo>
                  <a:pt x="84346" y="33020"/>
                  <a:pt x="112286" y="20320"/>
                  <a:pt x="142766" y="20320"/>
                </a:cubicBezTo>
                <a:cubicBezTo>
                  <a:pt x="174516" y="20320"/>
                  <a:pt x="201186" y="34290"/>
                  <a:pt x="221506" y="50800"/>
                </a:cubicBezTo>
                <a:cubicBezTo>
                  <a:pt x="241826" y="67310"/>
                  <a:pt x="255796" y="87630"/>
                  <a:pt x="263416" y="102870"/>
                </a:cubicBezTo>
                <a:cubicBezTo>
                  <a:pt x="259606" y="120650"/>
                  <a:pt x="249446" y="144780"/>
                  <a:pt x="230396" y="165100"/>
                </a:cubicBezTo>
                <a:cubicBezTo>
                  <a:pt x="211346" y="185420"/>
                  <a:pt x="182136" y="201930"/>
                  <a:pt x="142766" y="201930"/>
                </a:cubicBezTo>
                <a:cubicBezTo>
                  <a:pt x="102126" y="201930"/>
                  <a:pt x="74186" y="185420"/>
                  <a:pt x="55136" y="165100"/>
                </a:cubicBezTo>
                <a:close/>
                <a:moveTo>
                  <a:pt x="142766" y="0"/>
                </a:moveTo>
                <a:cubicBezTo>
                  <a:pt x="104666" y="0"/>
                  <a:pt x="74186" y="16510"/>
                  <a:pt x="50056" y="35560"/>
                </a:cubicBezTo>
                <a:cubicBezTo>
                  <a:pt x="27196" y="54610"/>
                  <a:pt x="10686" y="78740"/>
                  <a:pt x="1796" y="95250"/>
                </a:cubicBezTo>
                <a:cubicBezTo>
                  <a:pt x="526" y="97790"/>
                  <a:pt x="-744" y="101600"/>
                  <a:pt x="526" y="105410"/>
                </a:cubicBezTo>
                <a:cubicBezTo>
                  <a:pt x="4336" y="125730"/>
                  <a:pt x="17036" y="154940"/>
                  <a:pt x="39896" y="179070"/>
                </a:cubicBezTo>
                <a:cubicBezTo>
                  <a:pt x="62756" y="203200"/>
                  <a:pt x="95776" y="223520"/>
                  <a:pt x="142766" y="223520"/>
                </a:cubicBezTo>
                <a:cubicBezTo>
                  <a:pt x="189756" y="223520"/>
                  <a:pt x="222776" y="204470"/>
                  <a:pt x="245636" y="179070"/>
                </a:cubicBezTo>
                <a:cubicBezTo>
                  <a:pt x="268496" y="154940"/>
                  <a:pt x="279926" y="125730"/>
                  <a:pt x="285006" y="105410"/>
                </a:cubicBezTo>
                <a:cubicBezTo>
                  <a:pt x="286276" y="101600"/>
                  <a:pt x="285006" y="99060"/>
                  <a:pt x="283736" y="95250"/>
                </a:cubicBezTo>
                <a:cubicBezTo>
                  <a:pt x="274846" y="78740"/>
                  <a:pt x="259606" y="55880"/>
                  <a:pt x="235476" y="35560"/>
                </a:cubicBezTo>
                <a:cubicBezTo>
                  <a:pt x="211346" y="15240"/>
                  <a:pt x="180866" y="0"/>
                  <a:pt x="142766" y="0"/>
                </a:cubicBezTo>
                <a:close/>
                <a:moveTo>
                  <a:pt x="50056" y="92710"/>
                </a:moveTo>
                <a:cubicBezTo>
                  <a:pt x="55136" y="88900"/>
                  <a:pt x="61486" y="90170"/>
                  <a:pt x="64026" y="95250"/>
                </a:cubicBezTo>
                <a:cubicBezTo>
                  <a:pt x="65296" y="97790"/>
                  <a:pt x="67836" y="99060"/>
                  <a:pt x="69106" y="101600"/>
                </a:cubicBezTo>
                <a:cubicBezTo>
                  <a:pt x="71646" y="104140"/>
                  <a:pt x="74186" y="105410"/>
                  <a:pt x="76726" y="107950"/>
                </a:cubicBezTo>
                <a:cubicBezTo>
                  <a:pt x="79266" y="109220"/>
                  <a:pt x="83076" y="111760"/>
                  <a:pt x="85616" y="113030"/>
                </a:cubicBezTo>
                <a:cubicBezTo>
                  <a:pt x="89426" y="114300"/>
                  <a:pt x="93236" y="115570"/>
                  <a:pt x="97046" y="116840"/>
                </a:cubicBezTo>
                <a:cubicBezTo>
                  <a:pt x="100856" y="118110"/>
                  <a:pt x="105936" y="119380"/>
                  <a:pt x="111016" y="119380"/>
                </a:cubicBezTo>
                <a:cubicBezTo>
                  <a:pt x="116096" y="120650"/>
                  <a:pt x="121176" y="120650"/>
                  <a:pt x="126256" y="121920"/>
                </a:cubicBezTo>
                <a:cubicBezTo>
                  <a:pt x="131336" y="121920"/>
                  <a:pt x="136416" y="123190"/>
                  <a:pt x="141496" y="123190"/>
                </a:cubicBezTo>
                <a:lnTo>
                  <a:pt x="141496" y="123190"/>
                </a:lnTo>
                <a:lnTo>
                  <a:pt x="141496" y="123190"/>
                </a:lnTo>
                <a:cubicBezTo>
                  <a:pt x="154196" y="123190"/>
                  <a:pt x="170706" y="121920"/>
                  <a:pt x="185946" y="118110"/>
                </a:cubicBezTo>
                <a:cubicBezTo>
                  <a:pt x="201186" y="114300"/>
                  <a:pt x="213886" y="106680"/>
                  <a:pt x="220236" y="97790"/>
                </a:cubicBezTo>
                <a:cubicBezTo>
                  <a:pt x="224046" y="92710"/>
                  <a:pt x="230396" y="92710"/>
                  <a:pt x="234206" y="95250"/>
                </a:cubicBezTo>
                <a:cubicBezTo>
                  <a:pt x="239286" y="99060"/>
                  <a:pt x="239286" y="105410"/>
                  <a:pt x="236746" y="109220"/>
                </a:cubicBezTo>
                <a:cubicBezTo>
                  <a:pt x="229126" y="120650"/>
                  <a:pt x="216426" y="128270"/>
                  <a:pt x="203726" y="133350"/>
                </a:cubicBezTo>
                <a:lnTo>
                  <a:pt x="210076" y="142240"/>
                </a:lnTo>
                <a:cubicBezTo>
                  <a:pt x="213886" y="147320"/>
                  <a:pt x="212616" y="153670"/>
                  <a:pt x="207536" y="156210"/>
                </a:cubicBezTo>
                <a:cubicBezTo>
                  <a:pt x="202456" y="160020"/>
                  <a:pt x="196106" y="158750"/>
                  <a:pt x="193566" y="153670"/>
                </a:cubicBezTo>
                <a:lnTo>
                  <a:pt x="182136" y="138430"/>
                </a:lnTo>
                <a:cubicBezTo>
                  <a:pt x="182136" y="138430"/>
                  <a:pt x="182136" y="138430"/>
                  <a:pt x="182136" y="138430"/>
                </a:cubicBezTo>
                <a:cubicBezTo>
                  <a:pt x="171976" y="140970"/>
                  <a:pt x="160546" y="142240"/>
                  <a:pt x="150386" y="142240"/>
                </a:cubicBezTo>
                <a:lnTo>
                  <a:pt x="150386" y="157480"/>
                </a:lnTo>
                <a:cubicBezTo>
                  <a:pt x="150386" y="162560"/>
                  <a:pt x="145306" y="167640"/>
                  <a:pt x="140226" y="167640"/>
                </a:cubicBezTo>
                <a:cubicBezTo>
                  <a:pt x="135146" y="167640"/>
                  <a:pt x="130066" y="162560"/>
                  <a:pt x="130066" y="157480"/>
                </a:cubicBezTo>
                <a:lnTo>
                  <a:pt x="130066" y="140970"/>
                </a:lnTo>
                <a:cubicBezTo>
                  <a:pt x="119906" y="140970"/>
                  <a:pt x="109746" y="139700"/>
                  <a:pt x="98316" y="137160"/>
                </a:cubicBezTo>
                <a:cubicBezTo>
                  <a:pt x="98316" y="137160"/>
                  <a:pt x="98316" y="137160"/>
                  <a:pt x="98316" y="137160"/>
                </a:cubicBezTo>
                <a:cubicBezTo>
                  <a:pt x="98316" y="137160"/>
                  <a:pt x="98316" y="137160"/>
                  <a:pt x="98316" y="137160"/>
                </a:cubicBezTo>
                <a:lnTo>
                  <a:pt x="86886" y="152400"/>
                </a:lnTo>
                <a:cubicBezTo>
                  <a:pt x="83076" y="157480"/>
                  <a:pt x="76726" y="157480"/>
                  <a:pt x="72916" y="154940"/>
                </a:cubicBezTo>
                <a:cubicBezTo>
                  <a:pt x="67836" y="151130"/>
                  <a:pt x="67836" y="144780"/>
                  <a:pt x="70376" y="140970"/>
                </a:cubicBezTo>
                <a:lnTo>
                  <a:pt x="77996" y="130810"/>
                </a:lnTo>
                <a:cubicBezTo>
                  <a:pt x="65296" y="125730"/>
                  <a:pt x="53866" y="118110"/>
                  <a:pt x="44976" y="106680"/>
                </a:cubicBezTo>
                <a:cubicBezTo>
                  <a:pt x="44976" y="102870"/>
                  <a:pt x="46246" y="96520"/>
                  <a:pt x="50056" y="9271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4" name="Полилиния: фигура 543">
            <a:extLst>
              <a:ext uri="{FF2B5EF4-FFF2-40B4-BE49-F238E27FC236}">
                <a16:creationId xmlns:a16="http://schemas.microsoft.com/office/drawing/2014/main" id="{F0F4B02E-643E-26E9-3E96-9BA95EDEE549}"/>
              </a:ext>
            </a:extLst>
          </p:cNvPr>
          <p:cNvSpPr/>
          <p:nvPr/>
        </p:nvSpPr>
        <p:spPr>
          <a:xfrm>
            <a:off x="8907413" y="4449217"/>
            <a:ext cx="203200" cy="284479"/>
          </a:xfrm>
          <a:custGeom>
            <a:avLst/>
            <a:gdLst>
              <a:gd name="connsiteX0" fmla="*/ 121920 w 203200"/>
              <a:gd name="connsiteY0" fmla="*/ 0 h 284479"/>
              <a:gd name="connsiteX1" fmla="*/ 111760 w 203200"/>
              <a:gd name="connsiteY1" fmla="*/ 10160 h 284479"/>
              <a:gd name="connsiteX2" fmla="*/ 121920 w 203200"/>
              <a:gd name="connsiteY2" fmla="*/ 20320 h 284479"/>
              <a:gd name="connsiteX3" fmla="*/ 132080 w 203200"/>
              <a:gd name="connsiteY3" fmla="*/ 20320 h 284479"/>
              <a:gd name="connsiteX4" fmla="*/ 142240 w 203200"/>
              <a:gd name="connsiteY4" fmla="*/ 10160 h 284479"/>
              <a:gd name="connsiteX5" fmla="*/ 132080 w 203200"/>
              <a:gd name="connsiteY5" fmla="*/ 0 h 284479"/>
              <a:gd name="connsiteX6" fmla="*/ 121920 w 203200"/>
              <a:gd name="connsiteY6" fmla="*/ 0 h 284479"/>
              <a:gd name="connsiteX7" fmla="*/ 95250 w 203200"/>
              <a:gd name="connsiteY7" fmla="*/ 44450 h 284479"/>
              <a:gd name="connsiteX8" fmla="*/ 100330 w 203200"/>
              <a:gd name="connsiteY8" fmla="*/ 31750 h 284479"/>
              <a:gd name="connsiteX9" fmla="*/ 87630 w 203200"/>
              <a:gd name="connsiteY9" fmla="*/ 26670 h 284479"/>
              <a:gd name="connsiteX10" fmla="*/ 62230 w 203200"/>
              <a:gd name="connsiteY10" fmla="*/ 36830 h 284479"/>
              <a:gd name="connsiteX11" fmla="*/ 58420 w 203200"/>
              <a:gd name="connsiteY11" fmla="*/ 38100 h 284479"/>
              <a:gd name="connsiteX12" fmla="*/ 29210 w 203200"/>
              <a:gd name="connsiteY12" fmla="*/ 96520 h 284479"/>
              <a:gd name="connsiteX13" fmla="*/ 38100 w 203200"/>
              <a:gd name="connsiteY13" fmla="*/ 132080 h 284479"/>
              <a:gd name="connsiteX14" fmla="*/ 30480 w 203200"/>
              <a:gd name="connsiteY14" fmla="*/ 132080 h 284479"/>
              <a:gd name="connsiteX15" fmla="*/ 0 w 203200"/>
              <a:gd name="connsiteY15" fmla="*/ 162560 h 284479"/>
              <a:gd name="connsiteX16" fmla="*/ 0 w 203200"/>
              <a:gd name="connsiteY16" fmla="*/ 254000 h 284479"/>
              <a:gd name="connsiteX17" fmla="*/ 30480 w 203200"/>
              <a:gd name="connsiteY17" fmla="*/ 284480 h 284479"/>
              <a:gd name="connsiteX18" fmla="*/ 172720 w 203200"/>
              <a:gd name="connsiteY18" fmla="*/ 284480 h 284479"/>
              <a:gd name="connsiteX19" fmla="*/ 203200 w 203200"/>
              <a:gd name="connsiteY19" fmla="*/ 254000 h 284479"/>
              <a:gd name="connsiteX20" fmla="*/ 203200 w 203200"/>
              <a:gd name="connsiteY20" fmla="*/ 162560 h 284479"/>
              <a:gd name="connsiteX21" fmla="*/ 172720 w 203200"/>
              <a:gd name="connsiteY21" fmla="*/ 132080 h 284479"/>
              <a:gd name="connsiteX22" fmla="*/ 165100 w 203200"/>
              <a:gd name="connsiteY22" fmla="*/ 132080 h 284479"/>
              <a:gd name="connsiteX23" fmla="*/ 173990 w 203200"/>
              <a:gd name="connsiteY23" fmla="*/ 95250 h 284479"/>
              <a:gd name="connsiteX24" fmla="*/ 147320 w 203200"/>
              <a:gd name="connsiteY24" fmla="*/ 38100 h 284479"/>
              <a:gd name="connsiteX25" fmla="*/ 146050 w 203200"/>
              <a:gd name="connsiteY25" fmla="*/ 36830 h 284479"/>
              <a:gd name="connsiteX26" fmla="*/ 132080 w 203200"/>
              <a:gd name="connsiteY26" fmla="*/ 41910 h 284479"/>
              <a:gd name="connsiteX27" fmla="*/ 137160 w 203200"/>
              <a:gd name="connsiteY27" fmla="*/ 55880 h 284479"/>
              <a:gd name="connsiteX28" fmla="*/ 138430 w 203200"/>
              <a:gd name="connsiteY28" fmla="*/ 57150 h 284479"/>
              <a:gd name="connsiteX29" fmla="*/ 154940 w 203200"/>
              <a:gd name="connsiteY29" fmla="*/ 91440 h 284479"/>
              <a:gd name="connsiteX30" fmla="*/ 144780 w 203200"/>
              <a:gd name="connsiteY30" fmla="*/ 133350 h 284479"/>
              <a:gd name="connsiteX31" fmla="*/ 106680 w 203200"/>
              <a:gd name="connsiteY31" fmla="*/ 133350 h 284479"/>
              <a:gd name="connsiteX32" fmla="*/ 106680 w 203200"/>
              <a:gd name="connsiteY32" fmla="*/ 133350 h 284479"/>
              <a:gd name="connsiteX33" fmla="*/ 58420 w 203200"/>
              <a:gd name="connsiteY33" fmla="*/ 133350 h 284479"/>
              <a:gd name="connsiteX34" fmla="*/ 48260 w 203200"/>
              <a:gd name="connsiteY34" fmla="*/ 93980 h 284479"/>
              <a:gd name="connsiteX35" fmla="*/ 66040 w 203200"/>
              <a:gd name="connsiteY35" fmla="*/ 58420 h 284479"/>
              <a:gd name="connsiteX36" fmla="*/ 69850 w 203200"/>
              <a:gd name="connsiteY36" fmla="*/ 57150 h 284479"/>
              <a:gd name="connsiteX37" fmla="*/ 95250 w 203200"/>
              <a:gd name="connsiteY37" fmla="*/ 44450 h 284479"/>
              <a:gd name="connsiteX38" fmla="*/ 152400 w 203200"/>
              <a:gd name="connsiteY38" fmla="*/ 152400 h 284479"/>
              <a:gd name="connsiteX39" fmla="*/ 152400 w 203200"/>
              <a:gd name="connsiteY39" fmla="*/ 152400 h 284479"/>
              <a:gd name="connsiteX40" fmla="*/ 114300 w 203200"/>
              <a:gd name="connsiteY40" fmla="*/ 152400 h 284479"/>
              <a:gd name="connsiteX41" fmla="*/ 104140 w 203200"/>
              <a:gd name="connsiteY41" fmla="*/ 187960 h 284479"/>
              <a:gd name="connsiteX42" fmla="*/ 115570 w 203200"/>
              <a:gd name="connsiteY42" fmla="*/ 194310 h 284479"/>
              <a:gd name="connsiteX43" fmla="*/ 120650 w 203200"/>
              <a:gd name="connsiteY43" fmla="*/ 208280 h 284479"/>
              <a:gd name="connsiteX44" fmla="*/ 110490 w 203200"/>
              <a:gd name="connsiteY44" fmla="*/ 237490 h 284479"/>
              <a:gd name="connsiteX45" fmla="*/ 97790 w 203200"/>
              <a:gd name="connsiteY45" fmla="*/ 243840 h 284479"/>
              <a:gd name="connsiteX46" fmla="*/ 91440 w 203200"/>
              <a:gd name="connsiteY46" fmla="*/ 231140 h 284479"/>
              <a:gd name="connsiteX47" fmla="*/ 99060 w 203200"/>
              <a:gd name="connsiteY47" fmla="*/ 209550 h 284479"/>
              <a:gd name="connsiteX48" fmla="*/ 87630 w 203200"/>
              <a:gd name="connsiteY48" fmla="*/ 203200 h 284479"/>
              <a:gd name="connsiteX49" fmla="*/ 82550 w 203200"/>
              <a:gd name="connsiteY49" fmla="*/ 190500 h 284479"/>
              <a:gd name="connsiteX50" fmla="*/ 93980 w 203200"/>
              <a:gd name="connsiteY50" fmla="*/ 153670 h 284479"/>
              <a:gd name="connsiteX51" fmla="*/ 50800 w 203200"/>
              <a:gd name="connsiteY51" fmla="*/ 153670 h 284479"/>
              <a:gd name="connsiteX52" fmla="*/ 50800 w 203200"/>
              <a:gd name="connsiteY52" fmla="*/ 153670 h 284479"/>
              <a:gd name="connsiteX53" fmla="*/ 30480 w 203200"/>
              <a:gd name="connsiteY53" fmla="*/ 153670 h 284479"/>
              <a:gd name="connsiteX54" fmla="*/ 20320 w 203200"/>
              <a:gd name="connsiteY54" fmla="*/ 163830 h 284479"/>
              <a:gd name="connsiteX55" fmla="*/ 20320 w 203200"/>
              <a:gd name="connsiteY55" fmla="*/ 255270 h 284479"/>
              <a:gd name="connsiteX56" fmla="*/ 30480 w 203200"/>
              <a:gd name="connsiteY56" fmla="*/ 265430 h 284479"/>
              <a:gd name="connsiteX57" fmla="*/ 172720 w 203200"/>
              <a:gd name="connsiteY57" fmla="*/ 265430 h 284479"/>
              <a:gd name="connsiteX58" fmla="*/ 182880 w 203200"/>
              <a:gd name="connsiteY58" fmla="*/ 255270 h 284479"/>
              <a:gd name="connsiteX59" fmla="*/ 182880 w 203200"/>
              <a:gd name="connsiteY59" fmla="*/ 163830 h 284479"/>
              <a:gd name="connsiteX60" fmla="*/ 172720 w 203200"/>
              <a:gd name="connsiteY60" fmla="*/ 153670 h 284479"/>
              <a:gd name="connsiteX61" fmla="*/ 152400 w 203200"/>
              <a:gd name="connsiteY61" fmla="*/ 15367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203200" h="284479">
                <a:moveTo>
                  <a:pt x="121920" y="0"/>
                </a:moveTo>
                <a:cubicBezTo>
                  <a:pt x="116840" y="0"/>
                  <a:pt x="111760" y="5080"/>
                  <a:pt x="111760" y="10160"/>
                </a:cubicBezTo>
                <a:cubicBezTo>
                  <a:pt x="111760" y="15240"/>
                  <a:pt x="116840" y="20320"/>
                  <a:pt x="121920" y="20320"/>
                </a:cubicBezTo>
                <a:lnTo>
                  <a:pt x="132080" y="20320"/>
                </a:lnTo>
                <a:cubicBezTo>
                  <a:pt x="137160" y="20320"/>
                  <a:pt x="142240" y="15240"/>
                  <a:pt x="142240" y="10160"/>
                </a:cubicBezTo>
                <a:cubicBezTo>
                  <a:pt x="142240" y="5080"/>
                  <a:pt x="137160" y="0"/>
                  <a:pt x="132080" y="0"/>
                </a:cubicBezTo>
                <a:lnTo>
                  <a:pt x="121920" y="0"/>
                </a:lnTo>
                <a:close/>
                <a:moveTo>
                  <a:pt x="95250" y="44450"/>
                </a:moveTo>
                <a:cubicBezTo>
                  <a:pt x="100330" y="41910"/>
                  <a:pt x="102870" y="36830"/>
                  <a:pt x="100330" y="31750"/>
                </a:cubicBezTo>
                <a:cubicBezTo>
                  <a:pt x="97790" y="26670"/>
                  <a:pt x="92710" y="24130"/>
                  <a:pt x="87630" y="26670"/>
                </a:cubicBezTo>
                <a:lnTo>
                  <a:pt x="62230" y="36830"/>
                </a:lnTo>
                <a:lnTo>
                  <a:pt x="58420" y="38100"/>
                </a:lnTo>
                <a:cubicBezTo>
                  <a:pt x="35560" y="48260"/>
                  <a:pt x="22860" y="72390"/>
                  <a:pt x="29210" y="96520"/>
                </a:cubicBezTo>
                <a:lnTo>
                  <a:pt x="38100" y="132080"/>
                </a:lnTo>
                <a:lnTo>
                  <a:pt x="30480" y="132080"/>
                </a:lnTo>
                <a:cubicBezTo>
                  <a:pt x="13970" y="132080"/>
                  <a:pt x="0" y="146050"/>
                  <a:pt x="0" y="162560"/>
                </a:cubicBezTo>
                <a:lnTo>
                  <a:pt x="0" y="254000"/>
                </a:lnTo>
                <a:cubicBezTo>
                  <a:pt x="0" y="270510"/>
                  <a:pt x="13970" y="284480"/>
                  <a:pt x="30480" y="284480"/>
                </a:cubicBezTo>
                <a:lnTo>
                  <a:pt x="172720" y="284480"/>
                </a:lnTo>
                <a:cubicBezTo>
                  <a:pt x="189230" y="284480"/>
                  <a:pt x="203200" y="270510"/>
                  <a:pt x="203200" y="254000"/>
                </a:cubicBezTo>
                <a:lnTo>
                  <a:pt x="203200" y="162560"/>
                </a:lnTo>
                <a:cubicBezTo>
                  <a:pt x="203200" y="146050"/>
                  <a:pt x="189230" y="132080"/>
                  <a:pt x="172720" y="132080"/>
                </a:cubicBezTo>
                <a:lnTo>
                  <a:pt x="165100" y="132080"/>
                </a:lnTo>
                <a:lnTo>
                  <a:pt x="173990" y="95250"/>
                </a:lnTo>
                <a:cubicBezTo>
                  <a:pt x="180340" y="72390"/>
                  <a:pt x="168910" y="48260"/>
                  <a:pt x="147320" y="38100"/>
                </a:cubicBezTo>
                <a:lnTo>
                  <a:pt x="146050" y="36830"/>
                </a:lnTo>
                <a:cubicBezTo>
                  <a:pt x="140970" y="34290"/>
                  <a:pt x="134620" y="36830"/>
                  <a:pt x="132080" y="41910"/>
                </a:cubicBezTo>
                <a:cubicBezTo>
                  <a:pt x="129540" y="46990"/>
                  <a:pt x="132080" y="53340"/>
                  <a:pt x="137160" y="55880"/>
                </a:cubicBezTo>
                <a:lnTo>
                  <a:pt x="138430" y="57150"/>
                </a:lnTo>
                <a:cubicBezTo>
                  <a:pt x="151130" y="63500"/>
                  <a:pt x="157480" y="77470"/>
                  <a:pt x="154940" y="91440"/>
                </a:cubicBezTo>
                <a:lnTo>
                  <a:pt x="144780" y="133350"/>
                </a:lnTo>
                <a:lnTo>
                  <a:pt x="106680" y="133350"/>
                </a:lnTo>
                <a:cubicBezTo>
                  <a:pt x="106680" y="133350"/>
                  <a:pt x="106680" y="133350"/>
                  <a:pt x="106680" y="133350"/>
                </a:cubicBezTo>
                <a:lnTo>
                  <a:pt x="58420" y="133350"/>
                </a:lnTo>
                <a:lnTo>
                  <a:pt x="48260" y="93980"/>
                </a:lnTo>
                <a:cubicBezTo>
                  <a:pt x="44450" y="80010"/>
                  <a:pt x="52070" y="64770"/>
                  <a:pt x="66040" y="58420"/>
                </a:cubicBezTo>
                <a:lnTo>
                  <a:pt x="69850" y="57150"/>
                </a:lnTo>
                <a:lnTo>
                  <a:pt x="95250" y="44450"/>
                </a:lnTo>
                <a:close/>
                <a:moveTo>
                  <a:pt x="152400" y="152400"/>
                </a:moveTo>
                <a:cubicBezTo>
                  <a:pt x="152400" y="152400"/>
                  <a:pt x="152400" y="152400"/>
                  <a:pt x="152400" y="152400"/>
                </a:cubicBezTo>
                <a:lnTo>
                  <a:pt x="114300" y="152400"/>
                </a:lnTo>
                <a:lnTo>
                  <a:pt x="104140" y="187960"/>
                </a:lnTo>
                <a:lnTo>
                  <a:pt x="115570" y="194310"/>
                </a:lnTo>
                <a:cubicBezTo>
                  <a:pt x="120650" y="196850"/>
                  <a:pt x="123190" y="201930"/>
                  <a:pt x="120650" y="208280"/>
                </a:cubicBezTo>
                <a:lnTo>
                  <a:pt x="110490" y="237490"/>
                </a:lnTo>
                <a:cubicBezTo>
                  <a:pt x="109220" y="242570"/>
                  <a:pt x="102870" y="245110"/>
                  <a:pt x="97790" y="243840"/>
                </a:cubicBezTo>
                <a:cubicBezTo>
                  <a:pt x="92710" y="242570"/>
                  <a:pt x="90170" y="236220"/>
                  <a:pt x="91440" y="231140"/>
                </a:cubicBezTo>
                <a:lnTo>
                  <a:pt x="99060" y="209550"/>
                </a:lnTo>
                <a:lnTo>
                  <a:pt x="87630" y="203200"/>
                </a:lnTo>
                <a:cubicBezTo>
                  <a:pt x="82550" y="200660"/>
                  <a:pt x="80010" y="195580"/>
                  <a:pt x="82550" y="190500"/>
                </a:cubicBezTo>
                <a:lnTo>
                  <a:pt x="93980" y="153670"/>
                </a:lnTo>
                <a:lnTo>
                  <a:pt x="50800" y="153670"/>
                </a:lnTo>
                <a:cubicBezTo>
                  <a:pt x="50800" y="153670"/>
                  <a:pt x="50800" y="153670"/>
                  <a:pt x="50800" y="153670"/>
                </a:cubicBezTo>
                <a:lnTo>
                  <a:pt x="30480" y="153670"/>
                </a:lnTo>
                <a:cubicBezTo>
                  <a:pt x="25400" y="153670"/>
                  <a:pt x="20320" y="158750"/>
                  <a:pt x="20320" y="163830"/>
                </a:cubicBezTo>
                <a:lnTo>
                  <a:pt x="20320" y="255270"/>
                </a:lnTo>
                <a:cubicBezTo>
                  <a:pt x="20320" y="260350"/>
                  <a:pt x="25400" y="265430"/>
                  <a:pt x="30480" y="265430"/>
                </a:cubicBezTo>
                <a:lnTo>
                  <a:pt x="172720" y="265430"/>
                </a:lnTo>
                <a:cubicBezTo>
                  <a:pt x="177800" y="265430"/>
                  <a:pt x="182880" y="260350"/>
                  <a:pt x="182880" y="255270"/>
                </a:cubicBezTo>
                <a:lnTo>
                  <a:pt x="182880" y="163830"/>
                </a:lnTo>
                <a:cubicBezTo>
                  <a:pt x="182880" y="158750"/>
                  <a:pt x="177800" y="153670"/>
                  <a:pt x="172720" y="153670"/>
                </a:cubicBezTo>
                <a:lnTo>
                  <a:pt x="152400" y="1536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9" name="Полилиния: фигура 551">
            <a:extLst>
              <a:ext uri="{FF2B5EF4-FFF2-40B4-BE49-F238E27FC236}">
                <a16:creationId xmlns:a16="http://schemas.microsoft.com/office/drawing/2014/main" id="{B7113B9B-CA60-91E1-928C-5CF9ED95FA5C}"/>
              </a:ext>
            </a:extLst>
          </p:cNvPr>
          <p:cNvSpPr/>
          <p:nvPr/>
        </p:nvSpPr>
        <p:spPr>
          <a:xfrm>
            <a:off x="11167731" y="4469537"/>
            <a:ext cx="201929" cy="242252"/>
          </a:xfrm>
          <a:custGeom>
            <a:avLst/>
            <a:gdLst>
              <a:gd name="connsiteX0" fmla="*/ 200660 w 201929"/>
              <a:gd name="connsiteY0" fmla="*/ 152400 h 242252"/>
              <a:gd name="connsiteX1" fmla="*/ 200660 w 201929"/>
              <a:gd name="connsiteY1" fmla="*/ 149860 h 242252"/>
              <a:gd name="connsiteX2" fmla="*/ 201930 w 201929"/>
              <a:gd name="connsiteY2" fmla="*/ 133350 h 242252"/>
              <a:gd name="connsiteX3" fmla="*/ 201930 w 201929"/>
              <a:gd name="connsiteY3" fmla="*/ 10160 h 242252"/>
              <a:gd name="connsiteX4" fmla="*/ 191770 w 201929"/>
              <a:gd name="connsiteY4" fmla="*/ 0 h 242252"/>
              <a:gd name="connsiteX5" fmla="*/ 10160 w 201929"/>
              <a:gd name="connsiteY5" fmla="*/ 0 h 242252"/>
              <a:gd name="connsiteX6" fmla="*/ 0 w 201929"/>
              <a:gd name="connsiteY6" fmla="*/ 10160 h 242252"/>
              <a:gd name="connsiteX7" fmla="*/ 0 w 201929"/>
              <a:gd name="connsiteY7" fmla="*/ 133350 h 242252"/>
              <a:gd name="connsiteX8" fmla="*/ 1270 w 201929"/>
              <a:gd name="connsiteY8" fmla="*/ 149860 h 242252"/>
              <a:gd name="connsiteX9" fmla="*/ 1270 w 201929"/>
              <a:gd name="connsiteY9" fmla="*/ 152400 h 242252"/>
              <a:gd name="connsiteX10" fmla="*/ 44450 w 201929"/>
              <a:gd name="connsiteY10" fmla="*/ 213360 h 242252"/>
              <a:gd name="connsiteX11" fmla="*/ 95250 w 201929"/>
              <a:gd name="connsiteY11" fmla="*/ 241300 h 242252"/>
              <a:gd name="connsiteX12" fmla="*/ 105410 w 201929"/>
              <a:gd name="connsiteY12" fmla="*/ 241300 h 242252"/>
              <a:gd name="connsiteX13" fmla="*/ 156210 w 201929"/>
              <a:gd name="connsiteY13" fmla="*/ 213360 h 242252"/>
              <a:gd name="connsiteX14" fmla="*/ 200660 w 201929"/>
              <a:gd name="connsiteY14" fmla="*/ 152400 h 242252"/>
              <a:gd name="connsiteX15" fmla="*/ 19050 w 201929"/>
              <a:gd name="connsiteY15" fmla="*/ 20320 h 242252"/>
              <a:gd name="connsiteX16" fmla="*/ 19050 w 201929"/>
              <a:gd name="connsiteY16" fmla="*/ 134620 h 242252"/>
              <a:gd name="connsiteX17" fmla="*/ 20320 w 201929"/>
              <a:gd name="connsiteY17" fmla="*/ 146050 h 242252"/>
              <a:gd name="connsiteX18" fmla="*/ 20320 w 201929"/>
              <a:gd name="connsiteY18" fmla="*/ 148590 h 242252"/>
              <a:gd name="connsiteX19" fmla="*/ 27940 w 201929"/>
              <a:gd name="connsiteY19" fmla="*/ 168910 h 242252"/>
              <a:gd name="connsiteX20" fmla="*/ 167640 w 201929"/>
              <a:gd name="connsiteY20" fmla="*/ 20320 h 242252"/>
              <a:gd name="connsiteX21" fmla="*/ 19050 w 201929"/>
              <a:gd name="connsiteY21" fmla="*/ 20320 h 242252"/>
              <a:gd name="connsiteX22" fmla="*/ 54610 w 201929"/>
              <a:gd name="connsiteY22" fmla="*/ 195580 h 242252"/>
              <a:gd name="connsiteX23" fmla="*/ 40640 w 201929"/>
              <a:gd name="connsiteY23" fmla="*/ 185420 h 242252"/>
              <a:gd name="connsiteX24" fmla="*/ 181610 w 201929"/>
              <a:gd name="connsiteY24" fmla="*/ 35560 h 242252"/>
              <a:gd name="connsiteX25" fmla="*/ 181610 w 201929"/>
              <a:gd name="connsiteY25" fmla="*/ 134620 h 242252"/>
              <a:gd name="connsiteX26" fmla="*/ 180340 w 201929"/>
              <a:gd name="connsiteY26" fmla="*/ 146050 h 242252"/>
              <a:gd name="connsiteX27" fmla="*/ 180340 w 201929"/>
              <a:gd name="connsiteY27" fmla="*/ 148590 h 242252"/>
              <a:gd name="connsiteX28" fmla="*/ 147320 w 201929"/>
              <a:gd name="connsiteY28" fmla="*/ 195580 h 242252"/>
              <a:gd name="connsiteX29" fmla="*/ 101600 w 201929"/>
              <a:gd name="connsiteY29" fmla="*/ 220980 h 242252"/>
              <a:gd name="connsiteX30" fmla="*/ 54610 w 201929"/>
              <a:gd name="connsiteY30" fmla="*/ 195580 h 242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01929" h="242252">
                <a:moveTo>
                  <a:pt x="200660" y="152400"/>
                </a:moveTo>
                <a:lnTo>
                  <a:pt x="200660" y="149860"/>
                </a:lnTo>
                <a:cubicBezTo>
                  <a:pt x="201930" y="144780"/>
                  <a:pt x="201930" y="139700"/>
                  <a:pt x="201930" y="133350"/>
                </a:cubicBezTo>
                <a:lnTo>
                  <a:pt x="201930" y="10160"/>
                </a:lnTo>
                <a:cubicBezTo>
                  <a:pt x="201930" y="5080"/>
                  <a:pt x="196850" y="0"/>
                  <a:pt x="19177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133350"/>
                </a:lnTo>
                <a:cubicBezTo>
                  <a:pt x="0" y="138430"/>
                  <a:pt x="0" y="143510"/>
                  <a:pt x="1270" y="149860"/>
                </a:cubicBezTo>
                <a:lnTo>
                  <a:pt x="1270" y="152400"/>
                </a:lnTo>
                <a:cubicBezTo>
                  <a:pt x="6350" y="177800"/>
                  <a:pt x="22860" y="199390"/>
                  <a:pt x="44450" y="213360"/>
                </a:cubicBezTo>
                <a:lnTo>
                  <a:pt x="95250" y="241300"/>
                </a:lnTo>
                <a:cubicBezTo>
                  <a:pt x="97790" y="242570"/>
                  <a:pt x="101600" y="242570"/>
                  <a:pt x="105410" y="241300"/>
                </a:cubicBezTo>
                <a:lnTo>
                  <a:pt x="156210" y="213360"/>
                </a:lnTo>
                <a:cubicBezTo>
                  <a:pt x="179070" y="200660"/>
                  <a:pt x="195580" y="179070"/>
                  <a:pt x="200660" y="152400"/>
                </a:cubicBezTo>
                <a:close/>
                <a:moveTo>
                  <a:pt x="19050" y="20320"/>
                </a:moveTo>
                <a:lnTo>
                  <a:pt x="19050" y="134620"/>
                </a:lnTo>
                <a:cubicBezTo>
                  <a:pt x="19050" y="138430"/>
                  <a:pt x="19050" y="142240"/>
                  <a:pt x="20320" y="146050"/>
                </a:cubicBezTo>
                <a:lnTo>
                  <a:pt x="20320" y="148590"/>
                </a:lnTo>
                <a:cubicBezTo>
                  <a:pt x="21590" y="156210"/>
                  <a:pt x="24130" y="162560"/>
                  <a:pt x="27940" y="168910"/>
                </a:cubicBezTo>
                <a:lnTo>
                  <a:pt x="167640" y="20320"/>
                </a:lnTo>
                <a:lnTo>
                  <a:pt x="19050" y="20320"/>
                </a:lnTo>
                <a:close/>
                <a:moveTo>
                  <a:pt x="54610" y="195580"/>
                </a:moveTo>
                <a:cubicBezTo>
                  <a:pt x="49530" y="193040"/>
                  <a:pt x="45720" y="189230"/>
                  <a:pt x="40640" y="185420"/>
                </a:cubicBezTo>
                <a:lnTo>
                  <a:pt x="181610" y="35560"/>
                </a:lnTo>
                <a:lnTo>
                  <a:pt x="181610" y="134620"/>
                </a:lnTo>
                <a:cubicBezTo>
                  <a:pt x="181610" y="138430"/>
                  <a:pt x="181610" y="142240"/>
                  <a:pt x="180340" y="146050"/>
                </a:cubicBezTo>
                <a:lnTo>
                  <a:pt x="180340" y="148590"/>
                </a:lnTo>
                <a:cubicBezTo>
                  <a:pt x="176530" y="167640"/>
                  <a:pt x="163830" y="185420"/>
                  <a:pt x="147320" y="195580"/>
                </a:cubicBezTo>
                <a:lnTo>
                  <a:pt x="101600" y="220980"/>
                </a:lnTo>
                <a:lnTo>
                  <a:pt x="54610" y="1955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7" name="Полилиния: фигура 10">
            <a:extLst>
              <a:ext uri="{FF2B5EF4-FFF2-40B4-BE49-F238E27FC236}">
                <a16:creationId xmlns:a16="http://schemas.microsoft.com/office/drawing/2014/main" id="{BD697F1D-6048-131F-713B-CA6F9CADAAD9}"/>
              </a:ext>
            </a:extLst>
          </p:cNvPr>
          <p:cNvSpPr/>
          <p:nvPr/>
        </p:nvSpPr>
        <p:spPr>
          <a:xfrm>
            <a:off x="5601843" y="5377148"/>
            <a:ext cx="182880" cy="243840"/>
          </a:xfrm>
          <a:custGeom>
            <a:avLst/>
            <a:gdLst>
              <a:gd name="connsiteX0" fmla="*/ 162560 w 182880"/>
              <a:gd name="connsiteY0" fmla="*/ 152400 h 243840"/>
              <a:gd name="connsiteX1" fmla="*/ 91440 w 182880"/>
              <a:gd name="connsiteY1" fmla="*/ 223520 h 243840"/>
              <a:gd name="connsiteX2" fmla="*/ 20320 w 182880"/>
              <a:gd name="connsiteY2" fmla="*/ 152400 h 243840"/>
              <a:gd name="connsiteX3" fmla="*/ 91440 w 182880"/>
              <a:gd name="connsiteY3" fmla="*/ 22860 h 243840"/>
              <a:gd name="connsiteX4" fmla="*/ 162560 w 182880"/>
              <a:gd name="connsiteY4" fmla="*/ 152400 h 243840"/>
              <a:gd name="connsiteX5" fmla="*/ 182880 w 182880"/>
              <a:gd name="connsiteY5" fmla="*/ 152400 h 243840"/>
              <a:gd name="connsiteX6" fmla="*/ 91440 w 182880"/>
              <a:gd name="connsiteY6" fmla="*/ 243840 h 243840"/>
              <a:gd name="connsiteX7" fmla="*/ 0 w 182880"/>
              <a:gd name="connsiteY7" fmla="*/ 152400 h 243840"/>
              <a:gd name="connsiteX8" fmla="*/ 81280 w 182880"/>
              <a:gd name="connsiteY8" fmla="*/ 3810 h 243840"/>
              <a:gd name="connsiteX9" fmla="*/ 100330 w 182880"/>
              <a:gd name="connsiteY9" fmla="*/ 3810 h 243840"/>
              <a:gd name="connsiteX10" fmla="*/ 182880 w 182880"/>
              <a:gd name="connsiteY10" fmla="*/ 152400 h 243840"/>
              <a:gd name="connsiteX11" fmla="*/ 147320 w 182880"/>
              <a:gd name="connsiteY11" fmla="*/ 152400 h 243840"/>
              <a:gd name="connsiteX12" fmla="*/ 137160 w 182880"/>
              <a:gd name="connsiteY12" fmla="*/ 142240 h 243840"/>
              <a:gd name="connsiteX13" fmla="*/ 127000 w 182880"/>
              <a:gd name="connsiteY13" fmla="*/ 152400 h 243840"/>
              <a:gd name="connsiteX14" fmla="*/ 119380 w 182880"/>
              <a:gd name="connsiteY14" fmla="*/ 175260 h 243840"/>
              <a:gd name="connsiteX15" fmla="*/ 91440 w 182880"/>
              <a:gd name="connsiteY15" fmla="*/ 187960 h 243840"/>
              <a:gd name="connsiteX16" fmla="*/ 81280 w 182880"/>
              <a:gd name="connsiteY16" fmla="*/ 198120 h 243840"/>
              <a:gd name="connsiteX17" fmla="*/ 91440 w 182880"/>
              <a:gd name="connsiteY17" fmla="*/ 208280 h 243840"/>
              <a:gd name="connsiteX18" fmla="*/ 135890 w 182880"/>
              <a:gd name="connsiteY18" fmla="*/ 186690 h 243840"/>
              <a:gd name="connsiteX19" fmla="*/ 147320 w 182880"/>
              <a:gd name="connsiteY1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0" h="243840">
                <a:moveTo>
                  <a:pt x="162560" y="152400"/>
                </a:moveTo>
                <a:cubicBezTo>
                  <a:pt x="162560" y="195580"/>
                  <a:pt x="132080" y="223520"/>
                  <a:pt x="91440" y="223520"/>
                </a:cubicBezTo>
                <a:cubicBezTo>
                  <a:pt x="50800" y="223520"/>
                  <a:pt x="20320" y="196850"/>
                  <a:pt x="20320" y="152400"/>
                </a:cubicBezTo>
                <a:cubicBezTo>
                  <a:pt x="20320" y="113030"/>
                  <a:pt x="41910" y="68580"/>
                  <a:pt x="91440" y="22860"/>
                </a:cubicBezTo>
                <a:cubicBezTo>
                  <a:pt x="140970" y="68580"/>
                  <a:pt x="162560" y="113030"/>
                  <a:pt x="162560" y="152400"/>
                </a:cubicBezTo>
                <a:close/>
                <a:moveTo>
                  <a:pt x="182880" y="152400"/>
                </a:moveTo>
                <a:cubicBezTo>
                  <a:pt x="182880" y="208280"/>
                  <a:pt x="142240" y="243840"/>
                  <a:pt x="91440" y="243840"/>
                </a:cubicBezTo>
                <a:cubicBezTo>
                  <a:pt x="40640" y="243840"/>
                  <a:pt x="0" y="208280"/>
                  <a:pt x="0" y="152400"/>
                </a:cubicBezTo>
                <a:cubicBezTo>
                  <a:pt x="0" y="104140"/>
                  <a:pt x="26670" y="53340"/>
                  <a:pt x="81280" y="3810"/>
                </a:cubicBezTo>
                <a:cubicBezTo>
                  <a:pt x="86360" y="-1270"/>
                  <a:pt x="95250" y="-1270"/>
                  <a:pt x="100330" y="3810"/>
                </a:cubicBezTo>
                <a:cubicBezTo>
                  <a:pt x="156210" y="53340"/>
                  <a:pt x="182880" y="104140"/>
                  <a:pt x="182880" y="152400"/>
                </a:cubicBezTo>
                <a:close/>
                <a:moveTo>
                  <a:pt x="147320" y="152400"/>
                </a:moveTo>
                <a:cubicBezTo>
                  <a:pt x="147320" y="147320"/>
                  <a:pt x="142240" y="142240"/>
                  <a:pt x="137160" y="142240"/>
                </a:cubicBezTo>
                <a:cubicBezTo>
                  <a:pt x="132080" y="142240"/>
                  <a:pt x="127000" y="147320"/>
                  <a:pt x="127000" y="152400"/>
                </a:cubicBezTo>
                <a:cubicBezTo>
                  <a:pt x="127000" y="157480"/>
                  <a:pt x="124460" y="167640"/>
                  <a:pt x="119380" y="175260"/>
                </a:cubicBezTo>
                <a:cubicBezTo>
                  <a:pt x="114300" y="182880"/>
                  <a:pt x="105410" y="187960"/>
                  <a:pt x="91440" y="187960"/>
                </a:cubicBezTo>
                <a:cubicBezTo>
                  <a:pt x="86360" y="187960"/>
                  <a:pt x="81280" y="193040"/>
                  <a:pt x="81280" y="198120"/>
                </a:cubicBezTo>
                <a:cubicBezTo>
                  <a:pt x="81280" y="203200"/>
                  <a:pt x="86360" y="208280"/>
                  <a:pt x="91440" y="208280"/>
                </a:cubicBezTo>
                <a:cubicBezTo>
                  <a:pt x="113030" y="208280"/>
                  <a:pt x="127000" y="199390"/>
                  <a:pt x="135890" y="186690"/>
                </a:cubicBezTo>
                <a:cubicBezTo>
                  <a:pt x="144780" y="175260"/>
                  <a:pt x="147320" y="161290"/>
                  <a:pt x="1473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8" name="Полилиния: фигура 13">
            <a:extLst>
              <a:ext uri="{FF2B5EF4-FFF2-40B4-BE49-F238E27FC236}">
                <a16:creationId xmlns:a16="http://schemas.microsoft.com/office/drawing/2014/main" id="{331E32D9-3C23-1660-4DD4-A5B493657C27}"/>
              </a:ext>
            </a:extLst>
          </p:cNvPr>
          <p:cNvSpPr/>
          <p:nvPr/>
        </p:nvSpPr>
        <p:spPr>
          <a:xfrm>
            <a:off x="5053725" y="5368301"/>
            <a:ext cx="158976" cy="261534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Полилиния: фигура 16">
            <a:extLst>
              <a:ext uri="{FF2B5EF4-FFF2-40B4-BE49-F238E27FC236}">
                <a16:creationId xmlns:a16="http://schemas.microsoft.com/office/drawing/2014/main" id="{8A1AFBD9-9CA9-70EF-A038-BDB8960375B7}"/>
              </a:ext>
            </a:extLst>
          </p:cNvPr>
          <p:cNvSpPr/>
          <p:nvPr/>
        </p:nvSpPr>
        <p:spPr>
          <a:xfrm>
            <a:off x="3324734" y="5366989"/>
            <a:ext cx="262890" cy="264159"/>
          </a:xfrm>
          <a:custGeom>
            <a:avLst/>
            <a:gdLst>
              <a:gd name="connsiteX0" fmla="*/ 0 w 262890"/>
              <a:gd name="connsiteY0" fmla="*/ 20320 h 264159"/>
              <a:gd name="connsiteX1" fmla="*/ 20320 w 262890"/>
              <a:gd name="connsiteY1" fmla="*/ 0 h 264159"/>
              <a:gd name="connsiteX2" fmla="*/ 71120 w 262890"/>
              <a:gd name="connsiteY2" fmla="*/ 0 h 264159"/>
              <a:gd name="connsiteX3" fmla="*/ 81280 w 262890"/>
              <a:gd name="connsiteY3" fmla="*/ 10160 h 264159"/>
              <a:gd name="connsiteX4" fmla="*/ 71120 w 262890"/>
              <a:gd name="connsiteY4" fmla="*/ 20320 h 264159"/>
              <a:gd name="connsiteX5" fmla="*/ 20320 w 262890"/>
              <a:gd name="connsiteY5" fmla="*/ 20320 h 264159"/>
              <a:gd name="connsiteX6" fmla="*/ 20320 w 262890"/>
              <a:gd name="connsiteY6" fmla="*/ 71120 h 264159"/>
              <a:gd name="connsiteX7" fmla="*/ 10160 w 262890"/>
              <a:gd name="connsiteY7" fmla="*/ 81280 h 264159"/>
              <a:gd name="connsiteX8" fmla="*/ 0 w 262890"/>
              <a:gd name="connsiteY8" fmla="*/ 71120 h 264159"/>
              <a:gd name="connsiteX9" fmla="*/ 0 w 262890"/>
              <a:gd name="connsiteY9" fmla="*/ 20320 h 264159"/>
              <a:gd name="connsiteX10" fmla="*/ 0 w 262890"/>
              <a:gd name="connsiteY10" fmla="*/ 243840 h 264159"/>
              <a:gd name="connsiteX11" fmla="*/ 20320 w 262890"/>
              <a:gd name="connsiteY11" fmla="*/ 264160 h 264159"/>
              <a:gd name="connsiteX12" fmla="*/ 71120 w 262890"/>
              <a:gd name="connsiteY12" fmla="*/ 264160 h 264159"/>
              <a:gd name="connsiteX13" fmla="*/ 81280 w 262890"/>
              <a:gd name="connsiteY13" fmla="*/ 254000 h 264159"/>
              <a:gd name="connsiteX14" fmla="*/ 71120 w 262890"/>
              <a:gd name="connsiteY14" fmla="*/ 243840 h 264159"/>
              <a:gd name="connsiteX15" fmla="*/ 20320 w 262890"/>
              <a:gd name="connsiteY15" fmla="*/ 243840 h 264159"/>
              <a:gd name="connsiteX16" fmla="*/ 20320 w 262890"/>
              <a:gd name="connsiteY16" fmla="*/ 193040 h 264159"/>
              <a:gd name="connsiteX17" fmla="*/ 10160 w 262890"/>
              <a:gd name="connsiteY17" fmla="*/ 182880 h 264159"/>
              <a:gd name="connsiteX18" fmla="*/ 0 w 262890"/>
              <a:gd name="connsiteY18" fmla="*/ 193040 h 264159"/>
              <a:gd name="connsiteX19" fmla="*/ 0 w 262890"/>
              <a:gd name="connsiteY19" fmla="*/ 243840 h 264159"/>
              <a:gd name="connsiteX20" fmla="*/ 242570 w 262890"/>
              <a:gd name="connsiteY20" fmla="*/ 0 h 264159"/>
              <a:gd name="connsiteX21" fmla="*/ 262890 w 262890"/>
              <a:gd name="connsiteY21" fmla="*/ 20320 h 264159"/>
              <a:gd name="connsiteX22" fmla="*/ 262890 w 262890"/>
              <a:gd name="connsiteY22" fmla="*/ 71120 h 264159"/>
              <a:gd name="connsiteX23" fmla="*/ 252730 w 262890"/>
              <a:gd name="connsiteY23" fmla="*/ 81280 h 264159"/>
              <a:gd name="connsiteX24" fmla="*/ 242570 w 262890"/>
              <a:gd name="connsiteY24" fmla="*/ 71120 h 264159"/>
              <a:gd name="connsiteX25" fmla="*/ 242570 w 262890"/>
              <a:gd name="connsiteY25" fmla="*/ 20320 h 264159"/>
              <a:gd name="connsiteX26" fmla="*/ 191770 w 262890"/>
              <a:gd name="connsiteY26" fmla="*/ 20320 h 264159"/>
              <a:gd name="connsiteX27" fmla="*/ 181610 w 262890"/>
              <a:gd name="connsiteY27" fmla="*/ 10160 h 264159"/>
              <a:gd name="connsiteX28" fmla="*/ 191770 w 262890"/>
              <a:gd name="connsiteY28" fmla="*/ 0 h 264159"/>
              <a:gd name="connsiteX29" fmla="*/ 242570 w 262890"/>
              <a:gd name="connsiteY29" fmla="*/ 0 h 264159"/>
              <a:gd name="connsiteX30" fmla="*/ 262890 w 262890"/>
              <a:gd name="connsiteY30" fmla="*/ 243840 h 264159"/>
              <a:gd name="connsiteX31" fmla="*/ 242570 w 262890"/>
              <a:gd name="connsiteY31" fmla="*/ 264160 h 264159"/>
              <a:gd name="connsiteX32" fmla="*/ 191770 w 262890"/>
              <a:gd name="connsiteY32" fmla="*/ 264160 h 264159"/>
              <a:gd name="connsiteX33" fmla="*/ 181610 w 262890"/>
              <a:gd name="connsiteY33" fmla="*/ 254000 h 264159"/>
              <a:gd name="connsiteX34" fmla="*/ 191770 w 262890"/>
              <a:gd name="connsiteY34" fmla="*/ 243840 h 264159"/>
              <a:gd name="connsiteX35" fmla="*/ 242570 w 262890"/>
              <a:gd name="connsiteY35" fmla="*/ 243840 h 264159"/>
              <a:gd name="connsiteX36" fmla="*/ 242570 w 262890"/>
              <a:gd name="connsiteY36" fmla="*/ 193040 h 264159"/>
              <a:gd name="connsiteX37" fmla="*/ 252730 w 262890"/>
              <a:gd name="connsiteY37" fmla="*/ 182880 h 264159"/>
              <a:gd name="connsiteX38" fmla="*/ 262890 w 262890"/>
              <a:gd name="connsiteY38" fmla="*/ 193040 h 264159"/>
              <a:gd name="connsiteX39" fmla="*/ 262890 w 262890"/>
              <a:gd name="connsiteY39" fmla="*/ 243840 h 264159"/>
              <a:gd name="connsiteX40" fmla="*/ 130810 w 262890"/>
              <a:gd name="connsiteY40" fmla="*/ 60960 h 264159"/>
              <a:gd name="connsiteX41" fmla="*/ 69850 w 262890"/>
              <a:gd name="connsiteY41" fmla="*/ 121920 h 264159"/>
              <a:gd name="connsiteX42" fmla="*/ 69850 w 262890"/>
              <a:gd name="connsiteY42" fmla="*/ 142240 h 264159"/>
              <a:gd name="connsiteX43" fmla="*/ 130810 w 262890"/>
              <a:gd name="connsiteY43" fmla="*/ 203200 h 264159"/>
              <a:gd name="connsiteX44" fmla="*/ 191770 w 262890"/>
              <a:gd name="connsiteY44" fmla="*/ 142240 h 264159"/>
              <a:gd name="connsiteX45" fmla="*/ 191770 w 262890"/>
              <a:gd name="connsiteY45" fmla="*/ 121920 h 264159"/>
              <a:gd name="connsiteX46" fmla="*/ 130810 w 262890"/>
              <a:gd name="connsiteY46" fmla="*/ 60960 h 264159"/>
              <a:gd name="connsiteX47" fmla="*/ 90170 w 262890"/>
              <a:gd name="connsiteY47" fmla="*/ 121920 h 264159"/>
              <a:gd name="connsiteX48" fmla="*/ 130810 w 262890"/>
              <a:gd name="connsiteY48" fmla="*/ 81280 h 264159"/>
              <a:gd name="connsiteX49" fmla="*/ 171450 w 262890"/>
              <a:gd name="connsiteY49" fmla="*/ 121920 h 264159"/>
              <a:gd name="connsiteX50" fmla="*/ 171450 w 262890"/>
              <a:gd name="connsiteY50" fmla="*/ 142240 h 264159"/>
              <a:gd name="connsiteX51" fmla="*/ 130810 w 262890"/>
              <a:gd name="connsiteY51" fmla="*/ 182880 h 264159"/>
              <a:gd name="connsiteX52" fmla="*/ 90170 w 262890"/>
              <a:gd name="connsiteY52" fmla="*/ 142240 h 264159"/>
              <a:gd name="connsiteX53" fmla="*/ 90170 w 262890"/>
              <a:gd name="connsiteY53" fmla="*/ 1219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2890" h="264159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71120" y="0"/>
                </a:lnTo>
                <a:cubicBezTo>
                  <a:pt x="76200" y="0"/>
                  <a:pt x="81280" y="5080"/>
                  <a:pt x="81280" y="10160"/>
                </a:cubicBezTo>
                <a:cubicBezTo>
                  <a:pt x="81280" y="15240"/>
                  <a:pt x="76200" y="20320"/>
                  <a:pt x="71120" y="20320"/>
                </a:cubicBezTo>
                <a:lnTo>
                  <a:pt x="20320" y="20320"/>
                </a:lnTo>
                <a:lnTo>
                  <a:pt x="20320" y="71120"/>
                </a:lnTo>
                <a:cubicBezTo>
                  <a:pt x="20320" y="76200"/>
                  <a:pt x="15240" y="81280"/>
                  <a:pt x="10160" y="81280"/>
                </a:cubicBezTo>
                <a:cubicBezTo>
                  <a:pt x="5080" y="81280"/>
                  <a:pt x="0" y="76200"/>
                  <a:pt x="0" y="71120"/>
                </a:cubicBezTo>
                <a:lnTo>
                  <a:pt x="0" y="20320"/>
                </a:lnTo>
                <a:close/>
                <a:moveTo>
                  <a:pt x="0" y="243840"/>
                </a:move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lose/>
                <a:moveTo>
                  <a:pt x="242570" y="0"/>
                </a:moveTo>
                <a:cubicBezTo>
                  <a:pt x="254000" y="0"/>
                  <a:pt x="262890" y="8890"/>
                  <a:pt x="262890" y="20320"/>
                </a:cubicBezTo>
                <a:lnTo>
                  <a:pt x="262890" y="71120"/>
                </a:lnTo>
                <a:cubicBezTo>
                  <a:pt x="262890" y="76200"/>
                  <a:pt x="257810" y="81280"/>
                  <a:pt x="252730" y="81280"/>
                </a:cubicBezTo>
                <a:cubicBezTo>
                  <a:pt x="247650" y="81280"/>
                  <a:pt x="242570" y="76200"/>
                  <a:pt x="242570" y="71120"/>
                </a:cubicBezTo>
                <a:lnTo>
                  <a:pt x="242570" y="20320"/>
                </a:lnTo>
                <a:lnTo>
                  <a:pt x="191770" y="20320"/>
                </a:lnTo>
                <a:cubicBezTo>
                  <a:pt x="186690" y="20320"/>
                  <a:pt x="181610" y="15240"/>
                  <a:pt x="181610" y="10160"/>
                </a:cubicBezTo>
                <a:cubicBezTo>
                  <a:pt x="181610" y="5080"/>
                  <a:pt x="186690" y="0"/>
                  <a:pt x="191770" y="0"/>
                </a:cubicBezTo>
                <a:lnTo>
                  <a:pt x="242570" y="0"/>
                </a:lnTo>
                <a:close/>
                <a:moveTo>
                  <a:pt x="262890" y="243840"/>
                </a:moveTo>
                <a:cubicBezTo>
                  <a:pt x="262890" y="255270"/>
                  <a:pt x="254000" y="264160"/>
                  <a:pt x="242570" y="264160"/>
                </a:cubicBezTo>
                <a:lnTo>
                  <a:pt x="191770" y="264160"/>
                </a:lnTo>
                <a:cubicBezTo>
                  <a:pt x="186690" y="264160"/>
                  <a:pt x="181610" y="259080"/>
                  <a:pt x="181610" y="254000"/>
                </a:cubicBezTo>
                <a:cubicBezTo>
                  <a:pt x="181610" y="248920"/>
                  <a:pt x="186690" y="243840"/>
                  <a:pt x="191770" y="243840"/>
                </a:cubicBezTo>
                <a:lnTo>
                  <a:pt x="242570" y="243840"/>
                </a:lnTo>
                <a:lnTo>
                  <a:pt x="242570" y="193040"/>
                </a:lnTo>
                <a:cubicBezTo>
                  <a:pt x="242570" y="187960"/>
                  <a:pt x="247650" y="182880"/>
                  <a:pt x="252730" y="182880"/>
                </a:cubicBezTo>
                <a:cubicBezTo>
                  <a:pt x="257810" y="182880"/>
                  <a:pt x="262890" y="187960"/>
                  <a:pt x="262890" y="193040"/>
                </a:cubicBezTo>
                <a:lnTo>
                  <a:pt x="262890" y="243840"/>
                </a:lnTo>
                <a:close/>
                <a:moveTo>
                  <a:pt x="130810" y="60960"/>
                </a:moveTo>
                <a:cubicBezTo>
                  <a:pt x="97790" y="60960"/>
                  <a:pt x="69850" y="87630"/>
                  <a:pt x="69850" y="121920"/>
                </a:cubicBezTo>
                <a:lnTo>
                  <a:pt x="69850" y="142240"/>
                </a:lnTo>
                <a:cubicBezTo>
                  <a:pt x="69850" y="175260"/>
                  <a:pt x="96520" y="203200"/>
                  <a:pt x="130810" y="203200"/>
                </a:cubicBezTo>
                <a:cubicBezTo>
                  <a:pt x="163830" y="203200"/>
                  <a:pt x="191770" y="176530"/>
                  <a:pt x="191770" y="142240"/>
                </a:cubicBezTo>
                <a:lnTo>
                  <a:pt x="191770" y="121920"/>
                </a:lnTo>
                <a:cubicBezTo>
                  <a:pt x="191770" y="87630"/>
                  <a:pt x="165100" y="60960"/>
                  <a:pt x="130810" y="60960"/>
                </a:cubicBezTo>
                <a:close/>
                <a:moveTo>
                  <a:pt x="90170" y="121920"/>
                </a:moveTo>
                <a:cubicBezTo>
                  <a:pt x="90170" y="99060"/>
                  <a:pt x="107950" y="81280"/>
                  <a:pt x="130810" y="81280"/>
                </a:cubicBezTo>
                <a:cubicBezTo>
                  <a:pt x="153670" y="81280"/>
                  <a:pt x="171450" y="99060"/>
                  <a:pt x="171450" y="121920"/>
                </a:cubicBezTo>
                <a:lnTo>
                  <a:pt x="171450" y="142240"/>
                </a:lnTo>
                <a:cubicBezTo>
                  <a:pt x="171450" y="165100"/>
                  <a:pt x="153670" y="182880"/>
                  <a:pt x="130810" y="182880"/>
                </a:cubicBezTo>
                <a:cubicBezTo>
                  <a:pt x="107950" y="182880"/>
                  <a:pt x="90170" y="165100"/>
                  <a:pt x="90170" y="142240"/>
                </a:cubicBezTo>
                <a:lnTo>
                  <a:pt x="90170" y="1219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2" name="Полилиния: фигура 24">
            <a:extLst>
              <a:ext uri="{FF2B5EF4-FFF2-40B4-BE49-F238E27FC236}">
                <a16:creationId xmlns:a16="http://schemas.microsoft.com/office/drawing/2014/main" id="{FA7ABD09-DF84-51A0-6105-7FDE5E5FD75C}"/>
              </a:ext>
            </a:extLst>
          </p:cNvPr>
          <p:cNvSpPr/>
          <p:nvPr/>
        </p:nvSpPr>
        <p:spPr>
          <a:xfrm>
            <a:off x="3903854" y="5387308"/>
            <a:ext cx="223520" cy="223520"/>
          </a:xfrm>
          <a:custGeom>
            <a:avLst/>
            <a:gdLst>
              <a:gd name="connsiteX0" fmla="*/ 0 w 223520"/>
              <a:gd name="connsiteY0" fmla="*/ 20320 h 223520"/>
              <a:gd name="connsiteX1" fmla="*/ 20320 w 223520"/>
              <a:gd name="connsiteY1" fmla="*/ 0 h 223520"/>
              <a:gd name="connsiteX2" fmla="*/ 55880 w 223520"/>
              <a:gd name="connsiteY2" fmla="*/ 0 h 223520"/>
              <a:gd name="connsiteX3" fmla="*/ 60960 w 223520"/>
              <a:gd name="connsiteY3" fmla="*/ 5080 h 223520"/>
              <a:gd name="connsiteX4" fmla="*/ 60960 w 223520"/>
              <a:gd name="connsiteY4" fmla="*/ 60960 h 223520"/>
              <a:gd name="connsiteX5" fmla="*/ 5080 w 223520"/>
              <a:gd name="connsiteY5" fmla="*/ 60960 h 223520"/>
              <a:gd name="connsiteX6" fmla="*/ 0 w 223520"/>
              <a:gd name="connsiteY6" fmla="*/ 55880 h 223520"/>
              <a:gd name="connsiteX7" fmla="*/ 0 w 223520"/>
              <a:gd name="connsiteY7" fmla="*/ 20320 h 223520"/>
              <a:gd name="connsiteX8" fmla="*/ 162560 w 223520"/>
              <a:gd name="connsiteY8" fmla="*/ 60960 h 223520"/>
              <a:gd name="connsiteX9" fmla="*/ 60960 w 223520"/>
              <a:gd name="connsiteY9" fmla="*/ 60960 h 223520"/>
              <a:gd name="connsiteX10" fmla="*/ 60960 w 223520"/>
              <a:gd name="connsiteY10" fmla="*/ 96520 h 223520"/>
              <a:gd name="connsiteX11" fmla="*/ 35560 w 223520"/>
              <a:gd name="connsiteY11" fmla="*/ 96520 h 223520"/>
              <a:gd name="connsiteX12" fmla="*/ 30480 w 223520"/>
              <a:gd name="connsiteY12" fmla="*/ 101600 h 223520"/>
              <a:gd name="connsiteX13" fmla="*/ 30480 w 223520"/>
              <a:gd name="connsiteY13" fmla="*/ 121920 h 223520"/>
              <a:gd name="connsiteX14" fmla="*/ 35560 w 223520"/>
              <a:gd name="connsiteY14" fmla="*/ 127000 h 223520"/>
              <a:gd name="connsiteX15" fmla="*/ 60960 w 223520"/>
              <a:gd name="connsiteY15" fmla="*/ 127000 h 223520"/>
              <a:gd name="connsiteX16" fmla="*/ 60960 w 223520"/>
              <a:gd name="connsiteY16" fmla="*/ 162560 h 223520"/>
              <a:gd name="connsiteX17" fmla="*/ 5080 w 223520"/>
              <a:gd name="connsiteY17" fmla="*/ 162560 h 223520"/>
              <a:gd name="connsiteX18" fmla="*/ 0 w 223520"/>
              <a:gd name="connsiteY18" fmla="*/ 167640 h 223520"/>
              <a:gd name="connsiteX19" fmla="*/ 0 w 223520"/>
              <a:gd name="connsiteY19" fmla="*/ 203200 h 223520"/>
              <a:gd name="connsiteX20" fmla="*/ 20320 w 223520"/>
              <a:gd name="connsiteY20" fmla="*/ 223520 h 223520"/>
              <a:gd name="connsiteX21" fmla="*/ 55880 w 223520"/>
              <a:gd name="connsiteY21" fmla="*/ 223520 h 223520"/>
              <a:gd name="connsiteX22" fmla="*/ 60960 w 223520"/>
              <a:gd name="connsiteY22" fmla="*/ 218440 h 223520"/>
              <a:gd name="connsiteX23" fmla="*/ 60960 w 223520"/>
              <a:gd name="connsiteY23" fmla="*/ 162560 h 223520"/>
              <a:gd name="connsiteX24" fmla="*/ 162560 w 223520"/>
              <a:gd name="connsiteY24" fmla="*/ 162560 h 223520"/>
              <a:gd name="connsiteX25" fmla="*/ 162560 w 223520"/>
              <a:gd name="connsiteY25" fmla="*/ 218440 h 223520"/>
              <a:gd name="connsiteX26" fmla="*/ 167640 w 223520"/>
              <a:gd name="connsiteY26" fmla="*/ 223520 h 223520"/>
              <a:gd name="connsiteX27" fmla="*/ 203200 w 223520"/>
              <a:gd name="connsiteY27" fmla="*/ 223520 h 223520"/>
              <a:gd name="connsiteX28" fmla="*/ 223520 w 223520"/>
              <a:gd name="connsiteY28" fmla="*/ 203200 h 223520"/>
              <a:gd name="connsiteX29" fmla="*/ 223520 w 223520"/>
              <a:gd name="connsiteY29" fmla="*/ 167640 h 223520"/>
              <a:gd name="connsiteX30" fmla="*/ 218440 w 223520"/>
              <a:gd name="connsiteY30" fmla="*/ 162560 h 223520"/>
              <a:gd name="connsiteX31" fmla="*/ 162560 w 223520"/>
              <a:gd name="connsiteY31" fmla="*/ 162560 h 223520"/>
              <a:gd name="connsiteX32" fmla="*/ 162560 w 223520"/>
              <a:gd name="connsiteY32" fmla="*/ 60960 h 223520"/>
              <a:gd name="connsiteX33" fmla="*/ 162560 w 223520"/>
              <a:gd name="connsiteY33" fmla="*/ 60960 h 223520"/>
              <a:gd name="connsiteX34" fmla="*/ 218440 w 223520"/>
              <a:gd name="connsiteY34" fmla="*/ 60960 h 223520"/>
              <a:gd name="connsiteX35" fmla="*/ 223520 w 223520"/>
              <a:gd name="connsiteY35" fmla="*/ 55880 h 223520"/>
              <a:gd name="connsiteX36" fmla="*/ 223520 w 223520"/>
              <a:gd name="connsiteY36" fmla="*/ 20320 h 223520"/>
              <a:gd name="connsiteX37" fmla="*/ 203200 w 223520"/>
              <a:gd name="connsiteY37" fmla="*/ 0 h 223520"/>
              <a:gd name="connsiteX38" fmla="*/ 167640 w 223520"/>
              <a:gd name="connsiteY38" fmla="*/ 0 h 223520"/>
              <a:gd name="connsiteX39" fmla="*/ 162560 w 223520"/>
              <a:gd name="connsiteY39" fmla="*/ 5080 h 223520"/>
              <a:gd name="connsiteX40" fmla="*/ 162560 w 223520"/>
              <a:gd name="connsiteY40" fmla="*/ 60960 h 223520"/>
              <a:gd name="connsiteX41" fmla="*/ 60960 w 223520"/>
              <a:gd name="connsiteY41" fmla="*/ 127000 h 223520"/>
              <a:gd name="connsiteX42" fmla="*/ 121920 w 223520"/>
              <a:gd name="connsiteY42" fmla="*/ 127000 h 223520"/>
              <a:gd name="connsiteX43" fmla="*/ 127000 w 223520"/>
              <a:gd name="connsiteY43" fmla="*/ 121920 h 223520"/>
              <a:gd name="connsiteX44" fmla="*/ 127000 w 223520"/>
              <a:gd name="connsiteY44" fmla="*/ 101600 h 223520"/>
              <a:gd name="connsiteX45" fmla="*/ 121920 w 223520"/>
              <a:gd name="connsiteY45" fmla="*/ 96520 h 223520"/>
              <a:gd name="connsiteX46" fmla="*/ 60960 w 223520"/>
              <a:gd name="connsiteY46" fmla="*/ 96520 h 223520"/>
              <a:gd name="connsiteX47" fmla="*/ 60960 w 223520"/>
              <a:gd name="connsiteY47" fmla="*/ 127000 h 223520"/>
              <a:gd name="connsiteX48" fmla="*/ 101600 w 223520"/>
              <a:gd name="connsiteY48" fmla="*/ 0 h 223520"/>
              <a:gd name="connsiteX49" fmla="*/ 96520 w 223520"/>
              <a:gd name="connsiteY49" fmla="*/ 5080 h 223520"/>
              <a:gd name="connsiteX50" fmla="*/ 96520 w 223520"/>
              <a:gd name="connsiteY50" fmla="*/ 25400 h 223520"/>
              <a:gd name="connsiteX51" fmla="*/ 101600 w 223520"/>
              <a:gd name="connsiteY51" fmla="*/ 30480 h 223520"/>
              <a:gd name="connsiteX52" fmla="*/ 121920 w 223520"/>
              <a:gd name="connsiteY52" fmla="*/ 30480 h 223520"/>
              <a:gd name="connsiteX53" fmla="*/ 127000 w 223520"/>
              <a:gd name="connsiteY53" fmla="*/ 25400 h 223520"/>
              <a:gd name="connsiteX54" fmla="*/ 127000 w 223520"/>
              <a:gd name="connsiteY54" fmla="*/ 5080 h 223520"/>
              <a:gd name="connsiteX55" fmla="*/ 121920 w 223520"/>
              <a:gd name="connsiteY55" fmla="*/ 0 h 223520"/>
              <a:gd name="connsiteX56" fmla="*/ 101600 w 223520"/>
              <a:gd name="connsiteY56" fmla="*/ 0 h 223520"/>
              <a:gd name="connsiteX57" fmla="*/ 193040 w 223520"/>
              <a:gd name="connsiteY57" fmla="*/ 101600 h 223520"/>
              <a:gd name="connsiteX58" fmla="*/ 198120 w 223520"/>
              <a:gd name="connsiteY58" fmla="*/ 96520 h 223520"/>
              <a:gd name="connsiteX59" fmla="*/ 218440 w 223520"/>
              <a:gd name="connsiteY59" fmla="*/ 96520 h 223520"/>
              <a:gd name="connsiteX60" fmla="*/ 223520 w 223520"/>
              <a:gd name="connsiteY60" fmla="*/ 101600 h 223520"/>
              <a:gd name="connsiteX61" fmla="*/ 223520 w 223520"/>
              <a:gd name="connsiteY61" fmla="*/ 121920 h 223520"/>
              <a:gd name="connsiteX62" fmla="*/ 218440 w 223520"/>
              <a:gd name="connsiteY62" fmla="*/ 127000 h 223520"/>
              <a:gd name="connsiteX63" fmla="*/ 198120 w 223520"/>
              <a:gd name="connsiteY63" fmla="*/ 127000 h 223520"/>
              <a:gd name="connsiteX64" fmla="*/ 193040 w 223520"/>
              <a:gd name="connsiteY64" fmla="*/ 121920 h 223520"/>
              <a:gd name="connsiteX65" fmla="*/ 193040 w 223520"/>
              <a:gd name="connsiteY65" fmla="*/ 101600 h 223520"/>
              <a:gd name="connsiteX66" fmla="*/ 101600 w 223520"/>
              <a:gd name="connsiteY66" fmla="*/ 193040 h 223520"/>
              <a:gd name="connsiteX67" fmla="*/ 96520 w 223520"/>
              <a:gd name="connsiteY67" fmla="*/ 198120 h 223520"/>
              <a:gd name="connsiteX68" fmla="*/ 96520 w 223520"/>
              <a:gd name="connsiteY68" fmla="*/ 218440 h 223520"/>
              <a:gd name="connsiteX69" fmla="*/ 101600 w 223520"/>
              <a:gd name="connsiteY69" fmla="*/ 223520 h 223520"/>
              <a:gd name="connsiteX70" fmla="*/ 121920 w 223520"/>
              <a:gd name="connsiteY70" fmla="*/ 223520 h 223520"/>
              <a:gd name="connsiteX71" fmla="*/ 127000 w 223520"/>
              <a:gd name="connsiteY71" fmla="*/ 218440 h 223520"/>
              <a:gd name="connsiteX72" fmla="*/ 127000 w 223520"/>
              <a:gd name="connsiteY72" fmla="*/ 198120 h 223520"/>
              <a:gd name="connsiteX73" fmla="*/ 121920 w 223520"/>
              <a:gd name="connsiteY73" fmla="*/ 193040 h 223520"/>
              <a:gd name="connsiteX74" fmla="*/ 101600 w 223520"/>
              <a:gd name="connsiteY74" fmla="*/ 1930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23520" h="223520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55880" y="0"/>
                </a:lnTo>
                <a:cubicBezTo>
                  <a:pt x="58420" y="0"/>
                  <a:pt x="60960" y="2540"/>
                  <a:pt x="60960" y="5080"/>
                </a:cubicBezTo>
                <a:lnTo>
                  <a:pt x="60960" y="60960"/>
                </a:lnTo>
                <a:lnTo>
                  <a:pt x="5080" y="60960"/>
                </a:lnTo>
                <a:cubicBezTo>
                  <a:pt x="2540" y="60960"/>
                  <a:pt x="0" y="58420"/>
                  <a:pt x="0" y="55880"/>
                </a:cubicBezTo>
                <a:lnTo>
                  <a:pt x="0" y="20320"/>
                </a:lnTo>
                <a:close/>
                <a:moveTo>
                  <a:pt x="162560" y="60960"/>
                </a:moveTo>
                <a:lnTo>
                  <a:pt x="60960" y="60960"/>
                </a:lnTo>
                <a:lnTo>
                  <a:pt x="60960" y="96520"/>
                </a:lnTo>
                <a:lnTo>
                  <a:pt x="35560" y="96520"/>
                </a:lnTo>
                <a:cubicBezTo>
                  <a:pt x="33020" y="96520"/>
                  <a:pt x="30480" y="99060"/>
                  <a:pt x="30480" y="101600"/>
                </a:cubicBezTo>
                <a:lnTo>
                  <a:pt x="30480" y="121920"/>
                </a:lnTo>
                <a:cubicBezTo>
                  <a:pt x="30480" y="124460"/>
                  <a:pt x="33020" y="127000"/>
                  <a:pt x="35560" y="127000"/>
                </a:cubicBezTo>
                <a:lnTo>
                  <a:pt x="60960" y="127000"/>
                </a:lnTo>
                <a:lnTo>
                  <a:pt x="60960" y="162560"/>
                </a:lnTo>
                <a:lnTo>
                  <a:pt x="5080" y="162560"/>
                </a:lnTo>
                <a:cubicBezTo>
                  <a:pt x="2540" y="162560"/>
                  <a:pt x="0" y="165100"/>
                  <a:pt x="0" y="167640"/>
                </a:cubicBez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55880" y="223520"/>
                </a:lnTo>
                <a:cubicBezTo>
                  <a:pt x="58420" y="223520"/>
                  <a:pt x="60960" y="220980"/>
                  <a:pt x="60960" y="218440"/>
                </a:cubicBezTo>
                <a:lnTo>
                  <a:pt x="60960" y="162560"/>
                </a:lnTo>
                <a:lnTo>
                  <a:pt x="162560" y="162560"/>
                </a:lnTo>
                <a:lnTo>
                  <a:pt x="162560" y="218440"/>
                </a:lnTo>
                <a:cubicBezTo>
                  <a:pt x="162560" y="220980"/>
                  <a:pt x="165100" y="223520"/>
                  <a:pt x="167640" y="223520"/>
                </a:cubicBezTo>
                <a:lnTo>
                  <a:pt x="203200" y="223520"/>
                </a:lnTo>
                <a:cubicBezTo>
                  <a:pt x="214630" y="223520"/>
                  <a:pt x="223520" y="214630"/>
                  <a:pt x="223520" y="203200"/>
                </a:cubicBezTo>
                <a:lnTo>
                  <a:pt x="223520" y="167640"/>
                </a:lnTo>
                <a:cubicBezTo>
                  <a:pt x="223520" y="165100"/>
                  <a:pt x="220980" y="162560"/>
                  <a:pt x="218440" y="162560"/>
                </a:cubicBezTo>
                <a:lnTo>
                  <a:pt x="162560" y="162560"/>
                </a:lnTo>
                <a:lnTo>
                  <a:pt x="162560" y="60960"/>
                </a:lnTo>
                <a:close/>
                <a:moveTo>
                  <a:pt x="162560" y="60960"/>
                </a:moveTo>
                <a:lnTo>
                  <a:pt x="218440" y="60960"/>
                </a:lnTo>
                <a:cubicBezTo>
                  <a:pt x="220980" y="60960"/>
                  <a:pt x="223520" y="58420"/>
                  <a:pt x="223520" y="55880"/>
                </a:cubicBezTo>
                <a:lnTo>
                  <a:pt x="223520" y="20320"/>
                </a:lnTo>
                <a:cubicBezTo>
                  <a:pt x="223520" y="8890"/>
                  <a:pt x="214630" y="0"/>
                  <a:pt x="203200" y="0"/>
                </a:cubicBezTo>
                <a:lnTo>
                  <a:pt x="167640" y="0"/>
                </a:lnTo>
                <a:cubicBezTo>
                  <a:pt x="165100" y="0"/>
                  <a:pt x="162560" y="2540"/>
                  <a:pt x="162560" y="5080"/>
                </a:cubicBezTo>
                <a:lnTo>
                  <a:pt x="162560" y="60960"/>
                </a:lnTo>
                <a:close/>
                <a:moveTo>
                  <a:pt x="60960" y="127000"/>
                </a:moveTo>
                <a:lnTo>
                  <a:pt x="121920" y="127000"/>
                </a:lnTo>
                <a:cubicBezTo>
                  <a:pt x="124460" y="127000"/>
                  <a:pt x="127000" y="124460"/>
                  <a:pt x="127000" y="121920"/>
                </a:cubicBezTo>
                <a:lnTo>
                  <a:pt x="127000" y="101600"/>
                </a:lnTo>
                <a:cubicBezTo>
                  <a:pt x="127000" y="99060"/>
                  <a:pt x="124460" y="96520"/>
                  <a:pt x="121920" y="96520"/>
                </a:cubicBezTo>
                <a:lnTo>
                  <a:pt x="60960" y="96520"/>
                </a:lnTo>
                <a:lnTo>
                  <a:pt x="60960" y="127000"/>
                </a:lnTo>
                <a:close/>
                <a:moveTo>
                  <a:pt x="101600" y="0"/>
                </a:moveTo>
                <a:cubicBezTo>
                  <a:pt x="99060" y="0"/>
                  <a:pt x="96520" y="2540"/>
                  <a:pt x="96520" y="5080"/>
                </a:cubicBezTo>
                <a:lnTo>
                  <a:pt x="96520" y="25400"/>
                </a:lnTo>
                <a:cubicBezTo>
                  <a:pt x="96520" y="27940"/>
                  <a:pt x="99060" y="30480"/>
                  <a:pt x="101600" y="30480"/>
                </a:cubicBezTo>
                <a:lnTo>
                  <a:pt x="121920" y="30480"/>
                </a:lnTo>
                <a:cubicBezTo>
                  <a:pt x="124460" y="30480"/>
                  <a:pt x="127000" y="27940"/>
                  <a:pt x="127000" y="25400"/>
                </a:cubicBezTo>
                <a:lnTo>
                  <a:pt x="127000" y="5080"/>
                </a:lnTo>
                <a:cubicBezTo>
                  <a:pt x="127000" y="2540"/>
                  <a:pt x="124460" y="0"/>
                  <a:pt x="121920" y="0"/>
                </a:cubicBezTo>
                <a:lnTo>
                  <a:pt x="101600" y="0"/>
                </a:lnTo>
                <a:close/>
                <a:moveTo>
                  <a:pt x="193040" y="101600"/>
                </a:moveTo>
                <a:cubicBezTo>
                  <a:pt x="193040" y="99060"/>
                  <a:pt x="195580" y="96520"/>
                  <a:pt x="198120" y="96520"/>
                </a:cubicBezTo>
                <a:lnTo>
                  <a:pt x="218440" y="96520"/>
                </a:lnTo>
                <a:cubicBezTo>
                  <a:pt x="220980" y="96520"/>
                  <a:pt x="223520" y="99060"/>
                  <a:pt x="223520" y="101600"/>
                </a:cubicBezTo>
                <a:lnTo>
                  <a:pt x="223520" y="121920"/>
                </a:lnTo>
                <a:cubicBezTo>
                  <a:pt x="223520" y="124460"/>
                  <a:pt x="220980" y="127000"/>
                  <a:pt x="218440" y="127000"/>
                </a:cubicBezTo>
                <a:lnTo>
                  <a:pt x="198120" y="127000"/>
                </a:lnTo>
                <a:cubicBezTo>
                  <a:pt x="195580" y="127000"/>
                  <a:pt x="193040" y="124460"/>
                  <a:pt x="193040" y="121920"/>
                </a:cubicBezTo>
                <a:lnTo>
                  <a:pt x="193040" y="101600"/>
                </a:lnTo>
                <a:close/>
                <a:moveTo>
                  <a:pt x="101600" y="193040"/>
                </a:moveTo>
                <a:cubicBezTo>
                  <a:pt x="99060" y="193040"/>
                  <a:pt x="96520" y="195580"/>
                  <a:pt x="96520" y="198120"/>
                </a:cubicBezTo>
                <a:lnTo>
                  <a:pt x="96520" y="218440"/>
                </a:lnTo>
                <a:cubicBezTo>
                  <a:pt x="96520" y="220980"/>
                  <a:pt x="99060" y="223520"/>
                  <a:pt x="101600" y="223520"/>
                </a:cubicBezTo>
                <a:lnTo>
                  <a:pt x="121920" y="223520"/>
                </a:lnTo>
                <a:cubicBezTo>
                  <a:pt x="124460" y="223520"/>
                  <a:pt x="127000" y="220980"/>
                  <a:pt x="127000" y="218440"/>
                </a:cubicBezTo>
                <a:lnTo>
                  <a:pt x="127000" y="198120"/>
                </a:lnTo>
                <a:cubicBezTo>
                  <a:pt x="127000" y="195580"/>
                  <a:pt x="124460" y="193040"/>
                  <a:pt x="121920" y="193040"/>
                </a:cubicBezTo>
                <a:lnTo>
                  <a:pt x="101600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Полилиния: фигура 28">
            <a:extLst>
              <a:ext uri="{FF2B5EF4-FFF2-40B4-BE49-F238E27FC236}">
                <a16:creationId xmlns:a16="http://schemas.microsoft.com/office/drawing/2014/main" id="{EDE95810-4F9B-7DA3-594C-24EECCA8236B}"/>
              </a:ext>
            </a:extLst>
          </p:cNvPr>
          <p:cNvSpPr/>
          <p:nvPr/>
        </p:nvSpPr>
        <p:spPr>
          <a:xfrm>
            <a:off x="2764663" y="5366989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01600 w 264160"/>
              <a:gd name="connsiteY10" fmla="*/ 81280 h 264159"/>
              <a:gd name="connsiteX11" fmla="*/ 111760 w 264160"/>
              <a:gd name="connsiteY11" fmla="*/ 91440 h 264159"/>
              <a:gd name="connsiteX12" fmla="*/ 111760 w 264160"/>
              <a:gd name="connsiteY12" fmla="*/ 172720 h 264159"/>
              <a:gd name="connsiteX13" fmla="*/ 101600 w 264160"/>
              <a:gd name="connsiteY13" fmla="*/ 182880 h 264159"/>
              <a:gd name="connsiteX14" fmla="*/ 91440 w 264160"/>
              <a:gd name="connsiteY14" fmla="*/ 172720 h 264159"/>
              <a:gd name="connsiteX15" fmla="*/ 91440 w 264160"/>
              <a:gd name="connsiteY15" fmla="*/ 91440 h 264159"/>
              <a:gd name="connsiteX16" fmla="*/ 101600 w 264160"/>
              <a:gd name="connsiteY16" fmla="*/ 81280 h 264159"/>
              <a:gd name="connsiteX17" fmla="*/ 172720 w 264160"/>
              <a:gd name="connsiteY17" fmla="*/ 91440 h 264159"/>
              <a:gd name="connsiteX18" fmla="*/ 162560 w 264160"/>
              <a:gd name="connsiteY18" fmla="*/ 81280 h 264159"/>
              <a:gd name="connsiteX19" fmla="*/ 152400 w 264160"/>
              <a:gd name="connsiteY19" fmla="*/ 91440 h 264159"/>
              <a:gd name="connsiteX20" fmla="*/ 152400 w 264160"/>
              <a:gd name="connsiteY20" fmla="*/ 172720 h 264159"/>
              <a:gd name="connsiteX21" fmla="*/ 162560 w 264160"/>
              <a:gd name="connsiteY21" fmla="*/ 182880 h 264159"/>
              <a:gd name="connsiteX22" fmla="*/ 172720 w 264160"/>
              <a:gd name="connsiteY22" fmla="*/ 172720 h 264159"/>
              <a:gd name="connsiteX23" fmla="*/ 172720 w 264160"/>
              <a:gd name="connsiteY23" fmla="*/ 914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304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969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4470"/>
                  <a:pt x="59690" y="264160"/>
                  <a:pt x="132080" y="264160"/>
                </a:cubicBezTo>
                <a:close/>
                <a:moveTo>
                  <a:pt x="101600" y="81280"/>
                </a:moveTo>
                <a:cubicBezTo>
                  <a:pt x="106680" y="81280"/>
                  <a:pt x="111760" y="86360"/>
                  <a:pt x="111760" y="91440"/>
                </a:cubicBezTo>
                <a:lnTo>
                  <a:pt x="111760" y="172720"/>
                </a:lnTo>
                <a:cubicBezTo>
                  <a:pt x="111760" y="177800"/>
                  <a:pt x="106680" y="182880"/>
                  <a:pt x="101600" y="182880"/>
                </a:cubicBezTo>
                <a:cubicBezTo>
                  <a:pt x="96520" y="182880"/>
                  <a:pt x="91440" y="177800"/>
                  <a:pt x="91440" y="172720"/>
                </a:cubicBezTo>
                <a:lnTo>
                  <a:pt x="91440" y="91440"/>
                </a:lnTo>
                <a:cubicBezTo>
                  <a:pt x="91440" y="85090"/>
                  <a:pt x="96520" y="81280"/>
                  <a:pt x="101600" y="81280"/>
                </a:cubicBezTo>
                <a:close/>
                <a:moveTo>
                  <a:pt x="172720" y="91440"/>
                </a:moveTo>
                <a:cubicBezTo>
                  <a:pt x="172720" y="86360"/>
                  <a:pt x="167640" y="81280"/>
                  <a:pt x="162560" y="81280"/>
                </a:cubicBezTo>
                <a:cubicBezTo>
                  <a:pt x="157480" y="81280"/>
                  <a:pt x="152400" y="86360"/>
                  <a:pt x="152400" y="91440"/>
                </a:cubicBezTo>
                <a:lnTo>
                  <a:pt x="152400" y="172720"/>
                </a:lnTo>
                <a:cubicBezTo>
                  <a:pt x="152400" y="177800"/>
                  <a:pt x="157480" y="182880"/>
                  <a:pt x="162560" y="182880"/>
                </a:cubicBezTo>
                <a:cubicBezTo>
                  <a:pt x="167640" y="182880"/>
                  <a:pt x="172720" y="177800"/>
                  <a:pt x="172720" y="172720"/>
                </a:cubicBezTo>
                <a:lnTo>
                  <a:pt x="172720" y="914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4" name="Полилиния: фигура 30">
            <a:extLst>
              <a:ext uri="{FF2B5EF4-FFF2-40B4-BE49-F238E27FC236}">
                <a16:creationId xmlns:a16="http://schemas.microsoft.com/office/drawing/2014/main" id="{4E18DB61-C9A7-917C-6AF4-C5E37A3F8305}"/>
              </a:ext>
            </a:extLst>
          </p:cNvPr>
          <p:cNvSpPr/>
          <p:nvPr/>
        </p:nvSpPr>
        <p:spPr>
          <a:xfrm>
            <a:off x="4443604" y="5361908"/>
            <a:ext cx="262889" cy="273050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6" name="Полилиния: фигура 37">
            <a:extLst>
              <a:ext uri="{FF2B5EF4-FFF2-40B4-BE49-F238E27FC236}">
                <a16:creationId xmlns:a16="http://schemas.microsoft.com/office/drawing/2014/main" id="{A02883D6-DCED-AC7D-5FB7-2E391F32E7FA}"/>
              </a:ext>
            </a:extLst>
          </p:cNvPr>
          <p:cNvSpPr/>
          <p:nvPr/>
        </p:nvSpPr>
        <p:spPr>
          <a:xfrm>
            <a:off x="2184273" y="5382228"/>
            <a:ext cx="302260" cy="232410"/>
          </a:xfrm>
          <a:custGeom>
            <a:avLst/>
            <a:gdLst>
              <a:gd name="connsiteX0" fmla="*/ 223520 w 302260"/>
              <a:gd name="connsiteY0" fmla="*/ 10160 h 232410"/>
              <a:gd name="connsiteX1" fmla="*/ 213360 w 302260"/>
              <a:gd name="connsiteY1" fmla="*/ 0 h 232410"/>
              <a:gd name="connsiteX2" fmla="*/ 203200 w 302260"/>
              <a:gd name="connsiteY2" fmla="*/ 10160 h 232410"/>
              <a:gd name="connsiteX3" fmla="*/ 203200 w 302260"/>
              <a:gd name="connsiteY3" fmla="*/ 16510 h 232410"/>
              <a:gd name="connsiteX4" fmla="*/ 187960 w 302260"/>
              <a:gd name="connsiteY4" fmla="*/ 35560 h 232410"/>
              <a:gd name="connsiteX5" fmla="*/ 172720 w 302260"/>
              <a:gd name="connsiteY5" fmla="*/ 39370 h 232410"/>
              <a:gd name="connsiteX6" fmla="*/ 143510 w 302260"/>
              <a:gd name="connsiteY6" fmla="*/ 69850 h 232410"/>
              <a:gd name="connsiteX7" fmla="*/ 81280 w 302260"/>
              <a:gd name="connsiteY7" fmla="*/ 69850 h 232410"/>
              <a:gd name="connsiteX8" fmla="*/ 0 w 302260"/>
              <a:gd name="connsiteY8" fmla="*/ 151130 h 232410"/>
              <a:gd name="connsiteX9" fmla="*/ 0 w 302260"/>
              <a:gd name="connsiteY9" fmla="*/ 154940 h 232410"/>
              <a:gd name="connsiteX10" fmla="*/ 77470 w 302260"/>
              <a:gd name="connsiteY10" fmla="*/ 232410 h 232410"/>
              <a:gd name="connsiteX11" fmla="*/ 142240 w 302260"/>
              <a:gd name="connsiteY11" fmla="*/ 191770 h 232410"/>
              <a:gd name="connsiteX12" fmla="*/ 142240 w 302260"/>
              <a:gd name="connsiteY12" fmla="*/ 191770 h 232410"/>
              <a:gd name="connsiteX13" fmla="*/ 160020 w 302260"/>
              <a:gd name="connsiteY13" fmla="*/ 191770 h 232410"/>
              <a:gd name="connsiteX14" fmla="*/ 160020 w 302260"/>
              <a:gd name="connsiteY14" fmla="*/ 191770 h 232410"/>
              <a:gd name="connsiteX15" fmla="*/ 224790 w 302260"/>
              <a:gd name="connsiteY15" fmla="*/ 232410 h 232410"/>
              <a:gd name="connsiteX16" fmla="*/ 302260 w 302260"/>
              <a:gd name="connsiteY16" fmla="*/ 154940 h 232410"/>
              <a:gd name="connsiteX17" fmla="*/ 302260 w 302260"/>
              <a:gd name="connsiteY17" fmla="*/ 151130 h 232410"/>
              <a:gd name="connsiteX18" fmla="*/ 220980 w 302260"/>
              <a:gd name="connsiteY18" fmla="*/ 69850 h 232410"/>
              <a:gd name="connsiteX19" fmla="*/ 162560 w 302260"/>
              <a:gd name="connsiteY19" fmla="*/ 69850 h 232410"/>
              <a:gd name="connsiteX20" fmla="*/ 176530 w 302260"/>
              <a:gd name="connsiteY20" fmla="*/ 58420 h 232410"/>
              <a:gd name="connsiteX21" fmla="*/ 191770 w 302260"/>
              <a:gd name="connsiteY21" fmla="*/ 54610 h 232410"/>
              <a:gd name="connsiteX22" fmla="*/ 222250 w 302260"/>
              <a:gd name="connsiteY22" fmla="*/ 15240 h 232410"/>
              <a:gd name="connsiteX23" fmla="*/ 222250 w 302260"/>
              <a:gd name="connsiteY23" fmla="*/ 10160 h 232410"/>
              <a:gd name="connsiteX24" fmla="*/ 152400 w 302260"/>
              <a:gd name="connsiteY24" fmla="*/ 91440 h 232410"/>
              <a:gd name="connsiteX25" fmla="*/ 81280 w 302260"/>
              <a:gd name="connsiteY25" fmla="*/ 91440 h 232410"/>
              <a:gd name="connsiteX26" fmla="*/ 20320 w 302260"/>
              <a:gd name="connsiteY26" fmla="*/ 152400 h 232410"/>
              <a:gd name="connsiteX27" fmla="*/ 20320 w 302260"/>
              <a:gd name="connsiteY27" fmla="*/ 156210 h 232410"/>
              <a:gd name="connsiteX28" fmla="*/ 77470 w 302260"/>
              <a:gd name="connsiteY28" fmla="*/ 213360 h 232410"/>
              <a:gd name="connsiteX29" fmla="*/ 124460 w 302260"/>
              <a:gd name="connsiteY29" fmla="*/ 184150 h 232410"/>
              <a:gd name="connsiteX30" fmla="*/ 125730 w 302260"/>
              <a:gd name="connsiteY30" fmla="*/ 181610 h 232410"/>
              <a:gd name="connsiteX31" fmla="*/ 139700 w 302260"/>
              <a:gd name="connsiteY31" fmla="*/ 172720 h 232410"/>
              <a:gd name="connsiteX32" fmla="*/ 162560 w 302260"/>
              <a:gd name="connsiteY32" fmla="*/ 172720 h 232410"/>
              <a:gd name="connsiteX33" fmla="*/ 176530 w 302260"/>
              <a:gd name="connsiteY33" fmla="*/ 181610 h 232410"/>
              <a:gd name="connsiteX34" fmla="*/ 177800 w 302260"/>
              <a:gd name="connsiteY34" fmla="*/ 184150 h 232410"/>
              <a:gd name="connsiteX35" fmla="*/ 224790 w 302260"/>
              <a:gd name="connsiteY35" fmla="*/ 213360 h 232410"/>
              <a:gd name="connsiteX36" fmla="*/ 281940 w 302260"/>
              <a:gd name="connsiteY36" fmla="*/ 156210 h 232410"/>
              <a:gd name="connsiteX37" fmla="*/ 281940 w 302260"/>
              <a:gd name="connsiteY37" fmla="*/ 152400 h 232410"/>
              <a:gd name="connsiteX38" fmla="*/ 220980 w 302260"/>
              <a:gd name="connsiteY38" fmla="*/ 91440 h 232410"/>
              <a:gd name="connsiteX39" fmla="*/ 152400 w 302260"/>
              <a:gd name="connsiteY39" fmla="*/ 91440 h 232410"/>
              <a:gd name="connsiteX40" fmla="*/ 76200 w 302260"/>
              <a:gd name="connsiteY40" fmla="*/ 121920 h 232410"/>
              <a:gd name="connsiteX41" fmla="*/ 86360 w 302260"/>
              <a:gd name="connsiteY41" fmla="*/ 132080 h 232410"/>
              <a:gd name="connsiteX42" fmla="*/ 86360 w 302260"/>
              <a:gd name="connsiteY42" fmla="*/ 142240 h 232410"/>
              <a:gd name="connsiteX43" fmla="*/ 96520 w 302260"/>
              <a:gd name="connsiteY43" fmla="*/ 142240 h 232410"/>
              <a:gd name="connsiteX44" fmla="*/ 106680 w 302260"/>
              <a:gd name="connsiteY44" fmla="*/ 152400 h 232410"/>
              <a:gd name="connsiteX45" fmla="*/ 96520 w 302260"/>
              <a:gd name="connsiteY45" fmla="*/ 162560 h 232410"/>
              <a:gd name="connsiteX46" fmla="*/ 86360 w 302260"/>
              <a:gd name="connsiteY46" fmla="*/ 162560 h 232410"/>
              <a:gd name="connsiteX47" fmla="*/ 86360 w 302260"/>
              <a:gd name="connsiteY47" fmla="*/ 172720 h 232410"/>
              <a:gd name="connsiteX48" fmla="*/ 76200 w 302260"/>
              <a:gd name="connsiteY48" fmla="*/ 182880 h 232410"/>
              <a:gd name="connsiteX49" fmla="*/ 66040 w 302260"/>
              <a:gd name="connsiteY49" fmla="*/ 172720 h 232410"/>
              <a:gd name="connsiteX50" fmla="*/ 66040 w 302260"/>
              <a:gd name="connsiteY50" fmla="*/ 162560 h 232410"/>
              <a:gd name="connsiteX51" fmla="*/ 55880 w 302260"/>
              <a:gd name="connsiteY51" fmla="*/ 162560 h 232410"/>
              <a:gd name="connsiteX52" fmla="*/ 45720 w 302260"/>
              <a:gd name="connsiteY52" fmla="*/ 152400 h 232410"/>
              <a:gd name="connsiteX53" fmla="*/ 55880 w 302260"/>
              <a:gd name="connsiteY53" fmla="*/ 142240 h 232410"/>
              <a:gd name="connsiteX54" fmla="*/ 66040 w 302260"/>
              <a:gd name="connsiteY54" fmla="*/ 142240 h 232410"/>
              <a:gd name="connsiteX55" fmla="*/ 66040 w 302260"/>
              <a:gd name="connsiteY55" fmla="*/ 132080 h 232410"/>
              <a:gd name="connsiteX56" fmla="*/ 76200 w 302260"/>
              <a:gd name="connsiteY56" fmla="*/ 121920 h 232410"/>
              <a:gd name="connsiteX57" fmla="*/ 203200 w 302260"/>
              <a:gd name="connsiteY57" fmla="*/ 152400 h 232410"/>
              <a:gd name="connsiteX58" fmla="*/ 193040 w 302260"/>
              <a:gd name="connsiteY58" fmla="*/ 162560 h 232410"/>
              <a:gd name="connsiteX59" fmla="*/ 182880 w 302260"/>
              <a:gd name="connsiteY59" fmla="*/ 152400 h 232410"/>
              <a:gd name="connsiteX60" fmla="*/ 193040 w 302260"/>
              <a:gd name="connsiteY60" fmla="*/ 142240 h 232410"/>
              <a:gd name="connsiteX61" fmla="*/ 203200 w 302260"/>
              <a:gd name="connsiteY61" fmla="*/ 152400 h 232410"/>
              <a:gd name="connsiteX62" fmla="*/ 223520 w 302260"/>
              <a:gd name="connsiteY62" fmla="*/ 137160 h 232410"/>
              <a:gd name="connsiteX63" fmla="*/ 233680 w 302260"/>
              <a:gd name="connsiteY63" fmla="*/ 127000 h 232410"/>
              <a:gd name="connsiteX64" fmla="*/ 223520 w 302260"/>
              <a:gd name="connsiteY64" fmla="*/ 116840 h 232410"/>
              <a:gd name="connsiteX65" fmla="*/ 213360 w 302260"/>
              <a:gd name="connsiteY65" fmla="*/ 127000 h 232410"/>
              <a:gd name="connsiteX66" fmla="*/ 223520 w 302260"/>
              <a:gd name="connsiteY66" fmla="*/ 137160 h 232410"/>
              <a:gd name="connsiteX67" fmla="*/ 233680 w 302260"/>
              <a:gd name="connsiteY67" fmla="*/ 177800 h 232410"/>
              <a:gd name="connsiteX68" fmla="*/ 223520 w 302260"/>
              <a:gd name="connsiteY68" fmla="*/ 187960 h 232410"/>
              <a:gd name="connsiteX69" fmla="*/ 213360 w 302260"/>
              <a:gd name="connsiteY69" fmla="*/ 177800 h 232410"/>
              <a:gd name="connsiteX70" fmla="*/ 223520 w 302260"/>
              <a:gd name="connsiteY70" fmla="*/ 167640 h 232410"/>
              <a:gd name="connsiteX71" fmla="*/ 233680 w 302260"/>
              <a:gd name="connsiteY71" fmla="*/ 177800 h 232410"/>
              <a:gd name="connsiteX72" fmla="*/ 254000 w 302260"/>
              <a:gd name="connsiteY72" fmla="*/ 162560 h 232410"/>
              <a:gd name="connsiteX73" fmla="*/ 264160 w 302260"/>
              <a:gd name="connsiteY73" fmla="*/ 152400 h 232410"/>
              <a:gd name="connsiteX74" fmla="*/ 254000 w 302260"/>
              <a:gd name="connsiteY74" fmla="*/ 142240 h 232410"/>
              <a:gd name="connsiteX75" fmla="*/ 243840 w 302260"/>
              <a:gd name="connsiteY75" fmla="*/ 152400 h 232410"/>
              <a:gd name="connsiteX76" fmla="*/ 254000 w 302260"/>
              <a:gd name="connsiteY76" fmla="*/ 162560 h 232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302260" h="232410">
                <a:moveTo>
                  <a:pt x="223520" y="10160"/>
                </a:moveTo>
                <a:cubicBezTo>
                  <a:pt x="223520" y="5080"/>
                  <a:pt x="218440" y="0"/>
                  <a:pt x="213360" y="0"/>
                </a:cubicBezTo>
                <a:cubicBezTo>
                  <a:pt x="208280" y="0"/>
                  <a:pt x="203200" y="5080"/>
                  <a:pt x="203200" y="10160"/>
                </a:cubicBezTo>
                <a:lnTo>
                  <a:pt x="203200" y="16510"/>
                </a:lnTo>
                <a:cubicBezTo>
                  <a:pt x="203200" y="25400"/>
                  <a:pt x="196850" y="34290"/>
                  <a:pt x="187960" y="35560"/>
                </a:cubicBezTo>
                <a:lnTo>
                  <a:pt x="172720" y="39370"/>
                </a:lnTo>
                <a:cubicBezTo>
                  <a:pt x="157480" y="43180"/>
                  <a:pt x="146050" y="55880"/>
                  <a:pt x="143510" y="69850"/>
                </a:cubicBezTo>
                <a:lnTo>
                  <a:pt x="81280" y="69850"/>
                </a:lnTo>
                <a:cubicBezTo>
                  <a:pt x="36830" y="69850"/>
                  <a:pt x="0" y="106680"/>
                  <a:pt x="0" y="151130"/>
                </a:cubicBezTo>
                <a:lnTo>
                  <a:pt x="0" y="154940"/>
                </a:lnTo>
                <a:cubicBezTo>
                  <a:pt x="0" y="198120"/>
                  <a:pt x="34290" y="232410"/>
                  <a:pt x="77470" y="232410"/>
                </a:cubicBezTo>
                <a:cubicBezTo>
                  <a:pt x="105410" y="232410"/>
                  <a:pt x="130810" y="217170"/>
                  <a:pt x="142240" y="191770"/>
                </a:cubicBezTo>
                <a:lnTo>
                  <a:pt x="142240" y="191770"/>
                </a:lnTo>
                <a:lnTo>
                  <a:pt x="160020" y="191770"/>
                </a:lnTo>
                <a:lnTo>
                  <a:pt x="160020" y="191770"/>
                </a:lnTo>
                <a:cubicBezTo>
                  <a:pt x="172720" y="215900"/>
                  <a:pt x="198120" y="232410"/>
                  <a:pt x="224790" y="232410"/>
                </a:cubicBezTo>
                <a:cubicBezTo>
                  <a:pt x="267970" y="232410"/>
                  <a:pt x="302260" y="198120"/>
                  <a:pt x="302260" y="154940"/>
                </a:cubicBezTo>
                <a:lnTo>
                  <a:pt x="302260" y="151130"/>
                </a:lnTo>
                <a:cubicBezTo>
                  <a:pt x="302260" y="106680"/>
                  <a:pt x="265430" y="69850"/>
                  <a:pt x="220980" y="69850"/>
                </a:cubicBezTo>
                <a:lnTo>
                  <a:pt x="162560" y="69850"/>
                </a:lnTo>
                <a:cubicBezTo>
                  <a:pt x="165100" y="64770"/>
                  <a:pt x="170180" y="59690"/>
                  <a:pt x="176530" y="58420"/>
                </a:cubicBezTo>
                <a:lnTo>
                  <a:pt x="191770" y="54610"/>
                </a:lnTo>
                <a:cubicBezTo>
                  <a:pt x="209550" y="49530"/>
                  <a:pt x="222250" y="34290"/>
                  <a:pt x="222250" y="15240"/>
                </a:cubicBezTo>
                <a:lnTo>
                  <a:pt x="222250" y="10160"/>
                </a:lnTo>
                <a:close/>
                <a:moveTo>
                  <a:pt x="152400" y="91440"/>
                </a:moveTo>
                <a:lnTo>
                  <a:pt x="81280" y="91440"/>
                </a:lnTo>
                <a:cubicBezTo>
                  <a:pt x="48260" y="91440"/>
                  <a:pt x="20320" y="118110"/>
                  <a:pt x="20320" y="152400"/>
                </a:cubicBezTo>
                <a:lnTo>
                  <a:pt x="20320" y="156210"/>
                </a:lnTo>
                <a:cubicBezTo>
                  <a:pt x="20320" y="187960"/>
                  <a:pt x="45720" y="213360"/>
                  <a:pt x="77470" y="213360"/>
                </a:cubicBezTo>
                <a:cubicBezTo>
                  <a:pt x="97790" y="213360"/>
                  <a:pt x="115570" y="201930"/>
                  <a:pt x="124460" y="184150"/>
                </a:cubicBezTo>
                <a:lnTo>
                  <a:pt x="125730" y="181610"/>
                </a:lnTo>
                <a:cubicBezTo>
                  <a:pt x="128270" y="176530"/>
                  <a:pt x="133350" y="172720"/>
                  <a:pt x="139700" y="172720"/>
                </a:cubicBezTo>
                <a:lnTo>
                  <a:pt x="162560" y="172720"/>
                </a:lnTo>
                <a:cubicBezTo>
                  <a:pt x="168910" y="172720"/>
                  <a:pt x="173990" y="176530"/>
                  <a:pt x="176530" y="181610"/>
                </a:cubicBezTo>
                <a:lnTo>
                  <a:pt x="177800" y="184150"/>
                </a:lnTo>
                <a:cubicBezTo>
                  <a:pt x="186690" y="201930"/>
                  <a:pt x="204470" y="213360"/>
                  <a:pt x="224790" y="213360"/>
                </a:cubicBezTo>
                <a:cubicBezTo>
                  <a:pt x="256540" y="213360"/>
                  <a:pt x="281940" y="187960"/>
                  <a:pt x="281940" y="156210"/>
                </a:cubicBezTo>
                <a:lnTo>
                  <a:pt x="281940" y="152400"/>
                </a:lnTo>
                <a:cubicBezTo>
                  <a:pt x="281940" y="119380"/>
                  <a:pt x="255270" y="91440"/>
                  <a:pt x="220980" y="91440"/>
                </a:cubicBezTo>
                <a:lnTo>
                  <a:pt x="152400" y="91440"/>
                </a:lnTo>
                <a:close/>
                <a:moveTo>
                  <a:pt x="76200" y="121920"/>
                </a:moveTo>
                <a:cubicBezTo>
                  <a:pt x="81280" y="121920"/>
                  <a:pt x="86360" y="127000"/>
                  <a:pt x="86360" y="132080"/>
                </a:cubicBezTo>
                <a:lnTo>
                  <a:pt x="86360" y="142240"/>
                </a:lnTo>
                <a:lnTo>
                  <a:pt x="96520" y="142240"/>
                </a:lnTo>
                <a:cubicBezTo>
                  <a:pt x="101600" y="142240"/>
                  <a:pt x="106680" y="147320"/>
                  <a:pt x="106680" y="152400"/>
                </a:cubicBezTo>
                <a:cubicBezTo>
                  <a:pt x="106680" y="157480"/>
                  <a:pt x="101600" y="162560"/>
                  <a:pt x="96520" y="162560"/>
                </a:cubicBezTo>
                <a:lnTo>
                  <a:pt x="86360" y="162560"/>
                </a:lnTo>
                <a:lnTo>
                  <a:pt x="86360" y="172720"/>
                </a:lnTo>
                <a:cubicBezTo>
                  <a:pt x="86360" y="177800"/>
                  <a:pt x="81280" y="182880"/>
                  <a:pt x="76200" y="182880"/>
                </a:cubicBezTo>
                <a:cubicBezTo>
                  <a:pt x="71120" y="182880"/>
                  <a:pt x="66040" y="177800"/>
                  <a:pt x="66040" y="172720"/>
                </a:cubicBezTo>
                <a:lnTo>
                  <a:pt x="66040" y="162560"/>
                </a:lnTo>
                <a:lnTo>
                  <a:pt x="55880" y="162560"/>
                </a:lnTo>
                <a:cubicBezTo>
                  <a:pt x="50800" y="162560"/>
                  <a:pt x="45720" y="157480"/>
                  <a:pt x="45720" y="152400"/>
                </a:cubicBezTo>
                <a:cubicBezTo>
                  <a:pt x="45720" y="147320"/>
                  <a:pt x="50800" y="142240"/>
                  <a:pt x="55880" y="142240"/>
                </a:cubicBezTo>
                <a:lnTo>
                  <a:pt x="66040" y="142240"/>
                </a:lnTo>
                <a:lnTo>
                  <a:pt x="66040" y="132080"/>
                </a:lnTo>
                <a:cubicBezTo>
                  <a:pt x="67310" y="125730"/>
                  <a:pt x="71120" y="121920"/>
                  <a:pt x="76200" y="121920"/>
                </a:cubicBezTo>
                <a:close/>
                <a:moveTo>
                  <a:pt x="203200" y="152400"/>
                </a:moveTo>
                <a:cubicBezTo>
                  <a:pt x="203200" y="157480"/>
                  <a:pt x="198120" y="162560"/>
                  <a:pt x="193040" y="162560"/>
                </a:cubicBezTo>
                <a:cubicBezTo>
                  <a:pt x="187960" y="162560"/>
                  <a:pt x="182880" y="157480"/>
                  <a:pt x="182880" y="152400"/>
                </a:cubicBezTo>
                <a:cubicBezTo>
                  <a:pt x="182880" y="147320"/>
                  <a:pt x="187960" y="142240"/>
                  <a:pt x="193040" y="142240"/>
                </a:cubicBezTo>
                <a:cubicBezTo>
                  <a:pt x="199390" y="142240"/>
                  <a:pt x="203200" y="146050"/>
                  <a:pt x="203200" y="152400"/>
                </a:cubicBezTo>
                <a:close/>
                <a:moveTo>
                  <a:pt x="223520" y="137160"/>
                </a:moveTo>
                <a:cubicBezTo>
                  <a:pt x="228600" y="137160"/>
                  <a:pt x="233680" y="132080"/>
                  <a:pt x="233680" y="127000"/>
                </a:cubicBezTo>
                <a:cubicBezTo>
                  <a:pt x="233680" y="121920"/>
                  <a:pt x="228600" y="116840"/>
                  <a:pt x="223520" y="116840"/>
                </a:cubicBezTo>
                <a:cubicBezTo>
                  <a:pt x="218440" y="116840"/>
                  <a:pt x="213360" y="121920"/>
                  <a:pt x="213360" y="127000"/>
                </a:cubicBezTo>
                <a:cubicBezTo>
                  <a:pt x="213360" y="132080"/>
                  <a:pt x="218440" y="137160"/>
                  <a:pt x="223520" y="137160"/>
                </a:cubicBezTo>
                <a:close/>
                <a:moveTo>
                  <a:pt x="233680" y="177800"/>
                </a:moveTo>
                <a:cubicBezTo>
                  <a:pt x="233680" y="182880"/>
                  <a:pt x="228600" y="187960"/>
                  <a:pt x="223520" y="187960"/>
                </a:cubicBezTo>
                <a:cubicBezTo>
                  <a:pt x="218440" y="187960"/>
                  <a:pt x="213360" y="182880"/>
                  <a:pt x="213360" y="177800"/>
                </a:cubicBezTo>
                <a:cubicBezTo>
                  <a:pt x="213360" y="172720"/>
                  <a:pt x="218440" y="167640"/>
                  <a:pt x="223520" y="167640"/>
                </a:cubicBezTo>
                <a:cubicBezTo>
                  <a:pt x="229870" y="167640"/>
                  <a:pt x="233680" y="171450"/>
                  <a:pt x="233680" y="177800"/>
                </a:cubicBezTo>
                <a:close/>
                <a:moveTo>
                  <a:pt x="254000" y="162560"/>
                </a:moveTo>
                <a:cubicBezTo>
                  <a:pt x="259080" y="162560"/>
                  <a:pt x="264160" y="157480"/>
                  <a:pt x="264160" y="152400"/>
                </a:cubicBezTo>
                <a:cubicBezTo>
                  <a:pt x="264160" y="147320"/>
                  <a:pt x="259080" y="142240"/>
                  <a:pt x="254000" y="142240"/>
                </a:cubicBezTo>
                <a:cubicBezTo>
                  <a:pt x="248920" y="142240"/>
                  <a:pt x="243840" y="147320"/>
                  <a:pt x="243840" y="152400"/>
                </a:cubicBezTo>
                <a:cubicBezTo>
                  <a:pt x="243840" y="157480"/>
                  <a:pt x="248920" y="162560"/>
                  <a:pt x="254000" y="1625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9" name="Полилиния: фигура 39">
            <a:extLst>
              <a:ext uri="{FF2B5EF4-FFF2-40B4-BE49-F238E27FC236}">
                <a16:creationId xmlns:a16="http://schemas.microsoft.com/office/drawing/2014/main" id="{A1C185F0-6625-C597-D022-A4667FD53771}"/>
              </a:ext>
            </a:extLst>
          </p:cNvPr>
          <p:cNvSpPr/>
          <p:nvPr/>
        </p:nvSpPr>
        <p:spPr>
          <a:xfrm>
            <a:off x="6131434" y="5387308"/>
            <a:ext cx="243840" cy="223520"/>
          </a:xfrm>
          <a:custGeom>
            <a:avLst/>
            <a:gdLst>
              <a:gd name="connsiteX0" fmla="*/ 60960 w 243840"/>
              <a:gd name="connsiteY0" fmla="*/ 0 h 223520"/>
              <a:gd name="connsiteX1" fmla="*/ 71120 w 243840"/>
              <a:gd name="connsiteY1" fmla="*/ 10160 h 223520"/>
              <a:gd name="connsiteX2" fmla="*/ 71120 w 243840"/>
              <a:gd name="connsiteY2" fmla="*/ 20320 h 223520"/>
              <a:gd name="connsiteX3" fmla="*/ 172720 w 243840"/>
              <a:gd name="connsiteY3" fmla="*/ 20320 h 223520"/>
              <a:gd name="connsiteX4" fmla="*/ 172720 w 243840"/>
              <a:gd name="connsiteY4" fmla="*/ 10160 h 223520"/>
              <a:gd name="connsiteX5" fmla="*/ 182880 w 243840"/>
              <a:gd name="connsiteY5" fmla="*/ 0 h 223520"/>
              <a:gd name="connsiteX6" fmla="*/ 193040 w 243840"/>
              <a:gd name="connsiteY6" fmla="*/ 10160 h 223520"/>
              <a:gd name="connsiteX7" fmla="*/ 193040 w 243840"/>
              <a:gd name="connsiteY7" fmla="*/ 20320 h 223520"/>
              <a:gd name="connsiteX8" fmla="*/ 223520 w 243840"/>
              <a:gd name="connsiteY8" fmla="*/ 20320 h 223520"/>
              <a:gd name="connsiteX9" fmla="*/ 243840 w 243840"/>
              <a:gd name="connsiteY9" fmla="*/ 40640 h 223520"/>
              <a:gd name="connsiteX10" fmla="*/ 243840 w 243840"/>
              <a:gd name="connsiteY10" fmla="*/ 91440 h 223520"/>
              <a:gd name="connsiteX11" fmla="*/ 243840 w 243840"/>
              <a:gd name="connsiteY11" fmla="*/ 203200 h 223520"/>
              <a:gd name="connsiteX12" fmla="*/ 223520 w 243840"/>
              <a:gd name="connsiteY12" fmla="*/ 223520 h 223520"/>
              <a:gd name="connsiteX13" fmla="*/ 20320 w 243840"/>
              <a:gd name="connsiteY13" fmla="*/ 223520 h 223520"/>
              <a:gd name="connsiteX14" fmla="*/ 0 w 243840"/>
              <a:gd name="connsiteY14" fmla="*/ 203200 h 223520"/>
              <a:gd name="connsiteX15" fmla="*/ 0 w 243840"/>
              <a:gd name="connsiteY15" fmla="*/ 91440 h 223520"/>
              <a:gd name="connsiteX16" fmla="*/ 0 w 243840"/>
              <a:gd name="connsiteY16" fmla="*/ 40640 h 223520"/>
              <a:gd name="connsiteX17" fmla="*/ 20320 w 243840"/>
              <a:gd name="connsiteY17" fmla="*/ 20320 h 223520"/>
              <a:gd name="connsiteX18" fmla="*/ 50800 w 243840"/>
              <a:gd name="connsiteY18" fmla="*/ 20320 h 223520"/>
              <a:gd name="connsiteX19" fmla="*/ 50800 w 243840"/>
              <a:gd name="connsiteY19" fmla="*/ 10160 h 223520"/>
              <a:gd name="connsiteX20" fmla="*/ 60960 w 243840"/>
              <a:gd name="connsiteY20" fmla="*/ 0 h 223520"/>
              <a:gd name="connsiteX21" fmla="*/ 172720 w 243840"/>
              <a:gd name="connsiteY21" fmla="*/ 40640 h 223520"/>
              <a:gd name="connsiteX22" fmla="*/ 172720 w 243840"/>
              <a:gd name="connsiteY22" fmla="*/ 50800 h 223520"/>
              <a:gd name="connsiteX23" fmla="*/ 182880 w 243840"/>
              <a:gd name="connsiteY23" fmla="*/ 60960 h 223520"/>
              <a:gd name="connsiteX24" fmla="*/ 193040 w 243840"/>
              <a:gd name="connsiteY24" fmla="*/ 50800 h 223520"/>
              <a:gd name="connsiteX25" fmla="*/ 193040 w 243840"/>
              <a:gd name="connsiteY25" fmla="*/ 40640 h 223520"/>
              <a:gd name="connsiteX26" fmla="*/ 223520 w 243840"/>
              <a:gd name="connsiteY26" fmla="*/ 40640 h 223520"/>
              <a:gd name="connsiteX27" fmla="*/ 223520 w 243840"/>
              <a:gd name="connsiteY27" fmla="*/ 81280 h 223520"/>
              <a:gd name="connsiteX28" fmla="*/ 20320 w 243840"/>
              <a:gd name="connsiteY28" fmla="*/ 81280 h 223520"/>
              <a:gd name="connsiteX29" fmla="*/ 20320 w 243840"/>
              <a:gd name="connsiteY29" fmla="*/ 40640 h 223520"/>
              <a:gd name="connsiteX30" fmla="*/ 50800 w 243840"/>
              <a:gd name="connsiteY30" fmla="*/ 40640 h 223520"/>
              <a:gd name="connsiteX31" fmla="*/ 50800 w 243840"/>
              <a:gd name="connsiteY31" fmla="*/ 50800 h 223520"/>
              <a:gd name="connsiteX32" fmla="*/ 60960 w 243840"/>
              <a:gd name="connsiteY32" fmla="*/ 60960 h 223520"/>
              <a:gd name="connsiteX33" fmla="*/ 71120 w 243840"/>
              <a:gd name="connsiteY33" fmla="*/ 50800 h 223520"/>
              <a:gd name="connsiteX34" fmla="*/ 71120 w 243840"/>
              <a:gd name="connsiteY34" fmla="*/ 40640 h 223520"/>
              <a:gd name="connsiteX35" fmla="*/ 172720 w 243840"/>
              <a:gd name="connsiteY35" fmla="*/ 40640 h 223520"/>
              <a:gd name="connsiteX36" fmla="*/ 223520 w 243840"/>
              <a:gd name="connsiteY36" fmla="*/ 101600 h 223520"/>
              <a:gd name="connsiteX37" fmla="*/ 223520 w 243840"/>
              <a:gd name="connsiteY37" fmla="*/ 203200 h 223520"/>
              <a:gd name="connsiteX38" fmla="*/ 20320 w 243840"/>
              <a:gd name="connsiteY38" fmla="*/ 203200 h 223520"/>
              <a:gd name="connsiteX39" fmla="*/ 20320 w 243840"/>
              <a:gd name="connsiteY39" fmla="*/ 101600 h 223520"/>
              <a:gd name="connsiteX40" fmla="*/ 223520 w 243840"/>
              <a:gd name="connsiteY40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3840" h="223520">
                <a:moveTo>
                  <a:pt x="60960" y="0"/>
                </a:moveTo>
                <a:cubicBezTo>
                  <a:pt x="66040" y="0"/>
                  <a:pt x="71120" y="5080"/>
                  <a:pt x="71120" y="10160"/>
                </a:cubicBez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ubicBezTo>
                  <a:pt x="187960" y="0"/>
                  <a:pt x="193040" y="5080"/>
                  <a:pt x="193040" y="10160"/>
                </a:cubicBez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91440"/>
                </a:ln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91440"/>
                </a:ln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3810"/>
                  <a:pt x="54610" y="0"/>
                  <a:pt x="60960" y="0"/>
                </a:cubicBezTo>
                <a:close/>
                <a:moveTo>
                  <a:pt x="172720" y="40640"/>
                </a:moveTo>
                <a:lnTo>
                  <a:pt x="172720" y="50800"/>
                </a:lnTo>
                <a:cubicBezTo>
                  <a:pt x="172720" y="5588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1280"/>
                </a:lnTo>
                <a:lnTo>
                  <a:pt x="20320" y="81280"/>
                </a:lnTo>
                <a:lnTo>
                  <a:pt x="20320" y="40640"/>
                </a:lnTo>
                <a:lnTo>
                  <a:pt x="50800" y="40640"/>
                </a:ln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close/>
                <a:moveTo>
                  <a:pt x="223520" y="101600"/>
                </a:moveTo>
                <a:lnTo>
                  <a:pt x="223520" y="203200"/>
                </a:lnTo>
                <a:lnTo>
                  <a:pt x="20320" y="203200"/>
                </a:lnTo>
                <a:lnTo>
                  <a:pt x="20320" y="101600"/>
                </a:lnTo>
                <a:lnTo>
                  <a:pt x="223520" y="1016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0" name="Полилиния: фигура 42">
            <a:extLst>
              <a:ext uri="{FF2B5EF4-FFF2-40B4-BE49-F238E27FC236}">
                <a16:creationId xmlns:a16="http://schemas.microsoft.com/office/drawing/2014/main" id="{FDBAA044-AFE6-9E92-1483-5BCFE1E79EF4}"/>
              </a:ext>
            </a:extLst>
          </p:cNvPr>
          <p:cNvSpPr/>
          <p:nvPr/>
        </p:nvSpPr>
        <p:spPr>
          <a:xfrm>
            <a:off x="1118744" y="2637157"/>
            <a:ext cx="210389" cy="233680"/>
          </a:xfrm>
          <a:custGeom>
            <a:avLst/>
            <a:gdLst>
              <a:gd name="connsiteX0" fmla="*/ 135890 w 210389"/>
              <a:gd name="connsiteY0" fmla="*/ 33020 h 233680"/>
              <a:gd name="connsiteX1" fmla="*/ 143510 w 210389"/>
              <a:gd name="connsiteY1" fmla="*/ 21590 h 233680"/>
              <a:gd name="connsiteX2" fmla="*/ 180340 w 210389"/>
              <a:gd name="connsiteY2" fmla="*/ 21590 h 233680"/>
              <a:gd name="connsiteX3" fmla="*/ 187960 w 210389"/>
              <a:gd name="connsiteY3" fmla="*/ 33020 h 233680"/>
              <a:gd name="connsiteX4" fmla="*/ 175260 w 210389"/>
              <a:gd name="connsiteY4" fmla="*/ 62230 h 233680"/>
              <a:gd name="connsiteX5" fmla="*/ 148590 w 210389"/>
              <a:gd name="connsiteY5" fmla="*/ 62230 h 233680"/>
              <a:gd name="connsiteX6" fmla="*/ 135890 w 210389"/>
              <a:gd name="connsiteY6" fmla="*/ 33020 h 233680"/>
              <a:gd name="connsiteX7" fmla="*/ 132080 w 210389"/>
              <a:gd name="connsiteY7" fmla="*/ 73660 h 233680"/>
              <a:gd name="connsiteX8" fmla="*/ 118110 w 210389"/>
              <a:gd name="connsiteY8" fmla="*/ 39370 h 233680"/>
              <a:gd name="connsiteX9" fmla="*/ 144780 w 210389"/>
              <a:gd name="connsiteY9" fmla="*/ 0 h 233680"/>
              <a:gd name="connsiteX10" fmla="*/ 181610 w 210389"/>
              <a:gd name="connsiteY10" fmla="*/ 0 h 233680"/>
              <a:gd name="connsiteX11" fmla="*/ 208280 w 210389"/>
              <a:gd name="connsiteY11" fmla="*/ 39370 h 233680"/>
              <a:gd name="connsiteX12" fmla="*/ 194310 w 210389"/>
              <a:gd name="connsiteY12" fmla="*/ 73660 h 233680"/>
              <a:gd name="connsiteX13" fmla="*/ 194310 w 210389"/>
              <a:gd name="connsiteY13" fmla="*/ 203200 h 233680"/>
              <a:gd name="connsiteX14" fmla="*/ 163830 w 210389"/>
              <a:gd name="connsiteY14" fmla="*/ 233680 h 233680"/>
              <a:gd name="connsiteX15" fmla="*/ 133350 w 210389"/>
              <a:gd name="connsiteY15" fmla="*/ 203200 h 233680"/>
              <a:gd name="connsiteX16" fmla="*/ 133350 w 210389"/>
              <a:gd name="connsiteY16" fmla="*/ 73660 h 233680"/>
              <a:gd name="connsiteX17" fmla="*/ 64770 w 210389"/>
              <a:gd name="connsiteY17" fmla="*/ 2540 h 233680"/>
              <a:gd name="connsiteX18" fmla="*/ 81280 w 210389"/>
              <a:gd name="connsiteY18" fmla="*/ 12700 h 233680"/>
              <a:gd name="connsiteX19" fmla="*/ 81280 w 210389"/>
              <a:gd name="connsiteY19" fmla="*/ 73660 h 233680"/>
              <a:gd name="connsiteX20" fmla="*/ 86360 w 210389"/>
              <a:gd name="connsiteY20" fmla="*/ 82550 h 233680"/>
              <a:gd name="connsiteX21" fmla="*/ 86360 w 210389"/>
              <a:gd name="connsiteY21" fmla="*/ 162560 h 233680"/>
              <a:gd name="connsiteX22" fmla="*/ 90170 w 210389"/>
              <a:gd name="connsiteY22" fmla="*/ 162560 h 233680"/>
              <a:gd name="connsiteX23" fmla="*/ 101600 w 210389"/>
              <a:gd name="connsiteY23" fmla="*/ 173990 h 233680"/>
              <a:gd name="connsiteX24" fmla="*/ 101600 w 210389"/>
              <a:gd name="connsiteY24" fmla="*/ 222250 h 233680"/>
              <a:gd name="connsiteX25" fmla="*/ 90170 w 210389"/>
              <a:gd name="connsiteY25" fmla="*/ 233680 h 233680"/>
              <a:gd name="connsiteX26" fmla="*/ 11430 w 210389"/>
              <a:gd name="connsiteY26" fmla="*/ 233680 h 233680"/>
              <a:gd name="connsiteX27" fmla="*/ 0 w 210389"/>
              <a:gd name="connsiteY27" fmla="*/ 222250 h 233680"/>
              <a:gd name="connsiteX28" fmla="*/ 0 w 210389"/>
              <a:gd name="connsiteY28" fmla="*/ 173990 h 233680"/>
              <a:gd name="connsiteX29" fmla="*/ 11430 w 210389"/>
              <a:gd name="connsiteY29" fmla="*/ 162560 h 233680"/>
              <a:gd name="connsiteX30" fmla="*/ 15240 w 210389"/>
              <a:gd name="connsiteY30" fmla="*/ 162560 h 233680"/>
              <a:gd name="connsiteX31" fmla="*/ 15240 w 210389"/>
              <a:gd name="connsiteY31" fmla="*/ 82550 h 233680"/>
              <a:gd name="connsiteX32" fmla="*/ 20320 w 210389"/>
              <a:gd name="connsiteY32" fmla="*/ 73660 h 233680"/>
              <a:gd name="connsiteX33" fmla="*/ 20320 w 210389"/>
              <a:gd name="connsiteY33" fmla="*/ 31750 h 233680"/>
              <a:gd name="connsiteX34" fmla="*/ 26670 w 210389"/>
              <a:gd name="connsiteY34" fmla="*/ 21590 h 233680"/>
              <a:gd name="connsiteX35" fmla="*/ 64770 w 210389"/>
              <a:gd name="connsiteY35" fmla="*/ 2540 h 233680"/>
              <a:gd name="connsiteX36" fmla="*/ 25400 w 210389"/>
              <a:gd name="connsiteY36" fmla="*/ 182880 h 233680"/>
              <a:gd name="connsiteX37" fmla="*/ 20320 w 210389"/>
              <a:gd name="connsiteY37" fmla="*/ 182880 h 233680"/>
              <a:gd name="connsiteX38" fmla="*/ 20320 w 210389"/>
              <a:gd name="connsiteY38" fmla="*/ 213360 h 233680"/>
              <a:gd name="connsiteX39" fmla="*/ 81280 w 210389"/>
              <a:gd name="connsiteY39" fmla="*/ 213360 h 233680"/>
              <a:gd name="connsiteX40" fmla="*/ 81280 w 210389"/>
              <a:gd name="connsiteY40" fmla="*/ 182880 h 233680"/>
              <a:gd name="connsiteX41" fmla="*/ 76200 w 210389"/>
              <a:gd name="connsiteY41" fmla="*/ 182880 h 233680"/>
              <a:gd name="connsiteX42" fmla="*/ 25400 w 210389"/>
              <a:gd name="connsiteY42" fmla="*/ 182880 h 233680"/>
              <a:gd name="connsiteX43" fmla="*/ 66040 w 210389"/>
              <a:gd name="connsiteY43" fmla="*/ 163830 h 233680"/>
              <a:gd name="connsiteX44" fmla="*/ 35560 w 210389"/>
              <a:gd name="connsiteY44" fmla="*/ 163830 h 233680"/>
              <a:gd name="connsiteX45" fmla="*/ 35560 w 210389"/>
              <a:gd name="connsiteY45" fmla="*/ 92710 h 233680"/>
              <a:gd name="connsiteX46" fmla="*/ 66040 w 210389"/>
              <a:gd name="connsiteY46" fmla="*/ 92710 h 233680"/>
              <a:gd name="connsiteX47" fmla="*/ 66040 w 210389"/>
              <a:gd name="connsiteY47" fmla="*/ 163830 h 233680"/>
              <a:gd name="connsiteX48" fmla="*/ 60960 w 210389"/>
              <a:gd name="connsiteY48" fmla="*/ 27940 h 233680"/>
              <a:gd name="connsiteX49" fmla="*/ 60960 w 210389"/>
              <a:gd name="connsiteY49" fmla="*/ 72390 h 233680"/>
              <a:gd name="connsiteX50" fmla="*/ 40640 w 210389"/>
              <a:gd name="connsiteY50" fmla="*/ 72390 h 233680"/>
              <a:gd name="connsiteX51" fmla="*/ 40640 w 210389"/>
              <a:gd name="connsiteY51" fmla="*/ 38100 h 233680"/>
              <a:gd name="connsiteX52" fmla="*/ 60960 w 210389"/>
              <a:gd name="connsiteY52" fmla="*/ 27940 h 233680"/>
              <a:gd name="connsiteX53" fmla="*/ 152400 w 210389"/>
              <a:gd name="connsiteY53" fmla="*/ 82550 h 233680"/>
              <a:gd name="connsiteX54" fmla="*/ 152400 w 210389"/>
              <a:gd name="connsiteY54" fmla="*/ 204470 h 233680"/>
              <a:gd name="connsiteX55" fmla="*/ 162560 w 210389"/>
              <a:gd name="connsiteY55" fmla="*/ 214630 h 233680"/>
              <a:gd name="connsiteX56" fmla="*/ 172720 w 210389"/>
              <a:gd name="connsiteY56" fmla="*/ 204470 h 233680"/>
              <a:gd name="connsiteX57" fmla="*/ 172720 w 210389"/>
              <a:gd name="connsiteY57" fmla="*/ 82550 h 233680"/>
              <a:gd name="connsiteX58" fmla="*/ 152400 w 210389"/>
              <a:gd name="connsiteY58" fmla="*/ 8255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10389" h="233680">
                <a:moveTo>
                  <a:pt x="135890" y="33020"/>
                </a:moveTo>
                <a:cubicBezTo>
                  <a:pt x="133350" y="27940"/>
                  <a:pt x="137160" y="21590"/>
                  <a:pt x="143510" y="21590"/>
                </a:cubicBezTo>
                <a:lnTo>
                  <a:pt x="180340" y="21590"/>
                </a:lnTo>
                <a:cubicBezTo>
                  <a:pt x="186690" y="21590"/>
                  <a:pt x="190500" y="27940"/>
                  <a:pt x="187960" y="33020"/>
                </a:cubicBezTo>
                <a:lnTo>
                  <a:pt x="175260" y="62230"/>
                </a:lnTo>
                <a:lnTo>
                  <a:pt x="148590" y="62230"/>
                </a:lnTo>
                <a:lnTo>
                  <a:pt x="135890" y="33020"/>
                </a:lnTo>
                <a:close/>
                <a:moveTo>
                  <a:pt x="132080" y="73660"/>
                </a:moveTo>
                <a:lnTo>
                  <a:pt x="118110" y="39370"/>
                </a:lnTo>
                <a:cubicBezTo>
                  <a:pt x="110490" y="20320"/>
                  <a:pt x="124460" y="0"/>
                  <a:pt x="144780" y="0"/>
                </a:cubicBezTo>
                <a:lnTo>
                  <a:pt x="181610" y="0"/>
                </a:lnTo>
                <a:cubicBezTo>
                  <a:pt x="201930" y="0"/>
                  <a:pt x="215900" y="20320"/>
                  <a:pt x="208280" y="39370"/>
                </a:cubicBezTo>
                <a:lnTo>
                  <a:pt x="194310" y="73660"/>
                </a:lnTo>
                <a:lnTo>
                  <a:pt x="194310" y="203200"/>
                </a:lnTo>
                <a:cubicBezTo>
                  <a:pt x="194310" y="219710"/>
                  <a:pt x="180340" y="233680"/>
                  <a:pt x="163830" y="233680"/>
                </a:cubicBezTo>
                <a:cubicBezTo>
                  <a:pt x="147320" y="233680"/>
                  <a:pt x="133350" y="219710"/>
                  <a:pt x="133350" y="203200"/>
                </a:cubicBezTo>
                <a:lnTo>
                  <a:pt x="133350" y="73660"/>
                </a:lnTo>
                <a:close/>
                <a:moveTo>
                  <a:pt x="64770" y="2540"/>
                </a:moveTo>
                <a:cubicBezTo>
                  <a:pt x="72390" y="-1270"/>
                  <a:pt x="81280" y="3810"/>
                  <a:pt x="81280" y="12700"/>
                </a:cubicBezTo>
                <a:lnTo>
                  <a:pt x="81280" y="73660"/>
                </a:lnTo>
                <a:cubicBezTo>
                  <a:pt x="83820" y="76200"/>
                  <a:pt x="86360" y="78740"/>
                  <a:pt x="86360" y="82550"/>
                </a:cubicBezTo>
                <a:lnTo>
                  <a:pt x="86360" y="162560"/>
                </a:lnTo>
                <a:lnTo>
                  <a:pt x="90170" y="162560"/>
                </a:lnTo>
                <a:cubicBezTo>
                  <a:pt x="96520" y="162560"/>
                  <a:pt x="101600" y="167640"/>
                  <a:pt x="101600" y="173990"/>
                </a:cubicBezTo>
                <a:lnTo>
                  <a:pt x="101600" y="222250"/>
                </a:lnTo>
                <a:cubicBezTo>
                  <a:pt x="101600" y="228600"/>
                  <a:pt x="96520" y="233680"/>
                  <a:pt x="90170" y="233680"/>
                </a:cubicBezTo>
                <a:lnTo>
                  <a:pt x="11430" y="233680"/>
                </a:lnTo>
                <a:cubicBezTo>
                  <a:pt x="5080" y="233680"/>
                  <a:pt x="0" y="228600"/>
                  <a:pt x="0" y="222250"/>
                </a:cubicBezTo>
                <a:lnTo>
                  <a:pt x="0" y="173990"/>
                </a:lnTo>
                <a:cubicBezTo>
                  <a:pt x="0" y="167640"/>
                  <a:pt x="5080" y="162560"/>
                  <a:pt x="11430" y="162560"/>
                </a:cubicBezTo>
                <a:lnTo>
                  <a:pt x="15240" y="162560"/>
                </a:lnTo>
                <a:lnTo>
                  <a:pt x="15240" y="82550"/>
                </a:lnTo>
                <a:cubicBezTo>
                  <a:pt x="15240" y="78740"/>
                  <a:pt x="17780" y="74930"/>
                  <a:pt x="20320" y="73660"/>
                </a:cubicBezTo>
                <a:lnTo>
                  <a:pt x="20320" y="31750"/>
                </a:lnTo>
                <a:cubicBezTo>
                  <a:pt x="20320" y="27940"/>
                  <a:pt x="22860" y="24130"/>
                  <a:pt x="26670" y="21590"/>
                </a:cubicBezTo>
                <a:lnTo>
                  <a:pt x="64770" y="2540"/>
                </a:lnTo>
                <a:close/>
                <a:moveTo>
                  <a:pt x="25400" y="182880"/>
                </a:moveTo>
                <a:lnTo>
                  <a:pt x="20320" y="182880"/>
                </a:lnTo>
                <a:lnTo>
                  <a:pt x="20320" y="213360"/>
                </a:lnTo>
                <a:lnTo>
                  <a:pt x="81280" y="213360"/>
                </a:lnTo>
                <a:lnTo>
                  <a:pt x="81280" y="182880"/>
                </a:lnTo>
                <a:lnTo>
                  <a:pt x="76200" y="182880"/>
                </a:lnTo>
                <a:lnTo>
                  <a:pt x="25400" y="182880"/>
                </a:lnTo>
                <a:close/>
                <a:moveTo>
                  <a:pt x="66040" y="163830"/>
                </a:moveTo>
                <a:lnTo>
                  <a:pt x="35560" y="163830"/>
                </a:lnTo>
                <a:lnTo>
                  <a:pt x="35560" y="92710"/>
                </a:lnTo>
                <a:lnTo>
                  <a:pt x="66040" y="92710"/>
                </a:lnTo>
                <a:lnTo>
                  <a:pt x="66040" y="163830"/>
                </a:lnTo>
                <a:close/>
                <a:moveTo>
                  <a:pt x="60960" y="27940"/>
                </a:moveTo>
                <a:lnTo>
                  <a:pt x="60960" y="72390"/>
                </a:lnTo>
                <a:lnTo>
                  <a:pt x="40640" y="72390"/>
                </a:lnTo>
                <a:lnTo>
                  <a:pt x="40640" y="38100"/>
                </a:lnTo>
                <a:lnTo>
                  <a:pt x="60960" y="27940"/>
                </a:lnTo>
                <a:close/>
                <a:moveTo>
                  <a:pt x="152400" y="82550"/>
                </a:moveTo>
                <a:lnTo>
                  <a:pt x="152400" y="204470"/>
                </a:lnTo>
                <a:cubicBezTo>
                  <a:pt x="152400" y="209550"/>
                  <a:pt x="157480" y="214630"/>
                  <a:pt x="162560" y="214630"/>
                </a:cubicBezTo>
                <a:cubicBezTo>
                  <a:pt x="167640" y="214630"/>
                  <a:pt x="172720" y="209550"/>
                  <a:pt x="172720" y="204470"/>
                </a:cubicBezTo>
                <a:lnTo>
                  <a:pt x="172720" y="82550"/>
                </a:lnTo>
                <a:lnTo>
                  <a:pt x="152400" y="825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51" name="Рисунок 4">
            <a:extLst>
              <a:ext uri="{FF2B5EF4-FFF2-40B4-BE49-F238E27FC236}">
                <a16:creationId xmlns:a16="http://schemas.microsoft.com/office/drawing/2014/main" id="{F050545E-7C5E-6F99-8916-B126808B70AA}"/>
              </a:ext>
            </a:extLst>
          </p:cNvPr>
          <p:cNvGrpSpPr/>
          <p:nvPr/>
        </p:nvGrpSpPr>
        <p:grpSpPr>
          <a:xfrm>
            <a:off x="1637927" y="2651737"/>
            <a:ext cx="287512" cy="205969"/>
            <a:chOff x="1786643" y="1151230"/>
            <a:chExt cx="287512" cy="205969"/>
          </a:xfrm>
          <a:solidFill>
            <a:schemeClr val="bg1"/>
          </a:solidFill>
        </p:grpSpPr>
        <p:sp>
          <p:nvSpPr>
            <p:cNvPr id="152" name="Полилиния: фигура 50">
              <a:extLst>
                <a:ext uri="{FF2B5EF4-FFF2-40B4-BE49-F238E27FC236}">
                  <a16:creationId xmlns:a16="http://schemas.microsoft.com/office/drawing/2014/main" id="{D6A6ADB8-FD5A-1590-ABE9-5487838CAAE8}"/>
                </a:ext>
              </a:extLst>
            </p:cNvPr>
            <p:cNvSpPr/>
            <p:nvPr/>
          </p:nvSpPr>
          <p:spPr>
            <a:xfrm>
              <a:off x="1823396" y="1151230"/>
              <a:ext cx="216721" cy="205969"/>
            </a:xfrm>
            <a:custGeom>
              <a:avLst/>
              <a:gdLst>
                <a:gd name="connsiteX0" fmla="*/ 77794 w 216721"/>
                <a:gd name="connsiteY0" fmla="*/ 18439 h 205969"/>
                <a:gd name="connsiteX1" fmla="*/ 127324 w 216721"/>
                <a:gd name="connsiteY1" fmla="*/ 3199 h 205969"/>
                <a:gd name="connsiteX2" fmla="*/ 185744 w 216721"/>
                <a:gd name="connsiteY2" fmla="*/ 27329 h 205969"/>
                <a:gd name="connsiteX3" fmla="*/ 198444 w 216721"/>
                <a:gd name="connsiteY3" fmla="*/ 42569 h 205969"/>
                <a:gd name="connsiteX4" fmla="*/ 216224 w 216721"/>
                <a:gd name="connsiteY4" fmla="*/ 146709 h 205969"/>
                <a:gd name="connsiteX5" fmla="*/ 213684 w 216721"/>
                <a:gd name="connsiteY5" fmla="*/ 167029 h 205969"/>
                <a:gd name="connsiteX6" fmla="*/ 213684 w 216721"/>
                <a:gd name="connsiteY6" fmla="*/ 168299 h 205969"/>
                <a:gd name="connsiteX7" fmla="*/ 175584 w 216721"/>
                <a:gd name="connsiteY7" fmla="*/ 183539 h 205969"/>
                <a:gd name="connsiteX8" fmla="*/ 174314 w 216721"/>
                <a:gd name="connsiteY8" fmla="*/ 184809 h 205969"/>
                <a:gd name="connsiteX9" fmla="*/ 117164 w 216721"/>
                <a:gd name="connsiteY9" fmla="*/ 189889 h 205969"/>
                <a:gd name="connsiteX10" fmla="*/ 113354 w 216721"/>
                <a:gd name="connsiteY10" fmla="*/ 193699 h 205969"/>
                <a:gd name="connsiteX11" fmla="*/ 57474 w 216721"/>
                <a:gd name="connsiteY11" fmla="*/ 196239 h 205969"/>
                <a:gd name="connsiteX12" fmla="*/ 6674 w 216721"/>
                <a:gd name="connsiteY12" fmla="*/ 153059 h 205969"/>
                <a:gd name="connsiteX13" fmla="*/ 324 w 216721"/>
                <a:gd name="connsiteY13" fmla="*/ 134009 h 205969"/>
                <a:gd name="connsiteX14" fmla="*/ 18104 w 216721"/>
                <a:gd name="connsiteY14" fmla="*/ 45109 h 205969"/>
                <a:gd name="connsiteX15" fmla="*/ 35884 w 216721"/>
                <a:gd name="connsiteY15" fmla="*/ 28599 h 205969"/>
                <a:gd name="connsiteX16" fmla="*/ 73984 w 216721"/>
                <a:gd name="connsiteY16" fmla="*/ 24789 h 205969"/>
                <a:gd name="connsiteX17" fmla="*/ 77794 w 216721"/>
                <a:gd name="connsiteY17" fmla="*/ 18439 h 205969"/>
                <a:gd name="connsiteX18" fmla="*/ 113354 w 216721"/>
                <a:gd name="connsiteY18" fmla="*/ 132739 h 205969"/>
                <a:gd name="connsiteX19" fmla="*/ 156534 w 216721"/>
                <a:gd name="connsiteY19" fmla="*/ 172109 h 205969"/>
                <a:gd name="connsiteX20" fmla="*/ 128594 w 216721"/>
                <a:gd name="connsiteY20" fmla="*/ 174649 h 205969"/>
                <a:gd name="connsiteX21" fmla="*/ 120974 w 216721"/>
                <a:gd name="connsiteY21" fmla="*/ 168299 h 205969"/>
                <a:gd name="connsiteX22" fmla="*/ 85414 w 216721"/>
                <a:gd name="connsiteY22" fmla="*/ 137819 h 205969"/>
                <a:gd name="connsiteX23" fmla="*/ 71444 w 216721"/>
                <a:gd name="connsiteY23" fmla="*/ 139089 h 205969"/>
                <a:gd name="connsiteX24" fmla="*/ 72714 w 216721"/>
                <a:gd name="connsiteY24" fmla="*/ 153059 h 205969"/>
                <a:gd name="connsiteX25" fmla="*/ 99384 w 216721"/>
                <a:gd name="connsiteY25" fmla="*/ 175919 h 205969"/>
                <a:gd name="connsiteX26" fmla="*/ 96844 w 216721"/>
                <a:gd name="connsiteY26" fmla="*/ 178459 h 205969"/>
                <a:gd name="connsiteX27" fmla="*/ 68904 w 216721"/>
                <a:gd name="connsiteY27" fmla="*/ 179729 h 205969"/>
                <a:gd name="connsiteX28" fmla="*/ 18104 w 216721"/>
                <a:gd name="connsiteY28" fmla="*/ 136549 h 205969"/>
                <a:gd name="connsiteX29" fmla="*/ 35884 w 216721"/>
                <a:gd name="connsiteY29" fmla="*/ 47649 h 205969"/>
                <a:gd name="connsiteX30" fmla="*/ 56204 w 216721"/>
                <a:gd name="connsiteY30" fmla="*/ 45109 h 205969"/>
                <a:gd name="connsiteX31" fmla="*/ 53664 w 216721"/>
                <a:gd name="connsiteY31" fmla="*/ 48919 h 205969"/>
                <a:gd name="connsiteX32" fmla="*/ 61284 w 216721"/>
                <a:gd name="connsiteY32" fmla="*/ 94639 h 205969"/>
                <a:gd name="connsiteX33" fmla="*/ 104464 w 216721"/>
                <a:gd name="connsiteY33" fmla="*/ 89559 h 205969"/>
                <a:gd name="connsiteX34" fmla="*/ 114624 w 216721"/>
                <a:gd name="connsiteY34" fmla="*/ 78129 h 205969"/>
                <a:gd name="connsiteX35" fmla="*/ 193364 w 216721"/>
                <a:gd name="connsiteY35" fmla="*/ 147979 h 205969"/>
                <a:gd name="connsiteX36" fmla="*/ 193364 w 216721"/>
                <a:gd name="connsiteY36" fmla="*/ 147979 h 205969"/>
                <a:gd name="connsiteX37" fmla="*/ 193364 w 216721"/>
                <a:gd name="connsiteY37" fmla="*/ 150519 h 205969"/>
                <a:gd name="connsiteX38" fmla="*/ 192094 w 216721"/>
                <a:gd name="connsiteY38" fmla="*/ 158139 h 205969"/>
                <a:gd name="connsiteX39" fmla="*/ 192094 w 216721"/>
                <a:gd name="connsiteY39" fmla="*/ 159409 h 205969"/>
                <a:gd name="connsiteX40" fmla="*/ 175584 w 216721"/>
                <a:gd name="connsiteY40" fmla="*/ 163219 h 205969"/>
                <a:gd name="connsiteX41" fmla="*/ 124784 w 216721"/>
                <a:gd name="connsiteY41" fmla="*/ 117499 h 205969"/>
                <a:gd name="connsiteX42" fmla="*/ 110814 w 216721"/>
                <a:gd name="connsiteY42" fmla="*/ 118769 h 205969"/>
                <a:gd name="connsiteX43" fmla="*/ 113354 w 216721"/>
                <a:gd name="connsiteY43" fmla="*/ 132739 h 205969"/>
                <a:gd name="connsiteX44" fmla="*/ 189554 w 216721"/>
                <a:gd name="connsiteY44" fmla="*/ 116229 h 205969"/>
                <a:gd name="connsiteX45" fmla="*/ 126054 w 216721"/>
                <a:gd name="connsiteY45" fmla="*/ 60349 h 205969"/>
                <a:gd name="connsiteX46" fmla="*/ 104464 w 216721"/>
                <a:gd name="connsiteY46" fmla="*/ 61619 h 205969"/>
                <a:gd name="connsiteX47" fmla="*/ 90494 w 216721"/>
                <a:gd name="connsiteY47" fmla="*/ 78129 h 205969"/>
                <a:gd name="connsiteX48" fmla="*/ 73984 w 216721"/>
                <a:gd name="connsiteY48" fmla="*/ 80669 h 205969"/>
                <a:gd name="connsiteX49" fmla="*/ 71444 w 216721"/>
                <a:gd name="connsiteY49" fmla="*/ 62889 h 205969"/>
                <a:gd name="connsiteX50" fmla="*/ 87954 w 216721"/>
                <a:gd name="connsiteY50" fmla="*/ 41299 h 205969"/>
                <a:gd name="connsiteX51" fmla="*/ 87954 w 216721"/>
                <a:gd name="connsiteY51" fmla="*/ 40029 h 205969"/>
                <a:gd name="connsiteX52" fmla="*/ 87954 w 216721"/>
                <a:gd name="connsiteY52" fmla="*/ 40029 h 205969"/>
                <a:gd name="connsiteX53" fmla="*/ 94304 w 216721"/>
                <a:gd name="connsiteY53" fmla="*/ 29869 h 205969"/>
                <a:gd name="connsiteX54" fmla="*/ 118434 w 216721"/>
                <a:gd name="connsiteY54" fmla="*/ 22249 h 205969"/>
                <a:gd name="connsiteX55" fmla="*/ 176854 w 216721"/>
                <a:gd name="connsiteY55" fmla="*/ 46379 h 205969"/>
                <a:gd name="connsiteX56" fmla="*/ 189554 w 216721"/>
                <a:gd name="connsiteY56" fmla="*/ 116229 h 20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16721" h="205969">
                  <a:moveTo>
                    <a:pt x="77794" y="18439"/>
                  </a:moveTo>
                  <a:cubicBezTo>
                    <a:pt x="87954" y="1929"/>
                    <a:pt x="109544" y="-4421"/>
                    <a:pt x="127324" y="3199"/>
                  </a:cubicBezTo>
                  <a:lnTo>
                    <a:pt x="185744" y="27329"/>
                  </a:lnTo>
                  <a:cubicBezTo>
                    <a:pt x="192094" y="29869"/>
                    <a:pt x="197174" y="36219"/>
                    <a:pt x="198444" y="42569"/>
                  </a:cubicBezTo>
                  <a:lnTo>
                    <a:pt x="216224" y="146709"/>
                  </a:lnTo>
                  <a:cubicBezTo>
                    <a:pt x="217494" y="153059"/>
                    <a:pt x="216224" y="160679"/>
                    <a:pt x="213684" y="167029"/>
                  </a:cubicBezTo>
                  <a:lnTo>
                    <a:pt x="213684" y="168299"/>
                  </a:lnTo>
                  <a:cubicBezTo>
                    <a:pt x="206064" y="182269"/>
                    <a:pt x="189554" y="188619"/>
                    <a:pt x="175584" y="183539"/>
                  </a:cubicBezTo>
                  <a:lnTo>
                    <a:pt x="174314" y="184809"/>
                  </a:lnTo>
                  <a:cubicBezTo>
                    <a:pt x="160344" y="202589"/>
                    <a:pt x="134944" y="203859"/>
                    <a:pt x="117164" y="189889"/>
                  </a:cubicBezTo>
                  <a:lnTo>
                    <a:pt x="113354" y="193699"/>
                  </a:lnTo>
                  <a:cubicBezTo>
                    <a:pt x="98114" y="208939"/>
                    <a:pt x="73984" y="210209"/>
                    <a:pt x="57474" y="196239"/>
                  </a:cubicBezTo>
                  <a:lnTo>
                    <a:pt x="6674" y="153059"/>
                  </a:lnTo>
                  <a:cubicBezTo>
                    <a:pt x="1594" y="147979"/>
                    <a:pt x="-946" y="140359"/>
                    <a:pt x="324" y="134009"/>
                  </a:cubicBezTo>
                  <a:lnTo>
                    <a:pt x="18104" y="45109"/>
                  </a:lnTo>
                  <a:cubicBezTo>
                    <a:pt x="19374" y="36219"/>
                    <a:pt x="26994" y="29869"/>
                    <a:pt x="35884" y="28599"/>
                  </a:cubicBezTo>
                  <a:lnTo>
                    <a:pt x="73984" y="24789"/>
                  </a:lnTo>
                  <a:lnTo>
                    <a:pt x="77794" y="18439"/>
                  </a:lnTo>
                  <a:close/>
                  <a:moveTo>
                    <a:pt x="113354" y="132739"/>
                  </a:moveTo>
                  <a:lnTo>
                    <a:pt x="156534" y="172109"/>
                  </a:lnTo>
                  <a:cubicBezTo>
                    <a:pt x="148914" y="179729"/>
                    <a:pt x="137484" y="180999"/>
                    <a:pt x="128594" y="174649"/>
                  </a:cubicBezTo>
                  <a:lnTo>
                    <a:pt x="120974" y="168299"/>
                  </a:lnTo>
                  <a:lnTo>
                    <a:pt x="85414" y="137819"/>
                  </a:lnTo>
                  <a:cubicBezTo>
                    <a:pt x="81604" y="134009"/>
                    <a:pt x="75254" y="135279"/>
                    <a:pt x="71444" y="139089"/>
                  </a:cubicBezTo>
                  <a:cubicBezTo>
                    <a:pt x="67634" y="142899"/>
                    <a:pt x="68904" y="149249"/>
                    <a:pt x="72714" y="153059"/>
                  </a:cubicBezTo>
                  <a:lnTo>
                    <a:pt x="99384" y="175919"/>
                  </a:lnTo>
                  <a:lnTo>
                    <a:pt x="96844" y="178459"/>
                  </a:lnTo>
                  <a:cubicBezTo>
                    <a:pt x="89224" y="186079"/>
                    <a:pt x="77794" y="186079"/>
                    <a:pt x="68904" y="179729"/>
                  </a:cubicBezTo>
                  <a:lnTo>
                    <a:pt x="18104" y="136549"/>
                  </a:lnTo>
                  <a:lnTo>
                    <a:pt x="35884" y="47649"/>
                  </a:lnTo>
                  <a:lnTo>
                    <a:pt x="56204" y="45109"/>
                  </a:lnTo>
                  <a:lnTo>
                    <a:pt x="53664" y="48919"/>
                  </a:lnTo>
                  <a:cubicBezTo>
                    <a:pt x="42234" y="64159"/>
                    <a:pt x="46044" y="84479"/>
                    <a:pt x="61284" y="94639"/>
                  </a:cubicBezTo>
                  <a:cubicBezTo>
                    <a:pt x="75254" y="104799"/>
                    <a:pt x="94304" y="102259"/>
                    <a:pt x="104464" y="89559"/>
                  </a:cubicBezTo>
                  <a:lnTo>
                    <a:pt x="114624" y="78129"/>
                  </a:lnTo>
                  <a:lnTo>
                    <a:pt x="193364" y="147979"/>
                  </a:lnTo>
                  <a:cubicBezTo>
                    <a:pt x="193364" y="147979"/>
                    <a:pt x="193364" y="147979"/>
                    <a:pt x="193364" y="147979"/>
                  </a:cubicBezTo>
                  <a:lnTo>
                    <a:pt x="193364" y="150519"/>
                  </a:lnTo>
                  <a:cubicBezTo>
                    <a:pt x="193364" y="153059"/>
                    <a:pt x="193364" y="155599"/>
                    <a:pt x="192094" y="158139"/>
                  </a:cubicBezTo>
                  <a:lnTo>
                    <a:pt x="192094" y="159409"/>
                  </a:lnTo>
                  <a:cubicBezTo>
                    <a:pt x="189554" y="165759"/>
                    <a:pt x="181934" y="167029"/>
                    <a:pt x="175584" y="163219"/>
                  </a:cubicBezTo>
                  <a:lnTo>
                    <a:pt x="124784" y="117499"/>
                  </a:lnTo>
                  <a:cubicBezTo>
                    <a:pt x="120974" y="113689"/>
                    <a:pt x="114624" y="113689"/>
                    <a:pt x="110814" y="118769"/>
                  </a:cubicBezTo>
                  <a:cubicBezTo>
                    <a:pt x="108274" y="122579"/>
                    <a:pt x="109544" y="128929"/>
                    <a:pt x="113354" y="132739"/>
                  </a:cubicBezTo>
                  <a:close/>
                  <a:moveTo>
                    <a:pt x="189554" y="116229"/>
                  </a:moveTo>
                  <a:lnTo>
                    <a:pt x="126054" y="60349"/>
                  </a:lnTo>
                  <a:cubicBezTo>
                    <a:pt x="119704" y="55269"/>
                    <a:pt x="109544" y="55269"/>
                    <a:pt x="104464" y="61619"/>
                  </a:cubicBezTo>
                  <a:lnTo>
                    <a:pt x="90494" y="78129"/>
                  </a:lnTo>
                  <a:cubicBezTo>
                    <a:pt x="86684" y="83209"/>
                    <a:pt x="79064" y="84479"/>
                    <a:pt x="73984" y="80669"/>
                  </a:cubicBezTo>
                  <a:cubicBezTo>
                    <a:pt x="68904" y="76859"/>
                    <a:pt x="67634" y="69239"/>
                    <a:pt x="71444" y="62889"/>
                  </a:cubicBezTo>
                  <a:lnTo>
                    <a:pt x="87954" y="41299"/>
                  </a:lnTo>
                  <a:cubicBezTo>
                    <a:pt x="87954" y="41299"/>
                    <a:pt x="87954" y="41299"/>
                    <a:pt x="87954" y="40029"/>
                  </a:cubicBezTo>
                  <a:cubicBezTo>
                    <a:pt x="87954" y="40029"/>
                    <a:pt x="87954" y="40029"/>
                    <a:pt x="87954" y="40029"/>
                  </a:cubicBezTo>
                  <a:lnTo>
                    <a:pt x="94304" y="29869"/>
                  </a:lnTo>
                  <a:cubicBezTo>
                    <a:pt x="99384" y="22249"/>
                    <a:pt x="109544" y="18439"/>
                    <a:pt x="118434" y="22249"/>
                  </a:cubicBezTo>
                  <a:lnTo>
                    <a:pt x="176854" y="46379"/>
                  </a:lnTo>
                  <a:lnTo>
                    <a:pt x="189554" y="116229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51">
              <a:extLst>
                <a:ext uri="{FF2B5EF4-FFF2-40B4-BE49-F238E27FC236}">
                  <a16:creationId xmlns:a16="http://schemas.microsoft.com/office/drawing/2014/main" id="{494CA1B8-BCE2-212F-FD34-507F7AFA61C2}"/>
                </a:ext>
              </a:extLst>
            </p:cNvPr>
            <p:cNvSpPr/>
            <p:nvPr/>
          </p:nvSpPr>
          <p:spPr>
            <a:xfrm>
              <a:off x="1786643" y="1175773"/>
              <a:ext cx="39862" cy="126222"/>
            </a:xfrm>
            <a:custGeom>
              <a:avLst/>
              <a:gdLst>
                <a:gd name="connsiteX0" fmla="*/ 39616 w 39862"/>
                <a:gd name="connsiteY0" fmla="*/ 11676 h 126222"/>
                <a:gd name="connsiteX1" fmla="*/ 31996 w 39862"/>
                <a:gd name="connsiteY1" fmla="*/ 246 h 126222"/>
                <a:gd name="connsiteX2" fmla="*/ 20566 w 39862"/>
                <a:gd name="connsiteY2" fmla="*/ 7866 h 126222"/>
                <a:gd name="connsiteX3" fmla="*/ 246 w 39862"/>
                <a:gd name="connsiteY3" fmla="*/ 114546 h 126222"/>
                <a:gd name="connsiteX4" fmla="*/ 7866 w 39862"/>
                <a:gd name="connsiteY4" fmla="*/ 125976 h 126222"/>
                <a:gd name="connsiteX5" fmla="*/ 19296 w 39862"/>
                <a:gd name="connsiteY5" fmla="*/ 118356 h 126222"/>
                <a:gd name="connsiteX6" fmla="*/ 39616 w 39862"/>
                <a:gd name="connsiteY6" fmla="*/ 11676 h 12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62" h="126222">
                  <a:moveTo>
                    <a:pt x="39616" y="11676"/>
                  </a:moveTo>
                  <a:cubicBezTo>
                    <a:pt x="40886" y="6596"/>
                    <a:pt x="37076" y="246"/>
                    <a:pt x="31996" y="246"/>
                  </a:cubicBezTo>
                  <a:cubicBezTo>
                    <a:pt x="26916" y="-1024"/>
                    <a:pt x="20566" y="2786"/>
                    <a:pt x="20566" y="7866"/>
                  </a:cubicBezTo>
                  <a:lnTo>
                    <a:pt x="246" y="114546"/>
                  </a:lnTo>
                  <a:cubicBezTo>
                    <a:pt x="-1024" y="119626"/>
                    <a:pt x="2786" y="125976"/>
                    <a:pt x="7866" y="125976"/>
                  </a:cubicBezTo>
                  <a:cubicBezTo>
                    <a:pt x="12946" y="127246"/>
                    <a:pt x="19296" y="123436"/>
                    <a:pt x="19296" y="118356"/>
                  </a:cubicBezTo>
                  <a:lnTo>
                    <a:pt x="39616" y="1167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52">
              <a:extLst>
                <a:ext uri="{FF2B5EF4-FFF2-40B4-BE49-F238E27FC236}">
                  <a16:creationId xmlns:a16="http://schemas.microsoft.com/office/drawing/2014/main" id="{15B4E2F1-07A1-CC45-B48C-0A3AF3DB6979}"/>
                </a:ext>
              </a:extLst>
            </p:cNvPr>
            <p:cNvSpPr/>
            <p:nvPr/>
          </p:nvSpPr>
          <p:spPr>
            <a:xfrm>
              <a:off x="2034293" y="1175773"/>
              <a:ext cx="39862" cy="126222"/>
            </a:xfrm>
            <a:custGeom>
              <a:avLst/>
              <a:gdLst>
                <a:gd name="connsiteX0" fmla="*/ 246 w 39862"/>
                <a:gd name="connsiteY0" fmla="*/ 11676 h 126222"/>
                <a:gd name="connsiteX1" fmla="*/ 7866 w 39862"/>
                <a:gd name="connsiteY1" fmla="*/ 246 h 126222"/>
                <a:gd name="connsiteX2" fmla="*/ 19296 w 39862"/>
                <a:gd name="connsiteY2" fmla="*/ 7866 h 126222"/>
                <a:gd name="connsiteX3" fmla="*/ 39616 w 39862"/>
                <a:gd name="connsiteY3" fmla="*/ 114546 h 126222"/>
                <a:gd name="connsiteX4" fmla="*/ 31996 w 39862"/>
                <a:gd name="connsiteY4" fmla="*/ 125976 h 126222"/>
                <a:gd name="connsiteX5" fmla="*/ 20566 w 39862"/>
                <a:gd name="connsiteY5" fmla="*/ 118356 h 126222"/>
                <a:gd name="connsiteX6" fmla="*/ 246 w 39862"/>
                <a:gd name="connsiteY6" fmla="*/ 11676 h 12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62" h="126222">
                  <a:moveTo>
                    <a:pt x="246" y="11676"/>
                  </a:moveTo>
                  <a:cubicBezTo>
                    <a:pt x="-1024" y="6596"/>
                    <a:pt x="2786" y="246"/>
                    <a:pt x="7866" y="246"/>
                  </a:cubicBezTo>
                  <a:cubicBezTo>
                    <a:pt x="12946" y="-1024"/>
                    <a:pt x="19296" y="2786"/>
                    <a:pt x="19296" y="7866"/>
                  </a:cubicBezTo>
                  <a:lnTo>
                    <a:pt x="39616" y="114546"/>
                  </a:lnTo>
                  <a:cubicBezTo>
                    <a:pt x="40886" y="119626"/>
                    <a:pt x="37076" y="125976"/>
                    <a:pt x="31996" y="125976"/>
                  </a:cubicBezTo>
                  <a:cubicBezTo>
                    <a:pt x="26916" y="127246"/>
                    <a:pt x="20566" y="123436"/>
                    <a:pt x="20566" y="118356"/>
                  </a:cubicBezTo>
                  <a:lnTo>
                    <a:pt x="246" y="1167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58" name="Полилиния: фигура 55">
            <a:extLst>
              <a:ext uri="{FF2B5EF4-FFF2-40B4-BE49-F238E27FC236}">
                <a16:creationId xmlns:a16="http://schemas.microsoft.com/office/drawing/2014/main" id="{D3C25F3F-C7B8-0D5E-C29E-EB7CC8D8F592}"/>
              </a:ext>
            </a:extLst>
          </p:cNvPr>
          <p:cNvSpPr/>
          <p:nvPr/>
        </p:nvSpPr>
        <p:spPr>
          <a:xfrm>
            <a:off x="2209673" y="2658746"/>
            <a:ext cx="264160" cy="193040"/>
          </a:xfrm>
          <a:custGeom>
            <a:avLst/>
            <a:gdLst>
              <a:gd name="connsiteX0" fmla="*/ 30480 w 264160"/>
              <a:gd name="connsiteY0" fmla="*/ 0 h 193040"/>
              <a:gd name="connsiteX1" fmla="*/ 0 w 264160"/>
              <a:gd name="connsiteY1" fmla="*/ 30480 h 193040"/>
              <a:gd name="connsiteX2" fmla="*/ 0 w 264160"/>
              <a:gd name="connsiteY2" fmla="*/ 162560 h 193040"/>
              <a:gd name="connsiteX3" fmla="*/ 30480 w 264160"/>
              <a:gd name="connsiteY3" fmla="*/ 193040 h 193040"/>
              <a:gd name="connsiteX4" fmla="*/ 233680 w 264160"/>
              <a:gd name="connsiteY4" fmla="*/ 193040 h 193040"/>
              <a:gd name="connsiteX5" fmla="*/ 264160 w 264160"/>
              <a:gd name="connsiteY5" fmla="*/ 162560 h 193040"/>
              <a:gd name="connsiteX6" fmla="*/ 264160 w 264160"/>
              <a:gd name="connsiteY6" fmla="*/ 30480 h 193040"/>
              <a:gd name="connsiteX7" fmla="*/ 233680 w 264160"/>
              <a:gd name="connsiteY7" fmla="*/ 0 h 193040"/>
              <a:gd name="connsiteX8" fmla="*/ 30480 w 264160"/>
              <a:gd name="connsiteY8" fmla="*/ 0 h 193040"/>
              <a:gd name="connsiteX9" fmla="*/ 20320 w 264160"/>
              <a:gd name="connsiteY9" fmla="*/ 30480 h 193040"/>
              <a:gd name="connsiteX10" fmla="*/ 30480 w 264160"/>
              <a:gd name="connsiteY10" fmla="*/ 20320 h 193040"/>
              <a:gd name="connsiteX11" fmla="*/ 233680 w 264160"/>
              <a:gd name="connsiteY11" fmla="*/ 20320 h 193040"/>
              <a:gd name="connsiteX12" fmla="*/ 243840 w 264160"/>
              <a:gd name="connsiteY12" fmla="*/ 30480 h 193040"/>
              <a:gd name="connsiteX13" fmla="*/ 243840 w 264160"/>
              <a:gd name="connsiteY13" fmla="*/ 162560 h 193040"/>
              <a:gd name="connsiteX14" fmla="*/ 233680 w 264160"/>
              <a:gd name="connsiteY14" fmla="*/ 172720 h 193040"/>
              <a:gd name="connsiteX15" fmla="*/ 30480 w 264160"/>
              <a:gd name="connsiteY15" fmla="*/ 172720 h 193040"/>
              <a:gd name="connsiteX16" fmla="*/ 20320 w 264160"/>
              <a:gd name="connsiteY16" fmla="*/ 162560 h 193040"/>
              <a:gd name="connsiteX17" fmla="*/ 20320 w 264160"/>
              <a:gd name="connsiteY17" fmla="*/ 30480 h 193040"/>
              <a:gd name="connsiteX18" fmla="*/ 111760 w 264160"/>
              <a:gd name="connsiteY18" fmla="*/ 91440 h 193040"/>
              <a:gd name="connsiteX19" fmla="*/ 111760 w 264160"/>
              <a:gd name="connsiteY19" fmla="*/ 152400 h 193040"/>
              <a:gd name="connsiteX20" fmla="*/ 132080 w 264160"/>
              <a:gd name="connsiteY20" fmla="*/ 152400 h 193040"/>
              <a:gd name="connsiteX21" fmla="*/ 132080 w 264160"/>
              <a:gd name="connsiteY21" fmla="*/ 91440 h 193040"/>
              <a:gd name="connsiteX22" fmla="*/ 111760 w 264160"/>
              <a:gd name="connsiteY22" fmla="*/ 91440 h 193040"/>
              <a:gd name="connsiteX23" fmla="*/ 152400 w 264160"/>
              <a:gd name="connsiteY23" fmla="*/ 151130 h 193040"/>
              <a:gd name="connsiteX24" fmla="*/ 152400 w 264160"/>
              <a:gd name="connsiteY24" fmla="*/ 100330 h 193040"/>
              <a:gd name="connsiteX25" fmla="*/ 172720 w 264160"/>
              <a:gd name="connsiteY25" fmla="*/ 100330 h 193040"/>
              <a:gd name="connsiteX26" fmla="*/ 172720 w 264160"/>
              <a:gd name="connsiteY26" fmla="*/ 151130 h 193040"/>
              <a:gd name="connsiteX27" fmla="*/ 152400 w 264160"/>
              <a:gd name="connsiteY27" fmla="*/ 151130 h 193040"/>
              <a:gd name="connsiteX28" fmla="*/ 193040 w 264160"/>
              <a:gd name="connsiteY28" fmla="*/ 71120 h 193040"/>
              <a:gd name="connsiteX29" fmla="*/ 193040 w 264160"/>
              <a:gd name="connsiteY29" fmla="*/ 152400 h 193040"/>
              <a:gd name="connsiteX30" fmla="*/ 213360 w 264160"/>
              <a:gd name="connsiteY30" fmla="*/ 152400 h 193040"/>
              <a:gd name="connsiteX31" fmla="*/ 213360 w 264160"/>
              <a:gd name="connsiteY31" fmla="*/ 71120 h 193040"/>
              <a:gd name="connsiteX32" fmla="*/ 193040 w 264160"/>
              <a:gd name="connsiteY32" fmla="*/ 7112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64160" h="19304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233680" y="193040"/>
                </a:lnTo>
                <a:cubicBezTo>
                  <a:pt x="250190" y="193040"/>
                  <a:pt x="264160" y="179070"/>
                  <a:pt x="264160" y="162560"/>
                </a:cubicBez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233680" y="20320"/>
                </a:lnTo>
                <a:cubicBezTo>
                  <a:pt x="238760" y="20320"/>
                  <a:pt x="243840" y="25400"/>
                  <a:pt x="243840" y="30480"/>
                </a:cubicBezTo>
                <a:lnTo>
                  <a:pt x="243840" y="162560"/>
                </a:lnTo>
                <a:cubicBezTo>
                  <a:pt x="243840" y="167640"/>
                  <a:pt x="238760" y="172720"/>
                  <a:pt x="233680" y="172720"/>
                </a:cubicBezTo>
                <a:lnTo>
                  <a:pt x="30480" y="172720"/>
                </a:lnTo>
                <a:cubicBezTo>
                  <a:pt x="25400" y="172720"/>
                  <a:pt x="20320" y="167640"/>
                  <a:pt x="20320" y="162560"/>
                </a:cubicBezTo>
                <a:lnTo>
                  <a:pt x="20320" y="30480"/>
                </a:lnTo>
                <a:close/>
                <a:moveTo>
                  <a:pt x="111760" y="91440"/>
                </a:moveTo>
                <a:lnTo>
                  <a:pt x="111760" y="152400"/>
                </a:lnTo>
                <a:lnTo>
                  <a:pt x="132080" y="152400"/>
                </a:lnTo>
                <a:lnTo>
                  <a:pt x="132080" y="91440"/>
                </a:lnTo>
                <a:lnTo>
                  <a:pt x="111760" y="91440"/>
                </a:lnTo>
                <a:close/>
                <a:moveTo>
                  <a:pt x="152400" y="151130"/>
                </a:moveTo>
                <a:lnTo>
                  <a:pt x="152400" y="100330"/>
                </a:lnTo>
                <a:lnTo>
                  <a:pt x="172720" y="100330"/>
                </a:lnTo>
                <a:lnTo>
                  <a:pt x="172720" y="151130"/>
                </a:lnTo>
                <a:lnTo>
                  <a:pt x="152400" y="151130"/>
                </a:lnTo>
                <a:close/>
                <a:moveTo>
                  <a:pt x="193040" y="71120"/>
                </a:moveTo>
                <a:lnTo>
                  <a:pt x="193040" y="152400"/>
                </a:lnTo>
                <a:lnTo>
                  <a:pt x="213360" y="152400"/>
                </a:lnTo>
                <a:lnTo>
                  <a:pt x="213360" y="71120"/>
                </a:lnTo>
                <a:lnTo>
                  <a:pt x="193040" y="711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9" name="Полилиния: фигура 58">
            <a:extLst>
              <a:ext uri="{FF2B5EF4-FFF2-40B4-BE49-F238E27FC236}">
                <a16:creationId xmlns:a16="http://schemas.microsoft.com/office/drawing/2014/main" id="{B7CF79E9-E531-0340-B644-B7A34B400678}"/>
              </a:ext>
            </a:extLst>
          </p:cNvPr>
          <p:cNvSpPr/>
          <p:nvPr/>
        </p:nvSpPr>
        <p:spPr>
          <a:xfrm>
            <a:off x="3347593" y="2623187"/>
            <a:ext cx="223520" cy="264159"/>
          </a:xfrm>
          <a:custGeom>
            <a:avLst/>
            <a:gdLst>
              <a:gd name="connsiteX0" fmla="*/ 30480 w 223520"/>
              <a:gd name="connsiteY0" fmla="*/ 20320 h 264159"/>
              <a:gd name="connsiteX1" fmla="*/ 20320 w 223520"/>
              <a:gd name="connsiteY1" fmla="*/ 30480 h 264159"/>
              <a:gd name="connsiteX2" fmla="*/ 20320 w 223520"/>
              <a:gd name="connsiteY2" fmla="*/ 233680 h 264159"/>
              <a:gd name="connsiteX3" fmla="*/ 30480 w 223520"/>
              <a:gd name="connsiteY3" fmla="*/ 243840 h 264159"/>
              <a:gd name="connsiteX4" fmla="*/ 193040 w 223520"/>
              <a:gd name="connsiteY4" fmla="*/ 243840 h 264159"/>
              <a:gd name="connsiteX5" fmla="*/ 203200 w 223520"/>
              <a:gd name="connsiteY5" fmla="*/ 233680 h 264159"/>
              <a:gd name="connsiteX6" fmla="*/ 203200 w 223520"/>
              <a:gd name="connsiteY6" fmla="*/ 91440 h 264159"/>
              <a:gd name="connsiteX7" fmla="*/ 143510 w 223520"/>
              <a:gd name="connsiteY7" fmla="*/ 91440 h 264159"/>
              <a:gd name="connsiteX8" fmla="*/ 132080 w 223520"/>
              <a:gd name="connsiteY8" fmla="*/ 80010 h 264159"/>
              <a:gd name="connsiteX9" fmla="*/ 132080 w 223520"/>
              <a:gd name="connsiteY9" fmla="*/ 20320 h 264159"/>
              <a:gd name="connsiteX10" fmla="*/ 3048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2410 h 264159"/>
              <a:gd name="connsiteX16" fmla="*/ 223520 w 223520"/>
              <a:gd name="connsiteY16" fmla="*/ 8001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2410 h 264159"/>
              <a:gd name="connsiteX28" fmla="*/ 96520 w 223520"/>
              <a:gd name="connsiteY28" fmla="*/ 162560 h 264159"/>
              <a:gd name="connsiteX29" fmla="*/ 90170 w 223520"/>
              <a:gd name="connsiteY29" fmla="*/ 184150 h 264159"/>
              <a:gd name="connsiteX30" fmla="*/ 96520 w 223520"/>
              <a:gd name="connsiteY30" fmla="*/ 205740 h 264159"/>
              <a:gd name="connsiteX31" fmla="*/ 114300 w 223520"/>
              <a:gd name="connsiteY31" fmla="*/ 212090 h 264159"/>
              <a:gd name="connsiteX32" fmla="*/ 124460 w 223520"/>
              <a:gd name="connsiteY32" fmla="*/ 210820 h 264159"/>
              <a:gd name="connsiteX33" fmla="*/ 132080 w 223520"/>
              <a:gd name="connsiteY33" fmla="*/ 205740 h 264159"/>
              <a:gd name="connsiteX34" fmla="*/ 137160 w 223520"/>
              <a:gd name="connsiteY34" fmla="*/ 196850 h 264159"/>
              <a:gd name="connsiteX35" fmla="*/ 138430 w 223520"/>
              <a:gd name="connsiteY35" fmla="*/ 184150 h 264159"/>
              <a:gd name="connsiteX36" fmla="*/ 137160 w 223520"/>
              <a:gd name="connsiteY36" fmla="*/ 171450 h 264159"/>
              <a:gd name="connsiteX37" fmla="*/ 133350 w 223520"/>
              <a:gd name="connsiteY37" fmla="*/ 162560 h 264159"/>
              <a:gd name="connsiteX38" fmla="*/ 125730 w 223520"/>
              <a:gd name="connsiteY38" fmla="*/ 157480 h 264159"/>
              <a:gd name="connsiteX39" fmla="*/ 114300 w 223520"/>
              <a:gd name="connsiteY39" fmla="*/ 156210 h 264159"/>
              <a:gd name="connsiteX40" fmla="*/ 96520 w 223520"/>
              <a:gd name="connsiteY40" fmla="*/ 162560 h 264159"/>
              <a:gd name="connsiteX41" fmla="*/ 105410 w 223520"/>
              <a:gd name="connsiteY41" fmla="*/ 193040 h 264159"/>
              <a:gd name="connsiteX42" fmla="*/ 105410 w 223520"/>
              <a:gd name="connsiteY42" fmla="*/ 184150 h 264159"/>
              <a:gd name="connsiteX43" fmla="*/ 105410 w 223520"/>
              <a:gd name="connsiteY43" fmla="*/ 176530 h 264159"/>
              <a:gd name="connsiteX44" fmla="*/ 106680 w 223520"/>
              <a:gd name="connsiteY44" fmla="*/ 171450 h 264159"/>
              <a:gd name="connsiteX45" fmla="*/ 109220 w 223520"/>
              <a:gd name="connsiteY45" fmla="*/ 168910 h 264159"/>
              <a:gd name="connsiteX46" fmla="*/ 114300 w 223520"/>
              <a:gd name="connsiteY46" fmla="*/ 167640 h 264159"/>
              <a:gd name="connsiteX47" fmla="*/ 119380 w 223520"/>
              <a:gd name="connsiteY47" fmla="*/ 168910 h 264159"/>
              <a:gd name="connsiteX48" fmla="*/ 123190 w 223520"/>
              <a:gd name="connsiteY48" fmla="*/ 171450 h 264159"/>
              <a:gd name="connsiteX49" fmla="*/ 125730 w 223520"/>
              <a:gd name="connsiteY49" fmla="*/ 176530 h 264159"/>
              <a:gd name="connsiteX50" fmla="*/ 127000 w 223520"/>
              <a:gd name="connsiteY50" fmla="*/ 185420 h 264159"/>
              <a:gd name="connsiteX51" fmla="*/ 127000 w 223520"/>
              <a:gd name="connsiteY51" fmla="*/ 194310 h 264159"/>
              <a:gd name="connsiteX52" fmla="*/ 124460 w 223520"/>
              <a:gd name="connsiteY52" fmla="*/ 199390 h 264159"/>
              <a:gd name="connsiteX53" fmla="*/ 121920 w 223520"/>
              <a:gd name="connsiteY53" fmla="*/ 201930 h 264159"/>
              <a:gd name="connsiteX54" fmla="*/ 118110 w 223520"/>
              <a:gd name="connsiteY54" fmla="*/ 203200 h 264159"/>
              <a:gd name="connsiteX55" fmla="*/ 113030 w 223520"/>
              <a:gd name="connsiteY55" fmla="*/ 201930 h 264159"/>
              <a:gd name="connsiteX56" fmla="*/ 109220 w 223520"/>
              <a:gd name="connsiteY56" fmla="*/ 199390 h 264159"/>
              <a:gd name="connsiteX57" fmla="*/ 105410 w 223520"/>
              <a:gd name="connsiteY57" fmla="*/ 193040 h 264159"/>
              <a:gd name="connsiteX58" fmla="*/ 44450 w 223520"/>
              <a:gd name="connsiteY58" fmla="*/ 156210 h 264159"/>
              <a:gd name="connsiteX59" fmla="*/ 39370 w 223520"/>
              <a:gd name="connsiteY59" fmla="*/ 156210 h 264159"/>
              <a:gd name="connsiteX60" fmla="*/ 39370 w 223520"/>
              <a:gd name="connsiteY60" fmla="*/ 210820 h 264159"/>
              <a:gd name="connsiteX61" fmla="*/ 48260 w 223520"/>
              <a:gd name="connsiteY61" fmla="*/ 210820 h 264159"/>
              <a:gd name="connsiteX62" fmla="*/ 57150 w 223520"/>
              <a:gd name="connsiteY62" fmla="*/ 210820 h 264159"/>
              <a:gd name="connsiteX63" fmla="*/ 78740 w 223520"/>
              <a:gd name="connsiteY63" fmla="*/ 203200 h 264159"/>
              <a:gd name="connsiteX64" fmla="*/ 85090 w 223520"/>
              <a:gd name="connsiteY64" fmla="*/ 181610 h 264159"/>
              <a:gd name="connsiteX65" fmla="*/ 83820 w 223520"/>
              <a:gd name="connsiteY65" fmla="*/ 170180 h 264159"/>
              <a:gd name="connsiteX66" fmla="*/ 80010 w 223520"/>
              <a:gd name="connsiteY66" fmla="*/ 161290 h 264159"/>
              <a:gd name="connsiteX67" fmla="*/ 71120 w 223520"/>
              <a:gd name="connsiteY67" fmla="*/ 156210 h 264159"/>
              <a:gd name="connsiteX68" fmla="*/ 58420 w 223520"/>
              <a:gd name="connsiteY68" fmla="*/ 154940 h 264159"/>
              <a:gd name="connsiteX69" fmla="*/ 53340 w 223520"/>
              <a:gd name="connsiteY69" fmla="*/ 154940 h 264159"/>
              <a:gd name="connsiteX70" fmla="*/ 48260 w 223520"/>
              <a:gd name="connsiteY70" fmla="*/ 154940 h 264159"/>
              <a:gd name="connsiteX71" fmla="*/ 44450 w 223520"/>
              <a:gd name="connsiteY71" fmla="*/ 156210 h 264159"/>
              <a:gd name="connsiteX72" fmla="*/ 55880 w 223520"/>
              <a:gd name="connsiteY72" fmla="*/ 200660 h 264159"/>
              <a:gd name="connsiteX73" fmla="*/ 53340 w 223520"/>
              <a:gd name="connsiteY73" fmla="*/ 200660 h 264159"/>
              <a:gd name="connsiteX74" fmla="*/ 53340 w 223520"/>
              <a:gd name="connsiteY74" fmla="*/ 167640 h 264159"/>
              <a:gd name="connsiteX75" fmla="*/ 55880 w 223520"/>
              <a:gd name="connsiteY75" fmla="*/ 167640 h 264159"/>
              <a:gd name="connsiteX76" fmla="*/ 58420 w 223520"/>
              <a:gd name="connsiteY76" fmla="*/ 167640 h 264159"/>
              <a:gd name="connsiteX77" fmla="*/ 68580 w 223520"/>
              <a:gd name="connsiteY77" fmla="*/ 171450 h 264159"/>
              <a:gd name="connsiteX78" fmla="*/ 71120 w 223520"/>
              <a:gd name="connsiteY78" fmla="*/ 184150 h 264159"/>
              <a:gd name="connsiteX79" fmla="*/ 67310 w 223520"/>
              <a:gd name="connsiteY79" fmla="*/ 196850 h 264159"/>
              <a:gd name="connsiteX80" fmla="*/ 55880 w 223520"/>
              <a:gd name="connsiteY80" fmla="*/ 200660 h 264159"/>
              <a:gd name="connsiteX81" fmla="*/ 55880 w 223520"/>
              <a:gd name="connsiteY81" fmla="*/ 200660 h 264159"/>
              <a:gd name="connsiteX82" fmla="*/ 187960 w 223520"/>
              <a:gd name="connsiteY82" fmla="*/ 171450 h 264159"/>
              <a:gd name="connsiteX83" fmla="*/ 181610 w 223520"/>
              <a:gd name="connsiteY83" fmla="*/ 168910 h 264159"/>
              <a:gd name="connsiteX84" fmla="*/ 172720 w 223520"/>
              <a:gd name="connsiteY84" fmla="*/ 167640 h 264159"/>
              <a:gd name="connsiteX85" fmla="*/ 166370 w 223520"/>
              <a:gd name="connsiteY85" fmla="*/ 168910 h 264159"/>
              <a:gd name="connsiteX86" fmla="*/ 161290 w 223520"/>
              <a:gd name="connsiteY86" fmla="*/ 171450 h 264159"/>
              <a:gd name="connsiteX87" fmla="*/ 158750 w 223520"/>
              <a:gd name="connsiteY87" fmla="*/ 176530 h 264159"/>
              <a:gd name="connsiteX88" fmla="*/ 157480 w 223520"/>
              <a:gd name="connsiteY88" fmla="*/ 184150 h 264159"/>
              <a:gd name="connsiteX89" fmla="*/ 158750 w 223520"/>
              <a:gd name="connsiteY89" fmla="*/ 191770 h 264159"/>
              <a:gd name="connsiteX90" fmla="*/ 161290 w 223520"/>
              <a:gd name="connsiteY90" fmla="*/ 196850 h 264159"/>
              <a:gd name="connsiteX91" fmla="*/ 166370 w 223520"/>
              <a:gd name="connsiteY91" fmla="*/ 199390 h 264159"/>
              <a:gd name="connsiteX92" fmla="*/ 172720 w 223520"/>
              <a:gd name="connsiteY92" fmla="*/ 200660 h 264159"/>
              <a:gd name="connsiteX93" fmla="*/ 181610 w 223520"/>
              <a:gd name="connsiteY93" fmla="*/ 199390 h 264159"/>
              <a:gd name="connsiteX94" fmla="*/ 187960 w 223520"/>
              <a:gd name="connsiteY94" fmla="*/ 196850 h 264159"/>
              <a:gd name="connsiteX95" fmla="*/ 187960 w 223520"/>
              <a:gd name="connsiteY95" fmla="*/ 209550 h 264159"/>
              <a:gd name="connsiteX96" fmla="*/ 181610 w 223520"/>
              <a:gd name="connsiteY96" fmla="*/ 212090 h 264159"/>
              <a:gd name="connsiteX97" fmla="*/ 171450 w 223520"/>
              <a:gd name="connsiteY97" fmla="*/ 213360 h 264159"/>
              <a:gd name="connsiteX98" fmla="*/ 158750 w 223520"/>
              <a:gd name="connsiteY98" fmla="*/ 212090 h 264159"/>
              <a:gd name="connsiteX99" fmla="*/ 149860 w 223520"/>
              <a:gd name="connsiteY99" fmla="*/ 207010 h 264159"/>
              <a:gd name="connsiteX100" fmla="*/ 144780 w 223520"/>
              <a:gd name="connsiteY100" fmla="*/ 198120 h 264159"/>
              <a:gd name="connsiteX101" fmla="*/ 143510 w 223520"/>
              <a:gd name="connsiteY101" fmla="*/ 185420 h 264159"/>
              <a:gd name="connsiteX102" fmla="*/ 144780 w 223520"/>
              <a:gd name="connsiteY102" fmla="*/ 172720 h 264159"/>
              <a:gd name="connsiteX103" fmla="*/ 149860 w 223520"/>
              <a:gd name="connsiteY103" fmla="*/ 163830 h 264159"/>
              <a:gd name="connsiteX104" fmla="*/ 158750 w 223520"/>
              <a:gd name="connsiteY104" fmla="*/ 158750 h 264159"/>
              <a:gd name="connsiteX105" fmla="*/ 171450 w 223520"/>
              <a:gd name="connsiteY105" fmla="*/ 157480 h 264159"/>
              <a:gd name="connsiteX106" fmla="*/ 181610 w 223520"/>
              <a:gd name="connsiteY106" fmla="*/ 158750 h 264159"/>
              <a:gd name="connsiteX107" fmla="*/ 187960 w 223520"/>
              <a:gd name="connsiteY107" fmla="*/ 160020 h 264159"/>
              <a:gd name="connsiteX108" fmla="*/ 187960 w 223520"/>
              <a:gd name="connsiteY108" fmla="*/ 1714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23520" h="264159"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91440"/>
                </a:lnTo>
                <a:lnTo>
                  <a:pt x="143510" y="91440"/>
                </a:lnTo>
                <a:cubicBezTo>
                  <a:pt x="137160" y="91440"/>
                  <a:pt x="132080" y="86360"/>
                  <a:pt x="132080" y="80010"/>
                </a:cubicBezTo>
                <a:lnTo>
                  <a:pt x="132080" y="20320"/>
                </a:lnTo>
                <a:lnTo>
                  <a:pt x="3048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2410"/>
                </a:moveTo>
                <a:lnTo>
                  <a:pt x="223520" y="8001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2890"/>
                  <a:pt x="223520" y="250190"/>
                  <a:pt x="223520" y="232410"/>
                </a:cubicBezTo>
                <a:close/>
                <a:moveTo>
                  <a:pt x="96520" y="162560"/>
                </a:moveTo>
                <a:cubicBezTo>
                  <a:pt x="92710" y="167640"/>
                  <a:pt x="90170" y="173990"/>
                  <a:pt x="90170" y="184150"/>
                </a:cubicBezTo>
                <a:cubicBezTo>
                  <a:pt x="90170" y="194310"/>
                  <a:pt x="92710" y="201930"/>
                  <a:pt x="96520" y="205740"/>
                </a:cubicBezTo>
                <a:cubicBezTo>
                  <a:pt x="100330" y="210820"/>
                  <a:pt x="106680" y="212090"/>
                  <a:pt x="114300" y="212090"/>
                </a:cubicBezTo>
                <a:cubicBezTo>
                  <a:pt x="118110" y="212090"/>
                  <a:pt x="121920" y="212090"/>
                  <a:pt x="124460" y="210820"/>
                </a:cubicBezTo>
                <a:cubicBezTo>
                  <a:pt x="127000" y="209550"/>
                  <a:pt x="129540" y="208280"/>
                  <a:pt x="132080" y="205740"/>
                </a:cubicBezTo>
                <a:cubicBezTo>
                  <a:pt x="134620" y="203200"/>
                  <a:pt x="135890" y="200660"/>
                  <a:pt x="137160" y="196850"/>
                </a:cubicBezTo>
                <a:cubicBezTo>
                  <a:pt x="138430" y="193040"/>
                  <a:pt x="138430" y="189230"/>
                  <a:pt x="138430" y="184150"/>
                </a:cubicBezTo>
                <a:cubicBezTo>
                  <a:pt x="138430" y="179070"/>
                  <a:pt x="138430" y="175260"/>
                  <a:pt x="137160" y="171450"/>
                </a:cubicBezTo>
                <a:cubicBezTo>
                  <a:pt x="135890" y="167640"/>
                  <a:pt x="134620" y="165100"/>
                  <a:pt x="133350" y="162560"/>
                </a:cubicBezTo>
                <a:cubicBezTo>
                  <a:pt x="130810" y="160020"/>
                  <a:pt x="129540" y="158750"/>
                  <a:pt x="125730" y="157480"/>
                </a:cubicBezTo>
                <a:cubicBezTo>
                  <a:pt x="123190" y="156210"/>
                  <a:pt x="119380" y="156210"/>
                  <a:pt x="114300" y="156210"/>
                </a:cubicBezTo>
                <a:cubicBezTo>
                  <a:pt x="106680" y="156210"/>
                  <a:pt x="101600" y="158750"/>
                  <a:pt x="96520" y="162560"/>
                </a:cubicBezTo>
                <a:close/>
                <a:moveTo>
                  <a:pt x="105410" y="193040"/>
                </a:moveTo>
                <a:cubicBezTo>
                  <a:pt x="105410" y="190500"/>
                  <a:pt x="105410" y="187960"/>
                  <a:pt x="105410" y="184150"/>
                </a:cubicBezTo>
                <a:cubicBezTo>
                  <a:pt x="105410" y="181610"/>
                  <a:pt x="105410" y="177800"/>
                  <a:pt x="105410" y="176530"/>
                </a:cubicBezTo>
                <a:cubicBezTo>
                  <a:pt x="105410" y="173990"/>
                  <a:pt x="106680" y="172720"/>
                  <a:pt x="106680" y="171450"/>
                </a:cubicBezTo>
                <a:cubicBezTo>
                  <a:pt x="107950" y="170180"/>
                  <a:pt x="109220" y="168910"/>
                  <a:pt x="109220" y="168910"/>
                </a:cubicBezTo>
                <a:cubicBezTo>
                  <a:pt x="110490" y="168910"/>
                  <a:pt x="111760" y="167640"/>
                  <a:pt x="114300" y="167640"/>
                </a:cubicBezTo>
                <a:cubicBezTo>
                  <a:pt x="115570" y="167640"/>
                  <a:pt x="118110" y="167640"/>
                  <a:pt x="119380" y="168910"/>
                </a:cubicBezTo>
                <a:cubicBezTo>
                  <a:pt x="120650" y="168910"/>
                  <a:pt x="121920" y="170180"/>
                  <a:pt x="123190" y="171450"/>
                </a:cubicBezTo>
                <a:cubicBezTo>
                  <a:pt x="124460" y="172720"/>
                  <a:pt x="124460" y="173990"/>
                  <a:pt x="125730" y="176530"/>
                </a:cubicBezTo>
                <a:cubicBezTo>
                  <a:pt x="125730" y="179070"/>
                  <a:pt x="127000" y="181610"/>
                  <a:pt x="127000" y="185420"/>
                </a:cubicBezTo>
                <a:cubicBezTo>
                  <a:pt x="127000" y="189230"/>
                  <a:pt x="127000" y="191770"/>
                  <a:pt x="127000" y="194310"/>
                </a:cubicBezTo>
                <a:cubicBezTo>
                  <a:pt x="127000" y="196850"/>
                  <a:pt x="125730" y="198120"/>
                  <a:pt x="124460" y="199390"/>
                </a:cubicBezTo>
                <a:cubicBezTo>
                  <a:pt x="123190" y="200660"/>
                  <a:pt x="123190" y="201930"/>
                  <a:pt x="121920" y="201930"/>
                </a:cubicBezTo>
                <a:cubicBezTo>
                  <a:pt x="120650" y="201930"/>
                  <a:pt x="119380" y="203200"/>
                  <a:pt x="118110" y="203200"/>
                </a:cubicBezTo>
                <a:cubicBezTo>
                  <a:pt x="116840" y="203200"/>
                  <a:pt x="115570" y="203200"/>
                  <a:pt x="113030" y="201930"/>
                </a:cubicBezTo>
                <a:cubicBezTo>
                  <a:pt x="111760" y="201930"/>
                  <a:pt x="110490" y="200660"/>
                  <a:pt x="109220" y="199390"/>
                </a:cubicBezTo>
                <a:cubicBezTo>
                  <a:pt x="106680" y="196850"/>
                  <a:pt x="106680" y="195580"/>
                  <a:pt x="105410" y="193040"/>
                </a:cubicBezTo>
                <a:close/>
                <a:moveTo>
                  <a:pt x="44450" y="156210"/>
                </a:moveTo>
                <a:cubicBezTo>
                  <a:pt x="43180" y="156210"/>
                  <a:pt x="41910" y="156210"/>
                  <a:pt x="39370" y="156210"/>
                </a:cubicBezTo>
                <a:lnTo>
                  <a:pt x="39370" y="210820"/>
                </a:lnTo>
                <a:cubicBezTo>
                  <a:pt x="41910" y="210820"/>
                  <a:pt x="45720" y="210820"/>
                  <a:pt x="48260" y="210820"/>
                </a:cubicBezTo>
                <a:cubicBezTo>
                  <a:pt x="50800" y="210820"/>
                  <a:pt x="53340" y="210820"/>
                  <a:pt x="57150" y="210820"/>
                </a:cubicBezTo>
                <a:cubicBezTo>
                  <a:pt x="67310" y="210820"/>
                  <a:pt x="73660" y="208280"/>
                  <a:pt x="78740" y="203200"/>
                </a:cubicBezTo>
                <a:cubicBezTo>
                  <a:pt x="83820" y="198120"/>
                  <a:pt x="85090" y="191770"/>
                  <a:pt x="85090" y="181610"/>
                </a:cubicBezTo>
                <a:cubicBezTo>
                  <a:pt x="85090" y="177800"/>
                  <a:pt x="85090" y="173990"/>
                  <a:pt x="83820" y="170180"/>
                </a:cubicBezTo>
                <a:cubicBezTo>
                  <a:pt x="82550" y="166370"/>
                  <a:pt x="81280" y="163830"/>
                  <a:pt x="80010" y="161290"/>
                </a:cubicBezTo>
                <a:cubicBezTo>
                  <a:pt x="77470" y="158750"/>
                  <a:pt x="74930" y="157480"/>
                  <a:pt x="71120" y="156210"/>
                </a:cubicBezTo>
                <a:cubicBezTo>
                  <a:pt x="67310" y="154940"/>
                  <a:pt x="63500" y="154940"/>
                  <a:pt x="58420" y="154940"/>
                </a:cubicBezTo>
                <a:cubicBezTo>
                  <a:pt x="55880" y="154940"/>
                  <a:pt x="54610" y="154940"/>
                  <a:pt x="53340" y="154940"/>
                </a:cubicBezTo>
                <a:cubicBezTo>
                  <a:pt x="52070" y="154940"/>
                  <a:pt x="50800" y="154940"/>
                  <a:pt x="48260" y="154940"/>
                </a:cubicBezTo>
                <a:cubicBezTo>
                  <a:pt x="48260" y="156210"/>
                  <a:pt x="45720" y="156210"/>
                  <a:pt x="44450" y="156210"/>
                </a:cubicBezTo>
                <a:close/>
                <a:moveTo>
                  <a:pt x="55880" y="200660"/>
                </a:moveTo>
                <a:cubicBezTo>
                  <a:pt x="54610" y="200660"/>
                  <a:pt x="54610" y="200660"/>
                  <a:pt x="53340" y="200660"/>
                </a:cubicBezTo>
                <a:lnTo>
                  <a:pt x="53340" y="167640"/>
                </a:lnTo>
                <a:cubicBezTo>
                  <a:pt x="54610" y="167640"/>
                  <a:pt x="55880" y="167640"/>
                  <a:pt x="55880" y="167640"/>
                </a:cubicBezTo>
                <a:cubicBezTo>
                  <a:pt x="57150" y="167640"/>
                  <a:pt x="58420" y="167640"/>
                  <a:pt x="58420" y="167640"/>
                </a:cubicBezTo>
                <a:cubicBezTo>
                  <a:pt x="63500" y="167640"/>
                  <a:pt x="67310" y="168910"/>
                  <a:pt x="68580" y="171450"/>
                </a:cubicBezTo>
                <a:cubicBezTo>
                  <a:pt x="71120" y="173990"/>
                  <a:pt x="71120" y="177800"/>
                  <a:pt x="71120" y="184150"/>
                </a:cubicBezTo>
                <a:cubicBezTo>
                  <a:pt x="71120" y="190500"/>
                  <a:pt x="69850" y="194310"/>
                  <a:pt x="67310" y="196850"/>
                </a:cubicBezTo>
                <a:cubicBezTo>
                  <a:pt x="64770" y="199390"/>
                  <a:pt x="60960" y="200660"/>
                  <a:pt x="55880" y="200660"/>
                </a:cubicBezTo>
                <a:cubicBezTo>
                  <a:pt x="57150" y="200660"/>
                  <a:pt x="55880" y="200660"/>
                  <a:pt x="55880" y="200660"/>
                </a:cubicBezTo>
                <a:close/>
                <a:moveTo>
                  <a:pt x="187960" y="171450"/>
                </a:moveTo>
                <a:cubicBezTo>
                  <a:pt x="186690" y="170180"/>
                  <a:pt x="184150" y="170180"/>
                  <a:pt x="181610" y="168910"/>
                </a:cubicBezTo>
                <a:cubicBezTo>
                  <a:pt x="179070" y="167640"/>
                  <a:pt x="176530" y="167640"/>
                  <a:pt x="172720" y="167640"/>
                </a:cubicBezTo>
                <a:cubicBezTo>
                  <a:pt x="170180" y="167640"/>
                  <a:pt x="167640" y="167640"/>
                  <a:pt x="166370" y="168910"/>
                </a:cubicBezTo>
                <a:cubicBezTo>
                  <a:pt x="165100" y="168910"/>
                  <a:pt x="162560" y="170180"/>
                  <a:pt x="161290" y="171450"/>
                </a:cubicBezTo>
                <a:cubicBezTo>
                  <a:pt x="160020" y="172720"/>
                  <a:pt x="158750" y="173990"/>
                  <a:pt x="158750" y="176530"/>
                </a:cubicBezTo>
                <a:cubicBezTo>
                  <a:pt x="158750" y="179070"/>
                  <a:pt x="157480" y="181610"/>
                  <a:pt x="157480" y="184150"/>
                </a:cubicBezTo>
                <a:cubicBezTo>
                  <a:pt x="157480" y="187960"/>
                  <a:pt x="157480" y="190500"/>
                  <a:pt x="158750" y="191770"/>
                </a:cubicBezTo>
                <a:cubicBezTo>
                  <a:pt x="158750" y="194310"/>
                  <a:pt x="160020" y="195580"/>
                  <a:pt x="161290" y="196850"/>
                </a:cubicBezTo>
                <a:cubicBezTo>
                  <a:pt x="162560" y="198120"/>
                  <a:pt x="163830" y="199390"/>
                  <a:pt x="166370" y="199390"/>
                </a:cubicBezTo>
                <a:cubicBezTo>
                  <a:pt x="168910" y="199390"/>
                  <a:pt x="170180" y="200660"/>
                  <a:pt x="172720" y="200660"/>
                </a:cubicBezTo>
                <a:cubicBezTo>
                  <a:pt x="176530" y="200660"/>
                  <a:pt x="179070" y="200660"/>
                  <a:pt x="181610" y="199390"/>
                </a:cubicBezTo>
                <a:cubicBezTo>
                  <a:pt x="184150" y="198120"/>
                  <a:pt x="186690" y="196850"/>
                  <a:pt x="187960" y="196850"/>
                </a:cubicBezTo>
                <a:lnTo>
                  <a:pt x="187960" y="209550"/>
                </a:lnTo>
                <a:cubicBezTo>
                  <a:pt x="186690" y="210820"/>
                  <a:pt x="184150" y="210820"/>
                  <a:pt x="181610" y="212090"/>
                </a:cubicBezTo>
                <a:cubicBezTo>
                  <a:pt x="179070" y="213360"/>
                  <a:pt x="175260" y="213360"/>
                  <a:pt x="171450" y="213360"/>
                </a:cubicBezTo>
                <a:cubicBezTo>
                  <a:pt x="166370" y="213360"/>
                  <a:pt x="162560" y="213360"/>
                  <a:pt x="158750" y="212090"/>
                </a:cubicBezTo>
                <a:cubicBezTo>
                  <a:pt x="154940" y="210820"/>
                  <a:pt x="152400" y="209550"/>
                  <a:pt x="149860" y="207010"/>
                </a:cubicBezTo>
                <a:cubicBezTo>
                  <a:pt x="147320" y="204470"/>
                  <a:pt x="146050" y="201930"/>
                  <a:pt x="144780" y="198120"/>
                </a:cubicBezTo>
                <a:cubicBezTo>
                  <a:pt x="143510" y="194310"/>
                  <a:pt x="143510" y="190500"/>
                  <a:pt x="143510" y="185420"/>
                </a:cubicBezTo>
                <a:cubicBezTo>
                  <a:pt x="143510" y="180340"/>
                  <a:pt x="143510" y="176530"/>
                  <a:pt x="144780" y="172720"/>
                </a:cubicBezTo>
                <a:cubicBezTo>
                  <a:pt x="146050" y="168910"/>
                  <a:pt x="147320" y="166370"/>
                  <a:pt x="149860" y="163830"/>
                </a:cubicBezTo>
                <a:cubicBezTo>
                  <a:pt x="152400" y="161290"/>
                  <a:pt x="154940" y="160020"/>
                  <a:pt x="158750" y="158750"/>
                </a:cubicBezTo>
                <a:cubicBezTo>
                  <a:pt x="162560" y="157480"/>
                  <a:pt x="166370" y="157480"/>
                  <a:pt x="171450" y="157480"/>
                </a:cubicBezTo>
                <a:cubicBezTo>
                  <a:pt x="175260" y="157480"/>
                  <a:pt x="179070" y="157480"/>
                  <a:pt x="181610" y="158750"/>
                </a:cubicBezTo>
                <a:cubicBezTo>
                  <a:pt x="184150" y="158750"/>
                  <a:pt x="186690" y="160020"/>
                  <a:pt x="187960" y="160020"/>
                </a:cubicBezTo>
                <a:lnTo>
                  <a:pt x="187960" y="1714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1" name="Полилиния: фигура 61">
            <a:extLst>
              <a:ext uri="{FF2B5EF4-FFF2-40B4-BE49-F238E27FC236}">
                <a16:creationId xmlns:a16="http://schemas.microsoft.com/office/drawing/2014/main" id="{5088A462-40C2-B30C-4566-551BCC3B2C7E}"/>
              </a:ext>
            </a:extLst>
          </p:cNvPr>
          <p:cNvSpPr/>
          <p:nvPr/>
        </p:nvSpPr>
        <p:spPr>
          <a:xfrm>
            <a:off x="3906393" y="2623187"/>
            <a:ext cx="223520" cy="264159"/>
          </a:xfrm>
          <a:custGeom>
            <a:avLst/>
            <a:gdLst>
              <a:gd name="connsiteX0" fmla="*/ 31750 w 223520"/>
              <a:gd name="connsiteY0" fmla="*/ 20320 h 264159"/>
              <a:gd name="connsiteX1" fmla="*/ 21590 w 223520"/>
              <a:gd name="connsiteY1" fmla="*/ 30480 h 264159"/>
              <a:gd name="connsiteX2" fmla="*/ 21590 w 223520"/>
              <a:gd name="connsiteY2" fmla="*/ 233680 h 264159"/>
              <a:gd name="connsiteX3" fmla="*/ 31750 w 223520"/>
              <a:gd name="connsiteY3" fmla="*/ 243840 h 264159"/>
              <a:gd name="connsiteX4" fmla="*/ 194310 w 223520"/>
              <a:gd name="connsiteY4" fmla="*/ 243840 h 264159"/>
              <a:gd name="connsiteX5" fmla="*/ 204470 w 223520"/>
              <a:gd name="connsiteY5" fmla="*/ 233680 h 264159"/>
              <a:gd name="connsiteX6" fmla="*/ 204470 w 223520"/>
              <a:gd name="connsiteY6" fmla="*/ 91440 h 264159"/>
              <a:gd name="connsiteX7" fmla="*/ 144780 w 223520"/>
              <a:gd name="connsiteY7" fmla="*/ 91440 h 264159"/>
              <a:gd name="connsiteX8" fmla="*/ 133350 w 223520"/>
              <a:gd name="connsiteY8" fmla="*/ 80010 h 264159"/>
              <a:gd name="connsiteX9" fmla="*/ 133350 w 223520"/>
              <a:gd name="connsiteY9" fmla="*/ 20320 h 264159"/>
              <a:gd name="connsiteX10" fmla="*/ 3175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2410 h 264159"/>
              <a:gd name="connsiteX16" fmla="*/ 223520 w 223520"/>
              <a:gd name="connsiteY16" fmla="*/ 8001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2410 h 264159"/>
              <a:gd name="connsiteX28" fmla="*/ 39370 w 223520"/>
              <a:gd name="connsiteY28" fmla="*/ 156210 h 264159"/>
              <a:gd name="connsiteX29" fmla="*/ 44450 w 223520"/>
              <a:gd name="connsiteY29" fmla="*/ 156210 h 264159"/>
              <a:gd name="connsiteX30" fmla="*/ 48260 w 223520"/>
              <a:gd name="connsiteY30" fmla="*/ 156210 h 264159"/>
              <a:gd name="connsiteX31" fmla="*/ 53340 w 223520"/>
              <a:gd name="connsiteY31" fmla="*/ 156210 h 264159"/>
              <a:gd name="connsiteX32" fmla="*/ 58420 w 223520"/>
              <a:gd name="connsiteY32" fmla="*/ 156210 h 264159"/>
              <a:gd name="connsiteX33" fmla="*/ 71120 w 223520"/>
              <a:gd name="connsiteY33" fmla="*/ 157480 h 264159"/>
              <a:gd name="connsiteX34" fmla="*/ 78740 w 223520"/>
              <a:gd name="connsiteY34" fmla="*/ 161290 h 264159"/>
              <a:gd name="connsiteX35" fmla="*/ 83820 w 223520"/>
              <a:gd name="connsiteY35" fmla="*/ 167640 h 264159"/>
              <a:gd name="connsiteX36" fmla="*/ 85090 w 223520"/>
              <a:gd name="connsiteY36" fmla="*/ 176530 h 264159"/>
              <a:gd name="connsiteX37" fmla="*/ 78740 w 223520"/>
              <a:gd name="connsiteY37" fmla="*/ 193040 h 264159"/>
              <a:gd name="connsiteX38" fmla="*/ 58420 w 223520"/>
              <a:gd name="connsiteY38" fmla="*/ 198120 h 264159"/>
              <a:gd name="connsiteX39" fmla="*/ 55880 w 223520"/>
              <a:gd name="connsiteY39" fmla="*/ 198120 h 264159"/>
              <a:gd name="connsiteX40" fmla="*/ 53340 w 223520"/>
              <a:gd name="connsiteY40" fmla="*/ 198120 h 264159"/>
              <a:gd name="connsiteX41" fmla="*/ 53340 w 223520"/>
              <a:gd name="connsiteY41" fmla="*/ 212090 h 264159"/>
              <a:gd name="connsiteX42" fmla="*/ 40640 w 223520"/>
              <a:gd name="connsiteY42" fmla="*/ 212090 h 264159"/>
              <a:gd name="connsiteX43" fmla="*/ 40640 w 223520"/>
              <a:gd name="connsiteY43" fmla="*/ 156210 h 264159"/>
              <a:gd name="connsiteX44" fmla="*/ 53340 w 223520"/>
              <a:gd name="connsiteY44" fmla="*/ 186690 h 264159"/>
              <a:gd name="connsiteX45" fmla="*/ 55880 w 223520"/>
              <a:gd name="connsiteY45" fmla="*/ 186690 h 264159"/>
              <a:gd name="connsiteX46" fmla="*/ 58420 w 223520"/>
              <a:gd name="connsiteY46" fmla="*/ 186690 h 264159"/>
              <a:gd name="connsiteX47" fmla="*/ 64770 w 223520"/>
              <a:gd name="connsiteY47" fmla="*/ 185420 h 264159"/>
              <a:gd name="connsiteX48" fmla="*/ 68580 w 223520"/>
              <a:gd name="connsiteY48" fmla="*/ 182880 h 264159"/>
              <a:gd name="connsiteX49" fmla="*/ 71120 w 223520"/>
              <a:gd name="connsiteY49" fmla="*/ 179070 h 264159"/>
              <a:gd name="connsiteX50" fmla="*/ 72390 w 223520"/>
              <a:gd name="connsiteY50" fmla="*/ 173990 h 264159"/>
              <a:gd name="connsiteX51" fmla="*/ 72390 w 223520"/>
              <a:gd name="connsiteY51" fmla="*/ 168910 h 264159"/>
              <a:gd name="connsiteX52" fmla="*/ 69850 w 223520"/>
              <a:gd name="connsiteY52" fmla="*/ 166370 h 264159"/>
              <a:gd name="connsiteX53" fmla="*/ 66040 w 223520"/>
              <a:gd name="connsiteY53" fmla="*/ 163830 h 264159"/>
              <a:gd name="connsiteX54" fmla="*/ 59690 w 223520"/>
              <a:gd name="connsiteY54" fmla="*/ 162560 h 264159"/>
              <a:gd name="connsiteX55" fmla="*/ 57150 w 223520"/>
              <a:gd name="connsiteY55" fmla="*/ 162560 h 264159"/>
              <a:gd name="connsiteX56" fmla="*/ 54610 w 223520"/>
              <a:gd name="connsiteY56" fmla="*/ 162560 h 264159"/>
              <a:gd name="connsiteX57" fmla="*/ 54610 w 223520"/>
              <a:gd name="connsiteY57" fmla="*/ 186690 h 264159"/>
              <a:gd name="connsiteX58" fmla="*/ 158750 w 223520"/>
              <a:gd name="connsiteY58" fmla="*/ 167640 h 264159"/>
              <a:gd name="connsiteX59" fmla="*/ 142240 w 223520"/>
              <a:gd name="connsiteY59" fmla="*/ 167640 h 264159"/>
              <a:gd name="connsiteX60" fmla="*/ 142240 w 223520"/>
              <a:gd name="connsiteY60" fmla="*/ 156210 h 264159"/>
              <a:gd name="connsiteX61" fmla="*/ 189230 w 223520"/>
              <a:gd name="connsiteY61" fmla="*/ 156210 h 264159"/>
              <a:gd name="connsiteX62" fmla="*/ 189230 w 223520"/>
              <a:gd name="connsiteY62" fmla="*/ 167640 h 264159"/>
              <a:gd name="connsiteX63" fmla="*/ 172720 w 223520"/>
              <a:gd name="connsiteY63" fmla="*/ 167640 h 264159"/>
              <a:gd name="connsiteX64" fmla="*/ 172720 w 223520"/>
              <a:gd name="connsiteY64" fmla="*/ 212090 h 264159"/>
              <a:gd name="connsiteX65" fmla="*/ 160020 w 223520"/>
              <a:gd name="connsiteY65" fmla="*/ 212090 h 264159"/>
              <a:gd name="connsiteX66" fmla="*/ 160020 w 223520"/>
              <a:gd name="connsiteY66" fmla="*/ 167640 h 264159"/>
              <a:gd name="connsiteX67" fmla="*/ 96520 w 223520"/>
              <a:gd name="connsiteY67" fmla="*/ 156210 h 264159"/>
              <a:gd name="connsiteX68" fmla="*/ 91440 w 223520"/>
              <a:gd name="connsiteY68" fmla="*/ 156210 h 264159"/>
              <a:gd name="connsiteX69" fmla="*/ 91440 w 223520"/>
              <a:gd name="connsiteY69" fmla="*/ 212090 h 264159"/>
              <a:gd name="connsiteX70" fmla="*/ 104140 w 223520"/>
              <a:gd name="connsiteY70" fmla="*/ 212090 h 264159"/>
              <a:gd name="connsiteX71" fmla="*/ 104140 w 223520"/>
              <a:gd name="connsiteY71" fmla="*/ 198120 h 264159"/>
              <a:gd name="connsiteX72" fmla="*/ 106680 w 223520"/>
              <a:gd name="connsiteY72" fmla="*/ 198120 h 264159"/>
              <a:gd name="connsiteX73" fmla="*/ 109220 w 223520"/>
              <a:gd name="connsiteY73" fmla="*/ 198120 h 264159"/>
              <a:gd name="connsiteX74" fmla="*/ 129540 w 223520"/>
              <a:gd name="connsiteY74" fmla="*/ 193040 h 264159"/>
              <a:gd name="connsiteX75" fmla="*/ 135890 w 223520"/>
              <a:gd name="connsiteY75" fmla="*/ 176530 h 264159"/>
              <a:gd name="connsiteX76" fmla="*/ 134620 w 223520"/>
              <a:gd name="connsiteY76" fmla="*/ 167640 h 264159"/>
              <a:gd name="connsiteX77" fmla="*/ 129540 w 223520"/>
              <a:gd name="connsiteY77" fmla="*/ 161290 h 264159"/>
              <a:gd name="connsiteX78" fmla="*/ 121920 w 223520"/>
              <a:gd name="connsiteY78" fmla="*/ 157480 h 264159"/>
              <a:gd name="connsiteX79" fmla="*/ 109220 w 223520"/>
              <a:gd name="connsiteY79" fmla="*/ 156210 h 264159"/>
              <a:gd name="connsiteX80" fmla="*/ 104140 w 223520"/>
              <a:gd name="connsiteY80" fmla="*/ 156210 h 264159"/>
              <a:gd name="connsiteX81" fmla="*/ 99060 w 223520"/>
              <a:gd name="connsiteY81" fmla="*/ 156210 h 264159"/>
              <a:gd name="connsiteX82" fmla="*/ 96520 w 223520"/>
              <a:gd name="connsiteY82" fmla="*/ 156210 h 264159"/>
              <a:gd name="connsiteX83" fmla="*/ 107950 w 223520"/>
              <a:gd name="connsiteY83" fmla="*/ 187960 h 264159"/>
              <a:gd name="connsiteX84" fmla="*/ 105410 w 223520"/>
              <a:gd name="connsiteY84" fmla="*/ 187960 h 264159"/>
              <a:gd name="connsiteX85" fmla="*/ 105410 w 223520"/>
              <a:gd name="connsiteY85" fmla="*/ 167640 h 264159"/>
              <a:gd name="connsiteX86" fmla="*/ 107950 w 223520"/>
              <a:gd name="connsiteY86" fmla="*/ 167640 h 264159"/>
              <a:gd name="connsiteX87" fmla="*/ 110490 w 223520"/>
              <a:gd name="connsiteY87" fmla="*/ 167640 h 264159"/>
              <a:gd name="connsiteX88" fmla="*/ 116840 w 223520"/>
              <a:gd name="connsiteY88" fmla="*/ 168910 h 264159"/>
              <a:gd name="connsiteX89" fmla="*/ 120650 w 223520"/>
              <a:gd name="connsiteY89" fmla="*/ 171450 h 264159"/>
              <a:gd name="connsiteX90" fmla="*/ 123190 w 223520"/>
              <a:gd name="connsiteY90" fmla="*/ 173990 h 264159"/>
              <a:gd name="connsiteX91" fmla="*/ 123190 w 223520"/>
              <a:gd name="connsiteY91" fmla="*/ 179070 h 264159"/>
              <a:gd name="connsiteX92" fmla="*/ 123190 w 223520"/>
              <a:gd name="connsiteY92" fmla="*/ 184150 h 264159"/>
              <a:gd name="connsiteX93" fmla="*/ 120650 w 223520"/>
              <a:gd name="connsiteY93" fmla="*/ 187960 h 264159"/>
              <a:gd name="connsiteX94" fmla="*/ 116840 w 223520"/>
              <a:gd name="connsiteY94" fmla="*/ 190500 h 264159"/>
              <a:gd name="connsiteX95" fmla="*/ 110490 w 223520"/>
              <a:gd name="connsiteY95" fmla="*/ 191770 h 264159"/>
              <a:gd name="connsiteX96" fmla="*/ 107950 w 223520"/>
              <a:gd name="connsiteY96" fmla="*/ 19177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223520" h="264159">
                <a:moveTo>
                  <a:pt x="31750" y="20320"/>
                </a:moveTo>
                <a:cubicBezTo>
                  <a:pt x="26670" y="20320"/>
                  <a:pt x="21590" y="25400"/>
                  <a:pt x="21590" y="30480"/>
                </a:cubicBezTo>
                <a:lnTo>
                  <a:pt x="21590" y="233680"/>
                </a:lnTo>
                <a:cubicBezTo>
                  <a:pt x="21590" y="238760"/>
                  <a:pt x="26670" y="243840"/>
                  <a:pt x="31750" y="243840"/>
                </a:cubicBezTo>
                <a:lnTo>
                  <a:pt x="194310" y="243840"/>
                </a:lnTo>
                <a:cubicBezTo>
                  <a:pt x="199390" y="243840"/>
                  <a:pt x="204470" y="238760"/>
                  <a:pt x="204470" y="233680"/>
                </a:cubicBezTo>
                <a:lnTo>
                  <a:pt x="204470" y="91440"/>
                </a:lnTo>
                <a:lnTo>
                  <a:pt x="144780" y="91440"/>
                </a:lnTo>
                <a:cubicBezTo>
                  <a:pt x="138430" y="91440"/>
                  <a:pt x="133350" y="86360"/>
                  <a:pt x="133350" y="80010"/>
                </a:cubicBezTo>
                <a:lnTo>
                  <a:pt x="133350" y="20320"/>
                </a:lnTo>
                <a:lnTo>
                  <a:pt x="3175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2410"/>
                </a:moveTo>
                <a:lnTo>
                  <a:pt x="223520" y="8001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10820" y="262890"/>
                  <a:pt x="223520" y="250190"/>
                  <a:pt x="223520" y="232410"/>
                </a:cubicBezTo>
                <a:close/>
                <a:moveTo>
                  <a:pt x="39370" y="156210"/>
                </a:moveTo>
                <a:cubicBezTo>
                  <a:pt x="40640" y="156210"/>
                  <a:pt x="43180" y="156210"/>
                  <a:pt x="44450" y="156210"/>
                </a:cubicBezTo>
                <a:cubicBezTo>
                  <a:pt x="45720" y="156210"/>
                  <a:pt x="46990" y="156210"/>
                  <a:pt x="48260" y="156210"/>
                </a:cubicBezTo>
                <a:cubicBezTo>
                  <a:pt x="49530" y="156210"/>
                  <a:pt x="50800" y="156210"/>
                  <a:pt x="53340" y="156210"/>
                </a:cubicBezTo>
                <a:cubicBezTo>
                  <a:pt x="54610" y="156210"/>
                  <a:pt x="57150" y="156210"/>
                  <a:pt x="58420" y="156210"/>
                </a:cubicBezTo>
                <a:cubicBezTo>
                  <a:pt x="63500" y="156210"/>
                  <a:pt x="67310" y="156210"/>
                  <a:pt x="71120" y="157480"/>
                </a:cubicBezTo>
                <a:cubicBezTo>
                  <a:pt x="74930" y="158750"/>
                  <a:pt x="77470" y="160020"/>
                  <a:pt x="78740" y="161290"/>
                </a:cubicBezTo>
                <a:cubicBezTo>
                  <a:pt x="81280" y="162560"/>
                  <a:pt x="82550" y="165100"/>
                  <a:pt x="83820" y="167640"/>
                </a:cubicBezTo>
                <a:cubicBezTo>
                  <a:pt x="85090" y="170180"/>
                  <a:pt x="85090" y="173990"/>
                  <a:pt x="85090" y="176530"/>
                </a:cubicBezTo>
                <a:cubicBezTo>
                  <a:pt x="85090" y="184150"/>
                  <a:pt x="82550" y="189230"/>
                  <a:pt x="78740" y="193040"/>
                </a:cubicBezTo>
                <a:cubicBezTo>
                  <a:pt x="74930" y="196850"/>
                  <a:pt x="67310" y="198120"/>
                  <a:pt x="58420" y="198120"/>
                </a:cubicBezTo>
                <a:lnTo>
                  <a:pt x="55880" y="198120"/>
                </a:lnTo>
                <a:cubicBezTo>
                  <a:pt x="54610" y="198120"/>
                  <a:pt x="54610" y="198120"/>
                  <a:pt x="53340" y="198120"/>
                </a:cubicBezTo>
                <a:lnTo>
                  <a:pt x="53340" y="212090"/>
                </a:lnTo>
                <a:lnTo>
                  <a:pt x="40640" y="212090"/>
                </a:lnTo>
                <a:lnTo>
                  <a:pt x="40640" y="156210"/>
                </a:lnTo>
                <a:close/>
                <a:moveTo>
                  <a:pt x="53340" y="186690"/>
                </a:moveTo>
                <a:cubicBezTo>
                  <a:pt x="54610" y="186690"/>
                  <a:pt x="55880" y="186690"/>
                  <a:pt x="55880" y="186690"/>
                </a:cubicBezTo>
                <a:lnTo>
                  <a:pt x="58420" y="186690"/>
                </a:lnTo>
                <a:cubicBezTo>
                  <a:pt x="60960" y="186690"/>
                  <a:pt x="62230" y="186690"/>
                  <a:pt x="64770" y="185420"/>
                </a:cubicBezTo>
                <a:cubicBezTo>
                  <a:pt x="66040" y="185420"/>
                  <a:pt x="67310" y="184150"/>
                  <a:pt x="68580" y="182880"/>
                </a:cubicBezTo>
                <a:cubicBezTo>
                  <a:pt x="69850" y="181610"/>
                  <a:pt x="69850" y="180340"/>
                  <a:pt x="71120" y="179070"/>
                </a:cubicBezTo>
                <a:cubicBezTo>
                  <a:pt x="71120" y="177800"/>
                  <a:pt x="72390" y="176530"/>
                  <a:pt x="72390" y="173990"/>
                </a:cubicBezTo>
                <a:cubicBezTo>
                  <a:pt x="72390" y="172720"/>
                  <a:pt x="72390" y="170180"/>
                  <a:pt x="72390" y="168910"/>
                </a:cubicBezTo>
                <a:cubicBezTo>
                  <a:pt x="72390" y="167640"/>
                  <a:pt x="71120" y="166370"/>
                  <a:pt x="69850" y="166370"/>
                </a:cubicBezTo>
                <a:cubicBezTo>
                  <a:pt x="68580" y="165100"/>
                  <a:pt x="67310" y="165100"/>
                  <a:pt x="66040" y="163830"/>
                </a:cubicBezTo>
                <a:cubicBezTo>
                  <a:pt x="64770" y="163830"/>
                  <a:pt x="62230" y="162560"/>
                  <a:pt x="59690" y="162560"/>
                </a:cubicBezTo>
                <a:cubicBezTo>
                  <a:pt x="58420" y="162560"/>
                  <a:pt x="57150" y="162560"/>
                  <a:pt x="57150" y="162560"/>
                </a:cubicBezTo>
                <a:cubicBezTo>
                  <a:pt x="55880" y="162560"/>
                  <a:pt x="55880" y="162560"/>
                  <a:pt x="54610" y="162560"/>
                </a:cubicBezTo>
                <a:lnTo>
                  <a:pt x="54610" y="186690"/>
                </a:lnTo>
                <a:close/>
                <a:moveTo>
                  <a:pt x="158750" y="167640"/>
                </a:moveTo>
                <a:lnTo>
                  <a:pt x="142240" y="167640"/>
                </a:lnTo>
                <a:lnTo>
                  <a:pt x="142240" y="156210"/>
                </a:lnTo>
                <a:lnTo>
                  <a:pt x="189230" y="156210"/>
                </a:lnTo>
                <a:lnTo>
                  <a:pt x="189230" y="167640"/>
                </a:lnTo>
                <a:lnTo>
                  <a:pt x="172720" y="167640"/>
                </a:lnTo>
                <a:lnTo>
                  <a:pt x="172720" y="212090"/>
                </a:lnTo>
                <a:lnTo>
                  <a:pt x="160020" y="212090"/>
                </a:lnTo>
                <a:lnTo>
                  <a:pt x="160020" y="167640"/>
                </a:lnTo>
                <a:close/>
                <a:moveTo>
                  <a:pt x="96520" y="156210"/>
                </a:moveTo>
                <a:cubicBezTo>
                  <a:pt x="95250" y="156210"/>
                  <a:pt x="93980" y="156210"/>
                  <a:pt x="91440" y="156210"/>
                </a:cubicBezTo>
                <a:lnTo>
                  <a:pt x="91440" y="212090"/>
                </a:lnTo>
                <a:lnTo>
                  <a:pt x="104140" y="212090"/>
                </a:lnTo>
                <a:lnTo>
                  <a:pt x="104140" y="198120"/>
                </a:lnTo>
                <a:cubicBezTo>
                  <a:pt x="105410" y="198120"/>
                  <a:pt x="106680" y="198120"/>
                  <a:pt x="106680" y="198120"/>
                </a:cubicBezTo>
                <a:lnTo>
                  <a:pt x="109220" y="198120"/>
                </a:lnTo>
                <a:cubicBezTo>
                  <a:pt x="118110" y="198120"/>
                  <a:pt x="124460" y="196850"/>
                  <a:pt x="129540" y="193040"/>
                </a:cubicBezTo>
                <a:cubicBezTo>
                  <a:pt x="133350" y="189230"/>
                  <a:pt x="135890" y="184150"/>
                  <a:pt x="135890" y="176530"/>
                </a:cubicBezTo>
                <a:cubicBezTo>
                  <a:pt x="135890" y="172720"/>
                  <a:pt x="135890" y="170180"/>
                  <a:pt x="134620" y="167640"/>
                </a:cubicBezTo>
                <a:cubicBezTo>
                  <a:pt x="133350" y="165100"/>
                  <a:pt x="132080" y="162560"/>
                  <a:pt x="129540" y="161290"/>
                </a:cubicBezTo>
                <a:cubicBezTo>
                  <a:pt x="127000" y="160020"/>
                  <a:pt x="124460" y="158750"/>
                  <a:pt x="121920" y="157480"/>
                </a:cubicBezTo>
                <a:cubicBezTo>
                  <a:pt x="118110" y="156210"/>
                  <a:pt x="114300" y="156210"/>
                  <a:pt x="109220" y="156210"/>
                </a:cubicBezTo>
                <a:cubicBezTo>
                  <a:pt x="106680" y="156210"/>
                  <a:pt x="105410" y="156210"/>
                  <a:pt x="104140" y="156210"/>
                </a:cubicBezTo>
                <a:cubicBezTo>
                  <a:pt x="102870" y="156210"/>
                  <a:pt x="101600" y="156210"/>
                  <a:pt x="99060" y="156210"/>
                </a:cubicBezTo>
                <a:cubicBezTo>
                  <a:pt x="100330" y="156210"/>
                  <a:pt x="97790" y="156210"/>
                  <a:pt x="96520" y="156210"/>
                </a:cubicBezTo>
                <a:close/>
                <a:moveTo>
                  <a:pt x="107950" y="187960"/>
                </a:moveTo>
                <a:cubicBezTo>
                  <a:pt x="106680" y="187960"/>
                  <a:pt x="106680" y="187960"/>
                  <a:pt x="105410" y="187960"/>
                </a:cubicBezTo>
                <a:lnTo>
                  <a:pt x="105410" y="167640"/>
                </a:lnTo>
                <a:cubicBezTo>
                  <a:pt x="106680" y="167640"/>
                  <a:pt x="107950" y="167640"/>
                  <a:pt x="107950" y="167640"/>
                </a:cubicBezTo>
                <a:cubicBezTo>
                  <a:pt x="109220" y="167640"/>
                  <a:pt x="109220" y="167640"/>
                  <a:pt x="110490" y="167640"/>
                </a:cubicBezTo>
                <a:cubicBezTo>
                  <a:pt x="113030" y="167640"/>
                  <a:pt x="115570" y="167640"/>
                  <a:pt x="116840" y="168910"/>
                </a:cubicBezTo>
                <a:cubicBezTo>
                  <a:pt x="118110" y="168910"/>
                  <a:pt x="119380" y="170180"/>
                  <a:pt x="120650" y="171450"/>
                </a:cubicBezTo>
                <a:cubicBezTo>
                  <a:pt x="121920" y="172720"/>
                  <a:pt x="121920" y="172720"/>
                  <a:pt x="123190" y="173990"/>
                </a:cubicBezTo>
                <a:cubicBezTo>
                  <a:pt x="123190" y="175260"/>
                  <a:pt x="123190" y="176530"/>
                  <a:pt x="123190" y="179070"/>
                </a:cubicBezTo>
                <a:cubicBezTo>
                  <a:pt x="123190" y="180340"/>
                  <a:pt x="123190" y="182880"/>
                  <a:pt x="123190" y="184150"/>
                </a:cubicBezTo>
                <a:cubicBezTo>
                  <a:pt x="123190" y="185420"/>
                  <a:pt x="121920" y="186690"/>
                  <a:pt x="120650" y="187960"/>
                </a:cubicBezTo>
                <a:cubicBezTo>
                  <a:pt x="119380" y="189230"/>
                  <a:pt x="118110" y="189230"/>
                  <a:pt x="116840" y="190500"/>
                </a:cubicBezTo>
                <a:cubicBezTo>
                  <a:pt x="115570" y="190500"/>
                  <a:pt x="113030" y="191770"/>
                  <a:pt x="110490" y="191770"/>
                </a:cubicBezTo>
                <a:lnTo>
                  <a:pt x="107950" y="1917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2" name="Полилиния: фигура 64">
            <a:extLst>
              <a:ext uri="{FF2B5EF4-FFF2-40B4-BE49-F238E27FC236}">
                <a16:creationId xmlns:a16="http://schemas.microsoft.com/office/drawing/2014/main" id="{FCB6E60B-B0A0-19C5-186C-66D63953B7E9}"/>
              </a:ext>
            </a:extLst>
          </p:cNvPr>
          <p:cNvSpPr/>
          <p:nvPr/>
        </p:nvSpPr>
        <p:spPr>
          <a:xfrm>
            <a:off x="2778634" y="2658746"/>
            <a:ext cx="243839" cy="191770"/>
          </a:xfrm>
          <a:custGeom>
            <a:avLst/>
            <a:gdLst>
              <a:gd name="connsiteX0" fmla="*/ 0 w 243839"/>
              <a:gd name="connsiteY0" fmla="*/ 30480 h 191770"/>
              <a:gd name="connsiteX1" fmla="*/ 30480 w 243839"/>
              <a:gd name="connsiteY1" fmla="*/ 0 h 191770"/>
              <a:gd name="connsiteX2" fmla="*/ 172720 w 243839"/>
              <a:gd name="connsiteY2" fmla="*/ 0 h 191770"/>
              <a:gd name="connsiteX3" fmla="*/ 203200 w 243839"/>
              <a:gd name="connsiteY3" fmla="*/ 30480 h 191770"/>
              <a:gd name="connsiteX4" fmla="*/ 203200 w 243839"/>
              <a:gd name="connsiteY4" fmla="*/ 121920 h 191770"/>
              <a:gd name="connsiteX5" fmla="*/ 172720 w 243839"/>
              <a:gd name="connsiteY5" fmla="*/ 152400 h 191770"/>
              <a:gd name="connsiteX6" fmla="*/ 30480 w 243839"/>
              <a:gd name="connsiteY6" fmla="*/ 152400 h 191770"/>
              <a:gd name="connsiteX7" fmla="*/ 0 w 243839"/>
              <a:gd name="connsiteY7" fmla="*/ 121920 h 191770"/>
              <a:gd name="connsiteX8" fmla="*/ 0 w 243839"/>
              <a:gd name="connsiteY8" fmla="*/ 30480 h 191770"/>
              <a:gd name="connsiteX9" fmla="*/ 30480 w 243839"/>
              <a:gd name="connsiteY9" fmla="*/ 20320 h 191770"/>
              <a:gd name="connsiteX10" fmla="*/ 20320 w 243839"/>
              <a:gd name="connsiteY10" fmla="*/ 30480 h 191770"/>
              <a:gd name="connsiteX11" fmla="*/ 20320 w 243839"/>
              <a:gd name="connsiteY11" fmla="*/ 121920 h 191770"/>
              <a:gd name="connsiteX12" fmla="*/ 30480 w 243839"/>
              <a:gd name="connsiteY12" fmla="*/ 132080 h 191770"/>
              <a:gd name="connsiteX13" fmla="*/ 172720 w 243839"/>
              <a:gd name="connsiteY13" fmla="*/ 132080 h 191770"/>
              <a:gd name="connsiteX14" fmla="*/ 182880 w 243839"/>
              <a:gd name="connsiteY14" fmla="*/ 121920 h 191770"/>
              <a:gd name="connsiteX15" fmla="*/ 182880 w 243839"/>
              <a:gd name="connsiteY15" fmla="*/ 30480 h 191770"/>
              <a:gd name="connsiteX16" fmla="*/ 172720 w 243839"/>
              <a:gd name="connsiteY16" fmla="*/ 20320 h 191770"/>
              <a:gd name="connsiteX17" fmla="*/ 30480 w 243839"/>
              <a:gd name="connsiteY17" fmla="*/ 20320 h 191770"/>
              <a:gd name="connsiteX18" fmla="*/ 237490 w 243839"/>
              <a:gd name="connsiteY18" fmla="*/ 162560 h 191770"/>
              <a:gd name="connsiteX19" fmla="*/ 242570 w 243839"/>
              <a:gd name="connsiteY19" fmla="*/ 176530 h 191770"/>
              <a:gd name="connsiteX20" fmla="*/ 227330 w 243839"/>
              <a:gd name="connsiteY20" fmla="*/ 190500 h 191770"/>
              <a:gd name="connsiteX21" fmla="*/ 214630 w 243839"/>
              <a:gd name="connsiteY21" fmla="*/ 184150 h 191770"/>
              <a:gd name="connsiteX22" fmla="*/ 220980 w 243839"/>
              <a:gd name="connsiteY22" fmla="*/ 171450 h 191770"/>
              <a:gd name="connsiteX23" fmla="*/ 226060 w 243839"/>
              <a:gd name="connsiteY23" fmla="*/ 167640 h 191770"/>
              <a:gd name="connsiteX24" fmla="*/ 237490 w 243839"/>
              <a:gd name="connsiteY24" fmla="*/ 162560 h 191770"/>
              <a:gd name="connsiteX25" fmla="*/ 243840 w 243839"/>
              <a:gd name="connsiteY25" fmla="*/ 116840 h 191770"/>
              <a:gd name="connsiteX26" fmla="*/ 233680 w 243839"/>
              <a:gd name="connsiteY26" fmla="*/ 106680 h 191770"/>
              <a:gd name="connsiteX27" fmla="*/ 223520 w 243839"/>
              <a:gd name="connsiteY27" fmla="*/ 116840 h 191770"/>
              <a:gd name="connsiteX28" fmla="*/ 223520 w 243839"/>
              <a:gd name="connsiteY28" fmla="*/ 132080 h 191770"/>
              <a:gd name="connsiteX29" fmla="*/ 233680 w 243839"/>
              <a:gd name="connsiteY29" fmla="*/ 142240 h 191770"/>
              <a:gd name="connsiteX30" fmla="*/ 243840 w 243839"/>
              <a:gd name="connsiteY30" fmla="*/ 132080 h 191770"/>
              <a:gd name="connsiteX31" fmla="*/ 243840 w 243839"/>
              <a:gd name="connsiteY31" fmla="*/ 116840 h 191770"/>
              <a:gd name="connsiteX32" fmla="*/ 233680 w 243839"/>
              <a:gd name="connsiteY32" fmla="*/ 60960 h 191770"/>
              <a:gd name="connsiteX33" fmla="*/ 243840 w 243839"/>
              <a:gd name="connsiteY33" fmla="*/ 71120 h 191770"/>
              <a:gd name="connsiteX34" fmla="*/ 243840 w 243839"/>
              <a:gd name="connsiteY34" fmla="*/ 81280 h 191770"/>
              <a:gd name="connsiteX35" fmla="*/ 233680 w 243839"/>
              <a:gd name="connsiteY35" fmla="*/ 91440 h 191770"/>
              <a:gd name="connsiteX36" fmla="*/ 223520 w 243839"/>
              <a:gd name="connsiteY36" fmla="*/ 81280 h 191770"/>
              <a:gd name="connsiteX37" fmla="*/ 223520 w 243839"/>
              <a:gd name="connsiteY37" fmla="*/ 71120 h 191770"/>
              <a:gd name="connsiteX38" fmla="*/ 233680 w 243839"/>
              <a:gd name="connsiteY38" fmla="*/ 60960 h 191770"/>
              <a:gd name="connsiteX39" fmla="*/ 167640 w 243839"/>
              <a:gd name="connsiteY39" fmla="*/ 171450 h 191770"/>
              <a:gd name="connsiteX40" fmla="*/ 157480 w 243839"/>
              <a:gd name="connsiteY40" fmla="*/ 181610 h 191770"/>
              <a:gd name="connsiteX41" fmla="*/ 167640 w 243839"/>
              <a:gd name="connsiteY41" fmla="*/ 191770 h 191770"/>
              <a:gd name="connsiteX42" fmla="*/ 182880 w 243839"/>
              <a:gd name="connsiteY42" fmla="*/ 191770 h 191770"/>
              <a:gd name="connsiteX43" fmla="*/ 193040 w 243839"/>
              <a:gd name="connsiteY43" fmla="*/ 181610 h 191770"/>
              <a:gd name="connsiteX44" fmla="*/ 182880 w 243839"/>
              <a:gd name="connsiteY44" fmla="*/ 171450 h 191770"/>
              <a:gd name="connsiteX45" fmla="*/ 167640 w 243839"/>
              <a:gd name="connsiteY45" fmla="*/ 171450 h 191770"/>
              <a:gd name="connsiteX46" fmla="*/ 101600 w 243839"/>
              <a:gd name="connsiteY46" fmla="*/ 181610 h 191770"/>
              <a:gd name="connsiteX47" fmla="*/ 111760 w 243839"/>
              <a:gd name="connsiteY47" fmla="*/ 171450 h 191770"/>
              <a:gd name="connsiteX48" fmla="*/ 127000 w 243839"/>
              <a:gd name="connsiteY48" fmla="*/ 171450 h 191770"/>
              <a:gd name="connsiteX49" fmla="*/ 137160 w 243839"/>
              <a:gd name="connsiteY49" fmla="*/ 181610 h 191770"/>
              <a:gd name="connsiteX50" fmla="*/ 127000 w 243839"/>
              <a:gd name="connsiteY50" fmla="*/ 191770 h 191770"/>
              <a:gd name="connsiteX51" fmla="*/ 111760 w 243839"/>
              <a:gd name="connsiteY51" fmla="*/ 191770 h 191770"/>
              <a:gd name="connsiteX52" fmla="*/ 101600 w 243839"/>
              <a:gd name="connsiteY52" fmla="*/ 181610 h 191770"/>
              <a:gd name="connsiteX53" fmla="*/ 66040 w 243839"/>
              <a:gd name="connsiteY53" fmla="*/ 171450 h 191770"/>
              <a:gd name="connsiteX54" fmla="*/ 55880 w 243839"/>
              <a:gd name="connsiteY54" fmla="*/ 181610 h 191770"/>
              <a:gd name="connsiteX55" fmla="*/ 66040 w 243839"/>
              <a:gd name="connsiteY55" fmla="*/ 191770 h 191770"/>
              <a:gd name="connsiteX56" fmla="*/ 76200 w 243839"/>
              <a:gd name="connsiteY56" fmla="*/ 191770 h 191770"/>
              <a:gd name="connsiteX57" fmla="*/ 86360 w 243839"/>
              <a:gd name="connsiteY57" fmla="*/ 181610 h 191770"/>
              <a:gd name="connsiteX58" fmla="*/ 76200 w 243839"/>
              <a:gd name="connsiteY58" fmla="*/ 171450 h 191770"/>
              <a:gd name="connsiteX59" fmla="*/ 66040 w 243839"/>
              <a:gd name="connsiteY59" fmla="*/ 171450 h 19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43839" h="19177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72720" y="0"/>
                </a:lnTo>
                <a:cubicBezTo>
                  <a:pt x="189230" y="0"/>
                  <a:pt x="203200" y="13970"/>
                  <a:pt x="203200" y="30480"/>
                </a:cubicBezTo>
                <a:lnTo>
                  <a:pt x="203200" y="121920"/>
                </a:lnTo>
                <a:cubicBezTo>
                  <a:pt x="203200" y="138430"/>
                  <a:pt x="189230" y="152400"/>
                  <a:pt x="172720" y="152400"/>
                </a:cubicBezTo>
                <a:lnTo>
                  <a:pt x="30480" y="152400"/>
                </a:lnTo>
                <a:cubicBezTo>
                  <a:pt x="13970" y="152400"/>
                  <a:pt x="0" y="138430"/>
                  <a:pt x="0" y="12192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21920"/>
                </a:lnTo>
                <a:cubicBezTo>
                  <a:pt x="20320" y="127000"/>
                  <a:pt x="25400" y="132080"/>
                  <a:pt x="30480" y="132080"/>
                </a:cubicBezTo>
                <a:lnTo>
                  <a:pt x="172720" y="132080"/>
                </a:lnTo>
                <a:cubicBezTo>
                  <a:pt x="177800" y="132080"/>
                  <a:pt x="182880" y="127000"/>
                  <a:pt x="182880" y="121920"/>
                </a:cubicBezTo>
                <a:lnTo>
                  <a:pt x="182880" y="30480"/>
                </a:lnTo>
                <a:cubicBezTo>
                  <a:pt x="182880" y="25400"/>
                  <a:pt x="177800" y="20320"/>
                  <a:pt x="172720" y="20320"/>
                </a:cubicBezTo>
                <a:lnTo>
                  <a:pt x="30480" y="20320"/>
                </a:lnTo>
                <a:close/>
                <a:moveTo>
                  <a:pt x="237490" y="162560"/>
                </a:moveTo>
                <a:cubicBezTo>
                  <a:pt x="242570" y="165100"/>
                  <a:pt x="245110" y="171450"/>
                  <a:pt x="242570" y="176530"/>
                </a:cubicBezTo>
                <a:cubicBezTo>
                  <a:pt x="238760" y="184150"/>
                  <a:pt x="232410" y="189230"/>
                  <a:pt x="227330" y="190500"/>
                </a:cubicBezTo>
                <a:cubicBezTo>
                  <a:pt x="222250" y="193040"/>
                  <a:pt x="215900" y="189230"/>
                  <a:pt x="214630" y="184150"/>
                </a:cubicBezTo>
                <a:cubicBezTo>
                  <a:pt x="212090" y="179070"/>
                  <a:pt x="215900" y="172720"/>
                  <a:pt x="220980" y="171450"/>
                </a:cubicBezTo>
                <a:cubicBezTo>
                  <a:pt x="222250" y="171450"/>
                  <a:pt x="224790" y="170180"/>
                  <a:pt x="226060" y="167640"/>
                </a:cubicBezTo>
                <a:cubicBezTo>
                  <a:pt x="227330" y="162560"/>
                  <a:pt x="232410" y="160020"/>
                  <a:pt x="237490" y="162560"/>
                </a:cubicBezTo>
                <a:close/>
                <a:moveTo>
                  <a:pt x="243840" y="116840"/>
                </a:moveTo>
                <a:cubicBezTo>
                  <a:pt x="243840" y="111760"/>
                  <a:pt x="238760" y="106680"/>
                  <a:pt x="233680" y="106680"/>
                </a:cubicBezTo>
                <a:cubicBezTo>
                  <a:pt x="228600" y="106680"/>
                  <a:pt x="223520" y="111760"/>
                  <a:pt x="223520" y="116840"/>
                </a:cubicBezTo>
                <a:lnTo>
                  <a:pt x="223520" y="132080"/>
                </a:lnTo>
                <a:cubicBezTo>
                  <a:pt x="223520" y="137160"/>
                  <a:pt x="228600" y="142240"/>
                  <a:pt x="233680" y="142240"/>
                </a:cubicBezTo>
                <a:cubicBezTo>
                  <a:pt x="238760" y="142240"/>
                  <a:pt x="243840" y="137160"/>
                  <a:pt x="243840" y="132080"/>
                </a:cubicBezTo>
                <a:lnTo>
                  <a:pt x="243840" y="116840"/>
                </a:lnTo>
                <a:close/>
                <a:moveTo>
                  <a:pt x="233680" y="60960"/>
                </a:moveTo>
                <a:cubicBezTo>
                  <a:pt x="238760" y="60960"/>
                  <a:pt x="243840" y="66040"/>
                  <a:pt x="243840" y="71120"/>
                </a:cubicBezTo>
                <a:lnTo>
                  <a:pt x="243840" y="81280"/>
                </a:lnTo>
                <a:cubicBezTo>
                  <a:pt x="243840" y="86360"/>
                  <a:pt x="238760" y="91440"/>
                  <a:pt x="233680" y="91440"/>
                </a:cubicBezTo>
                <a:cubicBezTo>
                  <a:pt x="228600" y="91440"/>
                  <a:pt x="223520" y="86360"/>
                  <a:pt x="223520" y="81280"/>
                </a:cubicBezTo>
                <a:lnTo>
                  <a:pt x="223520" y="71120"/>
                </a:lnTo>
                <a:cubicBezTo>
                  <a:pt x="223520" y="64770"/>
                  <a:pt x="227330" y="60960"/>
                  <a:pt x="233680" y="60960"/>
                </a:cubicBezTo>
                <a:close/>
                <a:moveTo>
                  <a:pt x="167640" y="171450"/>
                </a:moveTo>
                <a:cubicBezTo>
                  <a:pt x="162560" y="171450"/>
                  <a:pt x="157480" y="176530"/>
                  <a:pt x="157480" y="181610"/>
                </a:cubicBezTo>
                <a:cubicBezTo>
                  <a:pt x="157480" y="186690"/>
                  <a:pt x="162560" y="191770"/>
                  <a:pt x="167640" y="191770"/>
                </a:cubicBezTo>
                <a:lnTo>
                  <a:pt x="182880" y="191770"/>
                </a:lnTo>
                <a:cubicBezTo>
                  <a:pt x="187960" y="191770"/>
                  <a:pt x="193040" y="186690"/>
                  <a:pt x="193040" y="181610"/>
                </a:cubicBezTo>
                <a:cubicBezTo>
                  <a:pt x="193040" y="176530"/>
                  <a:pt x="187960" y="171450"/>
                  <a:pt x="182880" y="171450"/>
                </a:cubicBezTo>
                <a:lnTo>
                  <a:pt x="167640" y="171450"/>
                </a:lnTo>
                <a:close/>
                <a:moveTo>
                  <a:pt x="101600" y="181610"/>
                </a:moveTo>
                <a:cubicBezTo>
                  <a:pt x="101600" y="176530"/>
                  <a:pt x="106680" y="171450"/>
                  <a:pt x="111760" y="171450"/>
                </a:cubicBezTo>
                <a:lnTo>
                  <a:pt x="127000" y="171450"/>
                </a:lnTo>
                <a:cubicBezTo>
                  <a:pt x="132080" y="171450"/>
                  <a:pt x="137160" y="176530"/>
                  <a:pt x="137160" y="181610"/>
                </a:cubicBezTo>
                <a:cubicBezTo>
                  <a:pt x="137160" y="186690"/>
                  <a:pt x="132080" y="191770"/>
                  <a:pt x="127000" y="191770"/>
                </a:cubicBezTo>
                <a:lnTo>
                  <a:pt x="111760" y="191770"/>
                </a:lnTo>
                <a:cubicBezTo>
                  <a:pt x="106680" y="191770"/>
                  <a:pt x="101600" y="187960"/>
                  <a:pt x="101600" y="181610"/>
                </a:cubicBezTo>
                <a:close/>
                <a:moveTo>
                  <a:pt x="66040" y="171450"/>
                </a:moveTo>
                <a:cubicBezTo>
                  <a:pt x="60960" y="171450"/>
                  <a:pt x="55880" y="176530"/>
                  <a:pt x="55880" y="181610"/>
                </a:cubicBezTo>
                <a:cubicBezTo>
                  <a:pt x="55880" y="186690"/>
                  <a:pt x="60960" y="191770"/>
                  <a:pt x="66040" y="191770"/>
                </a:cubicBezTo>
                <a:lnTo>
                  <a:pt x="76200" y="191770"/>
                </a:lnTo>
                <a:cubicBezTo>
                  <a:pt x="81280" y="191770"/>
                  <a:pt x="86360" y="186690"/>
                  <a:pt x="86360" y="181610"/>
                </a:cubicBezTo>
                <a:cubicBezTo>
                  <a:pt x="86360" y="176530"/>
                  <a:pt x="81280" y="171450"/>
                  <a:pt x="76200" y="171450"/>
                </a:cubicBezTo>
                <a:lnTo>
                  <a:pt x="66040" y="1714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5" name="Полилиния: фигура 67">
            <a:extLst>
              <a:ext uri="{FF2B5EF4-FFF2-40B4-BE49-F238E27FC236}">
                <a16:creationId xmlns:a16="http://schemas.microsoft.com/office/drawing/2014/main" id="{BBEE5EC5-0DD8-A850-0C39-BB4C24D77BEF}"/>
              </a:ext>
            </a:extLst>
          </p:cNvPr>
          <p:cNvSpPr/>
          <p:nvPr/>
        </p:nvSpPr>
        <p:spPr>
          <a:xfrm>
            <a:off x="8928213" y="4014048"/>
            <a:ext cx="243361" cy="243205"/>
          </a:xfrm>
          <a:custGeom>
            <a:avLst/>
            <a:gdLst>
              <a:gd name="connsiteX0" fmla="*/ 89930 w 243361"/>
              <a:gd name="connsiteY0" fmla="*/ 2858 h 243205"/>
              <a:gd name="connsiteX1" fmla="*/ 103901 w 243361"/>
              <a:gd name="connsiteY1" fmla="*/ 2858 h 243205"/>
              <a:gd name="connsiteX2" fmla="*/ 121680 w 243361"/>
              <a:gd name="connsiteY2" fmla="*/ 20638 h 243205"/>
              <a:gd name="connsiteX3" fmla="*/ 139461 w 243361"/>
              <a:gd name="connsiteY3" fmla="*/ 2858 h 243205"/>
              <a:gd name="connsiteX4" fmla="*/ 153430 w 243361"/>
              <a:gd name="connsiteY4" fmla="*/ 2858 h 243205"/>
              <a:gd name="connsiteX5" fmla="*/ 153430 w 243361"/>
              <a:gd name="connsiteY5" fmla="*/ 16828 h 243205"/>
              <a:gd name="connsiteX6" fmla="*/ 135651 w 243361"/>
              <a:gd name="connsiteY6" fmla="*/ 34608 h 243205"/>
              <a:gd name="connsiteX7" fmla="*/ 153430 w 243361"/>
              <a:gd name="connsiteY7" fmla="*/ 52388 h 243205"/>
              <a:gd name="connsiteX8" fmla="*/ 153430 w 243361"/>
              <a:gd name="connsiteY8" fmla="*/ 66358 h 243205"/>
              <a:gd name="connsiteX9" fmla="*/ 139461 w 243361"/>
              <a:gd name="connsiteY9" fmla="*/ 66358 h 243205"/>
              <a:gd name="connsiteX10" fmla="*/ 121680 w 243361"/>
              <a:gd name="connsiteY10" fmla="*/ 48578 h 243205"/>
              <a:gd name="connsiteX11" fmla="*/ 103901 w 243361"/>
              <a:gd name="connsiteY11" fmla="*/ 66358 h 243205"/>
              <a:gd name="connsiteX12" fmla="*/ 89930 w 243361"/>
              <a:gd name="connsiteY12" fmla="*/ 66358 h 243205"/>
              <a:gd name="connsiteX13" fmla="*/ 89930 w 243361"/>
              <a:gd name="connsiteY13" fmla="*/ 52388 h 243205"/>
              <a:gd name="connsiteX14" fmla="*/ 107711 w 243361"/>
              <a:gd name="connsiteY14" fmla="*/ 34608 h 243205"/>
              <a:gd name="connsiteX15" fmla="*/ 89930 w 243361"/>
              <a:gd name="connsiteY15" fmla="*/ 16828 h 243205"/>
              <a:gd name="connsiteX16" fmla="*/ 89930 w 243361"/>
              <a:gd name="connsiteY16" fmla="*/ 2858 h 243205"/>
              <a:gd name="connsiteX17" fmla="*/ 3570 w 243361"/>
              <a:gd name="connsiteY17" fmla="*/ 170497 h 243205"/>
              <a:gd name="connsiteX18" fmla="*/ 2301 w 243361"/>
              <a:gd name="connsiteY18" fmla="*/ 156528 h 243205"/>
              <a:gd name="connsiteX19" fmla="*/ 121680 w 243361"/>
              <a:gd name="connsiteY19" fmla="*/ 101918 h 243205"/>
              <a:gd name="connsiteX20" fmla="*/ 241061 w 243361"/>
              <a:gd name="connsiteY20" fmla="*/ 156528 h 243205"/>
              <a:gd name="connsiteX21" fmla="*/ 239790 w 243361"/>
              <a:gd name="connsiteY21" fmla="*/ 170497 h 243205"/>
              <a:gd name="connsiteX22" fmla="*/ 225820 w 243361"/>
              <a:gd name="connsiteY22" fmla="*/ 169228 h 243205"/>
              <a:gd name="connsiteX23" fmla="*/ 121680 w 243361"/>
              <a:gd name="connsiteY23" fmla="*/ 122238 h 243205"/>
              <a:gd name="connsiteX24" fmla="*/ 17540 w 243361"/>
              <a:gd name="connsiteY24" fmla="*/ 169228 h 243205"/>
              <a:gd name="connsiteX25" fmla="*/ 3570 w 243361"/>
              <a:gd name="connsiteY25" fmla="*/ 170497 h 243205"/>
              <a:gd name="connsiteX26" fmla="*/ 45480 w 243361"/>
              <a:gd name="connsiteY26" fmla="*/ 211138 h 243205"/>
              <a:gd name="connsiteX27" fmla="*/ 42940 w 243361"/>
              <a:gd name="connsiteY27" fmla="*/ 197168 h 243205"/>
              <a:gd name="connsiteX28" fmla="*/ 122951 w 243361"/>
              <a:gd name="connsiteY28" fmla="*/ 156528 h 243205"/>
              <a:gd name="connsiteX29" fmla="*/ 202961 w 243361"/>
              <a:gd name="connsiteY29" fmla="*/ 197168 h 243205"/>
              <a:gd name="connsiteX30" fmla="*/ 200420 w 243361"/>
              <a:gd name="connsiteY30" fmla="*/ 211138 h 243205"/>
              <a:gd name="connsiteX31" fmla="*/ 186451 w 243361"/>
              <a:gd name="connsiteY31" fmla="*/ 208597 h 243205"/>
              <a:gd name="connsiteX32" fmla="*/ 124220 w 243361"/>
              <a:gd name="connsiteY32" fmla="*/ 178118 h 243205"/>
              <a:gd name="connsiteX33" fmla="*/ 61990 w 243361"/>
              <a:gd name="connsiteY33" fmla="*/ 208597 h 243205"/>
              <a:gd name="connsiteX34" fmla="*/ 45480 w 243361"/>
              <a:gd name="connsiteY34" fmla="*/ 211138 h 243205"/>
              <a:gd name="connsiteX35" fmla="*/ 84851 w 243361"/>
              <a:gd name="connsiteY35" fmla="*/ 226377 h 243205"/>
              <a:gd name="connsiteX36" fmla="*/ 84851 w 243361"/>
              <a:gd name="connsiteY36" fmla="*/ 240347 h 243205"/>
              <a:gd name="connsiteX37" fmla="*/ 98820 w 243361"/>
              <a:gd name="connsiteY37" fmla="*/ 240347 h 243205"/>
              <a:gd name="connsiteX38" fmla="*/ 121680 w 243361"/>
              <a:gd name="connsiteY38" fmla="*/ 227647 h 243205"/>
              <a:gd name="connsiteX39" fmla="*/ 144540 w 243361"/>
              <a:gd name="connsiteY39" fmla="*/ 240347 h 243205"/>
              <a:gd name="connsiteX40" fmla="*/ 158511 w 243361"/>
              <a:gd name="connsiteY40" fmla="*/ 240347 h 243205"/>
              <a:gd name="connsiteX41" fmla="*/ 158511 w 243361"/>
              <a:gd name="connsiteY41" fmla="*/ 226377 h 243205"/>
              <a:gd name="connsiteX42" fmla="*/ 158511 w 243361"/>
              <a:gd name="connsiteY42" fmla="*/ 226377 h 243205"/>
              <a:gd name="connsiteX43" fmla="*/ 121680 w 243361"/>
              <a:gd name="connsiteY43" fmla="*/ 208597 h 243205"/>
              <a:gd name="connsiteX44" fmla="*/ 84851 w 243361"/>
              <a:gd name="connsiteY44" fmla="*/ 226377 h 243205"/>
              <a:gd name="connsiteX45" fmla="*/ 84851 w 243361"/>
              <a:gd name="connsiteY45" fmla="*/ 226377 h 243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43361" h="243205">
                <a:moveTo>
                  <a:pt x="89930" y="2858"/>
                </a:moveTo>
                <a:cubicBezTo>
                  <a:pt x="93740" y="-953"/>
                  <a:pt x="100090" y="-953"/>
                  <a:pt x="103901" y="2858"/>
                </a:cubicBezTo>
                <a:lnTo>
                  <a:pt x="121680" y="20638"/>
                </a:lnTo>
                <a:lnTo>
                  <a:pt x="139461" y="2858"/>
                </a:lnTo>
                <a:cubicBezTo>
                  <a:pt x="143270" y="-953"/>
                  <a:pt x="149620" y="-953"/>
                  <a:pt x="153430" y="2858"/>
                </a:cubicBezTo>
                <a:cubicBezTo>
                  <a:pt x="157240" y="6668"/>
                  <a:pt x="157240" y="13018"/>
                  <a:pt x="153430" y="16828"/>
                </a:cubicBezTo>
                <a:lnTo>
                  <a:pt x="135651" y="34608"/>
                </a:lnTo>
                <a:lnTo>
                  <a:pt x="153430" y="52388"/>
                </a:lnTo>
                <a:cubicBezTo>
                  <a:pt x="157240" y="56197"/>
                  <a:pt x="157240" y="62547"/>
                  <a:pt x="153430" y="66358"/>
                </a:cubicBezTo>
                <a:cubicBezTo>
                  <a:pt x="149620" y="70168"/>
                  <a:pt x="143270" y="70168"/>
                  <a:pt x="139461" y="66358"/>
                </a:cubicBezTo>
                <a:lnTo>
                  <a:pt x="121680" y="48578"/>
                </a:lnTo>
                <a:lnTo>
                  <a:pt x="103901" y="66358"/>
                </a:lnTo>
                <a:cubicBezTo>
                  <a:pt x="100090" y="70168"/>
                  <a:pt x="93740" y="70168"/>
                  <a:pt x="89930" y="66358"/>
                </a:cubicBezTo>
                <a:cubicBezTo>
                  <a:pt x="86120" y="62547"/>
                  <a:pt x="86120" y="56197"/>
                  <a:pt x="89930" y="52388"/>
                </a:cubicBezTo>
                <a:lnTo>
                  <a:pt x="107711" y="34608"/>
                </a:lnTo>
                <a:lnTo>
                  <a:pt x="89930" y="16828"/>
                </a:lnTo>
                <a:cubicBezTo>
                  <a:pt x="86120" y="14288"/>
                  <a:pt x="86120" y="6668"/>
                  <a:pt x="89930" y="2858"/>
                </a:cubicBezTo>
                <a:close/>
                <a:moveTo>
                  <a:pt x="3570" y="170497"/>
                </a:moveTo>
                <a:cubicBezTo>
                  <a:pt x="-239" y="166688"/>
                  <a:pt x="-1510" y="160338"/>
                  <a:pt x="2301" y="156528"/>
                </a:cubicBezTo>
                <a:cubicBezTo>
                  <a:pt x="28970" y="123508"/>
                  <a:pt x="68340" y="101918"/>
                  <a:pt x="121680" y="101918"/>
                </a:cubicBezTo>
                <a:cubicBezTo>
                  <a:pt x="175020" y="101918"/>
                  <a:pt x="214390" y="123508"/>
                  <a:pt x="241061" y="156528"/>
                </a:cubicBezTo>
                <a:cubicBezTo>
                  <a:pt x="244870" y="160338"/>
                  <a:pt x="243601" y="166688"/>
                  <a:pt x="239790" y="170497"/>
                </a:cubicBezTo>
                <a:cubicBezTo>
                  <a:pt x="235980" y="174308"/>
                  <a:pt x="229630" y="173038"/>
                  <a:pt x="225820" y="169228"/>
                </a:cubicBezTo>
                <a:cubicBezTo>
                  <a:pt x="201690" y="141288"/>
                  <a:pt x="169940" y="122238"/>
                  <a:pt x="121680" y="122238"/>
                </a:cubicBezTo>
                <a:cubicBezTo>
                  <a:pt x="74690" y="122238"/>
                  <a:pt x="41670" y="141288"/>
                  <a:pt x="17540" y="169228"/>
                </a:cubicBezTo>
                <a:cubicBezTo>
                  <a:pt x="15001" y="173038"/>
                  <a:pt x="8651" y="174308"/>
                  <a:pt x="3570" y="170497"/>
                </a:cubicBezTo>
                <a:close/>
                <a:moveTo>
                  <a:pt x="45480" y="211138"/>
                </a:moveTo>
                <a:cubicBezTo>
                  <a:pt x="40401" y="208597"/>
                  <a:pt x="39130" y="202247"/>
                  <a:pt x="42940" y="197168"/>
                </a:cubicBezTo>
                <a:cubicBezTo>
                  <a:pt x="54370" y="179388"/>
                  <a:pt x="83580" y="156528"/>
                  <a:pt x="122951" y="156528"/>
                </a:cubicBezTo>
                <a:cubicBezTo>
                  <a:pt x="162320" y="156528"/>
                  <a:pt x="190261" y="179388"/>
                  <a:pt x="202961" y="197168"/>
                </a:cubicBezTo>
                <a:cubicBezTo>
                  <a:pt x="205501" y="202247"/>
                  <a:pt x="204230" y="208597"/>
                  <a:pt x="200420" y="211138"/>
                </a:cubicBezTo>
                <a:cubicBezTo>
                  <a:pt x="195340" y="213677"/>
                  <a:pt x="188990" y="212408"/>
                  <a:pt x="186451" y="208597"/>
                </a:cubicBezTo>
                <a:cubicBezTo>
                  <a:pt x="177561" y="195897"/>
                  <a:pt x="155970" y="178118"/>
                  <a:pt x="124220" y="178118"/>
                </a:cubicBezTo>
                <a:cubicBezTo>
                  <a:pt x="92470" y="178118"/>
                  <a:pt x="70880" y="195897"/>
                  <a:pt x="61990" y="208597"/>
                </a:cubicBezTo>
                <a:cubicBezTo>
                  <a:pt x="56911" y="213677"/>
                  <a:pt x="50561" y="214947"/>
                  <a:pt x="45480" y="211138"/>
                </a:cubicBezTo>
                <a:close/>
                <a:moveTo>
                  <a:pt x="84851" y="226377"/>
                </a:moveTo>
                <a:cubicBezTo>
                  <a:pt x="81040" y="230188"/>
                  <a:pt x="81040" y="236538"/>
                  <a:pt x="84851" y="240347"/>
                </a:cubicBezTo>
                <a:cubicBezTo>
                  <a:pt x="88661" y="244158"/>
                  <a:pt x="95011" y="244158"/>
                  <a:pt x="98820" y="240347"/>
                </a:cubicBezTo>
                <a:cubicBezTo>
                  <a:pt x="103901" y="235268"/>
                  <a:pt x="111520" y="227647"/>
                  <a:pt x="121680" y="227647"/>
                </a:cubicBezTo>
                <a:cubicBezTo>
                  <a:pt x="131840" y="227647"/>
                  <a:pt x="139461" y="235268"/>
                  <a:pt x="144540" y="240347"/>
                </a:cubicBezTo>
                <a:cubicBezTo>
                  <a:pt x="148351" y="244158"/>
                  <a:pt x="154701" y="244158"/>
                  <a:pt x="158511" y="240347"/>
                </a:cubicBezTo>
                <a:cubicBezTo>
                  <a:pt x="162320" y="236538"/>
                  <a:pt x="162320" y="230188"/>
                  <a:pt x="158511" y="226377"/>
                </a:cubicBezTo>
                <a:lnTo>
                  <a:pt x="158511" y="226377"/>
                </a:lnTo>
                <a:cubicBezTo>
                  <a:pt x="153430" y="221297"/>
                  <a:pt x="140730" y="208597"/>
                  <a:pt x="121680" y="208597"/>
                </a:cubicBezTo>
                <a:cubicBezTo>
                  <a:pt x="102630" y="208597"/>
                  <a:pt x="89930" y="221297"/>
                  <a:pt x="84851" y="226377"/>
                </a:cubicBezTo>
                <a:lnTo>
                  <a:pt x="84851" y="226377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6" name="Полилиния: фигура 71">
            <a:extLst>
              <a:ext uri="{FF2B5EF4-FFF2-40B4-BE49-F238E27FC236}">
                <a16:creationId xmlns:a16="http://schemas.microsoft.com/office/drawing/2014/main" id="{4B7CC2E4-A351-D20F-60AE-71B2285C1515}"/>
              </a:ext>
            </a:extLst>
          </p:cNvPr>
          <p:cNvSpPr/>
          <p:nvPr/>
        </p:nvSpPr>
        <p:spPr>
          <a:xfrm>
            <a:off x="9482964" y="4028336"/>
            <a:ext cx="253634" cy="213359"/>
          </a:xfrm>
          <a:custGeom>
            <a:avLst/>
            <a:gdLst>
              <a:gd name="connsiteX0" fmla="*/ 115570 w 253634"/>
              <a:gd name="connsiteY0" fmla="*/ 1270 h 213359"/>
              <a:gd name="connsiteX1" fmla="*/ 100330 w 253634"/>
              <a:gd name="connsiteY1" fmla="*/ 7620 h 213359"/>
              <a:gd name="connsiteX2" fmla="*/ 55880 w 253634"/>
              <a:gd name="connsiteY2" fmla="*/ 58420 h 213359"/>
              <a:gd name="connsiteX3" fmla="*/ 30480 w 253634"/>
              <a:gd name="connsiteY3" fmla="*/ 58420 h 213359"/>
              <a:gd name="connsiteX4" fmla="*/ 0 w 253634"/>
              <a:gd name="connsiteY4" fmla="*/ 88900 h 213359"/>
              <a:gd name="connsiteX5" fmla="*/ 0 w 253634"/>
              <a:gd name="connsiteY5" fmla="*/ 125730 h 213359"/>
              <a:gd name="connsiteX6" fmla="*/ 30480 w 253634"/>
              <a:gd name="connsiteY6" fmla="*/ 156210 h 213359"/>
              <a:gd name="connsiteX7" fmla="*/ 55880 w 253634"/>
              <a:gd name="connsiteY7" fmla="*/ 156210 h 213359"/>
              <a:gd name="connsiteX8" fmla="*/ 100330 w 253634"/>
              <a:gd name="connsiteY8" fmla="*/ 207010 h 213359"/>
              <a:gd name="connsiteX9" fmla="*/ 115570 w 253634"/>
              <a:gd name="connsiteY9" fmla="*/ 213360 h 213359"/>
              <a:gd name="connsiteX10" fmla="*/ 135889 w 253634"/>
              <a:gd name="connsiteY10" fmla="*/ 213360 h 213359"/>
              <a:gd name="connsiteX11" fmla="*/ 151130 w 253634"/>
              <a:gd name="connsiteY11" fmla="*/ 198120 h 213359"/>
              <a:gd name="connsiteX12" fmla="*/ 151130 w 253634"/>
              <a:gd name="connsiteY12" fmla="*/ 15240 h 213359"/>
              <a:gd name="connsiteX13" fmla="*/ 135889 w 253634"/>
              <a:gd name="connsiteY13" fmla="*/ 0 h 213359"/>
              <a:gd name="connsiteX14" fmla="*/ 115570 w 253634"/>
              <a:gd name="connsiteY14" fmla="*/ 0 h 213359"/>
              <a:gd name="connsiteX15" fmla="*/ 115570 w 253634"/>
              <a:gd name="connsiteY15" fmla="*/ 21590 h 213359"/>
              <a:gd name="connsiteX16" fmla="*/ 130810 w 253634"/>
              <a:gd name="connsiteY16" fmla="*/ 21590 h 213359"/>
              <a:gd name="connsiteX17" fmla="*/ 130810 w 253634"/>
              <a:gd name="connsiteY17" fmla="*/ 194310 h 213359"/>
              <a:gd name="connsiteX18" fmla="*/ 115570 w 253634"/>
              <a:gd name="connsiteY18" fmla="*/ 194310 h 213359"/>
              <a:gd name="connsiteX19" fmla="*/ 64770 w 253634"/>
              <a:gd name="connsiteY19" fmla="*/ 135890 h 213359"/>
              <a:gd name="connsiteX20" fmla="*/ 29210 w 253634"/>
              <a:gd name="connsiteY20" fmla="*/ 135890 h 213359"/>
              <a:gd name="connsiteX21" fmla="*/ 19050 w 253634"/>
              <a:gd name="connsiteY21" fmla="*/ 125730 h 213359"/>
              <a:gd name="connsiteX22" fmla="*/ 19050 w 253634"/>
              <a:gd name="connsiteY22" fmla="*/ 88900 h 213359"/>
              <a:gd name="connsiteX23" fmla="*/ 29210 w 253634"/>
              <a:gd name="connsiteY23" fmla="*/ 78740 h 213359"/>
              <a:gd name="connsiteX24" fmla="*/ 64770 w 253634"/>
              <a:gd name="connsiteY24" fmla="*/ 78740 h 213359"/>
              <a:gd name="connsiteX25" fmla="*/ 115570 w 253634"/>
              <a:gd name="connsiteY25" fmla="*/ 21590 h 213359"/>
              <a:gd name="connsiteX26" fmla="*/ 218439 w 253634"/>
              <a:gd name="connsiteY26" fmla="*/ 25400 h 213359"/>
              <a:gd name="connsiteX27" fmla="*/ 204470 w 253634"/>
              <a:gd name="connsiteY27" fmla="*/ 25400 h 213359"/>
              <a:gd name="connsiteX28" fmla="*/ 204470 w 253634"/>
              <a:gd name="connsiteY28" fmla="*/ 39370 h 213359"/>
              <a:gd name="connsiteX29" fmla="*/ 233680 w 253634"/>
              <a:gd name="connsiteY29" fmla="*/ 99060 h 213359"/>
              <a:gd name="connsiteX30" fmla="*/ 204470 w 253634"/>
              <a:gd name="connsiteY30" fmla="*/ 177800 h 213359"/>
              <a:gd name="connsiteX31" fmla="*/ 204470 w 253634"/>
              <a:gd name="connsiteY31" fmla="*/ 191770 h 213359"/>
              <a:gd name="connsiteX32" fmla="*/ 218439 w 253634"/>
              <a:gd name="connsiteY32" fmla="*/ 191770 h 213359"/>
              <a:gd name="connsiteX33" fmla="*/ 252730 w 253634"/>
              <a:gd name="connsiteY33" fmla="*/ 96520 h 213359"/>
              <a:gd name="connsiteX34" fmla="*/ 218439 w 253634"/>
              <a:gd name="connsiteY34" fmla="*/ 25400 h 213359"/>
              <a:gd name="connsiteX35" fmla="*/ 189230 w 253634"/>
              <a:gd name="connsiteY35" fmla="*/ 74930 h 213359"/>
              <a:gd name="connsiteX36" fmla="*/ 175260 w 253634"/>
              <a:gd name="connsiteY36" fmla="*/ 74930 h 213359"/>
              <a:gd name="connsiteX37" fmla="*/ 175260 w 253634"/>
              <a:gd name="connsiteY37" fmla="*/ 88900 h 213359"/>
              <a:gd name="connsiteX38" fmla="*/ 181610 w 253634"/>
              <a:gd name="connsiteY38" fmla="*/ 106680 h 213359"/>
              <a:gd name="connsiteX39" fmla="*/ 175260 w 253634"/>
              <a:gd name="connsiteY39" fmla="*/ 127000 h 213359"/>
              <a:gd name="connsiteX40" fmla="*/ 175260 w 253634"/>
              <a:gd name="connsiteY40" fmla="*/ 140970 h 213359"/>
              <a:gd name="connsiteX41" fmla="*/ 189230 w 253634"/>
              <a:gd name="connsiteY41" fmla="*/ 140970 h 213359"/>
              <a:gd name="connsiteX42" fmla="*/ 200660 w 253634"/>
              <a:gd name="connsiteY42" fmla="*/ 106680 h 213359"/>
              <a:gd name="connsiteX43" fmla="*/ 189230 w 253634"/>
              <a:gd name="connsiteY43" fmla="*/ 7493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53634" h="213359">
                <a:moveTo>
                  <a:pt x="115570" y="1270"/>
                </a:moveTo>
                <a:cubicBezTo>
                  <a:pt x="109220" y="1270"/>
                  <a:pt x="104139" y="3810"/>
                  <a:pt x="100330" y="7620"/>
                </a:cubicBezTo>
                <a:lnTo>
                  <a:pt x="55880" y="58420"/>
                </a:lnTo>
                <a:lnTo>
                  <a:pt x="30480" y="58420"/>
                </a:lnTo>
                <a:cubicBezTo>
                  <a:pt x="13970" y="58420"/>
                  <a:pt x="0" y="72390"/>
                  <a:pt x="0" y="88900"/>
                </a:cubicBezTo>
                <a:lnTo>
                  <a:pt x="0" y="125730"/>
                </a:lnTo>
                <a:cubicBezTo>
                  <a:pt x="0" y="142240"/>
                  <a:pt x="13970" y="156210"/>
                  <a:pt x="30480" y="156210"/>
                </a:cubicBezTo>
                <a:lnTo>
                  <a:pt x="55880" y="156210"/>
                </a:lnTo>
                <a:lnTo>
                  <a:pt x="100330" y="207010"/>
                </a:lnTo>
                <a:cubicBezTo>
                  <a:pt x="104139" y="210820"/>
                  <a:pt x="109220" y="213360"/>
                  <a:pt x="115570" y="213360"/>
                </a:cubicBezTo>
                <a:lnTo>
                  <a:pt x="135889" y="213360"/>
                </a:lnTo>
                <a:cubicBezTo>
                  <a:pt x="144780" y="213360"/>
                  <a:pt x="151130" y="207010"/>
                  <a:pt x="151130" y="198120"/>
                </a:cubicBezTo>
                <a:lnTo>
                  <a:pt x="151130" y="15240"/>
                </a:lnTo>
                <a:cubicBezTo>
                  <a:pt x="151130" y="6350"/>
                  <a:pt x="144780" y="0"/>
                  <a:pt x="135889" y="0"/>
                </a:cubicBezTo>
                <a:lnTo>
                  <a:pt x="115570" y="0"/>
                </a:lnTo>
                <a:close/>
                <a:moveTo>
                  <a:pt x="115570" y="21590"/>
                </a:moveTo>
                <a:lnTo>
                  <a:pt x="130810" y="21590"/>
                </a:lnTo>
                <a:lnTo>
                  <a:pt x="130810" y="194310"/>
                </a:lnTo>
                <a:lnTo>
                  <a:pt x="115570" y="194310"/>
                </a:lnTo>
                <a:lnTo>
                  <a:pt x="64770" y="135890"/>
                </a:lnTo>
                <a:lnTo>
                  <a:pt x="29210" y="135890"/>
                </a:lnTo>
                <a:cubicBezTo>
                  <a:pt x="24130" y="135890"/>
                  <a:pt x="19050" y="130810"/>
                  <a:pt x="19050" y="125730"/>
                </a:cubicBezTo>
                <a:lnTo>
                  <a:pt x="19050" y="88900"/>
                </a:lnTo>
                <a:cubicBezTo>
                  <a:pt x="19050" y="83820"/>
                  <a:pt x="24130" y="78740"/>
                  <a:pt x="29210" y="78740"/>
                </a:cubicBezTo>
                <a:lnTo>
                  <a:pt x="64770" y="78740"/>
                </a:lnTo>
                <a:lnTo>
                  <a:pt x="115570" y="21590"/>
                </a:lnTo>
                <a:close/>
                <a:moveTo>
                  <a:pt x="218439" y="25400"/>
                </a:moveTo>
                <a:cubicBezTo>
                  <a:pt x="214630" y="21590"/>
                  <a:pt x="208280" y="21590"/>
                  <a:pt x="204470" y="25400"/>
                </a:cubicBezTo>
                <a:cubicBezTo>
                  <a:pt x="200660" y="29210"/>
                  <a:pt x="200660" y="35560"/>
                  <a:pt x="204470" y="39370"/>
                </a:cubicBezTo>
                <a:cubicBezTo>
                  <a:pt x="217170" y="53340"/>
                  <a:pt x="229870" y="74930"/>
                  <a:pt x="233680" y="99060"/>
                </a:cubicBezTo>
                <a:cubicBezTo>
                  <a:pt x="236220" y="121920"/>
                  <a:pt x="231139" y="149860"/>
                  <a:pt x="204470" y="177800"/>
                </a:cubicBezTo>
                <a:cubicBezTo>
                  <a:pt x="200660" y="181610"/>
                  <a:pt x="200660" y="187960"/>
                  <a:pt x="204470" y="191770"/>
                </a:cubicBezTo>
                <a:cubicBezTo>
                  <a:pt x="208280" y="195580"/>
                  <a:pt x="214630" y="195580"/>
                  <a:pt x="218439" y="191770"/>
                </a:cubicBezTo>
                <a:cubicBezTo>
                  <a:pt x="248920" y="158750"/>
                  <a:pt x="256539" y="125730"/>
                  <a:pt x="252730" y="96520"/>
                </a:cubicBezTo>
                <a:cubicBezTo>
                  <a:pt x="248920" y="66040"/>
                  <a:pt x="233680" y="40640"/>
                  <a:pt x="218439" y="25400"/>
                </a:cubicBezTo>
                <a:close/>
                <a:moveTo>
                  <a:pt x="189230" y="74930"/>
                </a:moveTo>
                <a:cubicBezTo>
                  <a:pt x="185420" y="71120"/>
                  <a:pt x="179070" y="71120"/>
                  <a:pt x="175260" y="74930"/>
                </a:cubicBezTo>
                <a:cubicBezTo>
                  <a:pt x="171450" y="78740"/>
                  <a:pt x="171450" y="85090"/>
                  <a:pt x="175260" y="88900"/>
                </a:cubicBezTo>
                <a:cubicBezTo>
                  <a:pt x="177800" y="91440"/>
                  <a:pt x="180339" y="97790"/>
                  <a:pt x="181610" y="106680"/>
                </a:cubicBezTo>
                <a:cubicBezTo>
                  <a:pt x="181610" y="114300"/>
                  <a:pt x="180339" y="121920"/>
                  <a:pt x="175260" y="127000"/>
                </a:cubicBezTo>
                <a:cubicBezTo>
                  <a:pt x="171450" y="130810"/>
                  <a:pt x="171450" y="137160"/>
                  <a:pt x="175260" y="140970"/>
                </a:cubicBezTo>
                <a:cubicBezTo>
                  <a:pt x="179070" y="144780"/>
                  <a:pt x="185420" y="144780"/>
                  <a:pt x="189230" y="140970"/>
                </a:cubicBezTo>
                <a:cubicBezTo>
                  <a:pt x="198120" y="130810"/>
                  <a:pt x="201930" y="118110"/>
                  <a:pt x="200660" y="106680"/>
                </a:cubicBezTo>
                <a:cubicBezTo>
                  <a:pt x="200660" y="93980"/>
                  <a:pt x="196850" y="82550"/>
                  <a:pt x="189230" y="749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67" name="Рисунок 4">
            <a:extLst>
              <a:ext uri="{FF2B5EF4-FFF2-40B4-BE49-F238E27FC236}">
                <a16:creationId xmlns:a16="http://schemas.microsoft.com/office/drawing/2014/main" id="{AE2EF126-9806-49ED-A9A4-FB7BB73E3657}"/>
              </a:ext>
            </a:extLst>
          </p:cNvPr>
          <p:cNvGrpSpPr/>
          <p:nvPr/>
        </p:nvGrpSpPr>
        <p:grpSpPr>
          <a:xfrm>
            <a:off x="4450900" y="2626996"/>
            <a:ext cx="254323" cy="254000"/>
            <a:chOff x="4599616" y="1126489"/>
            <a:chExt cx="254323" cy="254000"/>
          </a:xfrm>
          <a:solidFill>
            <a:schemeClr val="bg1"/>
          </a:solidFill>
        </p:grpSpPr>
        <p:sp>
          <p:nvSpPr>
            <p:cNvPr id="168" name="Полилиния: фигура 76">
              <a:extLst>
                <a:ext uri="{FF2B5EF4-FFF2-40B4-BE49-F238E27FC236}">
                  <a16:creationId xmlns:a16="http://schemas.microsoft.com/office/drawing/2014/main" id="{AF6F1AD7-E358-5831-5417-95F6E28FD6B6}"/>
                </a:ext>
              </a:extLst>
            </p:cNvPr>
            <p:cNvSpPr/>
            <p:nvPr/>
          </p:nvSpPr>
          <p:spPr>
            <a:xfrm>
              <a:off x="4709159" y="1126489"/>
              <a:ext cx="144780" cy="144780"/>
            </a:xfrm>
            <a:custGeom>
              <a:avLst/>
              <a:gdLst>
                <a:gd name="connsiteX0" fmla="*/ 82550 w 144780"/>
                <a:gd name="connsiteY0" fmla="*/ 8890 h 144780"/>
                <a:gd name="connsiteX1" fmla="*/ 82550 w 144780"/>
                <a:gd name="connsiteY1" fmla="*/ 8890 h 144780"/>
                <a:gd name="connsiteX2" fmla="*/ 82550 w 144780"/>
                <a:gd name="connsiteY2" fmla="*/ 8890 h 144780"/>
                <a:gd name="connsiteX3" fmla="*/ 82550 w 144780"/>
                <a:gd name="connsiteY3" fmla="*/ 8890 h 144780"/>
                <a:gd name="connsiteX4" fmla="*/ 83820 w 144780"/>
                <a:gd name="connsiteY4" fmla="*/ 12700 h 144780"/>
                <a:gd name="connsiteX5" fmla="*/ 87630 w 144780"/>
                <a:gd name="connsiteY5" fmla="*/ 22860 h 144780"/>
                <a:gd name="connsiteX6" fmla="*/ 100330 w 144780"/>
                <a:gd name="connsiteY6" fmla="*/ 44450 h 144780"/>
                <a:gd name="connsiteX7" fmla="*/ 121920 w 144780"/>
                <a:gd name="connsiteY7" fmla="*/ 57150 h 144780"/>
                <a:gd name="connsiteX8" fmla="*/ 132080 w 144780"/>
                <a:gd name="connsiteY8" fmla="*/ 60960 h 144780"/>
                <a:gd name="connsiteX9" fmla="*/ 135890 w 144780"/>
                <a:gd name="connsiteY9" fmla="*/ 62230 h 144780"/>
                <a:gd name="connsiteX10" fmla="*/ 137160 w 144780"/>
                <a:gd name="connsiteY10" fmla="*/ 62230 h 144780"/>
                <a:gd name="connsiteX11" fmla="*/ 137160 w 144780"/>
                <a:gd name="connsiteY11" fmla="*/ 62230 h 144780"/>
                <a:gd name="connsiteX12" fmla="*/ 137160 w 144780"/>
                <a:gd name="connsiteY12" fmla="*/ 62230 h 144780"/>
                <a:gd name="connsiteX13" fmla="*/ 144780 w 144780"/>
                <a:gd name="connsiteY13" fmla="*/ 72390 h 144780"/>
                <a:gd name="connsiteX14" fmla="*/ 137160 w 144780"/>
                <a:gd name="connsiteY14" fmla="*/ 82550 h 144780"/>
                <a:gd name="connsiteX15" fmla="*/ 137160 w 144780"/>
                <a:gd name="connsiteY15" fmla="*/ 82550 h 144780"/>
                <a:gd name="connsiteX16" fmla="*/ 137160 w 144780"/>
                <a:gd name="connsiteY16" fmla="*/ 82550 h 144780"/>
                <a:gd name="connsiteX17" fmla="*/ 135890 w 144780"/>
                <a:gd name="connsiteY17" fmla="*/ 82550 h 144780"/>
                <a:gd name="connsiteX18" fmla="*/ 132080 w 144780"/>
                <a:gd name="connsiteY18" fmla="*/ 83820 h 144780"/>
                <a:gd name="connsiteX19" fmla="*/ 121920 w 144780"/>
                <a:gd name="connsiteY19" fmla="*/ 87630 h 144780"/>
                <a:gd name="connsiteX20" fmla="*/ 100330 w 144780"/>
                <a:gd name="connsiteY20" fmla="*/ 100330 h 144780"/>
                <a:gd name="connsiteX21" fmla="*/ 87630 w 144780"/>
                <a:gd name="connsiteY21" fmla="*/ 121920 h 144780"/>
                <a:gd name="connsiteX22" fmla="*/ 83820 w 144780"/>
                <a:gd name="connsiteY22" fmla="*/ 132080 h 144780"/>
                <a:gd name="connsiteX23" fmla="*/ 82550 w 144780"/>
                <a:gd name="connsiteY23" fmla="*/ 135890 h 144780"/>
                <a:gd name="connsiteX24" fmla="*/ 82550 w 144780"/>
                <a:gd name="connsiteY24" fmla="*/ 137160 h 144780"/>
                <a:gd name="connsiteX25" fmla="*/ 82550 w 144780"/>
                <a:gd name="connsiteY25" fmla="*/ 137160 h 144780"/>
                <a:gd name="connsiteX26" fmla="*/ 82550 w 144780"/>
                <a:gd name="connsiteY26" fmla="*/ 137160 h 144780"/>
                <a:gd name="connsiteX27" fmla="*/ 72390 w 144780"/>
                <a:gd name="connsiteY27" fmla="*/ 144780 h 144780"/>
                <a:gd name="connsiteX28" fmla="*/ 62230 w 144780"/>
                <a:gd name="connsiteY28" fmla="*/ 137160 h 144780"/>
                <a:gd name="connsiteX29" fmla="*/ 62230 w 144780"/>
                <a:gd name="connsiteY29" fmla="*/ 137160 h 144780"/>
                <a:gd name="connsiteX30" fmla="*/ 62230 w 144780"/>
                <a:gd name="connsiteY30" fmla="*/ 137160 h 144780"/>
                <a:gd name="connsiteX31" fmla="*/ 62230 w 144780"/>
                <a:gd name="connsiteY31" fmla="*/ 135890 h 144780"/>
                <a:gd name="connsiteX32" fmla="*/ 60960 w 144780"/>
                <a:gd name="connsiteY32" fmla="*/ 132080 h 144780"/>
                <a:gd name="connsiteX33" fmla="*/ 57150 w 144780"/>
                <a:gd name="connsiteY33" fmla="*/ 121920 h 144780"/>
                <a:gd name="connsiteX34" fmla="*/ 44450 w 144780"/>
                <a:gd name="connsiteY34" fmla="*/ 100330 h 144780"/>
                <a:gd name="connsiteX35" fmla="*/ 22860 w 144780"/>
                <a:gd name="connsiteY35" fmla="*/ 87630 h 144780"/>
                <a:gd name="connsiteX36" fmla="*/ 12700 w 144780"/>
                <a:gd name="connsiteY36" fmla="*/ 83820 h 144780"/>
                <a:gd name="connsiteX37" fmla="*/ 8890 w 144780"/>
                <a:gd name="connsiteY37" fmla="*/ 82550 h 144780"/>
                <a:gd name="connsiteX38" fmla="*/ 7620 w 144780"/>
                <a:gd name="connsiteY38" fmla="*/ 82550 h 144780"/>
                <a:gd name="connsiteX39" fmla="*/ 7620 w 144780"/>
                <a:gd name="connsiteY39" fmla="*/ 82550 h 144780"/>
                <a:gd name="connsiteX40" fmla="*/ 7620 w 144780"/>
                <a:gd name="connsiteY40" fmla="*/ 82550 h 144780"/>
                <a:gd name="connsiteX41" fmla="*/ 0 w 144780"/>
                <a:gd name="connsiteY41" fmla="*/ 72390 h 144780"/>
                <a:gd name="connsiteX42" fmla="*/ 7620 w 144780"/>
                <a:gd name="connsiteY42" fmla="*/ 62230 h 144780"/>
                <a:gd name="connsiteX43" fmla="*/ 7620 w 144780"/>
                <a:gd name="connsiteY43" fmla="*/ 62230 h 144780"/>
                <a:gd name="connsiteX44" fmla="*/ 7620 w 144780"/>
                <a:gd name="connsiteY44" fmla="*/ 62230 h 144780"/>
                <a:gd name="connsiteX45" fmla="*/ 8890 w 144780"/>
                <a:gd name="connsiteY45" fmla="*/ 62230 h 144780"/>
                <a:gd name="connsiteX46" fmla="*/ 12700 w 144780"/>
                <a:gd name="connsiteY46" fmla="*/ 60960 h 144780"/>
                <a:gd name="connsiteX47" fmla="*/ 22860 w 144780"/>
                <a:gd name="connsiteY47" fmla="*/ 57150 h 144780"/>
                <a:gd name="connsiteX48" fmla="*/ 44450 w 144780"/>
                <a:gd name="connsiteY48" fmla="*/ 44450 h 144780"/>
                <a:gd name="connsiteX49" fmla="*/ 57150 w 144780"/>
                <a:gd name="connsiteY49" fmla="*/ 22860 h 144780"/>
                <a:gd name="connsiteX50" fmla="*/ 60960 w 144780"/>
                <a:gd name="connsiteY50" fmla="*/ 12700 h 144780"/>
                <a:gd name="connsiteX51" fmla="*/ 62230 w 144780"/>
                <a:gd name="connsiteY51" fmla="*/ 8890 h 144780"/>
                <a:gd name="connsiteX52" fmla="*/ 62230 w 144780"/>
                <a:gd name="connsiteY52" fmla="*/ 7620 h 144780"/>
                <a:gd name="connsiteX53" fmla="*/ 62230 w 144780"/>
                <a:gd name="connsiteY53" fmla="*/ 7620 h 144780"/>
                <a:gd name="connsiteX54" fmla="*/ 62230 w 144780"/>
                <a:gd name="connsiteY54" fmla="*/ 7620 h 144780"/>
                <a:gd name="connsiteX55" fmla="*/ 72390 w 144780"/>
                <a:gd name="connsiteY55" fmla="*/ 0 h 144780"/>
                <a:gd name="connsiteX56" fmla="*/ 82550 w 144780"/>
                <a:gd name="connsiteY56" fmla="*/ 8890 h 144780"/>
                <a:gd name="connsiteX57" fmla="*/ 85090 w 144780"/>
                <a:gd name="connsiteY57" fmla="*/ 59690 h 144780"/>
                <a:gd name="connsiteX58" fmla="*/ 102870 w 144780"/>
                <a:gd name="connsiteY58" fmla="*/ 72390 h 144780"/>
                <a:gd name="connsiteX59" fmla="*/ 85090 w 144780"/>
                <a:gd name="connsiteY59" fmla="*/ 85090 h 144780"/>
                <a:gd name="connsiteX60" fmla="*/ 72390 w 144780"/>
                <a:gd name="connsiteY60" fmla="*/ 102870 h 144780"/>
                <a:gd name="connsiteX61" fmla="*/ 59690 w 144780"/>
                <a:gd name="connsiteY61" fmla="*/ 85090 h 144780"/>
                <a:gd name="connsiteX62" fmla="*/ 41910 w 144780"/>
                <a:gd name="connsiteY62" fmla="*/ 72390 h 144780"/>
                <a:gd name="connsiteX63" fmla="*/ 59690 w 144780"/>
                <a:gd name="connsiteY63" fmla="*/ 59690 h 144780"/>
                <a:gd name="connsiteX64" fmla="*/ 72390 w 144780"/>
                <a:gd name="connsiteY64" fmla="*/ 41910 h 144780"/>
                <a:gd name="connsiteX65" fmla="*/ 85090 w 144780"/>
                <a:gd name="connsiteY65" fmla="*/ 59690 h 144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44780" h="144780">
                  <a:moveTo>
                    <a:pt x="82550" y="8890"/>
                  </a:moveTo>
                  <a:lnTo>
                    <a:pt x="82550" y="8890"/>
                  </a:lnTo>
                  <a:lnTo>
                    <a:pt x="82550" y="8890"/>
                  </a:lnTo>
                  <a:cubicBezTo>
                    <a:pt x="83820" y="8890"/>
                    <a:pt x="83820" y="8890"/>
                    <a:pt x="82550" y="8890"/>
                  </a:cubicBezTo>
                  <a:cubicBezTo>
                    <a:pt x="82550" y="10160"/>
                    <a:pt x="83820" y="11430"/>
                    <a:pt x="83820" y="12700"/>
                  </a:cubicBezTo>
                  <a:cubicBezTo>
                    <a:pt x="85090" y="15240"/>
                    <a:pt x="86360" y="19050"/>
                    <a:pt x="87630" y="22860"/>
                  </a:cubicBezTo>
                  <a:cubicBezTo>
                    <a:pt x="91440" y="31750"/>
                    <a:pt x="95250" y="40640"/>
                    <a:pt x="100330" y="44450"/>
                  </a:cubicBezTo>
                  <a:cubicBezTo>
                    <a:pt x="105410" y="49530"/>
                    <a:pt x="113030" y="53340"/>
                    <a:pt x="121920" y="57150"/>
                  </a:cubicBezTo>
                  <a:cubicBezTo>
                    <a:pt x="125730" y="58420"/>
                    <a:pt x="129540" y="59690"/>
                    <a:pt x="132080" y="60960"/>
                  </a:cubicBezTo>
                  <a:cubicBezTo>
                    <a:pt x="133350" y="60960"/>
                    <a:pt x="134620" y="62230"/>
                    <a:pt x="135890" y="62230"/>
                  </a:cubicBezTo>
                  <a:cubicBezTo>
                    <a:pt x="135890" y="62230"/>
                    <a:pt x="137160" y="62230"/>
                    <a:pt x="137160" y="62230"/>
                  </a:cubicBezTo>
                  <a:lnTo>
                    <a:pt x="137160" y="62230"/>
                  </a:lnTo>
                  <a:lnTo>
                    <a:pt x="137160" y="62230"/>
                  </a:lnTo>
                  <a:cubicBezTo>
                    <a:pt x="142240" y="63500"/>
                    <a:pt x="144780" y="67310"/>
                    <a:pt x="144780" y="72390"/>
                  </a:cubicBezTo>
                  <a:cubicBezTo>
                    <a:pt x="144780" y="77470"/>
                    <a:pt x="140970" y="81280"/>
                    <a:pt x="137160" y="82550"/>
                  </a:cubicBezTo>
                  <a:lnTo>
                    <a:pt x="137160" y="82550"/>
                  </a:lnTo>
                  <a:lnTo>
                    <a:pt x="137160" y="82550"/>
                  </a:lnTo>
                  <a:cubicBezTo>
                    <a:pt x="137160" y="82550"/>
                    <a:pt x="137160" y="82550"/>
                    <a:pt x="135890" y="82550"/>
                  </a:cubicBezTo>
                  <a:cubicBezTo>
                    <a:pt x="134620" y="82550"/>
                    <a:pt x="134620" y="82550"/>
                    <a:pt x="132080" y="83820"/>
                  </a:cubicBezTo>
                  <a:cubicBezTo>
                    <a:pt x="129540" y="85090"/>
                    <a:pt x="125730" y="86360"/>
                    <a:pt x="121920" y="87630"/>
                  </a:cubicBezTo>
                  <a:cubicBezTo>
                    <a:pt x="113030" y="91440"/>
                    <a:pt x="104140" y="95250"/>
                    <a:pt x="100330" y="100330"/>
                  </a:cubicBezTo>
                  <a:cubicBezTo>
                    <a:pt x="95250" y="105410"/>
                    <a:pt x="91440" y="113030"/>
                    <a:pt x="87630" y="121920"/>
                  </a:cubicBezTo>
                  <a:cubicBezTo>
                    <a:pt x="86360" y="125730"/>
                    <a:pt x="85090" y="129540"/>
                    <a:pt x="83820" y="132080"/>
                  </a:cubicBezTo>
                  <a:cubicBezTo>
                    <a:pt x="83820" y="133350"/>
                    <a:pt x="82550" y="134620"/>
                    <a:pt x="82550" y="135890"/>
                  </a:cubicBezTo>
                  <a:cubicBezTo>
                    <a:pt x="82550" y="135890"/>
                    <a:pt x="82550" y="137160"/>
                    <a:pt x="82550" y="137160"/>
                  </a:cubicBezTo>
                  <a:lnTo>
                    <a:pt x="82550" y="137160"/>
                  </a:lnTo>
                  <a:lnTo>
                    <a:pt x="82550" y="137160"/>
                  </a:lnTo>
                  <a:cubicBezTo>
                    <a:pt x="81280" y="142240"/>
                    <a:pt x="77470" y="144780"/>
                    <a:pt x="72390" y="144780"/>
                  </a:cubicBezTo>
                  <a:cubicBezTo>
                    <a:pt x="67310" y="144780"/>
                    <a:pt x="63500" y="140970"/>
                    <a:pt x="62230" y="137160"/>
                  </a:cubicBezTo>
                  <a:lnTo>
                    <a:pt x="62230" y="137160"/>
                  </a:lnTo>
                  <a:lnTo>
                    <a:pt x="62230" y="137160"/>
                  </a:lnTo>
                  <a:cubicBezTo>
                    <a:pt x="62230" y="137160"/>
                    <a:pt x="62230" y="137160"/>
                    <a:pt x="62230" y="135890"/>
                  </a:cubicBezTo>
                  <a:cubicBezTo>
                    <a:pt x="62230" y="134620"/>
                    <a:pt x="62230" y="134620"/>
                    <a:pt x="60960" y="132080"/>
                  </a:cubicBezTo>
                  <a:cubicBezTo>
                    <a:pt x="59690" y="129540"/>
                    <a:pt x="58420" y="125730"/>
                    <a:pt x="57150" y="121920"/>
                  </a:cubicBezTo>
                  <a:cubicBezTo>
                    <a:pt x="53340" y="113030"/>
                    <a:pt x="49530" y="104140"/>
                    <a:pt x="44450" y="100330"/>
                  </a:cubicBezTo>
                  <a:cubicBezTo>
                    <a:pt x="39370" y="95250"/>
                    <a:pt x="31750" y="91440"/>
                    <a:pt x="22860" y="87630"/>
                  </a:cubicBezTo>
                  <a:cubicBezTo>
                    <a:pt x="19050" y="86360"/>
                    <a:pt x="15240" y="85090"/>
                    <a:pt x="12700" y="83820"/>
                  </a:cubicBezTo>
                  <a:cubicBezTo>
                    <a:pt x="11430" y="83820"/>
                    <a:pt x="10160" y="82550"/>
                    <a:pt x="8890" y="82550"/>
                  </a:cubicBezTo>
                  <a:cubicBezTo>
                    <a:pt x="8890" y="82550"/>
                    <a:pt x="7620" y="82550"/>
                    <a:pt x="7620" y="82550"/>
                  </a:cubicBezTo>
                  <a:lnTo>
                    <a:pt x="7620" y="82550"/>
                  </a:lnTo>
                  <a:lnTo>
                    <a:pt x="7620" y="82550"/>
                  </a:lnTo>
                  <a:cubicBezTo>
                    <a:pt x="2540" y="81280"/>
                    <a:pt x="0" y="77470"/>
                    <a:pt x="0" y="72390"/>
                  </a:cubicBezTo>
                  <a:cubicBezTo>
                    <a:pt x="0" y="67310"/>
                    <a:pt x="3810" y="63500"/>
                    <a:pt x="7620" y="62230"/>
                  </a:cubicBezTo>
                  <a:lnTo>
                    <a:pt x="7620" y="62230"/>
                  </a:lnTo>
                  <a:lnTo>
                    <a:pt x="7620" y="62230"/>
                  </a:lnTo>
                  <a:cubicBezTo>
                    <a:pt x="7620" y="62230"/>
                    <a:pt x="7620" y="62230"/>
                    <a:pt x="8890" y="62230"/>
                  </a:cubicBezTo>
                  <a:cubicBezTo>
                    <a:pt x="10160" y="62230"/>
                    <a:pt x="10160" y="62230"/>
                    <a:pt x="12700" y="60960"/>
                  </a:cubicBezTo>
                  <a:cubicBezTo>
                    <a:pt x="15240" y="59690"/>
                    <a:pt x="19050" y="58420"/>
                    <a:pt x="22860" y="57150"/>
                  </a:cubicBezTo>
                  <a:cubicBezTo>
                    <a:pt x="31750" y="53340"/>
                    <a:pt x="40640" y="49530"/>
                    <a:pt x="44450" y="44450"/>
                  </a:cubicBezTo>
                  <a:cubicBezTo>
                    <a:pt x="49530" y="39370"/>
                    <a:pt x="53340" y="31750"/>
                    <a:pt x="57150" y="22860"/>
                  </a:cubicBezTo>
                  <a:cubicBezTo>
                    <a:pt x="58420" y="19050"/>
                    <a:pt x="59690" y="15240"/>
                    <a:pt x="60960" y="12700"/>
                  </a:cubicBezTo>
                  <a:cubicBezTo>
                    <a:pt x="60960" y="11430"/>
                    <a:pt x="62230" y="10160"/>
                    <a:pt x="62230" y="8890"/>
                  </a:cubicBezTo>
                  <a:cubicBezTo>
                    <a:pt x="62230" y="8890"/>
                    <a:pt x="62230" y="7620"/>
                    <a:pt x="62230" y="7620"/>
                  </a:cubicBezTo>
                  <a:lnTo>
                    <a:pt x="62230" y="7620"/>
                  </a:lnTo>
                  <a:lnTo>
                    <a:pt x="62230" y="7620"/>
                  </a:lnTo>
                  <a:cubicBezTo>
                    <a:pt x="63500" y="2540"/>
                    <a:pt x="67310" y="0"/>
                    <a:pt x="72390" y="0"/>
                  </a:cubicBezTo>
                  <a:cubicBezTo>
                    <a:pt x="77470" y="1270"/>
                    <a:pt x="82550" y="3810"/>
                    <a:pt x="82550" y="8890"/>
                  </a:cubicBezTo>
                  <a:close/>
                  <a:moveTo>
                    <a:pt x="85090" y="59690"/>
                  </a:moveTo>
                  <a:cubicBezTo>
                    <a:pt x="90170" y="64770"/>
                    <a:pt x="96520" y="68580"/>
                    <a:pt x="102870" y="72390"/>
                  </a:cubicBezTo>
                  <a:cubicBezTo>
                    <a:pt x="96520" y="74930"/>
                    <a:pt x="90170" y="80010"/>
                    <a:pt x="85090" y="85090"/>
                  </a:cubicBezTo>
                  <a:cubicBezTo>
                    <a:pt x="80010" y="90170"/>
                    <a:pt x="76200" y="96520"/>
                    <a:pt x="72390" y="102870"/>
                  </a:cubicBezTo>
                  <a:cubicBezTo>
                    <a:pt x="69850" y="96520"/>
                    <a:pt x="64770" y="90170"/>
                    <a:pt x="59690" y="85090"/>
                  </a:cubicBezTo>
                  <a:cubicBezTo>
                    <a:pt x="54610" y="80010"/>
                    <a:pt x="48260" y="76200"/>
                    <a:pt x="41910" y="72390"/>
                  </a:cubicBezTo>
                  <a:cubicBezTo>
                    <a:pt x="48260" y="69850"/>
                    <a:pt x="54610" y="64770"/>
                    <a:pt x="59690" y="59690"/>
                  </a:cubicBezTo>
                  <a:cubicBezTo>
                    <a:pt x="64770" y="54610"/>
                    <a:pt x="68580" y="48260"/>
                    <a:pt x="72390" y="41910"/>
                  </a:cubicBezTo>
                  <a:cubicBezTo>
                    <a:pt x="76200" y="48260"/>
                    <a:pt x="80010" y="54610"/>
                    <a:pt x="85090" y="596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2" name="Полилиния: фигура 77">
              <a:extLst>
                <a:ext uri="{FF2B5EF4-FFF2-40B4-BE49-F238E27FC236}">
                  <a16:creationId xmlns:a16="http://schemas.microsoft.com/office/drawing/2014/main" id="{89201916-74AE-3641-0AD1-FD410402CA55}"/>
                </a:ext>
              </a:extLst>
            </p:cNvPr>
            <p:cNvSpPr/>
            <p:nvPr/>
          </p:nvSpPr>
          <p:spPr>
            <a:xfrm>
              <a:off x="4599616" y="1168233"/>
              <a:ext cx="213078" cy="212256"/>
            </a:xfrm>
            <a:custGeom>
              <a:avLst/>
              <a:gdLst>
                <a:gd name="connsiteX0" fmla="*/ 129863 w 213078"/>
                <a:gd name="connsiteY0" fmla="*/ 136057 h 212256"/>
                <a:gd name="connsiteX1" fmla="*/ 127324 w 213078"/>
                <a:gd name="connsiteY1" fmla="*/ 134787 h 212256"/>
                <a:gd name="connsiteX2" fmla="*/ 126054 w 213078"/>
                <a:gd name="connsiteY2" fmla="*/ 134787 h 212256"/>
                <a:gd name="connsiteX3" fmla="*/ 124784 w 213078"/>
                <a:gd name="connsiteY3" fmla="*/ 133517 h 212256"/>
                <a:gd name="connsiteX4" fmla="*/ 87954 w 213078"/>
                <a:gd name="connsiteY4" fmla="*/ 99227 h 212256"/>
                <a:gd name="connsiteX5" fmla="*/ 76524 w 213078"/>
                <a:gd name="connsiteY5" fmla="*/ 82717 h 212256"/>
                <a:gd name="connsiteX6" fmla="*/ 82874 w 213078"/>
                <a:gd name="connsiteY6" fmla="*/ 76367 h 212256"/>
                <a:gd name="connsiteX7" fmla="*/ 87954 w 213078"/>
                <a:gd name="connsiteY7" fmla="*/ 71287 h 212256"/>
                <a:gd name="connsiteX8" fmla="*/ 90493 w 213078"/>
                <a:gd name="connsiteY8" fmla="*/ 68747 h 212256"/>
                <a:gd name="connsiteX9" fmla="*/ 90493 w 213078"/>
                <a:gd name="connsiteY9" fmla="*/ 34457 h 212256"/>
                <a:gd name="connsiteX10" fmla="*/ 86684 w 213078"/>
                <a:gd name="connsiteY10" fmla="*/ 30647 h 212256"/>
                <a:gd name="connsiteX11" fmla="*/ 76524 w 213078"/>
                <a:gd name="connsiteY11" fmla="*/ 20487 h 212256"/>
                <a:gd name="connsiteX12" fmla="*/ 63824 w 213078"/>
                <a:gd name="connsiteY12" fmla="*/ 7787 h 212256"/>
                <a:gd name="connsiteX13" fmla="*/ 28263 w 213078"/>
                <a:gd name="connsiteY13" fmla="*/ 6517 h 212256"/>
                <a:gd name="connsiteX14" fmla="*/ 25724 w 213078"/>
                <a:gd name="connsiteY14" fmla="*/ 9057 h 212256"/>
                <a:gd name="connsiteX15" fmla="*/ 13024 w 213078"/>
                <a:gd name="connsiteY15" fmla="*/ 21757 h 212256"/>
                <a:gd name="connsiteX16" fmla="*/ 11754 w 213078"/>
                <a:gd name="connsiteY16" fmla="*/ 23027 h 212256"/>
                <a:gd name="connsiteX17" fmla="*/ 324 w 213078"/>
                <a:gd name="connsiteY17" fmla="*/ 47157 h 212256"/>
                <a:gd name="connsiteX18" fmla="*/ 6674 w 213078"/>
                <a:gd name="connsiteY18" fmla="*/ 82717 h 212256"/>
                <a:gd name="connsiteX19" fmla="*/ 42234 w 213078"/>
                <a:gd name="connsiteY19" fmla="*/ 142407 h 212256"/>
                <a:gd name="connsiteX20" fmla="*/ 115893 w 213078"/>
                <a:gd name="connsiteY20" fmla="*/ 199557 h 212256"/>
                <a:gd name="connsiteX21" fmla="*/ 159074 w 213078"/>
                <a:gd name="connsiteY21" fmla="*/ 212257 h 212256"/>
                <a:gd name="connsiteX22" fmla="*/ 190824 w 213078"/>
                <a:gd name="connsiteY22" fmla="*/ 199557 h 212256"/>
                <a:gd name="connsiteX23" fmla="*/ 192093 w 213078"/>
                <a:gd name="connsiteY23" fmla="*/ 197017 h 212256"/>
                <a:gd name="connsiteX24" fmla="*/ 193363 w 213078"/>
                <a:gd name="connsiteY24" fmla="*/ 195747 h 212256"/>
                <a:gd name="connsiteX25" fmla="*/ 195904 w 213078"/>
                <a:gd name="connsiteY25" fmla="*/ 193207 h 212256"/>
                <a:gd name="connsiteX26" fmla="*/ 204793 w 213078"/>
                <a:gd name="connsiteY26" fmla="*/ 184317 h 212256"/>
                <a:gd name="connsiteX27" fmla="*/ 206063 w 213078"/>
                <a:gd name="connsiteY27" fmla="*/ 183047 h 212256"/>
                <a:gd name="connsiteX28" fmla="*/ 204793 w 213078"/>
                <a:gd name="connsiteY28" fmla="*/ 147487 h 212256"/>
                <a:gd name="connsiteX29" fmla="*/ 198443 w 213078"/>
                <a:gd name="connsiteY29" fmla="*/ 141137 h 212256"/>
                <a:gd name="connsiteX30" fmla="*/ 179393 w 213078"/>
                <a:gd name="connsiteY30" fmla="*/ 122087 h 212256"/>
                <a:gd name="connsiteX31" fmla="*/ 178124 w 213078"/>
                <a:gd name="connsiteY31" fmla="*/ 120817 h 212256"/>
                <a:gd name="connsiteX32" fmla="*/ 142563 w 213078"/>
                <a:gd name="connsiteY32" fmla="*/ 122087 h 212256"/>
                <a:gd name="connsiteX33" fmla="*/ 131134 w 213078"/>
                <a:gd name="connsiteY33" fmla="*/ 133517 h 212256"/>
                <a:gd name="connsiteX34" fmla="*/ 129863 w 213078"/>
                <a:gd name="connsiteY34" fmla="*/ 136057 h 212256"/>
                <a:gd name="connsiteX35" fmla="*/ 40963 w 213078"/>
                <a:gd name="connsiteY35" fmla="*/ 21757 h 212256"/>
                <a:gd name="connsiteX36" fmla="*/ 49854 w 213078"/>
                <a:gd name="connsiteY36" fmla="*/ 21757 h 212256"/>
                <a:gd name="connsiteX37" fmla="*/ 72713 w 213078"/>
                <a:gd name="connsiteY37" fmla="*/ 44617 h 212256"/>
                <a:gd name="connsiteX38" fmla="*/ 75254 w 213078"/>
                <a:gd name="connsiteY38" fmla="*/ 47157 h 212256"/>
                <a:gd name="connsiteX39" fmla="*/ 75254 w 213078"/>
                <a:gd name="connsiteY39" fmla="*/ 54777 h 212256"/>
                <a:gd name="connsiteX40" fmla="*/ 72713 w 213078"/>
                <a:gd name="connsiteY40" fmla="*/ 57317 h 212256"/>
                <a:gd name="connsiteX41" fmla="*/ 71443 w 213078"/>
                <a:gd name="connsiteY41" fmla="*/ 58587 h 212256"/>
                <a:gd name="connsiteX42" fmla="*/ 66363 w 213078"/>
                <a:gd name="connsiteY42" fmla="*/ 63667 h 212256"/>
                <a:gd name="connsiteX43" fmla="*/ 58743 w 213078"/>
                <a:gd name="connsiteY43" fmla="*/ 71287 h 212256"/>
                <a:gd name="connsiteX44" fmla="*/ 54934 w 213078"/>
                <a:gd name="connsiteY44" fmla="*/ 86527 h 212256"/>
                <a:gd name="connsiteX45" fmla="*/ 70174 w 213078"/>
                <a:gd name="connsiteY45" fmla="*/ 111927 h 212256"/>
                <a:gd name="connsiteX46" fmla="*/ 112084 w 213078"/>
                <a:gd name="connsiteY46" fmla="*/ 150027 h 212256"/>
                <a:gd name="connsiteX47" fmla="*/ 114624 w 213078"/>
                <a:gd name="connsiteY47" fmla="*/ 151297 h 212256"/>
                <a:gd name="connsiteX48" fmla="*/ 117163 w 213078"/>
                <a:gd name="connsiteY48" fmla="*/ 152567 h 212256"/>
                <a:gd name="connsiteX49" fmla="*/ 123513 w 213078"/>
                <a:gd name="connsiteY49" fmla="*/ 155107 h 212256"/>
                <a:gd name="connsiteX50" fmla="*/ 140024 w 213078"/>
                <a:gd name="connsiteY50" fmla="*/ 152567 h 212256"/>
                <a:gd name="connsiteX51" fmla="*/ 146374 w 213078"/>
                <a:gd name="connsiteY51" fmla="*/ 146217 h 212256"/>
                <a:gd name="connsiteX52" fmla="*/ 156534 w 213078"/>
                <a:gd name="connsiteY52" fmla="*/ 136057 h 212256"/>
                <a:gd name="connsiteX53" fmla="*/ 164154 w 213078"/>
                <a:gd name="connsiteY53" fmla="*/ 136057 h 212256"/>
                <a:gd name="connsiteX54" fmla="*/ 184474 w 213078"/>
                <a:gd name="connsiteY54" fmla="*/ 156377 h 212256"/>
                <a:gd name="connsiteX55" fmla="*/ 189554 w 213078"/>
                <a:gd name="connsiteY55" fmla="*/ 161457 h 212256"/>
                <a:gd name="connsiteX56" fmla="*/ 189554 w 213078"/>
                <a:gd name="connsiteY56" fmla="*/ 170347 h 212256"/>
                <a:gd name="connsiteX57" fmla="*/ 181934 w 213078"/>
                <a:gd name="connsiteY57" fmla="*/ 177967 h 212256"/>
                <a:gd name="connsiteX58" fmla="*/ 175584 w 213078"/>
                <a:gd name="connsiteY58" fmla="*/ 185587 h 212256"/>
                <a:gd name="connsiteX59" fmla="*/ 159074 w 213078"/>
                <a:gd name="connsiteY59" fmla="*/ 191937 h 212256"/>
                <a:gd name="connsiteX60" fmla="*/ 124784 w 213078"/>
                <a:gd name="connsiteY60" fmla="*/ 181777 h 212256"/>
                <a:gd name="connsiteX61" fmla="*/ 57474 w 213078"/>
                <a:gd name="connsiteY61" fmla="*/ 129707 h 212256"/>
                <a:gd name="connsiteX62" fmla="*/ 24454 w 213078"/>
                <a:gd name="connsiteY62" fmla="*/ 76367 h 212256"/>
                <a:gd name="connsiteX63" fmla="*/ 19374 w 213078"/>
                <a:gd name="connsiteY63" fmla="*/ 48427 h 212256"/>
                <a:gd name="connsiteX64" fmla="*/ 24454 w 213078"/>
                <a:gd name="connsiteY64" fmla="*/ 38267 h 212256"/>
                <a:gd name="connsiteX65" fmla="*/ 28263 w 213078"/>
                <a:gd name="connsiteY65" fmla="*/ 34457 h 212256"/>
                <a:gd name="connsiteX66" fmla="*/ 38424 w 213078"/>
                <a:gd name="connsiteY66" fmla="*/ 24297 h 212256"/>
                <a:gd name="connsiteX67" fmla="*/ 40963 w 213078"/>
                <a:gd name="connsiteY67" fmla="*/ 21757 h 21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13078" h="212256">
                  <a:moveTo>
                    <a:pt x="129863" y="136057"/>
                  </a:moveTo>
                  <a:lnTo>
                    <a:pt x="127324" y="134787"/>
                  </a:lnTo>
                  <a:cubicBezTo>
                    <a:pt x="127324" y="134787"/>
                    <a:pt x="126054" y="134787"/>
                    <a:pt x="126054" y="134787"/>
                  </a:cubicBezTo>
                  <a:lnTo>
                    <a:pt x="124784" y="133517"/>
                  </a:lnTo>
                  <a:cubicBezTo>
                    <a:pt x="110813" y="124627"/>
                    <a:pt x="99384" y="113197"/>
                    <a:pt x="87954" y="99227"/>
                  </a:cubicBezTo>
                  <a:cubicBezTo>
                    <a:pt x="82874" y="94147"/>
                    <a:pt x="80334" y="87797"/>
                    <a:pt x="76524" y="82717"/>
                  </a:cubicBezTo>
                  <a:lnTo>
                    <a:pt x="82874" y="76367"/>
                  </a:lnTo>
                  <a:lnTo>
                    <a:pt x="87954" y="71287"/>
                  </a:lnTo>
                  <a:lnTo>
                    <a:pt x="90493" y="68747"/>
                  </a:lnTo>
                  <a:cubicBezTo>
                    <a:pt x="99384" y="58587"/>
                    <a:pt x="99384" y="44617"/>
                    <a:pt x="90493" y="34457"/>
                  </a:cubicBezTo>
                  <a:lnTo>
                    <a:pt x="86684" y="30647"/>
                  </a:lnTo>
                  <a:lnTo>
                    <a:pt x="76524" y="20487"/>
                  </a:lnTo>
                  <a:lnTo>
                    <a:pt x="63824" y="7787"/>
                  </a:lnTo>
                  <a:cubicBezTo>
                    <a:pt x="53663" y="-2373"/>
                    <a:pt x="38424" y="-2373"/>
                    <a:pt x="28263" y="6517"/>
                  </a:cubicBezTo>
                  <a:lnTo>
                    <a:pt x="25724" y="9057"/>
                  </a:lnTo>
                  <a:lnTo>
                    <a:pt x="13024" y="21757"/>
                  </a:lnTo>
                  <a:lnTo>
                    <a:pt x="11754" y="23027"/>
                  </a:lnTo>
                  <a:cubicBezTo>
                    <a:pt x="5404" y="29377"/>
                    <a:pt x="1593" y="38267"/>
                    <a:pt x="324" y="47157"/>
                  </a:cubicBezTo>
                  <a:cubicBezTo>
                    <a:pt x="-946" y="58587"/>
                    <a:pt x="1593" y="70017"/>
                    <a:pt x="6674" y="82717"/>
                  </a:cubicBezTo>
                  <a:cubicBezTo>
                    <a:pt x="14293" y="104307"/>
                    <a:pt x="26993" y="123357"/>
                    <a:pt x="42234" y="142407"/>
                  </a:cubicBezTo>
                  <a:cubicBezTo>
                    <a:pt x="62554" y="166537"/>
                    <a:pt x="86684" y="185587"/>
                    <a:pt x="115893" y="199557"/>
                  </a:cubicBezTo>
                  <a:cubicBezTo>
                    <a:pt x="131134" y="207177"/>
                    <a:pt x="145104" y="210987"/>
                    <a:pt x="159074" y="212257"/>
                  </a:cubicBezTo>
                  <a:cubicBezTo>
                    <a:pt x="171774" y="212257"/>
                    <a:pt x="183204" y="208447"/>
                    <a:pt x="190824" y="199557"/>
                  </a:cubicBezTo>
                  <a:lnTo>
                    <a:pt x="192093" y="197017"/>
                  </a:lnTo>
                  <a:cubicBezTo>
                    <a:pt x="192093" y="197017"/>
                    <a:pt x="192093" y="195747"/>
                    <a:pt x="193363" y="195747"/>
                  </a:cubicBezTo>
                  <a:lnTo>
                    <a:pt x="195904" y="193207"/>
                  </a:lnTo>
                  <a:lnTo>
                    <a:pt x="204793" y="184317"/>
                  </a:lnTo>
                  <a:lnTo>
                    <a:pt x="206063" y="183047"/>
                  </a:lnTo>
                  <a:cubicBezTo>
                    <a:pt x="216224" y="171617"/>
                    <a:pt x="214954" y="157647"/>
                    <a:pt x="204793" y="147487"/>
                  </a:cubicBezTo>
                  <a:lnTo>
                    <a:pt x="198443" y="141137"/>
                  </a:lnTo>
                  <a:lnTo>
                    <a:pt x="179393" y="122087"/>
                  </a:lnTo>
                  <a:lnTo>
                    <a:pt x="178124" y="120817"/>
                  </a:lnTo>
                  <a:cubicBezTo>
                    <a:pt x="167963" y="111927"/>
                    <a:pt x="152724" y="111927"/>
                    <a:pt x="142563" y="122087"/>
                  </a:cubicBezTo>
                  <a:lnTo>
                    <a:pt x="131134" y="133517"/>
                  </a:lnTo>
                  <a:lnTo>
                    <a:pt x="129863" y="136057"/>
                  </a:lnTo>
                  <a:close/>
                  <a:moveTo>
                    <a:pt x="40963" y="21757"/>
                  </a:moveTo>
                  <a:cubicBezTo>
                    <a:pt x="43504" y="19217"/>
                    <a:pt x="46043" y="19217"/>
                    <a:pt x="49854" y="21757"/>
                  </a:cubicBezTo>
                  <a:lnTo>
                    <a:pt x="72713" y="44617"/>
                  </a:lnTo>
                  <a:lnTo>
                    <a:pt x="75254" y="47157"/>
                  </a:lnTo>
                  <a:cubicBezTo>
                    <a:pt x="77793" y="49697"/>
                    <a:pt x="77793" y="52237"/>
                    <a:pt x="75254" y="54777"/>
                  </a:cubicBezTo>
                  <a:lnTo>
                    <a:pt x="72713" y="57317"/>
                  </a:lnTo>
                  <a:cubicBezTo>
                    <a:pt x="72713" y="57317"/>
                    <a:pt x="71443" y="58587"/>
                    <a:pt x="71443" y="58587"/>
                  </a:cubicBezTo>
                  <a:lnTo>
                    <a:pt x="66363" y="63667"/>
                  </a:lnTo>
                  <a:lnTo>
                    <a:pt x="58743" y="71287"/>
                  </a:lnTo>
                  <a:cubicBezTo>
                    <a:pt x="54934" y="75097"/>
                    <a:pt x="53663" y="80177"/>
                    <a:pt x="54934" y="86527"/>
                  </a:cubicBezTo>
                  <a:cubicBezTo>
                    <a:pt x="58743" y="95417"/>
                    <a:pt x="63824" y="103037"/>
                    <a:pt x="70174" y="111927"/>
                  </a:cubicBezTo>
                  <a:cubicBezTo>
                    <a:pt x="82874" y="127167"/>
                    <a:pt x="96843" y="139867"/>
                    <a:pt x="112084" y="150027"/>
                  </a:cubicBezTo>
                  <a:lnTo>
                    <a:pt x="114624" y="151297"/>
                  </a:lnTo>
                  <a:lnTo>
                    <a:pt x="117163" y="152567"/>
                  </a:lnTo>
                  <a:lnTo>
                    <a:pt x="123513" y="155107"/>
                  </a:lnTo>
                  <a:cubicBezTo>
                    <a:pt x="129863" y="157647"/>
                    <a:pt x="134943" y="156377"/>
                    <a:pt x="140024" y="152567"/>
                  </a:cubicBezTo>
                  <a:lnTo>
                    <a:pt x="146374" y="146217"/>
                  </a:lnTo>
                  <a:lnTo>
                    <a:pt x="156534" y="136057"/>
                  </a:lnTo>
                  <a:cubicBezTo>
                    <a:pt x="159074" y="133517"/>
                    <a:pt x="161613" y="133517"/>
                    <a:pt x="164154" y="136057"/>
                  </a:cubicBezTo>
                  <a:lnTo>
                    <a:pt x="184474" y="156377"/>
                  </a:lnTo>
                  <a:lnTo>
                    <a:pt x="189554" y="161457"/>
                  </a:lnTo>
                  <a:cubicBezTo>
                    <a:pt x="193363" y="165267"/>
                    <a:pt x="193363" y="166537"/>
                    <a:pt x="189554" y="170347"/>
                  </a:cubicBezTo>
                  <a:lnTo>
                    <a:pt x="181934" y="177967"/>
                  </a:lnTo>
                  <a:cubicBezTo>
                    <a:pt x="179393" y="180507"/>
                    <a:pt x="176854" y="183047"/>
                    <a:pt x="175584" y="185587"/>
                  </a:cubicBezTo>
                  <a:cubicBezTo>
                    <a:pt x="171774" y="189397"/>
                    <a:pt x="166693" y="191937"/>
                    <a:pt x="159074" y="191937"/>
                  </a:cubicBezTo>
                  <a:cubicBezTo>
                    <a:pt x="148913" y="191937"/>
                    <a:pt x="137484" y="188127"/>
                    <a:pt x="124784" y="181777"/>
                  </a:cubicBezTo>
                  <a:cubicBezTo>
                    <a:pt x="99384" y="169077"/>
                    <a:pt x="76524" y="151297"/>
                    <a:pt x="57474" y="129707"/>
                  </a:cubicBezTo>
                  <a:cubicBezTo>
                    <a:pt x="42234" y="111927"/>
                    <a:pt x="32074" y="95417"/>
                    <a:pt x="24454" y="76367"/>
                  </a:cubicBezTo>
                  <a:cubicBezTo>
                    <a:pt x="20643" y="66207"/>
                    <a:pt x="19374" y="57317"/>
                    <a:pt x="19374" y="48427"/>
                  </a:cubicBezTo>
                  <a:cubicBezTo>
                    <a:pt x="19374" y="44617"/>
                    <a:pt x="20643" y="40807"/>
                    <a:pt x="24454" y="38267"/>
                  </a:cubicBezTo>
                  <a:lnTo>
                    <a:pt x="28263" y="34457"/>
                  </a:lnTo>
                  <a:lnTo>
                    <a:pt x="38424" y="24297"/>
                  </a:lnTo>
                  <a:lnTo>
                    <a:pt x="40963" y="2175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3" name="Рисунок 4">
            <a:extLst>
              <a:ext uri="{FF2B5EF4-FFF2-40B4-BE49-F238E27FC236}">
                <a16:creationId xmlns:a16="http://schemas.microsoft.com/office/drawing/2014/main" id="{D089F60F-7B4A-DBA8-70BF-C3F0F97E1A3D}"/>
              </a:ext>
            </a:extLst>
          </p:cNvPr>
          <p:cNvGrpSpPr/>
          <p:nvPr/>
        </p:nvGrpSpPr>
        <p:grpSpPr>
          <a:xfrm>
            <a:off x="5587874" y="2633346"/>
            <a:ext cx="217798" cy="242570"/>
            <a:chOff x="5736590" y="1132839"/>
            <a:chExt cx="217798" cy="242570"/>
          </a:xfrm>
          <a:solidFill>
            <a:schemeClr val="bg1"/>
          </a:solidFill>
        </p:grpSpPr>
        <p:sp>
          <p:nvSpPr>
            <p:cNvPr id="174" name="Полилиния: фигура 81">
              <a:extLst>
                <a:ext uri="{FF2B5EF4-FFF2-40B4-BE49-F238E27FC236}">
                  <a16:creationId xmlns:a16="http://schemas.microsoft.com/office/drawing/2014/main" id="{EED6C06D-ECDA-7A31-6C47-575A61FD0723}"/>
                </a:ext>
              </a:extLst>
            </p:cNvPr>
            <p:cNvSpPr/>
            <p:nvPr/>
          </p:nvSpPr>
          <p:spPr>
            <a:xfrm>
              <a:off x="5777229" y="1132839"/>
              <a:ext cx="177158" cy="232410"/>
            </a:xfrm>
            <a:custGeom>
              <a:avLst/>
              <a:gdLst>
                <a:gd name="connsiteX0" fmla="*/ 107950 w 177158"/>
                <a:gd name="connsiteY0" fmla="*/ 0 h 232410"/>
                <a:gd name="connsiteX1" fmla="*/ 80010 w 177158"/>
                <a:gd name="connsiteY1" fmla="*/ 26670 h 232410"/>
                <a:gd name="connsiteX2" fmla="*/ 66040 w 177158"/>
                <a:gd name="connsiteY2" fmla="*/ 48260 h 232410"/>
                <a:gd name="connsiteX3" fmla="*/ 6350 w 177158"/>
                <a:gd name="connsiteY3" fmla="*/ 87630 h 232410"/>
                <a:gd name="connsiteX4" fmla="*/ 0 w 177158"/>
                <a:gd name="connsiteY4" fmla="*/ 97790 h 232410"/>
                <a:gd name="connsiteX5" fmla="*/ 0 w 177158"/>
                <a:gd name="connsiteY5" fmla="*/ 222250 h 232410"/>
                <a:gd name="connsiteX6" fmla="*/ 10160 w 177158"/>
                <a:gd name="connsiteY6" fmla="*/ 232410 h 232410"/>
                <a:gd name="connsiteX7" fmla="*/ 129540 w 177158"/>
                <a:gd name="connsiteY7" fmla="*/ 232410 h 232410"/>
                <a:gd name="connsiteX8" fmla="*/ 158750 w 177158"/>
                <a:gd name="connsiteY8" fmla="*/ 208280 h 232410"/>
                <a:gd name="connsiteX9" fmla="*/ 176530 w 177158"/>
                <a:gd name="connsiteY9" fmla="*/ 127000 h 232410"/>
                <a:gd name="connsiteX10" fmla="*/ 147320 w 177158"/>
                <a:gd name="connsiteY10" fmla="*/ 90170 h 232410"/>
                <a:gd name="connsiteX11" fmla="*/ 121920 w 177158"/>
                <a:gd name="connsiteY11" fmla="*/ 90170 h 232410"/>
                <a:gd name="connsiteX12" fmla="*/ 135890 w 177158"/>
                <a:gd name="connsiteY12" fmla="*/ 36830 h 232410"/>
                <a:gd name="connsiteX13" fmla="*/ 107950 w 177158"/>
                <a:gd name="connsiteY13" fmla="*/ 0 h 232410"/>
                <a:gd name="connsiteX14" fmla="*/ 109220 w 177158"/>
                <a:gd name="connsiteY14" fmla="*/ 20320 h 232410"/>
                <a:gd name="connsiteX15" fmla="*/ 114300 w 177158"/>
                <a:gd name="connsiteY15" fmla="*/ 38100 h 232410"/>
                <a:gd name="connsiteX16" fmla="*/ 101600 w 177158"/>
                <a:gd name="connsiteY16" fmla="*/ 83820 h 232410"/>
                <a:gd name="connsiteX17" fmla="*/ 104140 w 177158"/>
                <a:gd name="connsiteY17" fmla="*/ 102870 h 232410"/>
                <a:gd name="connsiteX18" fmla="*/ 121920 w 177158"/>
                <a:gd name="connsiteY18" fmla="*/ 111760 h 232410"/>
                <a:gd name="connsiteX19" fmla="*/ 148590 w 177158"/>
                <a:gd name="connsiteY19" fmla="*/ 111760 h 232410"/>
                <a:gd name="connsiteX20" fmla="*/ 156210 w 177158"/>
                <a:gd name="connsiteY20" fmla="*/ 115570 h 232410"/>
                <a:gd name="connsiteX21" fmla="*/ 158750 w 177158"/>
                <a:gd name="connsiteY21" fmla="*/ 123190 h 232410"/>
                <a:gd name="connsiteX22" fmla="*/ 140970 w 177158"/>
                <a:gd name="connsiteY22" fmla="*/ 204470 h 232410"/>
                <a:gd name="connsiteX23" fmla="*/ 130810 w 177158"/>
                <a:gd name="connsiteY23" fmla="*/ 212090 h 232410"/>
                <a:gd name="connsiteX24" fmla="*/ 20320 w 177158"/>
                <a:gd name="connsiteY24" fmla="*/ 212090 h 232410"/>
                <a:gd name="connsiteX25" fmla="*/ 20320 w 177158"/>
                <a:gd name="connsiteY25" fmla="*/ 104140 h 232410"/>
                <a:gd name="connsiteX26" fmla="*/ 83820 w 177158"/>
                <a:gd name="connsiteY26" fmla="*/ 60960 h 232410"/>
                <a:gd name="connsiteX27" fmla="*/ 92710 w 177158"/>
                <a:gd name="connsiteY27" fmla="*/ 46990 h 232410"/>
                <a:gd name="connsiteX28" fmla="*/ 99060 w 177158"/>
                <a:gd name="connsiteY28" fmla="*/ 36830 h 232410"/>
                <a:gd name="connsiteX29" fmla="*/ 101600 w 177158"/>
                <a:gd name="connsiteY29" fmla="*/ 31750 h 232410"/>
                <a:gd name="connsiteX30" fmla="*/ 109220 w 177158"/>
                <a:gd name="connsiteY30" fmla="*/ 20320 h 232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7158" h="232410">
                  <a:moveTo>
                    <a:pt x="107950" y="0"/>
                  </a:moveTo>
                  <a:cubicBezTo>
                    <a:pt x="96520" y="0"/>
                    <a:pt x="88900" y="11430"/>
                    <a:pt x="80010" y="26670"/>
                  </a:cubicBezTo>
                  <a:cubicBezTo>
                    <a:pt x="76200" y="33020"/>
                    <a:pt x="71120" y="40640"/>
                    <a:pt x="66040" y="48260"/>
                  </a:cubicBezTo>
                  <a:cubicBezTo>
                    <a:pt x="52070" y="67310"/>
                    <a:pt x="22860" y="81280"/>
                    <a:pt x="6350" y="87630"/>
                  </a:cubicBezTo>
                  <a:cubicBezTo>
                    <a:pt x="2540" y="88900"/>
                    <a:pt x="0" y="92710"/>
                    <a:pt x="0" y="97790"/>
                  </a:cubicBezTo>
                  <a:lnTo>
                    <a:pt x="0" y="222250"/>
                  </a:lnTo>
                  <a:cubicBezTo>
                    <a:pt x="0" y="227330"/>
                    <a:pt x="5080" y="232410"/>
                    <a:pt x="10160" y="232410"/>
                  </a:cubicBezTo>
                  <a:lnTo>
                    <a:pt x="129540" y="232410"/>
                  </a:lnTo>
                  <a:cubicBezTo>
                    <a:pt x="143510" y="232410"/>
                    <a:pt x="156210" y="222250"/>
                    <a:pt x="158750" y="208280"/>
                  </a:cubicBezTo>
                  <a:lnTo>
                    <a:pt x="176530" y="127000"/>
                  </a:lnTo>
                  <a:cubicBezTo>
                    <a:pt x="180340" y="107950"/>
                    <a:pt x="166370" y="90170"/>
                    <a:pt x="147320" y="90170"/>
                  </a:cubicBezTo>
                  <a:lnTo>
                    <a:pt x="121920" y="90170"/>
                  </a:lnTo>
                  <a:cubicBezTo>
                    <a:pt x="121920" y="90170"/>
                    <a:pt x="135890" y="55880"/>
                    <a:pt x="135890" y="36830"/>
                  </a:cubicBezTo>
                  <a:cubicBezTo>
                    <a:pt x="134620" y="16510"/>
                    <a:pt x="124460" y="0"/>
                    <a:pt x="107950" y="0"/>
                  </a:cubicBezTo>
                  <a:close/>
                  <a:moveTo>
                    <a:pt x="109220" y="20320"/>
                  </a:moveTo>
                  <a:cubicBezTo>
                    <a:pt x="111760" y="21590"/>
                    <a:pt x="114300" y="27940"/>
                    <a:pt x="114300" y="38100"/>
                  </a:cubicBezTo>
                  <a:cubicBezTo>
                    <a:pt x="114300" y="48260"/>
                    <a:pt x="106680" y="71120"/>
                    <a:pt x="101600" y="83820"/>
                  </a:cubicBezTo>
                  <a:cubicBezTo>
                    <a:pt x="99060" y="90170"/>
                    <a:pt x="99060" y="96520"/>
                    <a:pt x="104140" y="102870"/>
                  </a:cubicBezTo>
                  <a:cubicBezTo>
                    <a:pt x="107950" y="109220"/>
                    <a:pt x="114300" y="111760"/>
                    <a:pt x="121920" y="111760"/>
                  </a:cubicBezTo>
                  <a:lnTo>
                    <a:pt x="148590" y="111760"/>
                  </a:lnTo>
                  <a:cubicBezTo>
                    <a:pt x="152400" y="111760"/>
                    <a:pt x="156210" y="114300"/>
                    <a:pt x="156210" y="115570"/>
                  </a:cubicBezTo>
                  <a:cubicBezTo>
                    <a:pt x="157480" y="116840"/>
                    <a:pt x="158750" y="119380"/>
                    <a:pt x="158750" y="123190"/>
                  </a:cubicBezTo>
                  <a:lnTo>
                    <a:pt x="140970" y="204470"/>
                  </a:lnTo>
                  <a:cubicBezTo>
                    <a:pt x="139700" y="209550"/>
                    <a:pt x="135890" y="212090"/>
                    <a:pt x="130810" y="212090"/>
                  </a:cubicBezTo>
                  <a:lnTo>
                    <a:pt x="20320" y="212090"/>
                  </a:lnTo>
                  <a:lnTo>
                    <a:pt x="20320" y="104140"/>
                  </a:lnTo>
                  <a:cubicBezTo>
                    <a:pt x="39370" y="96520"/>
                    <a:pt x="68580" y="81280"/>
                    <a:pt x="83820" y="60960"/>
                  </a:cubicBezTo>
                  <a:cubicBezTo>
                    <a:pt x="87630" y="55880"/>
                    <a:pt x="90170" y="52070"/>
                    <a:pt x="92710" y="46990"/>
                  </a:cubicBezTo>
                  <a:cubicBezTo>
                    <a:pt x="95250" y="43180"/>
                    <a:pt x="97790" y="39370"/>
                    <a:pt x="99060" y="36830"/>
                  </a:cubicBezTo>
                  <a:cubicBezTo>
                    <a:pt x="100330" y="35560"/>
                    <a:pt x="100330" y="34290"/>
                    <a:pt x="101600" y="31750"/>
                  </a:cubicBezTo>
                  <a:cubicBezTo>
                    <a:pt x="104140" y="27940"/>
                    <a:pt x="106680" y="22860"/>
                    <a:pt x="10922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5" name="Полилиния: фигура 82">
              <a:extLst>
                <a:ext uri="{FF2B5EF4-FFF2-40B4-BE49-F238E27FC236}">
                  <a16:creationId xmlns:a16="http://schemas.microsoft.com/office/drawing/2014/main" id="{B95715B5-0F16-2C69-83E1-B6F01C8D3C16}"/>
                </a:ext>
              </a:extLst>
            </p:cNvPr>
            <p:cNvSpPr/>
            <p:nvPr/>
          </p:nvSpPr>
          <p:spPr>
            <a:xfrm>
              <a:off x="5736590" y="1212850"/>
              <a:ext cx="20319" cy="162560"/>
            </a:xfrm>
            <a:custGeom>
              <a:avLst/>
              <a:gdLst>
                <a:gd name="connsiteX0" fmla="*/ 10160 w 20319"/>
                <a:gd name="connsiteY0" fmla="*/ 0 h 162560"/>
                <a:gd name="connsiteX1" fmla="*/ 0 w 20319"/>
                <a:gd name="connsiteY1" fmla="*/ 10160 h 162560"/>
                <a:gd name="connsiteX2" fmla="*/ 0 w 20319"/>
                <a:gd name="connsiteY2" fmla="*/ 152400 h 162560"/>
                <a:gd name="connsiteX3" fmla="*/ 10160 w 20319"/>
                <a:gd name="connsiteY3" fmla="*/ 162560 h 162560"/>
                <a:gd name="connsiteX4" fmla="*/ 20320 w 20319"/>
                <a:gd name="connsiteY4" fmla="*/ 152400 h 162560"/>
                <a:gd name="connsiteX5" fmla="*/ 20320 w 20319"/>
                <a:gd name="connsiteY5" fmla="*/ 10160 h 162560"/>
                <a:gd name="connsiteX6" fmla="*/ 10160 w 20319"/>
                <a:gd name="connsiteY6" fmla="*/ 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16256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152400"/>
                  </a:lnTo>
                  <a:cubicBezTo>
                    <a:pt x="0" y="157480"/>
                    <a:pt x="5080" y="162560"/>
                    <a:pt x="10160" y="162560"/>
                  </a:cubicBezTo>
                  <a:cubicBezTo>
                    <a:pt x="15240" y="162560"/>
                    <a:pt x="20320" y="157480"/>
                    <a:pt x="20320" y="15240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81" name="Рисунок 4">
            <a:extLst>
              <a:ext uri="{FF2B5EF4-FFF2-40B4-BE49-F238E27FC236}">
                <a16:creationId xmlns:a16="http://schemas.microsoft.com/office/drawing/2014/main" id="{7E2B1785-A9D7-6E24-F96D-90B8B8ED9DB8}"/>
              </a:ext>
            </a:extLst>
          </p:cNvPr>
          <p:cNvGrpSpPr/>
          <p:nvPr/>
        </p:nvGrpSpPr>
        <p:grpSpPr>
          <a:xfrm>
            <a:off x="6146045" y="2633346"/>
            <a:ext cx="217798" cy="242570"/>
            <a:chOff x="6294761" y="1132839"/>
            <a:chExt cx="217798" cy="242570"/>
          </a:xfrm>
          <a:solidFill>
            <a:schemeClr val="bg1"/>
          </a:solidFill>
        </p:grpSpPr>
        <p:sp>
          <p:nvSpPr>
            <p:cNvPr id="182" name="Полилиния: фигура 86">
              <a:extLst>
                <a:ext uri="{FF2B5EF4-FFF2-40B4-BE49-F238E27FC236}">
                  <a16:creationId xmlns:a16="http://schemas.microsoft.com/office/drawing/2014/main" id="{4B16E25E-9771-B191-347E-1E30A114AF2A}"/>
                </a:ext>
              </a:extLst>
            </p:cNvPr>
            <p:cNvSpPr/>
            <p:nvPr/>
          </p:nvSpPr>
          <p:spPr>
            <a:xfrm>
              <a:off x="6492240" y="1132839"/>
              <a:ext cx="20319" cy="162560"/>
            </a:xfrm>
            <a:custGeom>
              <a:avLst/>
              <a:gdLst>
                <a:gd name="connsiteX0" fmla="*/ 10160 w 20319"/>
                <a:gd name="connsiteY0" fmla="*/ 162560 h 162560"/>
                <a:gd name="connsiteX1" fmla="*/ 20320 w 20319"/>
                <a:gd name="connsiteY1" fmla="*/ 152400 h 162560"/>
                <a:gd name="connsiteX2" fmla="*/ 20320 w 20319"/>
                <a:gd name="connsiteY2" fmla="*/ 10160 h 162560"/>
                <a:gd name="connsiteX3" fmla="*/ 10160 w 20319"/>
                <a:gd name="connsiteY3" fmla="*/ 0 h 162560"/>
                <a:gd name="connsiteX4" fmla="*/ 0 w 20319"/>
                <a:gd name="connsiteY4" fmla="*/ 10160 h 162560"/>
                <a:gd name="connsiteX5" fmla="*/ 0 w 20319"/>
                <a:gd name="connsiteY5" fmla="*/ 152400 h 162560"/>
                <a:gd name="connsiteX6" fmla="*/ 10160 w 20319"/>
                <a:gd name="connsiteY6" fmla="*/ 16256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162560">
                  <a:moveTo>
                    <a:pt x="10160" y="162560"/>
                  </a:moveTo>
                  <a:cubicBezTo>
                    <a:pt x="15240" y="162560"/>
                    <a:pt x="20320" y="157480"/>
                    <a:pt x="20320" y="15240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52400"/>
                  </a:lnTo>
                  <a:cubicBezTo>
                    <a:pt x="0" y="157480"/>
                    <a:pt x="5080" y="162560"/>
                    <a:pt x="10160" y="162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87">
              <a:extLst>
                <a:ext uri="{FF2B5EF4-FFF2-40B4-BE49-F238E27FC236}">
                  <a16:creationId xmlns:a16="http://schemas.microsoft.com/office/drawing/2014/main" id="{D38218FA-224A-39A1-658E-257E3F552F8D}"/>
                </a:ext>
              </a:extLst>
            </p:cNvPr>
            <p:cNvSpPr/>
            <p:nvPr/>
          </p:nvSpPr>
          <p:spPr>
            <a:xfrm>
              <a:off x="6294761" y="1143000"/>
              <a:ext cx="177158" cy="232410"/>
            </a:xfrm>
            <a:custGeom>
              <a:avLst/>
              <a:gdLst>
                <a:gd name="connsiteX0" fmla="*/ 69209 w 177158"/>
                <a:gd name="connsiteY0" fmla="*/ 232410 h 232410"/>
                <a:gd name="connsiteX1" fmla="*/ 97149 w 177158"/>
                <a:gd name="connsiteY1" fmla="*/ 205740 h 232410"/>
                <a:gd name="connsiteX2" fmla="*/ 111119 w 177158"/>
                <a:gd name="connsiteY2" fmla="*/ 184150 h 232410"/>
                <a:gd name="connsiteX3" fmla="*/ 170809 w 177158"/>
                <a:gd name="connsiteY3" fmla="*/ 144780 h 232410"/>
                <a:gd name="connsiteX4" fmla="*/ 177159 w 177158"/>
                <a:gd name="connsiteY4" fmla="*/ 134620 h 232410"/>
                <a:gd name="connsiteX5" fmla="*/ 177159 w 177158"/>
                <a:gd name="connsiteY5" fmla="*/ 10160 h 232410"/>
                <a:gd name="connsiteX6" fmla="*/ 166999 w 177158"/>
                <a:gd name="connsiteY6" fmla="*/ 0 h 232410"/>
                <a:gd name="connsiteX7" fmla="*/ 47619 w 177158"/>
                <a:gd name="connsiteY7" fmla="*/ 0 h 232410"/>
                <a:gd name="connsiteX8" fmla="*/ 18409 w 177158"/>
                <a:gd name="connsiteY8" fmla="*/ 24130 h 232410"/>
                <a:gd name="connsiteX9" fmla="*/ 629 w 177158"/>
                <a:gd name="connsiteY9" fmla="*/ 105410 h 232410"/>
                <a:gd name="connsiteX10" fmla="*/ 29839 w 177158"/>
                <a:gd name="connsiteY10" fmla="*/ 142240 h 232410"/>
                <a:gd name="connsiteX11" fmla="*/ 55239 w 177158"/>
                <a:gd name="connsiteY11" fmla="*/ 142240 h 232410"/>
                <a:gd name="connsiteX12" fmla="*/ 41269 w 177158"/>
                <a:gd name="connsiteY12" fmla="*/ 195580 h 232410"/>
                <a:gd name="connsiteX13" fmla="*/ 69209 w 177158"/>
                <a:gd name="connsiteY13" fmla="*/ 232410 h 232410"/>
                <a:gd name="connsiteX14" fmla="*/ 67939 w 177158"/>
                <a:gd name="connsiteY14" fmla="*/ 212090 h 232410"/>
                <a:gd name="connsiteX15" fmla="*/ 62859 w 177158"/>
                <a:gd name="connsiteY15" fmla="*/ 194310 h 232410"/>
                <a:gd name="connsiteX16" fmla="*/ 75559 w 177158"/>
                <a:gd name="connsiteY16" fmla="*/ 148590 h 232410"/>
                <a:gd name="connsiteX17" fmla="*/ 73019 w 177158"/>
                <a:gd name="connsiteY17" fmla="*/ 129540 h 232410"/>
                <a:gd name="connsiteX18" fmla="*/ 55239 w 177158"/>
                <a:gd name="connsiteY18" fmla="*/ 120650 h 232410"/>
                <a:gd name="connsiteX19" fmla="*/ 29839 w 177158"/>
                <a:gd name="connsiteY19" fmla="*/ 120650 h 232410"/>
                <a:gd name="connsiteX20" fmla="*/ 22219 w 177158"/>
                <a:gd name="connsiteY20" fmla="*/ 116840 h 232410"/>
                <a:gd name="connsiteX21" fmla="*/ 19679 w 177158"/>
                <a:gd name="connsiteY21" fmla="*/ 109220 h 232410"/>
                <a:gd name="connsiteX22" fmla="*/ 37459 w 177158"/>
                <a:gd name="connsiteY22" fmla="*/ 27940 h 232410"/>
                <a:gd name="connsiteX23" fmla="*/ 47619 w 177158"/>
                <a:gd name="connsiteY23" fmla="*/ 20320 h 232410"/>
                <a:gd name="connsiteX24" fmla="*/ 158109 w 177158"/>
                <a:gd name="connsiteY24" fmla="*/ 20320 h 232410"/>
                <a:gd name="connsiteX25" fmla="*/ 158109 w 177158"/>
                <a:gd name="connsiteY25" fmla="*/ 128270 h 232410"/>
                <a:gd name="connsiteX26" fmla="*/ 94609 w 177158"/>
                <a:gd name="connsiteY26" fmla="*/ 171450 h 232410"/>
                <a:gd name="connsiteX27" fmla="*/ 85719 w 177158"/>
                <a:gd name="connsiteY27" fmla="*/ 185420 h 232410"/>
                <a:gd name="connsiteX28" fmla="*/ 79369 w 177158"/>
                <a:gd name="connsiteY28" fmla="*/ 195580 h 232410"/>
                <a:gd name="connsiteX29" fmla="*/ 76829 w 177158"/>
                <a:gd name="connsiteY29" fmla="*/ 200660 h 232410"/>
                <a:gd name="connsiteX30" fmla="*/ 67939 w 177158"/>
                <a:gd name="connsiteY30" fmla="*/ 212090 h 232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7158" h="232410">
                  <a:moveTo>
                    <a:pt x="69209" y="232410"/>
                  </a:moveTo>
                  <a:cubicBezTo>
                    <a:pt x="80639" y="232410"/>
                    <a:pt x="88259" y="220980"/>
                    <a:pt x="97149" y="205740"/>
                  </a:cubicBezTo>
                  <a:cubicBezTo>
                    <a:pt x="100959" y="199390"/>
                    <a:pt x="106039" y="191770"/>
                    <a:pt x="111119" y="184150"/>
                  </a:cubicBezTo>
                  <a:cubicBezTo>
                    <a:pt x="125089" y="165100"/>
                    <a:pt x="154299" y="151130"/>
                    <a:pt x="170809" y="144780"/>
                  </a:cubicBezTo>
                  <a:cubicBezTo>
                    <a:pt x="174619" y="143510"/>
                    <a:pt x="177159" y="139700"/>
                    <a:pt x="177159" y="134620"/>
                  </a:cubicBezTo>
                  <a:lnTo>
                    <a:pt x="177159" y="10160"/>
                  </a:lnTo>
                  <a:cubicBezTo>
                    <a:pt x="177159" y="5080"/>
                    <a:pt x="172079" y="0"/>
                    <a:pt x="166999" y="0"/>
                  </a:cubicBezTo>
                  <a:lnTo>
                    <a:pt x="47619" y="0"/>
                  </a:lnTo>
                  <a:cubicBezTo>
                    <a:pt x="33649" y="0"/>
                    <a:pt x="20949" y="10160"/>
                    <a:pt x="18409" y="24130"/>
                  </a:cubicBezTo>
                  <a:lnTo>
                    <a:pt x="629" y="105410"/>
                  </a:lnTo>
                  <a:cubicBezTo>
                    <a:pt x="-3181" y="124460"/>
                    <a:pt x="10789" y="142240"/>
                    <a:pt x="29839" y="142240"/>
                  </a:cubicBezTo>
                  <a:lnTo>
                    <a:pt x="55239" y="142240"/>
                  </a:lnTo>
                  <a:cubicBezTo>
                    <a:pt x="55239" y="142240"/>
                    <a:pt x="41269" y="176530"/>
                    <a:pt x="41269" y="195580"/>
                  </a:cubicBezTo>
                  <a:cubicBezTo>
                    <a:pt x="42539" y="215900"/>
                    <a:pt x="52699" y="232410"/>
                    <a:pt x="69209" y="232410"/>
                  </a:cubicBezTo>
                  <a:close/>
                  <a:moveTo>
                    <a:pt x="67939" y="212090"/>
                  </a:moveTo>
                  <a:cubicBezTo>
                    <a:pt x="65399" y="210820"/>
                    <a:pt x="62859" y="204470"/>
                    <a:pt x="62859" y="194310"/>
                  </a:cubicBezTo>
                  <a:cubicBezTo>
                    <a:pt x="62859" y="184150"/>
                    <a:pt x="70479" y="161290"/>
                    <a:pt x="75559" y="148590"/>
                  </a:cubicBezTo>
                  <a:cubicBezTo>
                    <a:pt x="78099" y="142240"/>
                    <a:pt x="78099" y="135890"/>
                    <a:pt x="73019" y="129540"/>
                  </a:cubicBezTo>
                  <a:cubicBezTo>
                    <a:pt x="69209" y="123190"/>
                    <a:pt x="62859" y="120650"/>
                    <a:pt x="55239" y="120650"/>
                  </a:cubicBezTo>
                  <a:lnTo>
                    <a:pt x="29839" y="120650"/>
                  </a:lnTo>
                  <a:cubicBezTo>
                    <a:pt x="26029" y="120650"/>
                    <a:pt x="22219" y="118110"/>
                    <a:pt x="22219" y="116840"/>
                  </a:cubicBezTo>
                  <a:cubicBezTo>
                    <a:pt x="20949" y="115570"/>
                    <a:pt x="19679" y="113030"/>
                    <a:pt x="19679" y="109220"/>
                  </a:cubicBezTo>
                  <a:lnTo>
                    <a:pt x="37459" y="27940"/>
                  </a:lnTo>
                  <a:cubicBezTo>
                    <a:pt x="38729" y="22860"/>
                    <a:pt x="42539" y="20320"/>
                    <a:pt x="47619" y="20320"/>
                  </a:cubicBezTo>
                  <a:lnTo>
                    <a:pt x="158109" y="20320"/>
                  </a:lnTo>
                  <a:lnTo>
                    <a:pt x="158109" y="128270"/>
                  </a:lnTo>
                  <a:cubicBezTo>
                    <a:pt x="139059" y="135890"/>
                    <a:pt x="109849" y="151130"/>
                    <a:pt x="94609" y="171450"/>
                  </a:cubicBezTo>
                  <a:cubicBezTo>
                    <a:pt x="90799" y="176530"/>
                    <a:pt x="88259" y="180340"/>
                    <a:pt x="85719" y="185420"/>
                  </a:cubicBezTo>
                  <a:cubicBezTo>
                    <a:pt x="83179" y="189230"/>
                    <a:pt x="80639" y="193040"/>
                    <a:pt x="79369" y="195580"/>
                  </a:cubicBezTo>
                  <a:cubicBezTo>
                    <a:pt x="78099" y="196850"/>
                    <a:pt x="78099" y="198120"/>
                    <a:pt x="76829" y="200660"/>
                  </a:cubicBezTo>
                  <a:cubicBezTo>
                    <a:pt x="73019" y="204470"/>
                    <a:pt x="70479" y="209550"/>
                    <a:pt x="67939" y="2120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86" name="Полилиния: фигура 90">
            <a:extLst>
              <a:ext uri="{FF2B5EF4-FFF2-40B4-BE49-F238E27FC236}">
                <a16:creationId xmlns:a16="http://schemas.microsoft.com/office/drawing/2014/main" id="{21682181-8267-6A47-DBF1-558E9B032E88}"/>
              </a:ext>
            </a:extLst>
          </p:cNvPr>
          <p:cNvSpPr/>
          <p:nvPr/>
        </p:nvSpPr>
        <p:spPr>
          <a:xfrm>
            <a:off x="6713093" y="2642237"/>
            <a:ext cx="203200" cy="221175"/>
          </a:xfrm>
          <a:custGeom>
            <a:avLst/>
            <a:gdLst>
              <a:gd name="connsiteX0" fmla="*/ 71120 w 203200"/>
              <a:gd name="connsiteY0" fmla="*/ 127000 h 221175"/>
              <a:gd name="connsiteX1" fmla="*/ 3810 w 203200"/>
              <a:gd name="connsiteY1" fmla="*/ 68580 h 221175"/>
              <a:gd name="connsiteX2" fmla="*/ 0 w 203200"/>
              <a:gd name="connsiteY2" fmla="*/ 60960 h 221175"/>
              <a:gd name="connsiteX3" fmla="*/ 0 w 203200"/>
              <a:gd name="connsiteY3" fmla="*/ 10160 h 221175"/>
              <a:gd name="connsiteX4" fmla="*/ 10160 w 203200"/>
              <a:gd name="connsiteY4" fmla="*/ 0 h 221175"/>
              <a:gd name="connsiteX5" fmla="*/ 193040 w 203200"/>
              <a:gd name="connsiteY5" fmla="*/ 0 h 221175"/>
              <a:gd name="connsiteX6" fmla="*/ 203200 w 203200"/>
              <a:gd name="connsiteY6" fmla="*/ 10160 h 221175"/>
              <a:gd name="connsiteX7" fmla="*/ 203200 w 203200"/>
              <a:gd name="connsiteY7" fmla="*/ 60960 h 221175"/>
              <a:gd name="connsiteX8" fmla="*/ 200660 w 203200"/>
              <a:gd name="connsiteY8" fmla="*/ 67310 h 221175"/>
              <a:gd name="connsiteX9" fmla="*/ 200660 w 203200"/>
              <a:gd name="connsiteY9" fmla="*/ 67310 h 221175"/>
              <a:gd name="connsiteX10" fmla="*/ 200660 w 203200"/>
              <a:gd name="connsiteY10" fmla="*/ 67310 h 221175"/>
              <a:gd name="connsiteX11" fmla="*/ 133350 w 203200"/>
              <a:gd name="connsiteY11" fmla="*/ 124460 h 221175"/>
              <a:gd name="connsiteX12" fmla="*/ 133350 w 203200"/>
              <a:gd name="connsiteY12" fmla="*/ 200660 h 221175"/>
              <a:gd name="connsiteX13" fmla="*/ 125730 w 203200"/>
              <a:gd name="connsiteY13" fmla="*/ 210820 h 221175"/>
              <a:gd name="connsiteX14" fmla="*/ 85090 w 203200"/>
              <a:gd name="connsiteY14" fmla="*/ 220980 h 221175"/>
              <a:gd name="connsiteX15" fmla="*/ 72390 w 203200"/>
              <a:gd name="connsiteY15" fmla="*/ 210820 h 221175"/>
              <a:gd name="connsiteX16" fmla="*/ 72390 w 203200"/>
              <a:gd name="connsiteY16" fmla="*/ 127000 h 221175"/>
              <a:gd name="connsiteX17" fmla="*/ 165100 w 203200"/>
              <a:gd name="connsiteY17" fmla="*/ 72390 h 221175"/>
              <a:gd name="connsiteX18" fmla="*/ 114300 w 203200"/>
              <a:gd name="connsiteY18" fmla="*/ 115570 h 221175"/>
              <a:gd name="connsiteX19" fmla="*/ 110490 w 203200"/>
              <a:gd name="connsiteY19" fmla="*/ 123190 h 221175"/>
              <a:gd name="connsiteX20" fmla="*/ 110490 w 203200"/>
              <a:gd name="connsiteY20" fmla="*/ 196850 h 221175"/>
              <a:gd name="connsiteX21" fmla="*/ 90170 w 203200"/>
              <a:gd name="connsiteY21" fmla="*/ 201930 h 221175"/>
              <a:gd name="connsiteX22" fmla="*/ 90170 w 203200"/>
              <a:gd name="connsiteY22" fmla="*/ 123190 h 221175"/>
              <a:gd name="connsiteX23" fmla="*/ 86360 w 203200"/>
              <a:gd name="connsiteY23" fmla="*/ 115570 h 221175"/>
              <a:gd name="connsiteX24" fmla="*/ 19050 w 203200"/>
              <a:gd name="connsiteY24" fmla="*/ 57150 h 221175"/>
              <a:gd name="connsiteX25" fmla="*/ 19050 w 203200"/>
              <a:gd name="connsiteY25" fmla="*/ 21590 h 221175"/>
              <a:gd name="connsiteX26" fmla="*/ 181610 w 203200"/>
              <a:gd name="connsiteY26" fmla="*/ 21590 h 221175"/>
              <a:gd name="connsiteX27" fmla="*/ 181610 w 203200"/>
              <a:gd name="connsiteY27" fmla="*/ 52070 h 221175"/>
              <a:gd name="connsiteX28" fmla="*/ 110490 w 203200"/>
              <a:gd name="connsiteY28" fmla="*/ 52070 h 221175"/>
              <a:gd name="connsiteX29" fmla="*/ 100330 w 203200"/>
              <a:gd name="connsiteY29" fmla="*/ 62230 h 221175"/>
              <a:gd name="connsiteX30" fmla="*/ 110490 w 203200"/>
              <a:gd name="connsiteY30" fmla="*/ 72390 h 221175"/>
              <a:gd name="connsiteX31" fmla="*/ 165100 w 203200"/>
              <a:gd name="connsiteY31" fmla="*/ 72390 h 22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3200" h="221175">
                <a:moveTo>
                  <a:pt x="71120" y="127000"/>
                </a:moveTo>
                <a:lnTo>
                  <a:pt x="3810" y="68580"/>
                </a:lnTo>
                <a:cubicBezTo>
                  <a:pt x="1270" y="66040"/>
                  <a:pt x="0" y="63500"/>
                  <a:pt x="0" y="6096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60960"/>
                </a:lnTo>
                <a:cubicBezTo>
                  <a:pt x="203200" y="63500"/>
                  <a:pt x="201930" y="66040"/>
                  <a:pt x="200660" y="67310"/>
                </a:cubicBezTo>
                <a:cubicBezTo>
                  <a:pt x="200660" y="67310"/>
                  <a:pt x="200660" y="67310"/>
                  <a:pt x="200660" y="67310"/>
                </a:cubicBezTo>
                <a:cubicBezTo>
                  <a:pt x="200660" y="67310"/>
                  <a:pt x="200660" y="67310"/>
                  <a:pt x="200660" y="67310"/>
                </a:cubicBezTo>
                <a:lnTo>
                  <a:pt x="133350" y="124460"/>
                </a:lnTo>
                <a:lnTo>
                  <a:pt x="133350" y="200660"/>
                </a:lnTo>
                <a:cubicBezTo>
                  <a:pt x="133350" y="205740"/>
                  <a:pt x="130810" y="209550"/>
                  <a:pt x="125730" y="210820"/>
                </a:cubicBezTo>
                <a:lnTo>
                  <a:pt x="85090" y="220980"/>
                </a:lnTo>
                <a:cubicBezTo>
                  <a:pt x="78740" y="222250"/>
                  <a:pt x="72390" y="217170"/>
                  <a:pt x="72390" y="210820"/>
                </a:cubicBezTo>
                <a:lnTo>
                  <a:pt x="72390" y="127000"/>
                </a:lnTo>
                <a:close/>
                <a:moveTo>
                  <a:pt x="165100" y="72390"/>
                </a:moveTo>
                <a:lnTo>
                  <a:pt x="114300" y="115570"/>
                </a:lnTo>
                <a:cubicBezTo>
                  <a:pt x="111760" y="118110"/>
                  <a:pt x="110490" y="120650"/>
                  <a:pt x="110490" y="123190"/>
                </a:cubicBezTo>
                <a:lnTo>
                  <a:pt x="110490" y="196850"/>
                </a:lnTo>
                <a:lnTo>
                  <a:pt x="90170" y="201930"/>
                </a:lnTo>
                <a:lnTo>
                  <a:pt x="90170" y="123190"/>
                </a:lnTo>
                <a:cubicBezTo>
                  <a:pt x="90170" y="120650"/>
                  <a:pt x="88900" y="116840"/>
                  <a:pt x="86360" y="115570"/>
                </a:cubicBezTo>
                <a:lnTo>
                  <a:pt x="19050" y="57150"/>
                </a:lnTo>
                <a:lnTo>
                  <a:pt x="19050" y="21590"/>
                </a:lnTo>
                <a:lnTo>
                  <a:pt x="181610" y="21590"/>
                </a:lnTo>
                <a:lnTo>
                  <a:pt x="181610" y="52070"/>
                </a:lnTo>
                <a:lnTo>
                  <a:pt x="110490" y="52070"/>
                </a:lnTo>
                <a:cubicBezTo>
                  <a:pt x="105410" y="52070"/>
                  <a:pt x="100330" y="57150"/>
                  <a:pt x="100330" y="62230"/>
                </a:cubicBezTo>
                <a:cubicBezTo>
                  <a:pt x="100330" y="67310"/>
                  <a:pt x="105410" y="72390"/>
                  <a:pt x="110490" y="72390"/>
                </a:cubicBezTo>
                <a:lnTo>
                  <a:pt x="165100" y="7239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9" name="Полилиния: фигура 93">
            <a:extLst>
              <a:ext uri="{FF2B5EF4-FFF2-40B4-BE49-F238E27FC236}">
                <a16:creationId xmlns:a16="http://schemas.microsoft.com/office/drawing/2014/main" id="{8285A8EE-256B-7897-5A45-E6AFD204761E}"/>
              </a:ext>
            </a:extLst>
          </p:cNvPr>
          <p:cNvSpPr/>
          <p:nvPr/>
        </p:nvSpPr>
        <p:spPr>
          <a:xfrm>
            <a:off x="7242426" y="2622552"/>
            <a:ext cx="264674" cy="262456"/>
          </a:xfrm>
          <a:custGeom>
            <a:avLst/>
            <a:gdLst>
              <a:gd name="connsiteX0" fmla="*/ 110747 w 264674"/>
              <a:gd name="connsiteY0" fmla="*/ 13335 h 262456"/>
              <a:gd name="connsiteX1" fmla="*/ 82807 w 264674"/>
              <a:gd name="connsiteY1" fmla="*/ 73025 h 262456"/>
              <a:gd name="connsiteX2" fmla="*/ 81538 w 264674"/>
              <a:gd name="connsiteY2" fmla="*/ 74295 h 262456"/>
              <a:gd name="connsiteX3" fmla="*/ 19307 w 264674"/>
              <a:gd name="connsiteY3" fmla="*/ 83185 h 262456"/>
              <a:gd name="connsiteX4" fmla="*/ 6607 w 264674"/>
              <a:gd name="connsiteY4" fmla="*/ 122555 h 262456"/>
              <a:gd name="connsiteX5" fmla="*/ 51057 w 264674"/>
              <a:gd name="connsiteY5" fmla="*/ 168275 h 262456"/>
              <a:gd name="connsiteX6" fmla="*/ 52327 w 264674"/>
              <a:gd name="connsiteY6" fmla="*/ 170815 h 262456"/>
              <a:gd name="connsiteX7" fmla="*/ 42167 w 264674"/>
              <a:gd name="connsiteY7" fmla="*/ 235585 h 262456"/>
              <a:gd name="connsiteX8" fmla="*/ 75188 w 264674"/>
              <a:gd name="connsiteY8" fmla="*/ 259715 h 262456"/>
              <a:gd name="connsiteX9" fmla="*/ 131067 w 264674"/>
              <a:gd name="connsiteY9" fmla="*/ 229235 h 262456"/>
              <a:gd name="connsiteX10" fmla="*/ 133607 w 264674"/>
              <a:gd name="connsiteY10" fmla="*/ 229235 h 262456"/>
              <a:gd name="connsiteX11" fmla="*/ 189488 w 264674"/>
              <a:gd name="connsiteY11" fmla="*/ 259715 h 262456"/>
              <a:gd name="connsiteX12" fmla="*/ 222507 w 264674"/>
              <a:gd name="connsiteY12" fmla="*/ 235585 h 262456"/>
              <a:gd name="connsiteX13" fmla="*/ 212347 w 264674"/>
              <a:gd name="connsiteY13" fmla="*/ 170815 h 262456"/>
              <a:gd name="connsiteX14" fmla="*/ 213617 w 264674"/>
              <a:gd name="connsiteY14" fmla="*/ 168275 h 262456"/>
              <a:gd name="connsiteX15" fmla="*/ 258067 w 264674"/>
              <a:gd name="connsiteY15" fmla="*/ 122555 h 262456"/>
              <a:gd name="connsiteX16" fmla="*/ 245367 w 264674"/>
              <a:gd name="connsiteY16" fmla="*/ 83185 h 262456"/>
              <a:gd name="connsiteX17" fmla="*/ 183138 w 264674"/>
              <a:gd name="connsiteY17" fmla="*/ 74295 h 262456"/>
              <a:gd name="connsiteX18" fmla="*/ 181867 w 264674"/>
              <a:gd name="connsiteY18" fmla="*/ 73025 h 262456"/>
              <a:gd name="connsiteX19" fmla="*/ 153927 w 264674"/>
              <a:gd name="connsiteY19" fmla="*/ 13335 h 262456"/>
              <a:gd name="connsiteX20" fmla="*/ 110747 w 264674"/>
              <a:gd name="connsiteY20" fmla="*/ 13335 h 262456"/>
              <a:gd name="connsiteX21" fmla="*/ 133607 w 264674"/>
              <a:gd name="connsiteY21" fmla="*/ 22225 h 262456"/>
              <a:gd name="connsiteX22" fmla="*/ 161547 w 264674"/>
              <a:gd name="connsiteY22" fmla="*/ 81915 h 262456"/>
              <a:gd name="connsiteX23" fmla="*/ 178057 w 264674"/>
              <a:gd name="connsiteY23" fmla="*/ 94615 h 262456"/>
              <a:gd name="connsiteX24" fmla="*/ 240288 w 264674"/>
              <a:gd name="connsiteY24" fmla="*/ 103505 h 262456"/>
              <a:gd name="connsiteX25" fmla="*/ 241557 w 264674"/>
              <a:gd name="connsiteY25" fmla="*/ 108585 h 262456"/>
              <a:gd name="connsiteX26" fmla="*/ 197107 w 264674"/>
              <a:gd name="connsiteY26" fmla="*/ 154305 h 262456"/>
              <a:gd name="connsiteX27" fmla="*/ 190757 w 264674"/>
              <a:gd name="connsiteY27" fmla="*/ 174625 h 262456"/>
              <a:gd name="connsiteX28" fmla="*/ 200917 w 264674"/>
              <a:gd name="connsiteY28" fmla="*/ 239395 h 262456"/>
              <a:gd name="connsiteX29" fmla="*/ 197107 w 264674"/>
              <a:gd name="connsiteY29" fmla="*/ 243205 h 262456"/>
              <a:gd name="connsiteX30" fmla="*/ 141227 w 264674"/>
              <a:gd name="connsiteY30" fmla="*/ 212725 h 262456"/>
              <a:gd name="connsiteX31" fmla="*/ 119638 w 264674"/>
              <a:gd name="connsiteY31" fmla="*/ 212725 h 262456"/>
              <a:gd name="connsiteX32" fmla="*/ 63757 w 264674"/>
              <a:gd name="connsiteY32" fmla="*/ 243205 h 262456"/>
              <a:gd name="connsiteX33" fmla="*/ 59947 w 264674"/>
              <a:gd name="connsiteY33" fmla="*/ 239395 h 262456"/>
              <a:gd name="connsiteX34" fmla="*/ 70107 w 264674"/>
              <a:gd name="connsiteY34" fmla="*/ 174625 h 262456"/>
              <a:gd name="connsiteX35" fmla="*/ 63757 w 264674"/>
              <a:gd name="connsiteY35" fmla="*/ 154305 h 262456"/>
              <a:gd name="connsiteX36" fmla="*/ 19307 w 264674"/>
              <a:gd name="connsiteY36" fmla="*/ 108585 h 262456"/>
              <a:gd name="connsiteX37" fmla="*/ 20577 w 264674"/>
              <a:gd name="connsiteY37" fmla="*/ 103505 h 262456"/>
              <a:gd name="connsiteX38" fmla="*/ 82807 w 264674"/>
              <a:gd name="connsiteY38" fmla="*/ 94615 h 262456"/>
              <a:gd name="connsiteX39" fmla="*/ 99317 w 264674"/>
              <a:gd name="connsiteY39" fmla="*/ 81915 h 262456"/>
              <a:gd name="connsiteX40" fmla="*/ 127257 w 264674"/>
              <a:gd name="connsiteY40" fmla="*/ 22225 h 262456"/>
              <a:gd name="connsiteX41" fmla="*/ 133607 w 264674"/>
              <a:gd name="connsiteY41" fmla="*/ 22225 h 2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674" h="262456">
                <a:moveTo>
                  <a:pt x="110747" y="13335"/>
                </a:moveTo>
                <a:lnTo>
                  <a:pt x="82807" y="73025"/>
                </a:lnTo>
                <a:cubicBezTo>
                  <a:pt x="82807" y="74295"/>
                  <a:pt x="81538" y="74295"/>
                  <a:pt x="81538" y="74295"/>
                </a:cubicBezTo>
                <a:lnTo>
                  <a:pt x="19307" y="83185"/>
                </a:lnTo>
                <a:cubicBezTo>
                  <a:pt x="257" y="85725"/>
                  <a:pt x="-6093" y="109855"/>
                  <a:pt x="6607" y="122555"/>
                </a:cubicBezTo>
                <a:lnTo>
                  <a:pt x="51057" y="168275"/>
                </a:lnTo>
                <a:cubicBezTo>
                  <a:pt x="52327" y="169545"/>
                  <a:pt x="52327" y="169545"/>
                  <a:pt x="52327" y="170815"/>
                </a:cubicBezTo>
                <a:lnTo>
                  <a:pt x="42167" y="235585"/>
                </a:lnTo>
                <a:cubicBezTo>
                  <a:pt x="39627" y="254635"/>
                  <a:pt x="58677" y="268605"/>
                  <a:pt x="75188" y="259715"/>
                </a:cubicBezTo>
                <a:lnTo>
                  <a:pt x="131067" y="229235"/>
                </a:lnTo>
                <a:cubicBezTo>
                  <a:pt x="131067" y="229235"/>
                  <a:pt x="132338" y="229235"/>
                  <a:pt x="133607" y="229235"/>
                </a:cubicBezTo>
                <a:lnTo>
                  <a:pt x="189488" y="259715"/>
                </a:lnTo>
                <a:cubicBezTo>
                  <a:pt x="205997" y="268605"/>
                  <a:pt x="226317" y="254635"/>
                  <a:pt x="222507" y="235585"/>
                </a:cubicBezTo>
                <a:lnTo>
                  <a:pt x="212347" y="170815"/>
                </a:lnTo>
                <a:cubicBezTo>
                  <a:pt x="212347" y="169545"/>
                  <a:pt x="212347" y="168275"/>
                  <a:pt x="213617" y="168275"/>
                </a:cubicBezTo>
                <a:lnTo>
                  <a:pt x="258067" y="122555"/>
                </a:lnTo>
                <a:cubicBezTo>
                  <a:pt x="270767" y="108585"/>
                  <a:pt x="264417" y="85725"/>
                  <a:pt x="245367" y="83185"/>
                </a:cubicBezTo>
                <a:lnTo>
                  <a:pt x="183138" y="74295"/>
                </a:lnTo>
                <a:cubicBezTo>
                  <a:pt x="181867" y="74295"/>
                  <a:pt x="181867" y="73025"/>
                  <a:pt x="181867" y="73025"/>
                </a:cubicBezTo>
                <a:lnTo>
                  <a:pt x="153927" y="13335"/>
                </a:lnTo>
                <a:cubicBezTo>
                  <a:pt x="143767" y="-4445"/>
                  <a:pt x="119638" y="-4445"/>
                  <a:pt x="110747" y="13335"/>
                </a:cubicBezTo>
                <a:close/>
                <a:moveTo>
                  <a:pt x="133607" y="22225"/>
                </a:moveTo>
                <a:lnTo>
                  <a:pt x="161547" y="81915"/>
                </a:lnTo>
                <a:cubicBezTo>
                  <a:pt x="165357" y="88265"/>
                  <a:pt x="171707" y="93345"/>
                  <a:pt x="178057" y="94615"/>
                </a:cubicBezTo>
                <a:lnTo>
                  <a:pt x="240288" y="103505"/>
                </a:lnTo>
                <a:cubicBezTo>
                  <a:pt x="242827" y="103505"/>
                  <a:pt x="242827" y="107315"/>
                  <a:pt x="241557" y="108585"/>
                </a:cubicBezTo>
                <a:lnTo>
                  <a:pt x="197107" y="154305"/>
                </a:lnTo>
                <a:cubicBezTo>
                  <a:pt x="192027" y="159385"/>
                  <a:pt x="189488" y="167005"/>
                  <a:pt x="190757" y="174625"/>
                </a:cubicBezTo>
                <a:lnTo>
                  <a:pt x="200917" y="239395"/>
                </a:lnTo>
                <a:cubicBezTo>
                  <a:pt x="200917" y="241935"/>
                  <a:pt x="199647" y="243205"/>
                  <a:pt x="197107" y="243205"/>
                </a:cubicBezTo>
                <a:lnTo>
                  <a:pt x="141227" y="212725"/>
                </a:lnTo>
                <a:cubicBezTo>
                  <a:pt x="134877" y="208915"/>
                  <a:pt x="125988" y="208915"/>
                  <a:pt x="119638" y="212725"/>
                </a:cubicBezTo>
                <a:lnTo>
                  <a:pt x="63757" y="243205"/>
                </a:lnTo>
                <a:cubicBezTo>
                  <a:pt x="62488" y="244475"/>
                  <a:pt x="59947" y="241935"/>
                  <a:pt x="59947" y="239395"/>
                </a:cubicBezTo>
                <a:lnTo>
                  <a:pt x="70107" y="174625"/>
                </a:lnTo>
                <a:cubicBezTo>
                  <a:pt x="71377" y="167005"/>
                  <a:pt x="68838" y="159385"/>
                  <a:pt x="63757" y="154305"/>
                </a:cubicBezTo>
                <a:lnTo>
                  <a:pt x="19307" y="108585"/>
                </a:lnTo>
                <a:cubicBezTo>
                  <a:pt x="18038" y="107315"/>
                  <a:pt x="18038" y="103505"/>
                  <a:pt x="20577" y="103505"/>
                </a:cubicBezTo>
                <a:lnTo>
                  <a:pt x="82807" y="94615"/>
                </a:lnTo>
                <a:cubicBezTo>
                  <a:pt x="90427" y="93345"/>
                  <a:pt x="96777" y="88265"/>
                  <a:pt x="99317" y="81915"/>
                </a:cubicBezTo>
                <a:lnTo>
                  <a:pt x="127257" y="22225"/>
                </a:lnTo>
                <a:cubicBezTo>
                  <a:pt x="129797" y="19685"/>
                  <a:pt x="132338" y="19685"/>
                  <a:pt x="133607" y="2222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0" name="Полилиния: фигура 96">
            <a:extLst>
              <a:ext uri="{FF2B5EF4-FFF2-40B4-BE49-F238E27FC236}">
                <a16:creationId xmlns:a16="http://schemas.microsoft.com/office/drawing/2014/main" id="{2E44916B-ECCB-272B-257D-2739F4CA3531}"/>
              </a:ext>
            </a:extLst>
          </p:cNvPr>
          <p:cNvSpPr/>
          <p:nvPr/>
        </p:nvSpPr>
        <p:spPr>
          <a:xfrm>
            <a:off x="8390764" y="2638426"/>
            <a:ext cx="203200" cy="233680"/>
          </a:xfrm>
          <a:custGeom>
            <a:avLst/>
            <a:gdLst>
              <a:gd name="connsiteX0" fmla="*/ 72389 w 203200"/>
              <a:gd name="connsiteY0" fmla="*/ 8890 h 233680"/>
              <a:gd name="connsiteX1" fmla="*/ 41910 w 203200"/>
              <a:gd name="connsiteY1" fmla="*/ 0 h 233680"/>
              <a:gd name="connsiteX2" fmla="*/ 10160 w 203200"/>
              <a:gd name="connsiteY2" fmla="*/ 0 h 233680"/>
              <a:gd name="connsiteX3" fmla="*/ 0 w 203200"/>
              <a:gd name="connsiteY3" fmla="*/ 10160 h 233680"/>
              <a:gd name="connsiteX4" fmla="*/ 0 w 203200"/>
              <a:gd name="connsiteY4" fmla="*/ 25400 h 233680"/>
              <a:gd name="connsiteX5" fmla="*/ 0 w 203200"/>
              <a:gd name="connsiteY5" fmla="*/ 152400 h 233680"/>
              <a:gd name="connsiteX6" fmla="*/ 0 w 203200"/>
              <a:gd name="connsiteY6" fmla="*/ 223520 h 233680"/>
              <a:gd name="connsiteX7" fmla="*/ 10160 w 203200"/>
              <a:gd name="connsiteY7" fmla="*/ 233680 h 233680"/>
              <a:gd name="connsiteX8" fmla="*/ 20320 w 203200"/>
              <a:gd name="connsiteY8" fmla="*/ 223520 h 233680"/>
              <a:gd name="connsiteX9" fmla="*/ 20320 w 203200"/>
              <a:gd name="connsiteY9" fmla="*/ 162560 h 233680"/>
              <a:gd name="connsiteX10" fmla="*/ 41910 w 203200"/>
              <a:gd name="connsiteY10" fmla="*/ 162560 h 233680"/>
              <a:gd name="connsiteX11" fmla="*/ 62230 w 203200"/>
              <a:gd name="connsiteY11" fmla="*/ 168910 h 233680"/>
              <a:gd name="connsiteX12" fmla="*/ 85089 w 203200"/>
              <a:gd name="connsiteY12" fmla="*/ 184150 h 233680"/>
              <a:gd name="connsiteX13" fmla="*/ 115570 w 203200"/>
              <a:gd name="connsiteY13" fmla="*/ 193040 h 233680"/>
              <a:gd name="connsiteX14" fmla="*/ 193039 w 203200"/>
              <a:gd name="connsiteY14" fmla="*/ 193040 h 233680"/>
              <a:gd name="connsiteX15" fmla="*/ 203200 w 203200"/>
              <a:gd name="connsiteY15" fmla="*/ 182880 h 233680"/>
              <a:gd name="connsiteX16" fmla="*/ 203200 w 203200"/>
              <a:gd name="connsiteY16" fmla="*/ 40640 h 233680"/>
              <a:gd name="connsiteX17" fmla="*/ 193039 w 203200"/>
              <a:gd name="connsiteY17" fmla="*/ 30480 h 233680"/>
              <a:gd name="connsiteX18" fmla="*/ 115570 w 203200"/>
              <a:gd name="connsiteY18" fmla="*/ 30480 h 233680"/>
              <a:gd name="connsiteX19" fmla="*/ 95250 w 203200"/>
              <a:gd name="connsiteY19" fmla="*/ 24130 h 233680"/>
              <a:gd name="connsiteX20" fmla="*/ 72389 w 203200"/>
              <a:gd name="connsiteY20" fmla="*/ 8890 h 233680"/>
              <a:gd name="connsiteX21" fmla="*/ 182880 w 203200"/>
              <a:gd name="connsiteY21" fmla="*/ 50800 h 233680"/>
              <a:gd name="connsiteX22" fmla="*/ 115570 w 203200"/>
              <a:gd name="connsiteY22" fmla="*/ 50800 h 233680"/>
              <a:gd name="connsiteX23" fmla="*/ 85089 w 203200"/>
              <a:gd name="connsiteY23" fmla="*/ 41910 h 233680"/>
              <a:gd name="connsiteX24" fmla="*/ 62230 w 203200"/>
              <a:gd name="connsiteY24" fmla="*/ 26670 h 233680"/>
              <a:gd name="connsiteX25" fmla="*/ 41910 w 203200"/>
              <a:gd name="connsiteY25" fmla="*/ 20320 h 233680"/>
              <a:gd name="connsiteX26" fmla="*/ 20320 w 203200"/>
              <a:gd name="connsiteY26" fmla="*/ 20320 h 233680"/>
              <a:gd name="connsiteX27" fmla="*/ 20320 w 203200"/>
              <a:gd name="connsiteY27" fmla="*/ 142240 h 233680"/>
              <a:gd name="connsiteX28" fmla="*/ 41910 w 203200"/>
              <a:gd name="connsiteY28" fmla="*/ 142240 h 233680"/>
              <a:gd name="connsiteX29" fmla="*/ 72389 w 203200"/>
              <a:gd name="connsiteY29" fmla="*/ 151130 h 233680"/>
              <a:gd name="connsiteX30" fmla="*/ 95250 w 203200"/>
              <a:gd name="connsiteY30" fmla="*/ 166370 h 233680"/>
              <a:gd name="connsiteX31" fmla="*/ 115570 w 203200"/>
              <a:gd name="connsiteY31" fmla="*/ 172720 h 233680"/>
              <a:gd name="connsiteX32" fmla="*/ 182880 w 203200"/>
              <a:gd name="connsiteY32" fmla="*/ 172720 h 233680"/>
              <a:gd name="connsiteX33" fmla="*/ 182880 w 203200"/>
              <a:gd name="connsiteY33" fmla="*/ 5080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03200" h="233680">
                <a:moveTo>
                  <a:pt x="72389" y="8890"/>
                </a:moveTo>
                <a:cubicBezTo>
                  <a:pt x="63500" y="2540"/>
                  <a:pt x="52070" y="0"/>
                  <a:pt x="4191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25400"/>
                </a:lnTo>
                <a:lnTo>
                  <a:pt x="0" y="152400"/>
                </a:lnTo>
                <a:lnTo>
                  <a:pt x="0" y="223520"/>
                </a:lnTo>
                <a:cubicBezTo>
                  <a:pt x="0" y="228600"/>
                  <a:pt x="5080" y="233680"/>
                  <a:pt x="10160" y="233680"/>
                </a:cubicBezTo>
                <a:cubicBezTo>
                  <a:pt x="15239" y="233680"/>
                  <a:pt x="20320" y="228600"/>
                  <a:pt x="20320" y="223520"/>
                </a:cubicBezTo>
                <a:lnTo>
                  <a:pt x="20320" y="162560"/>
                </a:lnTo>
                <a:lnTo>
                  <a:pt x="41910" y="162560"/>
                </a:lnTo>
                <a:cubicBezTo>
                  <a:pt x="49530" y="162560"/>
                  <a:pt x="55880" y="165100"/>
                  <a:pt x="62230" y="168910"/>
                </a:cubicBezTo>
                <a:lnTo>
                  <a:pt x="85089" y="184150"/>
                </a:lnTo>
                <a:cubicBezTo>
                  <a:pt x="93980" y="190500"/>
                  <a:pt x="105410" y="193040"/>
                  <a:pt x="115570" y="193040"/>
                </a:cubicBezTo>
                <a:lnTo>
                  <a:pt x="193039" y="193040"/>
                </a:lnTo>
                <a:cubicBezTo>
                  <a:pt x="198120" y="193040"/>
                  <a:pt x="203200" y="187960"/>
                  <a:pt x="203200" y="182880"/>
                </a:cubicBezTo>
                <a:lnTo>
                  <a:pt x="203200" y="40640"/>
                </a:lnTo>
                <a:cubicBezTo>
                  <a:pt x="203200" y="35560"/>
                  <a:pt x="198120" y="30480"/>
                  <a:pt x="193039" y="30480"/>
                </a:cubicBezTo>
                <a:lnTo>
                  <a:pt x="115570" y="30480"/>
                </a:lnTo>
                <a:cubicBezTo>
                  <a:pt x="107950" y="30480"/>
                  <a:pt x="101600" y="27940"/>
                  <a:pt x="95250" y="24130"/>
                </a:cubicBezTo>
                <a:lnTo>
                  <a:pt x="72389" y="8890"/>
                </a:lnTo>
                <a:close/>
                <a:moveTo>
                  <a:pt x="182880" y="50800"/>
                </a:moveTo>
                <a:lnTo>
                  <a:pt x="115570" y="50800"/>
                </a:lnTo>
                <a:cubicBezTo>
                  <a:pt x="104139" y="50800"/>
                  <a:pt x="93980" y="46990"/>
                  <a:pt x="85089" y="41910"/>
                </a:cubicBezTo>
                <a:lnTo>
                  <a:pt x="62230" y="26670"/>
                </a:lnTo>
                <a:cubicBezTo>
                  <a:pt x="55880" y="22860"/>
                  <a:pt x="49530" y="20320"/>
                  <a:pt x="41910" y="20320"/>
                </a:cubicBezTo>
                <a:lnTo>
                  <a:pt x="20320" y="20320"/>
                </a:lnTo>
                <a:lnTo>
                  <a:pt x="20320" y="142240"/>
                </a:lnTo>
                <a:lnTo>
                  <a:pt x="41910" y="142240"/>
                </a:lnTo>
                <a:cubicBezTo>
                  <a:pt x="53339" y="142240"/>
                  <a:pt x="63500" y="146050"/>
                  <a:pt x="72389" y="151130"/>
                </a:cubicBezTo>
                <a:lnTo>
                  <a:pt x="95250" y="166370"/>
                </a:lnTo>
                <a:cubicBezTo>
                  <a:pt x="101600" y="170180"/>
                  <a:pt x="107950" y="172720"/>
                  <a:pt x="115570" y="172720"/>
                </a:cubicBezTo>
                <a:lnTo>
                  <a:pt x="182880" y="172720"/>
                </a:lnTo>
                <a:lnTo>
                  <a:pt x="182880" y="508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1" name="Полилиния: фигура 102">
            <a:extLst>
              <a:ext uri="{FF2B5EF4-FFF2-40B4-BE49-F238E27FC236}">
                <a16:creationId xmlns:a16="http://schemas.microsoft.com/office/drawing/2014/main" id="{C4CC6DB9-F870-EAC8-56A1-B32E5414F3EE}"/>
              </a:ext>
            </a:extLst>
          </p:cNvPr>
          <p:cNvSpPr/>
          <p:nvPr/>
        </p:nvSpPr>
        <p:spPr>
          <a:xfrm>
            <a:off x="8939403" y="2643507"/>
            <a:ext cx="223520" cy="223519"/>
          </a:xfrm>
          <a:custGeom>
            <a:avLst/>
            <a:gdLst>
              <a:gd name="connsiteX0" fmla="*/ 132080 w 223520"/>
              <a:gd name="connsiteY0" fmla="*/ 0 h 223519"/>
              <a:gd name="connsiteX1" fmla="*/ 162561 w 223520"/>
              <a:gd name="connsiteY1" fmla="*/ 30480 h 223519"/>
              <a:gd name="connsiteX2" fmla="*/ 162561 w 223520"/>
              <a:gd name="connsiteY2" fmla="*/ 60960 h 223519"/>
              <a:gd name="connsiteX3" fmla="*/ 193040 w 223520"/>
              <a:gd name="connsiteY3" fmla="*/ 60960 h 223519"/>
              <a:gd name="connsiteX4" fmla="*/ 223520 w 223520"/>
              <a:gd name="connsiteY4" fmla="*/ 91440 h 223519"/>
              <a:gd name="connsiteX5" fmla="*/ 223520 w 223520"/>
              <a:gd name="connsiteY5" fmla="*/ 193040 h 223519"/>
              <a:gd name="connsiteX6" fmla="*/ 193040 w 223520"/>
              <a:gd name="connsiteY6" fmla="*/ 223520 h 223519"/>
              <a:gd name="connsiteX7" fmla="*/ 91440 w 223520"/>
              <a:gd name="connsiteY7" fmla="*/ 223520 h 223519"/>
              <a:gd name="connsiteX8" fmla="*/ 60961 w 223520"/>
              <a:gd name="connsiteY8" fmla="*/ 193040 h 223519"/>
              <a:gd name="connsiteX9" fmla="*/ 60961 w 223520"/>
              <a:gd name="connsiteY9" fmla="*/ 162560 h 223519"/>
              <a:gd name="connsiteX10" fmla="*/ 30480 w 223520"/>
              <a:gd name="connsiteY10" fmla="*/ 162560 h 223519"/>
              <a:gd name="connsiteX11" fmla="*/ 0 w 223520"/>
              <a:gd name="connsiteY11" fmla="*/ 132080 h 223519"/>
              <a:gd name="connsiteX12" fmla="*/ 0 w 223520"/>
              <a:gd name="connsiteY12" fmla="*/ 30480 h 223519"/>
              <a:gd name="connsiteX13" fmla="*/ 30480 w 223520"/>
              <a:gd name="connsiteY13" fmla="*/ 0 h 223519"/>
              <a:gd name="connsiteX14" fmla="*/ 132080 w 223520"/>
              <a:gd name="connsiteY14" fmla="*/ 0 h 223519"/>
              <a:gd name="connsiteX15" fmla="*/ 81280 w 223520"/>
              <a:gd name="connsiteY15" fmla="*/ 161290 h 223519"/>
              <a:gd name="connsiteX16" fmla="*/ 81280 w 223520"/>
              <a:gd name="connsiteY16" fmla="*/ 191770 h 223519"/>
              <a:gd name="connsiteX17" fmla="*/ 91440 w 223520"/>
              <a:gd name="connsiteY17" fmla="*/ 201930 h 223519"/>
              <a:gd name="connsiteX18" fmla="*/ 193040 w 223520"/>
              <a:gd name="connsiteY18" fmla="*/ 201930 h 223519"/>
              <a:gd name="connsiteX19" fmla="*/ 203200 w 223520"/>
              <a:gd name="connsiteY19" fmla="*/ 191770 h 223519"/>
              <a:gd name="connsiteX20" fmla="*/ 203200 w 223520"/>
              <a:gd name="connsiteY20" fmla="*/ 90170 h 223519"/>
              <a:gd name="connsiteX21" fmla="*/ 193040 w 223520"/>
              <a:gd name="connsiteY21" fmla="*/ 80010 h 223519"/>
              <a:gd name="connsiteX22" fmla="*/ 162561 w 223520"/>
              <a:gd name="connsiteY22" fmla="*/ 80010 h 223519"/>
              <a:gd name="connsiteX23" fmla="*/ 162561 w 223520"/>
              <a:gd name="connsiteY23" fmla="*/ 130810 h 223519"/>
              <a:gd name="connsiteX24" fmla="*/ 132080 w 223520"/>
              <a:gd name="connsiteY24" fmla="*/ 161290 h 223519"/>
              <a:gd name="connsiteX25" fmla="*/ 81280 w 223520"/>
              <a:gd name="connsiteY25" fmla="*/ 161290 h 223519"/>
              <a:gd name="connsiteX26" fmla="*/ 142240 w 223520"/>
              <a:gd name="connsiteY26" fmla="*/ 81280 h 223519"/>
              <a:gd name="connsiteX27" fmla="*/ 142240 w 223520"/>
              <a:gd name="connsiteY27" fmla="*/ 132080 h 223519"/>
              <a:gd name="connsiteX28" fmla="*/ 132080 w 223520"/>
              <a:gd name="connsiteY28" fmla="*/ 142240 h 223519"/>
              <a:gd name="connsiteX29" fmla="*/ 81280 w 223520"/>
              <a:gd name="connsiteY29" fmla="*/ 142240 h 223519"/>
              <a:gd name="connsiteX30" fmla="*/ 81280 w 223520"/>
              <a:gd name="connsiteY30" fmla="*/ 91440 h 223519"/>
              <a:gd name="connsiteX31" fmla="*/ 91440 w 223520"/>
              <a:gd name="connsiteY31" fmla="*/ 81280 h 223519"/>
              <a:gd name="connsiteX32" fmla="*/ 142240 w 223520"/>
              <a:gd name="connsiteY32" fmla="*/ 81280 h 223519"/>
              <a:gd name="connsiteX33" fmla="*/ 142240 w 223520"/>
              <a:gd name="connsiteY33" fmla="*/ 60960 h 223519"/>
              <a:gd name="connsiteX34" fmla="*/ 91440 w 223520"/>
              <a:gd name="connsiteY34" fmla="*/ 60960 h 223519"/>
              <a:gd name="connsiteX35" fmla="*/ 60961 w 223520"/>
              <a:gd name="connsiteY35" fmla="*/ 91440 h 223519"/>
              <a:gd name="connsiteX36" fmla="*/ 60961 w 223520"/>
              <a:gd name="connsiteY36" fmla="*/ 142240 h 223519"/>
              <a:gd name="connsiteX37" fmla="*/ 30480 w 223520"/>
              <a:gd name="connsiteY37" fmla="*/ 142240 h 223519"/>
              <a:gd name="connsiteX38" fmla="*/ 20320 w 223520"/>
              <a:gd name="connsiteY38" fmla="*/ 132080 h 223519"/>
              <a:gd name="connsiteX39" fmla="*/ 20320 w 223520"/>
              <a:gd name="connsiteY39" fmla="*/ 30480 h 223519"/>
              <a:gd name="connsiteX40" fmla="*/ 30480 w 223520"/>
              <a:gd name="connsiteY40" fmla="*/ 20320 h 223519"/>
              <a:gd name="connsiteX41" fmla="*/ 132080 w 223520"/>
              <a:gd name="connsiteY41" fmla="*/ 20320 h 223519"/>
              <a:gd name="connsiteX42" fmla="*/ 142240 w 223520"/>
              <a:gd name="connsiteY42" fmla="*/ 30480 h 223519"/>
              <a:gd name="connsiteX43" fmla="*/ 142240 w 223520"/>
              <a:gd name="connsiteY43" fmla="*/ 609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23520" h="223519">
                <a:moveTo>
                  <a:pt x="132080" y="0"/>
                </a:moveTo>
                <a:cubicBezTo>
                  <a:pt x="148590" y="0"/>
                  <a:pt x="162561" y="13970"/>
                  <a:pt x="162561" y="30480"/>
                </a:cubicBezTo>
                <a:lnTo>
                  <a:pt x="162561" y="60960"/>
                </a:lnTo>
                <a:lnTo>
                  <a:pt x="193040" y="60960"/>
                </a:lnTo>
                <a:cubicBezTo>
                  <a:pt x="209550" y="60960"/>
                  <a:pt x="223520" y="74930"/>
                  <a:pt x="223520" y="91440"/>
                </a:cubicBezTo>
                <a:lnTo>
                  <a:pt x="223520" y="193040"/>
                </a:lnTo>
                <a:cubicBezTo>
                  <a:pt x="223520" y="209550"/>
                  <a:pt x="209550" y="223520"/>
                  <a:pt x="193040" y="223520"/>
                </a:cubicBezTo>
                <a:lnTo>
                  <a:pt x="91440" y="223520"/>
                </a:lnTo>
                <a:cubicBezTo>
                  <a:pt x="74930" y="223520"/>
                  <a:pt x="60961" y="209550"/>
                  <a:pt x="60961" y="193040"/>
                </a:cubicBezTo>
                <a:lnTo>
                  <a:pt x="60961" y="162560"/>
                </a:lnTo>
                <a:lnTo>
                  <a:pt x="30480" y="162560"/>
                </a:lnTo>
                <a:cubicBezTo>
                  <a:pt x="13970" y="162560"/>
                  <a:pt x="0" y="148590"/>
                  <a:pt x="0" y="132080"/>
                </a:cubicBezTo>
                <a:lnTo>
                  <a:pt x="0" y="30480"/>
                </a:lnTo>
                <a:cubicBezTo>
                  <a:pt x="0" y="13970"/>
                  <a:pt x="13970" y="0"/>
                  <a:pt x="30480" y="0"/>
                </a:cubicBezTo>
                <a:lnTo>
                  <a:pt x="132080" y="0"/>
                </a:lnTo>
                <a:close/>
                <a:moveTo>
                  <a:pt x="81280" y="161290"/>
                </a:moveTo>
                <a:lnTo>
                  <a:pt x="81280" y="191770"/>
                </a:lnTo>
                <a:cubicBezTo>
                  <a:pt x="81280" y="196850"/>
                  <a:pt x="86361" y="201930"/>
                  <a:pt x="91440" y="201930"/>
                </a:cubicBezTo>
                <a:lnTo>
                  <a:pt x="193040" y="201930"/>
                </a:lnTo>
                <a:cubicBezTo>
                  <a:pt x="198120" y="201930"/>
                  <a:pt x="203200" y="196850"/>
                  <a:pt x="203200" y="191770"/>
                </a:cubicBezTo>
                <a:lnTo>
                  <a:pt x="203200" y="90170"/>
                </a:lnTo>
                <a:cubicBezTo>
                  <a:pt x="203200" y="85090"/>
                  <a:pt x="198120" y="80010"/>
                  <a:pt x="193040" y="80010"/>
                </a:cubicBezTo>
                <a:lnTo>
                  <a:pt x="162561" y="80010"/>
                </a:lnTo>
                <a:lnTo>
                  <a:pt x="162561" y="130810"/>
                </a:lnTo>
                <a:cubicBezTo>
                  <a:pt x="162561" y="147320"/>
                  <a:pt x="148590" y="161290"/>
                  <a:pt x="132080" y="161290"/>
                </a:cubicBezTo>
                <a:lnTo>
                  <a:pt x="81280" y="161290"/>
                </a:lnTo>
                <a:close/>
                <a:moveTo>
                  <a:pt x="142240" y="81280"/>
                </a:moveTo>
                <a:lnTo>
                  <a:pt x="142240" y="132080"/>
                </a:lnTo>
                <a:cubicBezTo>
                  <a:pt x="142240" y="137160"/>
                  <a:pt x="137161" y="142240"/>
                  <a:pt x="132080" y="142240"/>
                </a:cubicBezTo>
                <a:lnTo>
                  <a:pt x="81280" y="142240"/>
                </a:lnTo>
                <a:lnTo>
                  <a:pt x="81280" y="91440"/>
                </a:lnTo>
                <a:cubicBezTo>
                  <a:pt x="81280" y="86360"/>
                  <a:pt x="86361" y="81280"/>
                  <a:pt x="91440" y="81280"/>
                </a:cubicBezTo>
                <a:lnTo>
                  <a:pt x="142240" y="81280"/>
                </a:lnTo>
                <a:close/>
                <a:moveTo>
                  <a:pt x="142240" y="60960"/>
                </a:moveTo>
                <a:lnTo>
                  <a:pt x="91440" y="60960"/>
                </a:lnTo>
                <a:cubicBezTo>
                  <a:pt x="74930" y="60960"/>
                  <a:pt x="60961" y="74930"/>
                  <a:pt x="60961" y="91440"/>
                </a:cubicBezTo>
                <a:lnTo>
                  <a:pt x="60961" y="142240"/>
                </a:lnTo>
                <a:lnTo>
                  <a:pt x="30480" y="142240"/>
                </a:lnTo>
                <a:cubicBezTo>
                  <a:pt x="25400" y="142240"/>
                  <a:pt x="20320" y="137160"/>
                  <a:pt x="20320" y="132080"/>
                </a:cubicBez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cubicBezTo>
                  <a:pt x="137161" y="20320"/>
                  <a:pt x="142240" y="25400"/>
                  <a:pt x="142240" y="30480"/>
                </a:cubicBezTo>
                <a:lnTo>
                  <a:pt x="142240" y="609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2" name="Полилиния: фигура 105">
            <a:extLst>
              <a:ext uri="{FF2B5EF4-FFF2-40B4-BE49-F238E27FC236}">
                <a16:creationId xmlns:a16="http://schemas.microsoft.com/office/drawing/2014/main" id="{48EA4840-3A73-EB3C-31E1-63BB12A0AA60}"/>
              </a:ext>
            </a:extLst>
          </p:cNvPr>
          <p:cNvSpPr/>
          <p:nvPr/>
        </p:nvSpPr>
        <p:spPr>
          <a:xfrm>
            <a:off x="9498203" y="2647317"/>
            <a:ext cx="223520" cy="213359"/>
          </a:xfrm>
          <a:custGeom>
            <a:avLst/>
            <a:gdLst>
              <a:gd name="connsiteX0" fmla="*/ 81280 w 223520"/>
              <a:gd name="connsiteY0" fmla="*/ 21590 h 213359"/>
              <a:gd name="connsiteX1" fmla="*/ 203200 w 223520"/>
              <a:gd name="connsiteY1" fmla="*/ 21590 h 213359"/>
              <a:gd name="connsiteX2" fmla="*/ 203200 w 223520"/>
              <a:gd name="connsiteY2" fmla="*/ 41910 h 213359"/>
              <a:gd name="connsiteX3" fmla="*/ 81280 w 223520"/>
              <a:gd name="connsiteY3" fmla="*/ 41910 h 213359"/>
              <a:gd name="connsiteX4" fmla="*/ 81280 w 223520"/>
              <a:gd name="connsiteY4" fmla="*/ 21590 h 213359"/>
              <a:gd name="connsiteX5" fmla="*/ 81280 w 223520"/>
              <a:gd name="connsiteY5" fmla="*/ 62230 h 213359"/>
              <a:gd name="connsiteX6" fmla="*/ 81280 w 223520"/>
              <a:gd name="connsiteY6" fmla="*/ 170180 h 213359"/>
              <a:gd name="connsiteX7" fmla="*/ 81280 w 223520"/>
              <a:gd name="connsiteY7" fmla="*/ 170180 h 213359"/>
              <a:gd name="connsiteX8" fmla="*/ 81280 w 223520"/>
              <a:gd name="connsiteY8" fmla="*/ 172720 h 213359"/>
              <a:gd name="connsiteX9" fmla="*/ 40640 w 223520"/>
              <a:gd name="connsiteY9" fmla="*/ 213360 h 213359"/>
              <a:gd name="connsiteX10" fmla="*/ 0 w 223520"/>
              <a:gd name="connsiteY10" fmla="*/ 172720 h 213359"/>
              <a:gd name="connsiteX11" fmla="*/ 40640 w 223520"/>
              <a:gd name="connsiteY11" fmla="*/ 132080 h 213359"/>
              <a:gd name="connsiteX12" fmla="*/ 60961 w 223520"/>
              <a:gd name="connsiteY12" fmla="*/ 137160 h 213359"/>
              <a:gd name="connsiteX13" fmla="*/ 60961 w 223520"/>
              <a:gd name="connsiteY13" fmla="*/ 10160 h 213359"/>
              <a:gd name="connsiteX14" fmla="*/ 71120 w 223520"/>
              <a:gd name="connsiteY14" fmla="*/ 0 h 213359"/>
              <a:gd name="connsiteX15" fmla="*/ 213361 w 223520"/>
              <a:gd name="connsiteY15" fmla="*/ 0 h 213359"/>
              <a:gd name="connsiteX16" fmla="*/ 223520 w 223520"/>
              <a:gd name="connsiteY16" fmla="*/ 10160 h 213359"/>
              <a:gd name="connsiteX17" fmla="*/ 223520 w 223520"/>
              <a:gd name="connsiteY17" fmla="*/ 168910 h 213359"/>
              <a:gd name="connsiteX18" fmla="*/ 223520 w 223520"/>
              <a:gd name="connsiteY18" fmla="*/ 168910 h 213359"/>
              <a:gd name="connsiteX19" fmla="*/ 223520 w 223520"/>
              <a:gd name="connsiteY19" fmla="*/ 171450 h 213359"/>
              <a:gd name="connsiteX20" fmla="*/ 182880 w 223520"/>
              <a:gd name="connsiteY20" fmla="*/ 212090 h 213359"/>
              <a:gd name="connsiteX21" fmla="*/ 142240 w 223520"/>
              <a:gd name="connsiteY21" fmla="*/ 171450 h 213359"/>
              <a:gd name="connsiteX22" fmla="*/ 182880 w 223520"/>
              <a:gd name="connsiteY22" fmla="*/ 130810 h 213359"/>
              <a:gd name="connsiteX23" fmla="*/ 203200 w 223520"/>
              <a:gd name="connsiteY23" fmla="*/ 135890 h 213359"/>
              <a:gd name="connsiteX24" fmla="*/ 203200 w 223520"/>
              <a:gd name="connsiteY24" fmla="*/ 59690 h 213359"/>
              <a:gd name="connsiteX25" fmla="*/ 81280 w 223520"/>
              <a:gd name="connsiteY25" fmla="*/ 59690 h 213359"/>
              <a:gd name="connsiteX26" fmla="*/ 20320 w 223520"/>
              <a:gd name="connsiteY26" fmla="*/ 172720 h 213359"/>
              <a:gd name="connsiteX27" fmla="*/ 40640 w 223520"/>
              <a:gd name="connsiteY27" fmla="*/ 152400 h 213359"/>
              <a:gd name="connsiteX28" fmla="*/ 60961 w 223520"/>
              <a:gd name="connsiteY28" fmla="*/ 172720 h 213359"/>
              <a:gd name="connsiteX29" fmla="*/ 40640 w 223520"/>
              <a:gd name="connsiteY29" fmla="*/ 193040 h 213359"/>
              <a:gd name="connsiteX30" fmla="*/ 20320 w 223520"/>
              <a:gd name="connsiteY30" fmla="*/ 172720 h 213359"/>
              <a:gd name="connsiteX31" fmla="*/ 162561 w 223520"/>
              <a:gd name="connsiteY31" fmla="*/ 172720 h 213359"/>
              <a:gd name="connsiteX32" fmla="*/ 182880 w 223520"/>
              <a:gd name="connsiteY32" fmla="*/ 152400 h 213359"/>
              <a:gd name="connsiteX33" fmla="*/ 203200 w 223520"/>
              <a:gd name="connsiteY33" fmla="*/ 172720 h 213359"/>
              <a:gd name="connsiteX34" fmla="*/ 182880 w 223520"/>
              <a:gd name="connsiteY34" fmla="*/ 193040 h 213359"/>
              <a:gd name="connsiteX35" fmla="*/ 162561 w 223520"/>
              <a:gd name="connsiteY35" fmla="*/ 17272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23520" h="213359">
                <a:moveTo>
                  <a:pt x="81280" y="21590"/>
                </a:moveTo>
                <a:lnTo>
                  <a:pt x="203200" y="21590"/>
                </a:lnTo>
                <a:lnTo>
                  <a:pt x="203200" y="41910"/>
                </a:lnTo>
                <a:lnTo>
                  <a:pt x="81280" y="41910"/>
                </a:lnTo>
                <a:lnTo>
                  <a:pt x="81280" y="21590"/>
                </a:lnTo>
                <a:close/>
                <a:moveTo>
                  <a:pt x="81280" y="62230"/>
                </a:moveTo>
                <a:lnTo>
                  <a:pt x="81280" y="170180"/>
                </a:lnTo>
                <a:lnTo>
                  <a:pt x="81280" y="170180"/>
                </a:lnTo>
                <a:cubicBezTo>
                  <a:pt x="81280" y="171450"/>
                  <a:pt x="81280" y="172720"/>
                  <a:pt x="81280" y="172720"/>
                </a:cubicBezTo>
                <a:cubicBezTo>
                  <a:pt x="81280" y="195580"/>
                  <a:pt x="63500" y="213360"/>
                  <a:pt x="40640" y="213360"/>
                </a:cubicBezTo>
                <a:cubicBezTo>
                  <a:pt x="17780" y="213360"/>
                  <a:pt x="0" y="195580"/>
                  <a:pt x="0" y="172720"/>
                </a:cubicBezTo>
                <a:cubicBezTo>
                  <a:pt x="0" y="149860"/>
                  <a:pt x="17780" y="132080"/>
                  <a:pt x="40640" y="132080"/>
                </a:cubicBezTo>
                <a:cubicBezTo>
                  <a:pt x="48261" y="132080"/>
                  <a:pt x="54611" y="134620"/>
                  <a:pt x="60961" y="137160"/>
                </a:cubicBezTo>
                <a:lnTo>
                  <a:pt x="60961" y="10160"/>
                </a:lnTo>
                <a:cubicBezTo>
                  <a:pt x="60961" y="5080"/>
                  <a:pt x="66040" y="0"/>
                  <a:pt x="71120" y="0"/>
                </a:cubicBezTo>
                <a:lnTo>
                  <a:pt x="213361" y="0"/>
                </a:lnTo>
                <a:cubicBezTo>
                  <a:pt x="218440" y="0"/>
                  <a:pt x="223520" y="5080"/>
                  <a:pt x="223520" y="10160"/>
                </a:cubicBezTo>
                <a:lnTo>
                  <a:pt x="223520" y="168910"/>
                </a:lnTo>
                <a:lnTo>
                  <a:pt x="223520" y="168910"/>
                </a:lnTo>
                <a:cubicBezTo>
                  <a:pt x="223520" y="170180"/>
                  <a:pt x="223520" y="171450"/>
                  <a:pt x="223520" y="171450"/>
                </a:cubicBezTo>
                <a:cubicBezTo>
                  <a:pt x="223520" y="194310"/>
                  <a:pt x="205740" y="212090"/>
                  <a:pt x="182880" y="212090"/>
                </a:cubicBezTo>
                <a:cubicBezTo>
                  <a:pt x="160020" y="212090"/>
                  <a:pt x="142240" y="194310"/>
                  <a:pt x="142240" y="171450"/>
                </a:cubicBezTo>
                <a:cubicBezTo>
                  <a:pt x="142240" y="148590"/>
                  <a:pt x="160020" y="130810"/>
                  <a:pt x="182880" y="130810"/>
                </a:cubicBezTo>
                <a:cubicBezTo>
                  <a:pt x="190500" y="130810"/>
                  <a:pt x="196850" y="133350"/>
                  <a:pt x="203200" y="135890"/>
                </a:cubicBezTo>
                <a:lnTo>
                  <a:pt x="203200" y="59690"/>
                </a:lnTo>
                <a:lnTo>
                  <a:pt x="81280" y="59690"/>
                </a:lnTo>
                <a:close/>
                <a:moveTo>
                  <a:pt x="20320" y="172720"/>
                </a:moveTo>
                <a:cubicBezTo>
                  <a:pt x="20320" y="161290"/>
                  <a:pt x="29211" y="152400"/>
                  <a:pt x="40640" y="152400"/>
                </a:cubicBezTo>
                <a:cubicBezTo>
                  <a:pt x="52070" y="152400"/>
                  <a:pt x="60961" y="161290"/>
                  <a:pt x="60961" y="172720"/>
                </a:cubicBezTo>
                <a:cubicBezTo>
                  <a:pt x="60961" y="184150"/>
                  <a:pt x="52070" y="193040"/>
                  <a:pt x="40640" y="193040"/>
                </a:cubicBezTo>
                <a:cubicBezTo>
                  <a:pt x="29211" y="193040"/>
                  <a:pt x="20320" y="184150"/>
                  <a:pt x="20320" y="172720"/>
                </a:cubicBezTo>
                <a:close/>
                <a:moveTo>
                  <a:pt x="162561" y="172720"/>
                </a:moveTo>
                <a:cubicBezTo>
                  <a:pt x="162561" y="161290"/>
                  <a:pt x="171450" y="152400"/>
                  <a:pt x="182880" y="152400"/>
                </a:cubicBezTo>
                <a:cubicBezTo>
                  <a:pt x="194311" y="152400"/>
                  <a:pt x="203200" y="161290"/>
                  <a:pt x="203200" y="172720"/>
                </a:cubicBezTo>
                <a:cubicBezTo>
                  <a:pt x="203200" y="184150"/>
                  <a:pt x="194311" y="193040"/>
                  <a:pt x="182880" y="193040"/>
                </a:cubicBezTo>
                <a:cubicBezTo>
                  <a:pt x="171450" y="193040"/>
                  <a:pt x="162561" y="184150"/>
                  <a:pt x="162561" y="1727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3" name="Полилиния: фигура 108">
            <a:extLst>
              <a:ext uri="{FF2B5EF4-FFF2-40B4-BE49-F238E27FC236}">
                <a16:creationId xmlns:a16="http://schemas.microsoft.com/office/drawing/2014/main" id="{CB5006C6-0432-D1D0-5568-310B27D584EA}"/>
              </a:ext>
            </a:extLst>
          </p:cNvPr>
          <p:cNvSpPr/>
          <p:nvPr/>
        </p:nvSpPr>
        <p:spPr>
          <a:xfrm>
            <a:off x="10046208" y="2631913"/>
            <a:ext cx="247178" cy="245908"/>
          </a:xfrm>
          <a:custGeom>
            <a:avLst/>
            <a:gdLst>
              <a:gd name="connsiteX0" fmla="*/ 184785 w 247178"/>
              <a:gd name="connsiteY0" fmla="*/ 7783 h 245908"/>
              <a:gd name="connsiteX1" fmla="*/ 235585 w 247178"/>
              <a:gd name="connsiteY1" fmla="*/ 163 h 245908"/>
              <a:gd name="connsiteX2" fmla="*/ 247015 w 247178"/>
              <a:gd name="connsiteY2" fmla="*/ 11593 h 245908"/>
              <a:gd name="connsiteX3" fmla="*/ 239395 w 247178"/>
              <a:gd name="connsiteY3" fmla="*/ 62393 h 245908"/>
              <a:gd name="connsiteX4" fmla="*/ 236856 w 247178"/>
              <a:gd name="connsiteY4" fmla="*/ 68743 h 245908"/>
              <a:gd name="connsiteX5" fmla="*/ 122556 w 247178"/>
              <a:gd name="connsiteY5" fmla="*/ 183043 h 245908"/>
              <a:gd name="connsiteX6" fmla="*/ 136525 w 247178"/>
              <a:gd name="connsiteY6" fmla="*/ 197013 h 245908"/>
              <a:gd name="connsiteX7" fmla="*/ 136525 w 247178"/>
              <a:gd name="connsiteY7" fmla="*/ 210983 h 245908"/>
              <a:gd name="connsiteX8" fmla="*/ 122556 w 247178"/>
              <a:gd name="connsiteY8" fmla="*/ 212254 h 245908"/>
              <a:gd name="connsiteX9" fmla="*/ 121285 w 247178"/>
              <a:gd name="connsiteY9" fmla="*/ 210983 h 245908"/>
              <a:gd name="connsiteX10" fmla="*/ 99695 w 247178"/>
              <a:gd name="connsiteY10" fmla="*/ 189393 h 245908"/>
              <a:gd name="connsiteX11" fmla="*/ 48895 w 247178"/>
              <a:gd name="connsiteY11" fmla="*/ 240193 h 245908"/>
              <a:gd name="connsiteX12" fmla="*/ 19685 w 247178"/>
              <a:gd name="connsiteY12" fmla="*/ 240193 h 245908"/>
              <a:gd name="connsiteX13" fmla="*/ 5715 w 247178"/>
              <a:gd name="connsiteY13" fmla="*/ 226224 h 245908"/>
              <a:gd name="connsiteX14" fmla="*/ 5715 w 247178"/>
              <a:gd name="connsiteY14" fmla="*/ 197013 h 245908"/>
              <a:gd name="connsiteX15" fmla="*/ 56515 w 247178"/>
              <a:gd name="connsiteY15" fmla="*/ 146213 h 245908"/>
              <a:gd name="connsiteX16" fmla="*/ 34925 w 247178"/>
              <a:gd name="connsiteY16" fmla="*/ 124623 h 245908"/>
              <a:gd name="connsiteX17" fmla="*/ 34925 w 247178"/>
              <a:gd name="connsiteY17" fmla="*/ 110654 h 245908"/>
              <a:gd name="connsiteX18" fmla="*/ 48895 w 247178"/>
              <a:gd name="connsiteY18" fmla="*/ 109383 h 245908"/>
              <a:gd name="connsiteX19" fmla="*/ 50165 w 247178"/>
              <a:gd name="connsiteY19" fmla="*/ 110654 h 245908"/>
              <a:gd name="connsiteX20" fmla="*/ 64135 w 247178"/>
              <a:gd name="connsiteY20" fmla="*/ 124623 h 245908"/>
              <a:gd name="connsiteX21" fmla="*/ 178435 w 247178"/>
              <a:gd name="connsiteY21" fmla="*/ 10323 h 245908"/>
              <a:gd name="connsiteX22" fmla="*/ 184785 w 247178"/>
              <a:gd name="connsiteY22" fmla="*/ 7783 h 245908"/>
              <a:gd name="connsiteX23" fmla="*/ 70485 w 247178"/>
              <a:gd name="connsiteY23" fmla="*/ 160183 h 245908"/>
              <a:gd name="connsiteX24" fmla="*/ 19685 w 247178"/>
              <a:gd name="connsiteY24" fmla="*/ 210983 h 245908"/>
              <a:gd name="connsiteX25" fmla="*/ 33656 w 247178"/>
              <a:gd name="connsiteY25" fmla="*/ 224954 h 245908"/>
              <a:gd name="connsiteX26" fmla="*/ 84456 w 247178"/>
              <a:gd name="connsiteY26" fmla="*/ 174154 h 245908"/>
              <a:gd name="connsiteX27" fmla="*/ 70485 w 247178"/>
              <a:gd name="connsiteY27" fmla="*/ 160183 h 245908"/>
              <a:gd name="connsiteX28" fmla="*/ 219075 w 247178"/>
              <a:gd name="connsiteY28" fmla="*/ 56043 h 245908"/>
              <a:gd name="connsiteX29" fmla="*/ 107315 w 247178"/>
              <a:gd name="connsiteY29" fmla="*/ 167804 h 245908"/>
              <a:gd name="connsiteX30" fmla="*/ 78106 w 247178"/>
              <a:gd name="connsiteY30" fmla="*/ 138593 h 245908"/>
              <a:gd name="connsiteX31" fmla="*/ 189865 w 247178"/>
              <a:gd name="connsiteY31" fmla="*/ 26833 h 245908"/>
              <a:gd name="connsiteX32" fmla="*/ 222885 w 247178"/>
              <a:gd name="connsiteY32" fmla="*/ 21754 h 245908"/>
              <a:gd name="connsiteX33" fmla="*/ 219075 w 247178"/>
              <a:gd name="connsiteY33" fmla="*/ 56043 h 245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7178" h="245908">
                <a:moveTo>
                  <a:pt x="184785" y="7783"/>
                </a:moveTo>
                <a:lnTo>
                  <a:pt x="235585" y="163"/>
                </a:lnTo>
                <a:cubicBezTo>
                  <a:pt x="241935" y="-1107"/>
                  <a:pt x="248285" y="5243"/>
                  <a:pt x="247015" y="11593"/>
                </a:cubicBezTo>
                <a:lnTo>
                  <a:pt x="239395" y="62393"/>
                </a:lnTo>
                <a:cubicBezTo>
                  <a:pt x="239395" y="64933"/>
                  <a:pt x="238125" y="66204"/>
                  <a:pt x="236856" y="68743"/>
                </a:cubicBezTo>
                <a:lnTo>
                  <a:pt x="122556" y="183043"/>
                </a:lnTo>
                <a:lnTo>
                  <a:pt x="136525" y="197013"/>
                </a:lnTo>
                <a:cubicBezTo>
                  <a:pt x="140335" y="200824"/>
                  <a:pt x="140335" y="207174"/>
                  <a:pt x="136525" y="210983"/>
                </a:cubicBezTo>
                <a:cubicBezTo>
                  <a:pt x="132715" y="214793"/>
                  <a:pt x="127635" y="214793"/>
                  <a:pt x="122556" y="212254"/>
                </a:cubicBezTo>
                <a:lnTo>
                  <a:pt x="121285" y="210983"/>
                </a:lnTo>
                <a:lnTo>
                  <a:pt x="99695" y="189393"/>
                </a:lnTo>
                <a:lnTo>
                  <a:pt x="48895" y="240193"/>
                </a:lnTo>
                <a:cubicBezTo>
                  <a:pt x="41275" y="247813"/>
                  <a:pt x="28575" y="247813"/>
                  <a:pt x="19685" y="240193"/>
                </a:cubicBezTo>
                <a:lnTo>
                  <a:pt x="5715" y="226224"/>
                </a:lnTo>
                <a:cubicBezTo>
                  <a:pt x="-1905" y="218604"/>
                  <a:pt x="-1905" y="205904"/>
                  <a:pt x="5715" y="197013"/>
                </a:cubicBezTo>
                <a:lnTo>
                  <a:pt x="56515" y="146213"/>
                </a:lnTo>
                <a:lnTo>
                  <a:pt x="34925" y="124623"/>
                </a:lnTo>
                <a:cubicBezTo>
                  <a:pt x="31115" y="120813"/>
                  <a:pt x="31115" y="114463"/>
                  <a:pt x="34925" y="110654"/>
                </a:cubicBezTo>
                <a:cubicBezTo>
                  <a:pt x="38735" y="106843"/>
                  <a:pt x="43815" y="106843"/>
                  <a:pt x="48895" y="109383"/>
                </a:cubicBezTo>
                <a:lnTo>
                  <a:pt x="50165" y="110654"/>
                </a:lnTo>
                <a:lnTo>
                  <a:pt x="64135" y="124623"/>
                </a:lnTo>
                <a:lnTo>
                  <a:pt x="178435" y="10323"/>
                </a:lnTo>
                <a:cubicBezTo>
                  <a:pt x="179706" y="9054"/>
                  <a:pt x="182245" y="7783"/>
                  <a:pt x="184785" y="7783"/>
                </a:cubicBezTo>
                <a:close/>
                <a:moveTo>
                  <a:pt x="70485" y="160183"/>
                </a:moveTo>
                <a:lnTo>
                  <a:pt x="19685" y="210983"/>
                </a:lnTo>
                <a:lnTo>
                  <a:pt x="33656" y="224954"/>
                </a:lnTo>
                <a:lnTo>
                  <a:pt x="84456" y="174154"/>
                </a:lnTo>
                <a:lnTo>
                  <a:pt x="70485" y="160183"/>
                </a:lnTo>
                <a:close/>
                <a:moveTo>
                  <a:pt x="219075" y="56043"/>
                </a:moveTo>
                <a:lnTo>
                  <a:pt x="107315" y="167804"/>
                </a:lnTo>
                <a:lnTo>
                  <a:pt x="78106" y="138593"/>
                </a:lnTo>
                <a:lnTo>
                  <a:pt x="189865" y="26833"/>
                </a:lnTo>
                <a:lnTo>
                  <a:pt x="222885" y="21754"/>
                </a:lnTo>
                <a:lnTo>
                  <a:pt x="219075" y="56043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4" name="Полилиния: фигура 112">
            <a:extLst>
              <a:ext uri="{FF2B5EF4-FFF2-40B4-BE49-F238E27FC236}">
                <a16:creationId xmlns:a16="http://schemas.microsoft.com/office/drawing/2014/main" id="{9573EA85-0B07-5C34-D9E6-19329669F153}"/>
              </a:ext>
            </a:extLst>
          </p:cNvPr>
          <p:cNvSpPr/>
          <p:nvPr/>
        </p:nvSpPr>
        <p:spPr>
          <a:xfrm>
            <a:off x="10606914" y="2632846"/>
            <a:ext cx="243839" cy="243070"/>
          </a:xfrm>
          <a:custGeom>
            <a:avLst/>
            <a:gdLst>
              <a:gd name="connsiteX0" fmla="*/ 111760 w 243839"/>
              <a:gd name="connsiteY0" fmla="*/ 5580 h 243070"/>
              <a:gd name="connsiteX1" fmla="*/ 114300 w 243839"/>
              <a:gd name="connsiteY1" fmla="*/ 3040 h 243070"/>
              <a:gd name="connsiteX2" fmla="*/ 115570 w 243839"/>
              <a:gd name="connsiteY2" fmla="*/ 1770 h 243070"/>
              <a:gd name="connsiteX3" fmla="*/ 129539 w 243839"/>
              <a:gd name="connsiteY3" fmla="*/ 3040 h 243070"/>
              <a:gd name="connsiteX4" fmla="*/ 129539 w 243839"/>
              <a:gd name="connsiteY4" fmla="*/ 3040 h 243070"/>
              <a:gd name="connsiteX5" fmla="*/ 130810 w 243839"/>
              <a:gd name="connsiteY5" fmla="*/ 3040 h 243070"/>
              <a:gd name="connsiteX6" fmla="*/ 156210 w 243839"/>
              <a:gd name="connsiteY6" fmla="*/ 20820 h 243070"/>
              <a:gd name="connsiteX7" fmla="*/ 166370 w 243839"/>
              <a:gd name="connsiteY7" fmla="*/ 28440 h 243070"/>
              <a:gd name="connsiteX8" fmla="*/ 171450 w 243839"/>
              <a:gd name="connsiteY8" fmla="*/ 32250 h 243070"/>
              <a:gd name="connsiteX9" fmla="*/ 176530 w 243839"/>
              <a:gd name="connsiteY9" fmla="*/ 36060 h 243070"/>
              <a:gd name="connsiteX10" fmla="*/ 182880 w 243839"/>
              <a:gd name="connsiteY10" fmla="*/ 41140 h 243070"/>
              <a:gd name="connsiteX11" fmla="*/ 243839 w 243839"/>
              <a:gd name="connsiteY11" fmla="*/ 156710 h 243070"/>
              <a:gd name="connsiteX12" fmla="*/ 243839 w 243839"/>
              <a:gd name="connsiteY12" fmla="*/ 232910 h 243070"/>
              <a:gd name="connsiteX13" fmla="*/ 233680 w 243839"/>
              <a:gd name="connsiteY13" fmla="*/ 243070 h 243070"/>
              <a:gd name="connsiteX14" fmla="*/ 10160 w 243839"/>
              <a:gd name="connsiteY14" fmla="*/ 243070 h 243070"/>
              <a:gd name="connsiteX15" fmla="*/ 0 w 243839"/>
              <a:gd name="connsiteY15" fmla="*/ 232910 h 243070"/>
              <a:gd name="connsiteX16" fmla="*/ 0 w 243839"/>
              <a:gd name="connsiteY16" fmla="*/ 156710 h 243070"/>
              <a:gd name="connsiteX17" fmla="*/ 0 w 243839"/>
              <a:gd name="connsiteY17" fmla="*/ 149090 h 243070"/>
              <a:gd name="connsiteX18" fmla="*/ 0 w 243839"/>
              <a:gd name="connsiteY18" fmla="*/ 146550 h 243070"/>
              <a:gd name="connsiteX19" fmla="*/ 1270 w 243839"/>
              <a:gd name="connsiteY19" fmla="*/ 142740 h 243070"/>
              <a:gd name="connsiteX20" fmla="*/ 60960 w 243839"/>
              <a:gd name="connsiteY20" fmla="*/ 41140 h 243070"/>
              <a:gd name="connsiteX21" fmla="*/ 67310 w 243839"/>
              <a:gd name="connsiteY21" fmla="*/ 36060 h 243070"/>
              <a:gd name="connsiteX22" fmla="*/ 72389 w 243839"/>
              <a:gd name="connsiteY22" fmla="*/ 32250 h 243070"/>
              <a:gd name="connsiteX23" fmla="*/ 74930 w 243839"/>
              <a:gd name="connsiteY23" fmla="*/ 29710 h 243070"/>
              <a:gd name="connsiteX24" fmla="*/ 80010 w 243839"/>
              <a:gd name="connsiteY24" fmla="*/ 25900 h 243070"/>
              <a:gd name="connsiteX25" fmla="*/ 87630 w 243839"/>
              <a:gd name="connsiteY25" fmla="*/ 20820 h 243070"/>
              <a:gd name="connsiteX26" fmla="*/ 111760 w 243839"/>
              <a:gd name="connsiteY26" fmla="*/ 5580 h 243070"/>
              <a:gd name="connsiteX27" fmla="*/ 20320 w 243839"/>
              <a:gd name="connsiteY27" fmla="*/ 157980 h 243070"/>
              <a:gd name="connsiteX28" fmla="*/ 193039 w 243839"/>
              <a:gd name="connsiteY28" fmla="*/ 157980 h 243070"/>
              <a:gd name="connsiteX29" fmla="*/ 194310 w 243839"/>
              <a:gd name="connsiteY29" fmla="*/ 157980 h 243070"/>
              <a:gd name="connsiteX30" fmla="*/ 203200 w 243839"/>
              <a:gd name="connsiteY30" fmla="*/ 147820 h 243070"/>
              <a:gd name="connsiteX31" fmla="*/ 193039 w 243839"/>
              <a:gd name="connsiteY31" fmla="*/ 137660 h 243070"/>
              <a:gd name="connsiteX32" fmla="*/ 22860 w 243839"/>
              <a:gd name="connsiteY32" fmla="*/ 137660 h 243070"/>
              <a:gd name="connsiteX33" fmla="*/ 73660 w 243839"/>
              <a:gd name="connsiteY33" fmla="*/ 57650 h 243070"/>
              <a:gd name="connsiteX34" fmla="*/ 83820 w 243839"/>
              <a:gd name="connsiteY34" fmla="*/ 50030 h 243070"/>
              <a:gd name="connsiteX35" fmla="*/ 90170 w 243839"/>
              <a:gd name="connsiteY35" fmla="*/ 44950 h 243070"/>
              <a:gd name="connsiteX36" fmla="*/ 100330 w 243839"/>
              <a:gd name="connsiteY36" fmla="*/ 37330 h 243070"/>
              <a:gd name="connsiteX37" fmla="*/ 121920 w 243839"/>
              <a:gd name="connsiteY37" fmla="*/ 22090 h 243070"/>
              <a:gd name="connsiteX38" fmla="*/ 143510 w 243839"/>
              <a:gd name="connsiteY38" fmla="*/ 37330 h 243070"/>
              <a:gd name="connsiteX39" fmla="*/ 153670 w 243839"/>
              <a:gd name="connsiteY39" fmla="*/ 44950 h 243070"/>
              <a:gd name="connsiteX40" fmla="*/ 160020 w 243839"/>
              <a:gd name="connsiteY40" fmla="*/ 50030 h 243070"/>
              <a:gd name="connsiteX41" fmla="*/ 170180 w 243839"/>
              <a:gd name="connsiteY41" fmla="*/ 57650 h 243070"/>
              <a:gd name="connsiteX42" fmla="*/ 172720 w 243839"/>
              <a:gd name="connsiteY42" fmla="*/ 60190 h 243070"/>
              <a:gd name="connsiteX43" fmla="*/ 222250 w 243839"/>
              <a:gd name="connsiteY43" fmla="*/ 156710 h 243070"/>
              <a:gd name="connsiteX44" fmla="*/ 222250 w 243839"/>
              <a:gd name="connsiteY44" fmla="*/ 222750 h 243070"/>
              <a:gd name="connsiteX45" fmla="*/ 19050 w 243839"/>
              <a:gd name="connsiteY45" fmla="*/ 222750 h 243070"/>
              <a:gd name="connsiteX46" fmla="*/ 19050 w 243839"/>
              <a:gd name="connsiteY46" fmla="*/ 157980 h 243070"/>
              <a:gd name="connsiteX47" fmla="*/ 71120 w 243839"/>
              <a:gd name="connsiteY47" fmla="*/ 192270 h 243070"/>
              <a:gd name="connsiteX48" fmla="*/ 60960 w 243839"/>
              <a:gd name="connsiteY48" fmla="*/ 182110 h 243070"/>
              <a:gd name="connsiteX49" fmla="*/ 50800 w 243839"/>
              <a:gd name="connsiteY49" fmla="*/ 182110 h 243070"/>
              <a:gd name="connsiteX50" fmla="*/ 49530 w 243839"/>
              <a:gd name="connsiteY50" fmla="*/ 182110 h 243070"/>
              <a:gd name="connsiteX51" fmla="*/ 40639 w 243839"/>
              <a:gd name="connsiteY51" fmla="*/ 192270 h 243070"/>
              <a:gd name="connsiteX52" fmla="*/ 50800 w 243839"/>
              <a:gd name="connsiteY52" fmla="*/ 202430 h 243070"/>
              <a:gd name="connsiteX53" fmla="*/ 60960 w 243839"/>
              <a:gd name="connsiteY53" fmla="*/ 202430 h 243070"/>
              <a:gd name="connsiteX54" fmla="*/ 62230 w 243839"/>
              <a:gd name="connsiteY54" fmla="*/ 202430 h 243070"/>
              <a:gd name="connsiteX55" fmla="*/ 71120 w 243839"/>
              <a:gd name="connsiteY55" fmla="*/ 192270 h 243070"/>
              <a:gd name="connsiteX56" fmla="*/ 127000 w 243839"/>
              <a:gd name="connsiteY56" fmla="*/ 182110 h 243070"/>
              <a:gd name="connsiteX57" fmla="*/ 137160 w 243839"/>
              <a:gd name="connsiteY57" fmla="*/ 192270 h 243070"/>
              <a:gd name="connsiteX58" fmla="*/ 128270 w 243839"/>
              <a:gd name="connsiteY58" fmla="*/ 202430 h 243070"/>
              <a:gd name="connsiteX59" fmla="*/ 127000 w 243839"/>
              <a:gd name="connsiteY59" fmla="*/ 202430 h 243070"/>
              <a:gd name="connsiteX60" fmla="*/ 116839 w 243839"/>
              <a:gd name="connsiteY60" fmla="*/ 202430 h 243070"/>
              <a:gd name="connsiteX61" fmla="*/ 106680 w 243839"/>
              <a:gd name="connsiteY61" fmla="*/ 192270 h 243070"/>
              <a:gd name="connsiteX62" fmla="*/ 115570 w 243839"/>
              <a:gd name="connsiteY62" fmla="*/ 182110 h 243070"/>
              <a:gd name="connsiteX63" fmla="*/ 116839 w 243839"/>
              <a:gd name="connsiteY63" fmla="*/ 182110 h 243070"/>
              <a:gd name="connsiteX64" fmla="*/ 127000 w 243839"/>
              <a:gd name="connsiteY64" fmla="*/ 182110 h 243070"/>
              <a:gd name="connsiteX65" fmla="*/ 203200 w 243839"/>
              <a:gd name="connsiteY65" fmla="*/ 192270 h 243070"/>
              <a:gd name="connsiteX66" fmla="*/ 193039 w 243839"/>
              <a:gd name="connsiteY66" fmla="*/ 182110 h 243070"/>
              <a:gd name="connsiteX67" fmla="*/ 182880 w 243839"/>
              <a:gd name="connsiteY67" fmla="*/ 182110 h 243070"/>
              <a:gd name="connsiteX68" fmla="*/ 181610 w 243839"/>
              <a:gd name="connsiteY68" fmla="*/ 182110 h 243070"/>
              <a:gd name="connsiteX69" fmla="*/ 172720 w 243839"/>
              <a:gd name="connsiteY69" fmla="*/ 192270 h 243070"/>
              <a:gd name="connsiteX70" fmla="*/ 182880 w 243839"/>
              <a:gd name="connsiteY70" fmla="*/ 202430 h 243070"/>
              <a:gd name="connsiteX71" fmla="*/ 193039 w 243839"/>
              <a:gd name="connsiteY71" fmla="*/ 202430 h 243070"/>
              <a:gd name="connsiteX72" fmla="*/ 194310 w 243839"/>
              <a:gd name="connsiteY72" fmla="*/ 202430 h 243070"/>
              <a:gd name="connsiteX73" fmla="*/ 203200 w 243839"/>
              <a:gd name="connsiteY73" fmla="*/ 192270 h 243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43839" h="243070">
                <a:moveTo>
                  <a:pt x="111760" y="5580"/>
                </a:moveTo>
                <a:lnTo>
                  <a:pt x="114300" y="3040"/>
                </a:lnTo>
                <a:lnTo>
                  <a:pt x="115570" y="1770"/>
                </a:lnTo>
                <a:cubicBezTo>
                  <a:pt x="119380" y="-770"/>
                  <a:pt x="125730" y="-770"/>
                  <a:pt x="129539" y="3040"/>
                </a:cubicBezTo>
                <a:lnTo>
                  <a:pt x="129539" y="3040"/>
                </a:lnTo>
                <a:lnTo>
                  <a:pt x="130810" y="3040"/>
                </a:lnTo>
                <a:lnTo>
                  <a:pt x="156210" y="20820"/>
                </a:lnTo>
                <a:lnTo>
                  <a:pt x="166370" y="28440"/>
                </a:lnTo>
                <a:lnTo>
                  <a:pt x="171450" y="32250"/>
                </a:lnTo>
                <a:lnTo>
                  <a:pt x="176530" y="36060"/>
                </a:lnTo>
                <a:cubicBezTo>
                  <a:pt x="179070" y="37330"/>
                  <a:pt x="181610" y="39870"/>
                  <a:pt x="182880" y="41140"/>
                </a:cubicBezTo>
                <a:cubicBezTo>
                  <a:pt x="220980" y="72890"/>
                  <a:pt x="243839" y="110990"/>
                  <a:pt x="243839" y="156710"/>
                </a:cubicBezTo>
                <a:lnTo>
                  <a:pt x="243839" y="232910"/>
                </a:lnTo>
                <a:cubicBezTo>
                  <a:pt x="243839" y="237990"/>
                  <a:pt x="238760" y="243070"/>
                  <a:pt x="233680" y="243070"/>
                </a:cubicBezTo>
                <a:lnTo>
                  <a:pt x="10160" y="243070"/>
                </a:lnTo>
                <a:cubicBezTo>
                  <a:pt x="5080" y="243070"/>
                  <a:pt x="0" y="237990"/>
                  <a:pt x="0" y="232910"/>
                </a:cubicBezTo>
                <a:lnTo>
                  <a:pt x="0" y="156710"/>
                </a:lnTo>
                <a:cubicBezTo>
                  <a:pt x="0" y="154170"/>
                  <a:pt x="0" y="151630"/>
                  <a:pt x="0" y="149090"/>
                </a:cubicBezTo>
                <a:cubicBezTo>
                  <a:pt x="0" y="147820"/>
                  <a:pt x="0" y="147820"/>
                  <a:pt x="0" y="146550"/>
                </a:cubicBezTo>
                <a:cubicBezTo>
                  <a:pt x="0" y="145280"/>
                  <a:pt x="0" y="144010"/>
                  <a:pt x="1270" y="142740"/>
                </a:cubicBezTo>
                <a:cubicBezTo>
                  <a:pt x="5080" y="103370"/>
                  <a:pt x="26670" y="70350"/>
                  <a:pt x="60960" y="41140"/>
                </a:cubicBezTo>
                <a:cubicBezTo>
                  <a:pt x="62230" y="39870"/>
                  <a:pt x="64770" y="37330"/>
                  <a:pt x="67310" y="36060"/>
                </a:cubicBezTo>
                <a:lnTo>
                  <a:pt x="72389" y="32250"/>
                </a:lnTo>
                <a:cubicBezTo>
                  <a:pt x="73660" y="30980"/>
                  <a:pt x="73660" y="30980"/>
                  <a:pt x="74930" y="29710"/>
                </a:cubicBezTo>
                <a:lnTo>
                  <a:pt x="80010" y="25900"/>
                </a:lnTo>
                <a:lnTo>
                  <a:pt x="87630" y="20820"/>
                </a:lnTo>
                <a:lnTo>
                  <a:pt x="111760" y="5580"/>
                </a:lnTo>
                <a:close/>
                <a:moveTo>
                  <a:pt x="20320" y="157980"/>
                </a:moveTo>
                <a:lnTo>
                  <a:pt x="193039" y="157980"/>
                </a:lnTo>
                <a:lnTo>
                  <a:pt x="194310" y="157980"/>
                </a:lnTo>
                <a:cubicBezTo>
                  <a:pt x="199389" y="157980"/>
                  <a:pt x="203200" y="152900"/>
                  <a:pt x="203200" y="147820"/>
                </a:cubicBezTo>
                <a:cubicBezTo>
                  <a:pt x="203200" y="142740"/>
                  <a:pt x="198120" y="137660"/>
                  <a:pt x="193039" y="137660"/>
                </a:cubicBezTo>
                <a:lnTo>
                  <a:pt x="22860" y="137660"/>
                </a:lnTo>
                <a:cubicBezTo>
                  <a:pt x="27939" y="107180"/>
                  <a:pt x="45720" y="81780"/>
                  <a:pt x="73660" y="57650"/>
                </a:cubicBezTo>
                <a:cubicBezTo>
                  <a:pt x="76200" y="55110"/>
                  <a:pt x="80010" y="52570"/>
                  <a:pt x="83820" y="50030"/>
                </a:cubicBezTo>
                <a:lnTo>
                  <a:pt x="90170" y="44950"/>
                </a:lnTo>
                <a:lnTo>
                  <a:pt x="100330" y="37330"/>
                </a:lnTo>
                <a:lnTo>
                  <a:pt x="121920" y="22090"/>
                </a:lnTo>
                <a:lnTo>
                  <a:pt x="143510" y="37330"/>
                </a:lnTo>
                <a:lnTo>
                  <a:pt x="153670" y="44950"/>
                </a:lnTo>
                <a:lnTo>
                  <a:pt x="160020" y="50030"/>
                </a:lnTo>
                <a:cubicBezTo>
                  <a:pt x="163830" y="52570"/>
                  <a:pt x="167639" y="55110"/>
                  <a:pt x="170180" y="57650"/>
                </a:cubicBezTo>
                <a:lnTo>
                  <a:pt x="172720" y="60190"/>
                </a:lnTo>
                <a:cubicBezTo>
                  <a:pt x="204470" y="88130"/>
                  <a:pt x="222250" y="119880"/>
                  <a:pt x="222250" y="156710"/>
                </a:cubicBezTo>
                <a:lnTo>
                  <a:pt x="222250" y="222750"/>
                </a:lnTo>
                <a:lnTo>
                  <a:pt x="19050" y="222750"/>
                </a:lnTo>
                <a:lnTo>
                  <a:pt x="19050" y="157980"/>
                </a:lnTo>
                <a:close/>
                <a:moveTo>
                  <a:pt x="71120" y="192270"/>
                </a:moveTo>
                <a:cubicBezTo>
                  <a:pt x="71120" y="187190"/>
                  <a:pt x="66039" y="182110"/>
                  <a:pt x="60960" y="182110"/>
                </a:cubicBezTo>
                <a:lnTo>
                  <a:pt x="50800" y="182110"/>
                </a:lnTo>
                <a:lnTo>
                  <a:pt x="49530" y="182110"/>
                </a:lnTo>
                <a:cubicBezTo>
                  <a:pt x="44450" y="182110"/>
                  <a:pt x="40639" y="187190"/>
                  <a:pt x="40639" y="192270"/>
                </a:cubicBezTo>
                <a:cubicBezTo>
                  <a:pt x="40639" y="197350"/>
                  <a:pt x="45720" y="202430"/>
                  <a:pt x="50800" y="202430"/>
                </a:cubicBezTo>
                <a:lnTo>
                  <a:pt x="60960" y="202430"/>
                </a:lnTo>
                <a:lnTo>
                  <a:pt x="62230" y="202430"/>
                </a:lnTo>
                <a:cubicBezTo>
                  <a:pt x="67310" y="202430"/>
                  <a:pt x="71120" y="198620"/>
                  <a:pt x="71120" y="192270"/>
                </a:cubicBezTo>
                <a:close/>
                <a:moveTo>
                  <a:pt x="127000" y="182110"/>
                </a:moveTo>
                <a:cubicBezTo>
                  <a:pt x="132080" y="182110"/>
                  <a:pt x="137160" y="187190"/>
                  <a:pt x="137160" y="192270"/>
                </a:cubicBezTo>
                <a:cubicBezTo>
                  <a:pt x="137160" y="197350"/>
                  <a:pt x="133350" y="201160"/>
                  <a:pt x="128270" y="202430"/>
                </a:cubicBezTo>
                <a:lnTo>
                  <a:pt x="127000" y="202430"/>
                </a:lnTo>
                <a:lnTo>
                  <a:pt x="116839" y="202430"/>
                </a:lnTo>
                <a:cubicBezTo>
                  <a:pt x="111760" y="202430"/>
                  <a:pt x="106680" y="197350"/>
                  <a:pt x="106680" y="192270"/>
                </a:cubicBezTo>
                <a:cubicBezTo>
                  <a:pt x="106680" y="187190"/>
                  <a:pt x="110489" y="183380"/>
                  <a:pt x="115570" y="182110"/>
                </a:cubicBezTo>
                <a:lnTo>
                  <a:pt x="116839" y="182110"/>
                </a:lnTo>
                <a:lnTo>
                  <a:pt x="127000" y="182110"/>
                </a:lnTo>
                <a:close/>
                <a:moveTo>
                  <a:pt x="203200" y="192270"/>
                </a:moveTo>
                <a:cubicBezTo>
                  <a:pt x="203200" y="187190"/>
                  <a:pt x="198120" y="182110"/>
                  <a:pt x="193039" y="182110"/>
                </a:cubicBezTo>
                <a:lnTo>
                  <a:pt x="182880" y="182110"/>
                </a:lnTo>
                <a:lnTo>
                  <a:pt x="181610" y="182110"/>
                </a:lnTo>
                <a:cubicBezTo>
                  <a:pt x="176530" y="182110"/>
                  <a:pt x="172720" y="187190"/>
                  <a:pt x="172720" y="192270"/>
                </a:cubicBezTo>
                <a:cubicBezTo>
                  <a:pt x="172720" y="197350"/>
                  <a:pt x="177800" y="202430"/>
                  <a:pt x="182880" y="202430"/>
                </a:cubicBezTo>
                <a:lnTo>
                  <a:pt x="193039" y="202430"/>
                </a:lnTo>
                <a:lnTo>
                  <a:pt x="194310" y="202430"/>
                </a:lnTo>
                <a:cubicBezTo>
                  <a:pt x="199389" y="202430"/>
                  <a:pt x="203200" y="198620"/>
                  <a:pt x="203200" y="1922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5" name="Полилиния: фигура 116">
            <a:extLst>
              <a:ext uri="{FF2B5EF4-FFF2-40B4-BE49-F238E27FC236}">
                <a16:creationId xmlns:a16="http://schemas.microsoft.com/office/drawing/2014/main" id="{C95E184C-A7BA-5285-13A4-4B31EF8B53D9}"/>
              </a:ext>
            </a:extLst>
          </p:cNvPr>
          <p:cNvSpPr/>
          <p:nvPr/>
        </p:nvSpPr>
        <p:spPr>
          <a:xfrm>
            <a:off x="11146664" y="2620930"/>
            <a:ext cx="283209" cy="269317"/>
          </a:xfrm>
          <a:custGeom>
            <a:avLst/>
            <a:gdLst>
              <a:gd name="connsiteX0" fmla="*/ 151130 w 283209"/>
              <a:gd name="connsiteY0" fmla="*/ 6066 h 269317"/>
              <a:gd name="connsiteX1" fmla="*/ 132080 w 283209"/>
              <a:gd name="connsiteY1" fmla="*/ 7336 h 269317"/>
              <a:gd name="connsiteX2" fmla="*/ 104139 w 283209"/>
              <a:gd name="connsiteY2" fmla="*/ 106396 h 269317"/>
              <a:gd name="connsiteX3" fmla="*/ 10160 w 283209"/>
              <a:gd name="connsiteY3" fmla="*/ 106396 h 269317"/>
              <a:gd name="connsiteX4" fmla="*/ 8889 w 283209"/>
              <a:gd name="connsiteY4" fmla="*/ 106396 h 269317"/>
              <a:gd name="connsiteX5" fmla="*/ 0 w 283209"/>
              <a:gd name="connsiteY5" fmla="*/ 116556 h 269317"/>
              <a:gd name="connsiteX6" fmla="*/ 10160 w 283209"/>
              <a:gd name="connsiteY6" fmla="*/ 126716 h 269317"/>
              <a:gd name="connsiteX7" fmla="*/ 111760 w 283209"/>
              <a:gd name="connsiteY7" fmla="*/ 126716 h 269317"/>
              <a:gd name="connsiteX8" fmla="*/ 113030 w 283209"/>
              <a:gd name="connsiteY8" fmla="*/ 126716 h 269317"/>
              <a:gd name="connsiteX9" fmla="*/ 121920 w 283209"/>
              <a:gd name="connsiteY9" fmla="*/ 119096 h 269317"/>
              <a:gd name="connsiteX10" fmla="*/ 142239 w 283209"/>
              <a:gd name="connsiteY10" fmla="*/ 46706 h 269317"/>
              <a:gd name="connsiteX11" fmla="*/ 162560 w 283209"/>
              <a:gd name="connsiteY11" fmla="*/ 119096 h 269317"/>
              <a:gd name="connsiteX12" fmla="*/ 162560 w 283209"/>
              <a:gd name="connsiteY12" fmla="*/ 120366 h 269317"/>
              <a:gd name="connsiteX13" fmla="*/ 171450 w 283209"/>
              <a:gd name="connsiteY13" fmla="*/ 126716 h 269317"/>
              <a:gd name="connsiteX14" fmla="*/ 273050 w 283209"/>
              <a:gd name="connsiteY14" fmla="*/ 126716 h 269317"/>
              <a:gd name="connsiteX15" fmla="*/ 274320 w 283209"/>
              <a:gd name="connsiteY15" fmla="*/ 126716 h 269317"/>
              <a:gd name="connsiteX16" fmla="*/ 283210 w 283209"/>
              <a:gd name="connsiteY16" fmla="*/ 116556 h 269317"/>
              <a:gd name="connsiteX17" fmla="*/ 283210 w 283209"/>
              <a:gd name="connsiteY17" fmla="*/ 115286 h 269317"/>
              <a:gd name="connsiteX18" fmla="*/ 273050 w 283209"/>
              <a:gd name="connsiteY18" fmla="*/ 106396 h 269317"/>
              <a:gd name="connsiteX19" fmla="*/ 179070 w 283209"/>
              <a:gd name="connsiteY19" fmla="*/ 106396 h 269317"/>
              <a:gd name="connsiteX20" fmla="*/ 151130 w 283209"/>
              <a:gd name="connsiteY20" fmla="*/ 6066 h 269317"/>
              <a:gd name="connsiteX21" fmla="*/ 151130 w 283209"/>
              <a:gd name="connsiteY21" fmla="*/ 6066 h 269317"/>
              <a:gd name="connsiteX22" fmla="*/ 110489 w 283209"/>
              <a:gd name="connsiteY22" fmla="*/ 159736 h 269317"/>
              <a:gd name="connsiteX23" fmla="*/ 100330 w 283209"/>
              <a:gd name="connsiteY23" fmla="*/ 147036 h 269317"/>
              <a:gd name="connsiteX24" fmla="*/ 59689 w 283209"/>
              <a:gd name="connsiteY24" fmla="*/ 147036 h 269317"/>
              <a:gd name="connsiteX25" fmla="*/ 58420 w 283209"/>
              <a:gd name="connsiteY25" fmla="*/ 147036 h 269317"/>
              <a:gd name="connsiteX26" fmla="*/ 49530 w 283209"/>
              <a:gd name="connsiteY26" fmla="*/ 157196 h 269317"/>
              <a:gd name="connsiteX27" fmla="*/ 49530 w 283209"/>
              <a:gd name="connsiteY27" fmla="*/ 158466 h 269317"/>
              <a:gd name="connsiteX28" fmla="*/ 59689 w 283209"/>
              <a:gd name="connsiteY28" fmla="*/ 167356 h 269317"/>
              <a:gd name="connsiteX29" fmla="*/ 85089 w 283209"/>
              <a:gd name="connsiteY29" fmla="*/ 167356 h 269317"/>
              <a:gd name="connsiteX30" fmla="*/ 49530 w 283209"/>
              <a:gd name="connsiteY30" fmla="*/ 254986 h 269317"/>
              <a:gd name="connsiteX31" fmla="*/ 49530 w 283209"/>
              <a:gd name="connsiteY31" fmla="*/ 256256 h 269317"/>
              <a:gd name="connsiteX32" fmla="*/ 64770 w 283209"/>
              <a:gd name="connsiteY32" fmla="*/ 267686 h 269317"/>
              <a:gd name="connsiteX33" fmla="*/ 139700 w 283209"/>
              <a:gd name="connsiteY33" fmla="*/ 211806 h 269317"/>
              <a:gd name="connsiteX34" fmla="*/ 214630 w 283209"/>
              <a:gd name="connsiteY34" fmla="*/ 267686 h 269317"/>
              <a:gd name="connsiteX35" fmla="*/ 215900 w 283209"/>
              <a:gd name="connsiteY35" fmla="*/ 267686 h 269317"/>
              <a:gd name="connsiteX36" fmla="*/ 229870 w 283209"/>
              <a:gd name="connsiteY36" fmla="*/ 254986 h 269317"/>
              <a:gd name="connsiteX37" fmla="*/ 194310 w 283209"/>
              <a:gd name="connsiteY37" fmla="*/ 167356 h 269317"/>
              <a:gd name="connsiteX38" fmla="*/ 219710 w 283209"/>
              <a:gd name="connsiteY38" fmla="*/ 167356 h 269317"/>
              <a:gd name="connsiteX39" fmla="*/ 220980 w 283209"/>
              <a:gd name="connsiteY39" fmla="*/ 167356 h 269317"/>
              <a:gd name="connsiteX40" fmla="*/ 229870 w 283209"/>
              <a:gd name="connsiteY40" fmla="*/ 157196 h 269317"/>
              <a:gd name="connsiteX41" fmla="*/ 219710 w 283209"/>
              <a:gd name="connsiteY41" fmla="*/ 147036 h 269317"/>
              <a:gd name="connsiteX42" fmla="*/ 179070 w 283209"/>
              <a:gd name="connsiteY42" fmla="*/ 147036 h 269317"/>
              <a:gd name="connsiteX43" fmla="*/ 177800 w 283209"/>
              <a:gd name="connsiteY43" fmla="*/ 147036 h 269317"/>
              <a:gd name="connsiteX44" fmla="*/ 170180 w 283209"/>
              <a:gd name="connsiteY44" fmla="*/ 161006 h 269317"/>
              <a:gd name="connsiteX45" fmla="*/ 196850 w 283209"/>
              <a:gd name="connsiteY45" fmla="*/ 228316 h 269317"/>
              <a:gd name="connsiteX46" fmla="*/ 144780 w 283209"/>
              <a:gd name="connsiteY46" fmla="*/ 188946 h 269317"/>
              <a:gd name="connsiteX47" fmla="*/ 143510 w 283209"/>
              <a:gd name="connsiteY47" fmla="*/ 187676 h 269317"/>
              <a:gd name="connsiteX48" fmla="*/ 132080 w 283209"/>
              <a:gd name="connsiteY48" fmla="*/ 188946 h 269317"/>
              <a:gd name="connsiteX49" fmla="*/ 80010 w 283209"/>
              <a:gd name="connsiteY49" fmla="*/ 228316 h 269317"/>
              <a:gd name="connsiteX50" fmla="*/ 110489 w 283209"/>
              <a:gd name="connsiteY50" fmla="*/ 159736 h 269317"/>
              <a:gd name="connsiteX51" fmla="*/ 110489 w 283209"/>
              <a:gd name="connsiteY51" fmla="*/ 159736 h 2693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83209" h="269317">
                <a:moveTo>
                  <a:pt x="151130" y="6066"/>
                </a:moveTo>
                <a:cubicBezTo>
                  <a:pt x="147320" y="-2824"/>
                  <a:pt x="134620" y="-1554"/>
                  <a:pt x="132080" y="7336"/>
                </a:cubicBezTo>
                <a:lnTo>
                  <a:pt x="104139" y="106396"/>
                </a:lnTo>
                <a:lnTo>
                  <a:pt x="10160" y="106396"/>
                </a:lnTo>
                <a:lnTo>
                  <a:pt x="8889" y="106396"/>
                </a:lnTo>
                <a:cubicBezTo>
                  <a:pt x="3810" y="106396"/>
                  <a:pt x="0" y="111476"/>
                  <a:pt x="0" y="116556"/>
                </a:cubicBezTo>
                <a:cubicBezTo>
                  <a:pt x="0" y="121636"/>
                  <a:pt x="5080" y="126716"/>
                  <a:pt x="10160" y="126716"/>
                </a:cubicBezTo>
                <a:lnTo>
                  <a:pt x="111760" y="126716"/>
                </a:lnTo>
                <a:lnTo>
                  <a:pt x="113030" y="126716"/>
                </a:lnTo>
                <a:cubicBezTo>
                  <a:pt x="116839" y="126716"/>
                  <a:pt x="120650" y="122906"/>
                  <a:pt x="121920" y="119096"/>
                </a:cubicBezTo>
                <a:lnTo>
                  <a:pt x="142239" y="46706"/>
                </a:lnTo>
                <a:lnTo>
                  <a:pt x="162560" y="119096"/>
                </a:lnTo>
                <a:lnTo>
                  <a:pt x="162560" y="120366"/>
                </a:lnTo>
                <a:cubicBezTo>
                  <a:pt x="163830" y="124176"/>
                  <a:pt x="167639" y="126716"/>
                  <a:pt x="171450" y="126716"/>
                </a:cubicBezTo>
                <a:lnTo>
                  <a:pt x="273050" y="126716"/>
                </a:lnTo>
                <a:lnTo>
                  <a:pt x="274320" y="126716"/>
                </a:lnTo>
                <a:cubicBezTo>
                  <a:pt x="279400" y="126716"/>
                  <a:pt x="283210" y="121636"/>
                  <a:pt x="283210" y="116556"/>
                </a:cubicBezTo>
                <a:lnTo>
                  <a:pt x="283210" y="115286"/>
                </a:lnTo>
                <a:cubicBezTo>
                  <a:pt x="283210" y="110206"/>
                  <a:pt x="278130" y="106396"/>
                  <a:pt x="273050" y="106396"/>
                </a:cubicBezTo>
                <a:lnTo>
                  <a:pt x="179070" y="106396"/>
                </a:lnTo>
                <a:lnTo>
                  <a:pt x="151130" y="6066"/>
                </a:lnTo>
                <a:lnTo>
                  <a:pt x="151130" y="6066"/>
                </a:lnTo>
                <a:close/>
                <a:moveTo>
                  <a:pt x="110489" y="159736"/>
                </a:moveTo>
                <a:cubicBezTo>
                  <a:pt x="111760" y="153386"/>
                  <a:pt x="107950" y="147036"/>
                  <a:pt x="100330" y="147036"/>
                </a:cubicBezTo>
                <a:lnTo>
                  <a:pt x="59689" y="147036"/>
                </a:lnTo>
                <a:lnTo>
                  <a:pt x="58420" y="147036"/>
                </a:lnTo>
                <a:cubicBezTo>
                  <a:pt x="53339" y="147036"/>
                  <a:pt x="49530" y="152116"/>
                  <a:pt x="49530" y="157196"/>
                </a:cubicBezTo>
                <a:lnTo>
                  <a:pt x="49530" y="158466"/>
                </a:lnTo>
                <a:cubicBezTo>
                  <a:pt x="49530" y="163546"/>
                  <a:pt x="54610" y="167356"/>
                  <a:pt x="59689" y="167356"/>
                </a:cubicBezTo>
                <a:lnTo>
                  <a:pt x="85089" y="167356"/>
                </a:lnTo>
                <a:lnTo>
                  <a:pt x="49530" y="254986"/>
                </a:lnTo>
                <a:lnTo>
                  <a:pt x="49530" y="256256"/>
                </a:lnTo>
                <a:cubicBezTo>
                  <a:pt x="46989" y="265146"/>
                  <a:pt x="57150" y="272766"/>
                  <a:pt x="64770" y="267686"/>
                </a:cubicBezTo>
                <a:lnTo>
                  <a:pt x="139700" y="211806"/>
                </a:lnTo>
                <a:lnTo>
                  <a:pt x="214630" y="267686"/>
                </a:lnTo>
                <a:lnTo>
                  <a:pt x="215900" y="267686"/>
                </a:lnTo>
                <a:cubicBezTo>
                  <a:pt x="223520" y="272766"/>
                  <a:pt x="233680" y="263876"/>
                  <a:pt x="229870" y="254986"/>
                </a:cubicBezTo>
                <a:lnTo>
                  <a:pt x="194310" y="167356"/>
                </a:lnTo>
                <a:lnTo>
                  <a:pt x="219710" y="167356"/>
                </a:lnTo>
                <a:lnTo>
                  <a:pt x="220980" y="167356"/>
                </a:lnTo>
                <a:cubicBezTo>
                  <a:pt x="226060" y="167356"/>
                  <a:pt x="229870" y="162276"/>
                  <a:pt x="229870" y="157196"/>
                </a:cubicBezTo>
                <a:cubicBezTo>
                  <a:pt x="229870" y="152116"/>
                  <a:pt x="224789" y="147036"/>
                  <a:pt x="219710" y="147036"/>
                </a:cubicBezTo>
                <a:lnTo>
                  <a:pt x="179070" y="147036"/>
                </a:lnTo>
                <a:lnTo>
                  <a:pt x="177800" y="147036"/>
                </a:lnTo>
                <a:cubicBezTo>
                  <a:pt x="171450" y="148306"/>
                  <a:pt x="167639" y="154656"/>
                  <a:pt x="170180" y="161006"/>
                </a:cubicBezTo>
                <a:lnTo>
                  <a:pt x="196850" y="228316"/>
                </a:lnTo>
                <a:lnTo>
                  <a:pt x="144780" y="188946"/>
                </a:lnTo>
                <a:lnTo>
                  <a:pt x="143510" y="187676"/>
                </a:lnTo>
                <a:cubicBezTo>
                  <a:pt x="139700" y="185136"/>
                  <a:pt x="135889" y="186406"/>
                  <a:pt x="132080" y="188946"/>
                </a:cubicBezTo>
                <a:lnTo>
                  <a:pt x="80010" y="228316"/>
                </a:lnTo>
                <a:lnTo>
                  <a:pt x="110489" y="159736"/>
                </a:lnTo>
                <a:lnTo>
                  <a:pt x="110489" y="159736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96" name="Полилиния: фигура 119">
            <a:extLst>
              <a:ext uri="{FF2B5EF4-FFF2-40B4-BE49-F238E27FC236}">
                <a16:creationId xmlns:a16="http://schemas.microsoft.com/office/drawing/2014/main" id="{81DAFFA1-1D8A-5AF6-8DFD-1EDC29C121E5}"/>
              </a:ext>
            </a:extLst>
          </p:cNvPr>
          <p:cNvSpPr/>
          <p:nvPr/>
        </p:nvSpPr>
        <p:spPr>
          <a:xfrm>
            <a:off x="526924" y="4028336"/>
            <a:ext cx="263390" cy="213359"/>
          </a:xfrm>
          <a:custGeom>
            <a:avLst/>
            <a:gdLst>
              <a:gd name="connsiteX0" fmla="*/ 152400 w 263390"/>
              <a:gd name="connsiteY0" fmla="*/ 77470 h 213359"/>
              <a:gd name="connsiteX1" fmla="*/ 76200 w 263390"/>
              <a:gd name="connsiteY1" fmla="*/ 0 h 213359"/>
              <a:gd name="connsiteX2" fmla="*/ 0 w 263390"/>
              <a:gd name="connsiteY2" fmla="*/ 77470 h 213359"/>
              <a:gd name="connsiteX3" fmla="*/ 10160 w 263390"/>
              <a:gd name="connsiteY3" fmla="*/ 87630 h 213359"/>
              <a:gd name="connsiteX4" fmla="*/ 20320 w 263390"/>
              <a:gd name="connsiteY4" fmla="*/ 77470 h 213359"/>
              <a:gd name="connsiteX5" fmla="*/ 76200 w 263390"/>
              <a:gd name="connsiteY5" fmla="*/ 20320 h 213359"/>
              <a:gd name="connsiteX6" fmla="*/ 132080 w 263390"/>
              <a:gd name="connsiteY6" fmla="*/ 77470 h 213359"/>
              <a:gd name="connsiteX7" fmla="*/ 119380 w 263390"/>
              <a:gd name="connsiteY7" fmla="*/ 121920 h 213359"/>
              <a:gd name="connsiteX8" fmla="*/ 118110 w 263390"/>
              <a:gd name="connsiteY8" fmla="*/ 124460 h 213359"/>
              <a:gd name="connsiteX9" fmla="*/ 116840 w 263390"/>
              <a:gd name="connsiteY9" fmla="*/ 125730 h 213359"/>
              <a:gd name="connsiteX10" fmla="*/ 114300 w 263390"/>
              <a:gd name="connsiteY10" fmla="*/ 129540 h 213359"/>
              <a:gd name="connsiteX11" fmla="*/ 102870 w 263390"/>
              <a:gd name="connsiteY11" fmla="*/ 166370 h 213359"/>
              <a:gd name="connsiteX12" fmla="*/ 102870 w 263390"/>
              <a:gd name="connsiteY12" fmla="*/ 167640 h 213359"/>
              <a:gd name="connsiteX13" fmla="*/ 76200 w 263390"/>
              <a:gd name="connsiteY13" fmla="*/ 193040 h 213359"/>
              <a:gd name="connsiteX14" fmla="*/ 49530 w 263390"/>
              <a:gd name="connsiteY14" fmla="*/ 166370 h 213359"/>
              <a:gd name="connsiteX15" fmla="*/ 39370 w 263390"/>
              <a:gd name="connsiteY15" fmla="*/ 156210 h 213359"/>
              <a:gd name="connsiteX16" fmla="*/ 29210 w 263390"/>
              <a:gd name="connsiteY16" fmla="*/ 166370 h 213359"/>
              <a:gd name="connsiteX17" fmla="*/ 76200 w 263390"/>
              <a:gd name="connsiteY17" fmla="*/ 213360 h 213359"/>
              <a:gd name="connsiteX18" fmla="*/ 123190 w 263390"/>
              <a:gd name="connsiteY18" fmla="*/ 166370 h 213359"/>
              <a:gd name="connsiteX19" fmla="*/ 123190 w 263390"/>
              <a:gd name="connsiteY19" fmla="*/ 163830 h 213359"/>
              <a:gd name="connsiteX20" fmla="*/ 132080 w 263390"/>
              <a:gd name="connsiteY20" fmla="*/ 138430 h 213359"/>
              <a:gd name="connsiteX21" fmla="*/ 137160 w 263390"/>
              <a:gd name="connsiteY21" fmla="*/ 130810 h 213359"/>
              <a:gd name="connsiteX22" fmla="*/ 152400 w 263390"/>
              <a:gd name="connsiteY22" fmla="*/ 77470 h 213359"/>
              <a:gd name="connsiteX23" fmla="*/ 111760 w 263390"/>
              <a:gd name="connsiteY23" fmla="*/ 77470 h 213359"/>
              <a:gd name="connsiteX24" fmla="*/ 76200 w 263390"/>
              <a:gd name="connsiteY24" fmla="*/ 41910 h 213359"/>
              <a:gd name="connsiteX25" fmla="*/ 40640 w 263390"/>
              <a:gd name="connsiteY25" fmla="*/ 77470 h 213359"/>
              <a:gd name="connsiteX26" fmla="*/ 52070 w 263390"/>
              <a:gd name="connsiteY26" fmla="*/ 107950 h 213359"/>
              <a:gd name="connsiteX27" fmla="*/ 53340 w 263390"/>
              <a:gd name="connsiteY27" fmla="*/ 110490 h 213359"/>
              <a:gd name="connsiteX28" fmla="*/ 58420 w 263390"/>
              <a:gd name="connsiteY28" fmla="*/ 124460 h 213359"/>
              <a:gd name="connsiteX29" fmla="*/ 58420 w 263390"/>
              <a:gd name="connsiteY29" fmla="*/ 140970 h 213359"/>
              <a:gd name="connsiteX30" fmla="*/ 58420 w 263390"/>
              <a:gd name="connsiteY30" fmla="*/ 142240 h 213359"/>
              <a:gd name="connsiteX31" fmla="*/ 68580 w 263390"/>
              <a:gd name="connsiteY31" fmla="*/ 151130 h 213359"/>
              <a:gd name="connsiteX32" fmla="*/ 78740 w 263390"/>
              <a:gd name="connsiteY32" fmla="*/ 140970 h 213359"/>
              <a:gd name="connsiteX33" fmla="*/ 78740 w 263390"/>
              <a:gd name="connsiteY33" fmla="*/ 124460 h 213359"/>
              <a:gd name="connsiteX34" fmla="*/ 78740 w 263390"/>
              <a:gd name="connsiteY34" fmla="*/ 121920 h 213359"/>
              <a:gd name="connsiteX35" fmla="*/ 67310 w 263390"/>
              <a:gd name="connsiteY35" fmla="*/ 95250 h 213359"/>
              <a:gd name="connsiteX36" fmla="*/ 66040 w 263390"/>
              <a:gd name="connsiteY36" fmla="*/ 92710 h 213359"/>
              <a:gd name="connsiteX37" fmla="*/ 60960 w 263390"/>
              <a:gd name="connsiteY37" fmla="*/ 77470 h 213359"/>
              <a:gd name="connsiteX38" fmla="*/ 76200 w 263390"/>
              <a:gd name="connsiteY38" fmla="*/ 62230 h 213359"/>
              <a:gd name="connsiteX39" fmla="*/ 91440 w 263390"/>
              <a:gd name="connsiteY39" fmla="*/ 77470 h 213359"/>
              <a:gd name="connsiteX40" fmla="*/ 91440 w 263390"/>
              <a:gd name="connsiteY40" fmla="*/ 78740 h 213359"/>
              <a:gd name="connsiteX41" fmla="*/ 101600 w 263390"/>
              <a:gd name="connsiteY41" fmla="*/ 87630 h 213359"/>
              <a:gd name="connsiteX42" fmla="*/ 111760 w 263390"/>
              <a:gd name="connsiteY42" fmla="*/ 77470 h 213359"/>
              <a:gd name="connsiteX43" fmla="*/ 246380 w 263390"/>
              <a:gd name="connsiteY43" fmla="*/ 24130 h 213359"/>
              <a:gd name="connsiteX44" fmla="*/ 260350 w 263390"/>
              <a:gd name="connsiteY44" fmla="*/ 24130 h 213359"/>
              <a:gd name="connsiteX45" fmla="*/ 261620 w 263390"/>
              <a:gd name="connsiteY45" fmla="*/ 38100 h 213359"/>
              <a:gd name="connsiteX46" fmla="*/ 260350 w 263390"/>
              <a:gd name="connsiteY46" fmla="*/ 39370 h 213359"/>
              <a:gd name="connsiteX47" fmla="*/ 237490 w 263390"/>
              <a:gd name="connsiteY47" fmla="*/ 62230 h 213359"/>
              <a:gd name="connsiteX48" fmla="*/ 260350 w 263390"/>
              <a:gd name="connsiteY48" fmla="*/ 85090 h 213359"/>
              <a:gd name="connsiteX49" fmla="*/ 260350 w 263390"/>
              <a:gd name="connsiteY49" fmla="*/ 99060 h 213359"/>
              <a:gd name="connsiteX50" fmla="*/ 246380 w 263390"/>
              <a:gd name="connsiteY50" fmla="*/ 100330 h 213359"/>
              <a:gd name="connsiteX51" fmla="*/ 245110 w 263390"/>
              <a:gd name="connsiteY51" fmla="*/ 99060 h 213359"/>
              <a:gd name="connsiteX52" fmla="*/ 222250 w 263390"/>
              <a:gd name="connsiteY52" fmla="*/ 76200 h 213359"/>
              <a:gd name="connsiteX53" fmla="*/ 199390 w 263390"/>
              <a:gd name="connsiteY53" fmla="*/ 99060 h 213359"/>
              <a:gd name="connsiteX54" fmla="*/ 185420 w 263390"/>
              <a:gd name="connsiteY54" fmla="*/ 99060 h 213359"/>
              <a:gd name="connsiteX55" fmla="*/ 184150 w 263390"/>
              <a:gd name="connsiteY55" fmla="*/ 85090 h 213359"/>
              <a:gd name="connsiteX56" fmla="*/ 185420 w 263390"/>
              <a:gd name="connsiteY56" fmla="*/ 83820 h 213359"/>
              <a:gd name="connsiteX57" fmla="*/ 208280 w 263390"/>
              <a:gd name="connsiteY57" fmla="*/ 60960 h 213359"/>
              <a:gd name="connsiteX58" fmla="*/ 185420 w 263390"/>
              <a:gd name="connsiteY58" fmla="*/ 38100 h 213359"/>
              <a:gd name="connsiteX59" fmla="*/ 185420 w 263390"/>
              <a:gd name="connsiteY59" fmla="*/ 24130 h 213359"/>
              <a:gd name="connsiteX60" fmla="*/ 199390 w 263390"/>
              <a:gd name="connsiteY60" fmla="*/ 22860 h 213359"/>
              <a:gd name="connsiteX61" fmla="*/ 200660 w 263390"/>
              <a:gd name="connsiteY61" fmla="*/ 24130 h 213359"/>
              <a:gd name="connsiteX62" fmla="*/ 223520 w 263390"/>
              <a:gd name="connsiteY62" fmla="*/ 46990 h 213359"/>
              <a:gd name="connsiteX63" fmla="*/ 246380 w 263390"/>
              <a:gd name="connsiteY63" fmla="*/ 2413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63390" h="213359">
                <a:moveTo>
                  <a:pt x="152400" y="77470"/>
                </a:moveTo>
                <a:cubicBezTo>
                  <a:pt x="152400" y="35560"/>
                  <a:pt x="118110" y="0"/>
                  <a:pt x="76200" y="0"/>
                </a:cubicBezTo>
                <a:cubicBezTo>
                  <a:pt x="34290" y="0"/>
                  <a:pt x="0" y="34290"/>
                  <a:pt x="0" y="77470"/>
                </a:cubicBezTo>
                <a:cubicBezTo>
                  <a:pt x="0" y="82550"/>
                  <a:pt x="5080" y="87630"/>
                  <a:pt x="10160" y="87630"/>
                </a:cubicBezTo>
                <a:cubicBezTo>
                  <a:pt x="15240" y="87630"/>
                  <a:pt x="20320" y="82550"/>
                  <a:pt x="20320" y="77470"/>
                </a:cubicBezTo>
                <a:cubicBezTo>
                  <a:pt x="20320" y="45720"/>
                  <a:pt x="45720" y="20320"/>
                  <a:pt x="76200" y="20320"/>
                </a:cubicBezTo>
                <a:cubicBezTo>
                  <a:pt x="106680" y="20320"/>
                  <a:pt x="132080" y="45720"/>
                  <a:pt x="132080" y="77470"/>
                </a:cubicBezTo>
                <a:cubicBezTo>
                  <a:pt x="132080" y="97790"/>
                  <a:pt x="128270" y="107950"/>
                  <a:pt x="119380" y="121920"/>
                </a:cubicBezTo>
                <a:cubicBezTo>
                  <a:pt x="119380" y="121920"/>
                  <a:pt x="118110" y="123190"/>
                  <a:pt x="118110" y="124460"/>
                </a:cubicBezTo>
                <a:lnTo>
                  <a:pt x="116840" y="125730"/>
                </a:lnTo>
                <a:lnTo>
                  <a:pt x="114300" y="129540"/>
                </a:lnTo>
                <a:cubicBezTo>
                  <a:pt x="106680" y="142240"/>
                  <a:pt x="102870" y="151130"/>
                  <a:pt x="102870" y="166370"/>
                </a:cubicBezTo>
                <a:lnTo>
                  <a:pt x="102870" y="167640"/>
                </a:lnTo>
                <a:cubicBezTo>
                  <a:pt x="101600" y="181610"/>
                  <a:pt x="90170" y="193040"/>
                  <a:pt x="76200" y="193040"/>
                </a:cubicBezTo>
                <a:cubicBezTo>
                  <a:pt x="62230" y="193040"/>
                  <a:pt x="49530" y="181610"/>
                  <a:pt x="49530" y="166370"/>
                </a:cubicBezTo>
                <a:cubicBezTo>
                  <a:pt x="49530" y="161290"/>
                  <a:pt x="44450" y="156210"/>
                  <a:pt x="39370" y="156210"/>
                </a:cubicBezTo>
                <a:cubicBezTo>
                  <a:pt x="34290" y="156210"/>
                  <a:pt x="29210" y="161290"/>
                  <a:pt x="29210" y="166370"/>
                </a:cubicBezTo>
                <a:cubicBezTo>
                  <a:pt x="29210" y="193040"/>
                  <a:pt x="49530" y="213360"/>
                  <a:pt x="76200" y="213360"/>
                </a:cubicBezTo>
                <a:cubicBezTo>
                  <a:pt x="102870" y="213360"/>
                  <a:pt x="123190" y="191770"/>
                  <a:pt x="123190" y="166370"/>
                </a:cubicBezTo>
                <a:lnTo>
                  <a:pt x="123190" y="163830"/>
                </a:lnTo>
                <a:cubicBezTo>
                  <a:pt x="123190" y="154940"/>
                  <a:pt x="125730" y="148590"/>
                  <a:pt x="132080" y="138430"/>
                </a:cubicBezTo>
                <a:lnTo>
                  <a:pt x="137160" y="130810"/>
                </a:lnTo>
                <a:cubicBezTo>
                  <a:pt x="147320" y="115570"/>
                  <a:pt x="152400" y="100330"/>
                  <a:pt x="152400" y="77470"/>
                </a:cubicBezTo>
                <a:close/>
                <a:moveTo>
                  <a:pt x="111760" y="77470"/>
                </a:moveTo>
                <a:cubicBezTo>
                  <a:pt x="111760" y="58420"/>
                  <a:pt x="95250" y="41910"/>
                  <a:pt x="76200" y="41910"/>
                </a:cubicBezTo>
                <a:cubicBezTo>
                  <a:pt x="57150" y="41910"/>
                  <a:pt x="40640" y="58420"/>
                  <a:pt x="40640" y="77470"/>
                </a:cubicBezTo>
                <a:cubicBezTo>
                  <a:pt x="40640" y="90170"/>
                  <a:pt x="44450" y="97790"/>
                  <a:pt x="52070" y="107950"/>
                </a:cubicBezTo>
                <a:lnTo>
                  <a:pt x="53340" y="110490"/>
                </a:lnTo>
                <a:cubicBezTo>
                  <a:pt x="57150" y="115570"/>
                  <a:pt x="58420" y="118110"/>
                  <a:pt x="58420" y="124460"/>
                </a:cubicBezTo>
                <a:lnTo>
                  <a:pt x="58420" y="140970"/>
                </a:lnTo>
                <a:lnTo>
                  <a:pt x="58420" y="142240"/>
                </a:lnTo>
                <a:cubicBezTo>
                  <a:pt x="58420" y="147320"/>
                  <a:pt x="63500" y="151130"/>
                  <a:pt x="68580" y="151130"/>
                </a:cubicBezTo>
                <a:cubicBezTo>
                  <a:pt x="73660" y="151130"/>
                  <a:pt x="78740" y="146050"/>
                  <a:pt x="78740" y="140970"/>
                </a:cubicBezTo>
                <a:lnTo>
                  <a:pt x="78740" y="124460"/>
                </a:lnTo>
                <a:lnTo>
                  <a:pt x="78740" y="121920"/>
                </a:lnTo>
                <a:cubicBezTo>
                  <a:pt x="78740" y="111760"/>
                  <a:pt x="74930" y="104140"/>
                  <a:pt x="67310" y="95250"/>
                </a:cubicBezTo>
                <a:lnTo>
                  <a:pt x="66040" y="92710"/>
                </a:lnTo>
                <a:cubicBezTo>
                  <a:pt x="60960" y="87630"/>
                  <a:pt x="60960" y="83820"/>
                  <a:pt x="60960" y="77470"/>
                </a:cubicBezTo>
                <a:cubicBezTo>
                  <a:pt x="60960" y="68580"/>
                  <a:pt x="67310" y="62230"/>
                  <a:pt x="76200" y="62230"/>
                </a:cubicBezTo>
                <a:cubicBezTo>
                  <a:pt x="85090" y="62230"/>
                  <a:pt x="91440" y="68580"/>
                  <a:pt x="91440" y="77470"/>
                </a:cubicBezTo>
                <a:lnTo>
                  <a:pt x="91440" y="78740"/>
                </a:lnTo>
                <a:cubicBezTo>
                  <a:pt x="91440" y="83820"/>
                  <a:pt x="96520" y="87630"/>
                  <a:pt x="101600" y="87630"/>
                </a:cubicBezTo>
                <a:cubicBezTo>
                  <a:pt x="106680" y="87630"/>
                  <a:pt x="111760" y="82550"/>
                  <a:pt x="111760" y="77470"/>
                </a:cubicBezTo>
                <a:close/>
                <a:moveTo>
                  <a:pt x="246380" y="24130"/>
                </a:moveTo>
                <a:cubicBezTo>
                  <a:pt x="250190" y="20320"/>
                  <a:pt x="256540" y="20320"/>
                  <a:pt x="260350" y="24130"/>
                </a:cubicBezTo>
                <a:cubicBezTo>
                  <a:pt x="264160" y="27940"/>
                  <a:pt x="264160" y="33020"/>
                  <a:pt x="261620" y="38100"/>
                </a:cubicBezTo>
                <a:lnTo>
                  <a:pt x="260350" y="39370"/>
                </a:lnTo>
                <a:lnTo>
                  <a:pt x="237490" y="62230"/>
                </a:lnTo>
                <a:lnTo>
                  <a:pt x="260350" y="85090"/>
                </a:lnTo>
                <a:cubicBezTo>
                  <a:pt x="264160" y="88900"/>
                  <a:pt x="264160" y="95250"/>
                  <a:pt x="260350" y="99060"/>
                </a:cubicBezTo>
                <a:cubicBezTo>
                  <a:pt x="256540" y="102870"/>
                  <a:pt x="251460" y="102870"/>
                  <a:pt x="246380" y="100330"/>
                </a:cubicBezTo>
                <a:lnTo>
                  <a:pt x="245110" y="99060"/>
                </a:lnTo>
                <a:lnTo>
                  <a:pt x="222250" y="76200"/>
                </a:lnTo>
                <a:lnTo>
                  <a:pt x="199390" y="99060"/>
                </a:lnTo>
                <a:cubicBezTo>
                  <a:pt x="195580" y="102870"/>
                  <a:pt x="189230" y="102870"/>
                  <a:pt x="185420" y="99060"/>
                </a:cubicBezTo>
                <a:cubicBezTo>
                  <a:pt x="181610" y="95250"/>
                  <a:pt x="181610" y="90170"/>
                  <a:pt x="184150" y="85090"/>
                </a:cubicBezTo>
                <a:lnTo>
                  <a:pt x="185420" y="83820"/>
                </a:lnTo>
                <a:lnTo>
                  <a:pt x="208280" y="60960"/>
                </a:lnTo>
                <a:lnTo>
                  <a:pt x="185420" y="38100"/>
                </a:lnTo>
                <a:cubicBezTo>
                  <a:pt x="181610" y="34290"/>
                  <a:pt x="181610" y="27940"/>
                  <a:pt x="185420" y="24130"/>
                </a:cubicBezTo>
                <a:cubicBezTo>
                  <a:pt x="189230" y="20320"/>
                  <a:pt x="194310" y="20320"/>
                  <a:pt x="199390" y="22860"/>
                </a:cubicBezTo>
                <a:lnTo>
                  <a:pt x="200660" y="24130"/>
                </a:lnTo>
                <a:lnTo>
                  <a:pt x="223520" y="46990"/>
                </a:lnTo>
                <a:lnTo>
                  <a:pt x="246380" y="2413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2" name="Полилиния: фигура 122">
            <a:extLst>
              <a:ext uri="{FF2B5EF4-FFF2-40B4-BE49-F238E27FC236}">
                <a16:creationId xmlns:a16="http://schemas.microsoft.com/office/drawing/2014/main" id="{1B5F0FCC-E394-C4C1-CA23-913D1B625F0E}"/>
              </a:ext>
            </a:extLst>
          </p:cNvPr>
          <p:cNvSpPr/>
          <p:nvPr/>
        </p:nvSpPr>
        <p:spPr>
          <a:xfrm>
            <a:off x="1141603" y="4028336"/>
            <a:ext cx="152400" cy="213359"/>
          </a:xfrm>
          <a:custGeom>
            <a:avLst/>
            <a:gdLst>
              <a:gd name="connsiteX0" fmla="*/ 152400 w 152400"/>
              <a:gd name="connsiteY0" fmla="*/ 77470 h 213359"/>
              <a:gd name="connsiteX1" fmla="*/ 76200 w 152400"/>
              <a:gd name="connsiteY1" fmla="*/ 0 h 213359"/>
              <a:gd name="connsiteX2" fmla="*/ 0 w 152400"/>
              <a:gd name="connsiteY2" fmla="*/ 77470 h 213359"/>
              <a:gd name="connsiteX3" fmla="*/ 10160 w 152400"/>
              <a:gd name="connsiteY3" fmla="*/ 87630 h 213359"/>
              <a:gd name="connsiteX4" fmla="*/ 20320 w 152400"/>
              <a:gd name="connsiteY4" fmla="*/ 77470 h 213359"/>
              <a:gd name="connsiteX5" fmla="*/ 76200 w 152400"/>
              <a:gd name="connsiteY5" fmla="*/ 20320 h 213359"/>
              <a:gd name="connsiteX6" fmla="*/ 132080 w 152400"/>
              <a:gd name="connsiteY6" fmla="*/ 77470 h 213359"/>
              <a:gd name="connsiteX7" fmla="*/ 119380 w 152400"/>
              <a:gd name="connsiteY7" fmla="*/ 121920 h 213359"/>
              <a:gd name="connsiteX8" fmla="*/ 118110 w 152400"/>
              <a:gd name="connsiteY8" fmla="*/ 124460 h 213359"/>
              <a:gd name="connsiteX9" fmla="*/ 116840 w 152400"/>
              <a:gd name="connsiteY9" fmla="*/ 125730 h 213359"/>
              <a:gd name="connsiteX10" fmla="*/ 114300 w 152400"/>
              <a:gd name="connsiteY10" fmla="*/ 129540 h 213359"/>
              <a:gd name="connsiteX11" fmla="*/ 102870 w 152400"/>
              <a:gd name="connsiteY11" fmla="*/ 166370 h 213359"/>
              <a:gd name="connsiteX12" fmla="*/ 102870 w 152400"/>
              <a:gd name="connsiteY12" fmla="*/ 167640 h 213359"/>
              <a:gd name="connsiteX13" fmla="*/ 76200 w 152400"/>
              <a:gd name="connsiteY13" fmla="*/ 193040 h 213359"/>
              <a:gd name="connsiteX14" fmla="*/ 49530 w 152400"/>
              <a:gd name="connsiteY14" fmla="*/ 166370 h 213359"/>
              <a:gd name="connsiteX15" fmla="*/ 39370 w 152400"/>
              <a:gd name="connsiteY15" fmla="*/ 156210 h 213359"/>
              <a:gd name="connsiteX16" fmla="*/ 29210 w 152400"/>
              <a:gd name="connsiteY16" fmla="*/ 166370 h 213359"/>
              <a:gd name="connsiteX17" fmla="*/ 76200 w 152400"/>
              <a:gd name="connsiteY17" fmla="*/ 213360 h 213359"/>
              <a:gd name="connsiteX18" fmla="*/ 123190 w 152400"/>
              <a:gd name="connsiteY18" fmla="*/ 166370 h 213359"/>
              <a:gd name="connsiteX19" fmla="*/ 123190 w 152400"/>
              <a:gd name="connsiteY19" fmla="*/ 163830 h 213359"/>
              <a:gd name="connsiteX20" fmla="*/ 132080 w 152400"/>
              <a:gd name="connsiteY20" fmla="*/ 138430 h 213359"/>
              <a:gd name="connsiteX21" fmla="*/ 137160 w 152400"/>
              <a:gd name="connsiteY21" fmla="*/ 130810 h 213359"/>
              <a:gd name="connsiteX22" fmla="*/ 152400 w 152400"/>
              <a:gd name="connsiteY22" fmla="*/ 77470 h 213359"/>
              <a:gd name="connsiteX23" fmla="*/ 111760 w 152400"/>
              <a:gd name="connsiteY23" fmla="*/ 77470 h 213359"/>
              <a:gd name="connsiteX24" fmla="*/ 76200 w 152400"/>
              <a:gd name="connsiteY24" fmla="*/ 41910 h 213359"/>
              <a:gd name="connsiteX25" fmla="*/ 40640 w 152400"/>
              <a:gd name="connsiteY25" fmla="*/ 77470 h 213359"/>
              <a:gd name="connsiteX26" fmla="*/ 52070 w 152400"/>
              <a:gd name="connsiteY26" fmla="*/ 107950 h 213359"/>
              <a:gd name="connsiteX27" fmla="*/ 53340 w 152400"/>
              <a:gd name="connsiteY27" fmla="*/ 110490 h 213359"/>
              <a:gd name="connsiteX28" fmla="*/ 58420 w 152400"/>
              <a:gd name="connsiteY28" fmla="*/ 124460 h 213359"/>
              <a:gd name="connsiteX29" fmla="*/ 58420 w 152400"/>
              <a:gd name="connsiteY29" fmla="*/ 140970 h 213359"/>
              <a:gd name="connsiteX30" fmla="*/ 58420 w 152400"/>
              <a:gd name="connsiteY30" fmla="*/ 142240 h 213359"/>
              <a:gd name="connsiteX31" fmla="*/ 68580 w 152400"/>
              <a:gd name="connsiteY31" fmla="*/ 151130 h 213359"/>
              <a:gd name="connsiteX32" fmla="*/ 78740 w 152400"/>
              <a:gd name="connsiteY32" fmla="*/ 140970 h 213359"/>
              <a:gd name="connsiteX33" fmla="*/ 78740 w 152400"/>
              <a:gd name="connsiteY33" fmla="*/ 124460 h 213359"/>
              <a:gd name="connsiteX34" fmla="*/ 78740 w 152400"/>
              <a:gd name="connsiteY34" fmla="*/ 121920 h 213359"/>
              <a:gd name="connsiteX35" fmla="*/ 67310 w 152400"/>
              <a:gd name="connsiteY35" fmla="*/ 95250 h 213359"/>
              <a:gd name="connsiteX36" fmla="*/ 66040 w 152400"/>
              <a:gd name="connsiteY36" fmla="*/ 92710 h 213359"/>
              <a:gd name="connsiteX37" fmla="*/ 60960 w 152400"/>
              <a:gd name="connsiteY37" fmla="*/ 77470 h 213359"/>
              <a:gd name="connsiteX38" fmla="*/ 76200 w 152400"/>
              <a:gd name="connsiteY38" fmla="*/ 62230 h 213359"/>
              <a:gd name="connsiteX39" fmla="*/ 91440 w 152400"/>
              <a:gd name="connsiteY39" fmla="*/ 77470 h 213359"/>
              <a:gd name="connsiteX40" fmla="*/ 91440 w 152400"/>
              <a:gd name="connsiteY40" fmla="*/ 78740 h 213359"/>
              <a:gd name="connsiteX41" fmla="*/ 101600 w 152400"/>
              <a:gd name="connsiteY41" fmla="*/ 87630 h 213359"/>
              <a:gd name="connsiteX42" fmla="*/ 111760 w 152400"/>
              <a:gd name="connsiteY42" fmla="*/ 7747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52400" h="213359">
                <a:moveTo>
                  <a:pt x="152400" y="77470"/>
                </a:moveTo>
                <a:cubicBezTo>
                  <a:pt x="152400" y="35560"/>
                  <a:pt x="118110" y="0"/>
                  <a:pt x="76200" y="0"/>
                </a:cubicBezTo>
                <a:cubicBezTo>
                  <a:pt x="34290" y="0"/>
                  <a:pt x="0" y="34290"/>
                  <a:pt x="0" y="77470"/>
                </a:cubicBezTo>
                <a:cubicBezTo>
                  <a:pt x="0" y="82550"/>
                  <a:pt x="5080" y="87630"/>
                  <a:pt x="10160" y="87630"/>
                </a:cubicBezTo>
                <a:cubicBezTo>
                  <a:pt x="15240" y="87630"/>
                  <a:pt x="20320" y="82550"/>
                  <a:pt x="20320" y="77470"/>
                </a:cubicBezTo>
                <a:cubicBezTo>
                  <a:pt x="20320" y="45720"/>
                  <a:pt x="45720" y="20320"/>
                  <a:pt x="76200" y="20320"/>
                </a:cubicBezTo>
                <a:cubicBezTo>
                  <a:pt x="106680" y="20320"/>
                  <a:pt x="132080" y="45720"/>
                  <a:pt x="132080" y="77470"/>
                </a:cubicBezTo>
                <a:cubicBezTo>
                  <a:pt x="132080" y="97790"/>
                  <a:pt x="128270" y="107950"/>
                  <a:pt x="119380" y="121920"/>
                </a:cubicBezTo>
                <a:cubicBezTo>
                  <a:pt x="119380" y="121920"/>
                  <a:pt x="118110" y="123190"/>
                  <a:pt x="118110" y="124460"/>
                </a:cubicBezTo>
                <a:cubicBezTo>
                  <a:pt x="118110" y="124460"/>
                  <a:pt x="118110" y="125730"/>
                  <a:pt x="116840" y="125730"/>
                </a:cubicBezTo>
                <a:lnTo>
                  <a:pt x="114300" y="129540"/>
                </a:lnTo>
                <a:cubicBezTo>
                  <a:pt x="106680" y="142240"/>
                  <a:pt x="102870" y="151130"/>
                  <a:pt x="102870" y="166370"/>
                </a:cubicBezTo>
                <a:lnTo>
                  <a:pt x="102870" y="167640"/>
                </a:lnTo>
                <a:cubicBezTo>
                  <a:pt x="101600" y="181610"/>
                  <a:pt x="90170" y="193040"/>
                  <a:pt x="76200" y="193040"/>
                </a:cubicBezTo>
                <a:cubicBezTo>
                  <a:pt x="62230" y="193040"/>
                  <a:pt x="49530" y="181610"/>
                  <a:pt x="49530" y="166370"/>
                </a:cubicBezTo>
                <a:cubicBezTo>
                  <a:pt x="49530" y="161290"/>
                  <a:pt x="44450" y="156210"/>
                  <a:pt x="39370" y="156210"/>
                </a:cubicBezTo>
                <a:cubicBezTo>
                  <a:pt x="34290" y="156210"/>
                  <a:pt x="29210" y="161290"/>
                  <a:pt x="29210" y="166370"/>
                </a:cubicBezTo>
                <a:cubicBezTo>
                  <a:pt x="29210" y="193040"/>
                  <a:pt x="49530" y="213360"/>
                  <a:pt x="76200" y="213360"/>
                </a:cubicBezTo>
                <a:cubicBezTo>
                  <a:pt x="102870" y="213360"/>
                  <a:pt x="123190" y="191770"/>
                  <a:pt x="123190" y="166370"/>
                </a:cubicBezTo>
                <a:lnTo>
                  <a:pt x="123190" y="163830"/>
                </a:lnTo>
                <a:cubicBezTo>
                  <a:pt x="123190" y="154940"/>
                  <a:pt x="125730" y="148590"/>
                  <a:pt x="132080" y="138430"/>
                </a:cubicBezTo>
                <a:lnTo>
                  <a:pt x="137160" y="130810"/>
                </a:lnTo>
                <a:cubicBezTo>
                  <a:pt x="148590" y="115570"/>
                  <a:pt x="152400" y="100330"/>
                  <a:pt x="152400" y="77470"/>
                </a:cubicBezTo>
                <a:close/>
                <a:moveTo>
                  <a:pt x="111760" y="77470"/>
                </a:moveTo>
                <a:cubicBezTo>
                  <a:pt x="111760" y="58420"/>
                  <a:pt x="95250" y="41910"/>
                  <a:pt x="76200" y="41910"/>
                </a:cubicBezTo>
                <a:cubicBezTo>
                  <a:pt x="57150" y="41910"/>
                  <a:pt x="40640" y="58420"/>
                  <a:pt x="40640" y="77470"/>
                </a:cubicBezTo>
                <a:cubicBezTo>
                  <a:pt x="40640" y="90170"/>
                  <a:pt x="44450" y="97790"/>
                  <a:pt x="52070" y="107950"/>
                </a:cubicBezTo>
                <a:lnTo>
                  <a:pt x="53340" y="110490"/>
                </a:lnTo>
                <a:cubicBezTo>
                  <a:pt x="57150" y="115570"/>
                  <a:pt x="58420" y="118110"/>
                  <a:pt x="58420" y="124460"/>
                </a:cubicBezTo>
                <a:lnTo>
                  <a:pt x="58420" y="140970"/>
                </a:lnTo>
                <a:lnTo>
                  <a:pt x="58420" y="142240"/>
                </a:lnTo>
                <a:cubicBezTo>
                  <a:pt x="58420" y="147320"/>
                  <a:pt x="63500" y="151130"/>
                  <a:pt x="68580" y="151130"/>
                </a:cubicBezTo>
                <a:cubicBezTo>
                  <a:pt x="73660" y="151130"/>
                  <a:pt x="78740" y="146050"/>
                  <a:pt x="78740" y="140970"/>
                </a:cubicBezTo>
                <a:lnTo>
                  <a:pt x="78740" y="124460"/>
                </a:lnTo>
                <a:lnTo>
                  <a:pt x="78740" y="121920"/>
                </a:lnTo>
                <a:cubicBezTo>
                  <a:pt x="78740" y="111760"/>
                  <a:pt x="74930" y="104140"/>
                  <a:pt x="67310" y="95250"/>
                </a:cubicBezTo>
                <a:lnTo>
                  <a:pt x="66040" y="92710"/>
                </a:lnTo>
                <a:cubicBezTo>
                  <a:pt x="60960" y="87630"/>
                  <a:pt x="60960" y="83820"/>
                  <a:pt x="60960" y="77470"/>
                </a:cubicBezTo>
                <a:cubicBezTo>
                  <a:pt x="60960" y="68580"/>
                  <a:pt x="67310" y="62230"/>
                  <a:pt x="76200" y="62230"/>
                </a:cubicBezTo>
                <a:cubicBezTo>
                  <a:pt x="85090" y="62230"/>
                  <a:pt x="91440" y="68580"/>
                  <a:pt x="91440" y="77470"/>
                </a:cubicBezTo>
                <a:lnTo>
                  <a:pt x="91440" y="78740"/>
                </a:lnTo>
                <a:cubicBezTo>
                  <a:pt x="91440" y="83820"/>
                  <a:pt x="96520" y="87630"/>
                  <a:pt x="101600" y="87630"/>
                </a:cubicBezTo>
                <a:cubicBezTo>
                  <a:pt x="107950" y="87630"/>
                  <a:pt x="111760" y="82550"/>
                  <a:pt x="111760" y="774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4" name="Полилиния: фигура 125">
            <a:extLst>
              <a:ext uri="{FF2B5EF4-FFF2-40B4-BE49-F238E27FC236}">
                <a16:creationId xmlns:a16="http://schemas.microsoft.com/office/drawing/2014/main" id="{17BA2C13-6A82-4E10-C85B-744C85791524}"/>
              </a:ext>
            </a:extLst>
          </p:cNvPr>
          <p:cNvSpPr/>
          <p:nvPr/>
        </p:nvSpPr>
        <p:spPr>
          <a:xfrm>
            <a:off x="1645794" y="4025795"/>
            <a:ext cx="264160" cy="220979"/>
          </a:xfrm>
          <a:custGeom>
            <a:avLst/>
            <a:gdLst>
              <a:gd name="connsiteX0" fmla="*/ 247650 w 264160"/>
              <a:gd name="connsiteY0" fmla="*/ 115570 h 220979"/>
              <a:gd name="connsiteX1" fmla="*/ 132080 w 264160"/>
              <a:gd name="connsiteY1" fmla="*/ 0 h 220979"/>
              <a:gd name="connsiteX2" fmla="*/ 16510 w 264160"/>
              <a:gd name="connsiteY2" fmla="*/ 115570 h 220979"/>
              <a:gd name="connsiteX3" fmla="*/ 34290 w 264160"/>
              <a:gd name="connsiteY3" fmla="*/ 176530 h 220979"/>
              <a:gd name="connsiteX4" fmla="*/ 48260 w 264160"/>
              <a:gd name="connsiteY4" fmla="*/ 180340 h 220979"/>
              <a:gd name="connsiteX5" fmla="*/ 52070 w 264160"/>
              <a:gd name="connsiteY5" fmla="*/ 166370 h 220979"/>
              <a:gd name="connsiteX6" fmla="*/ 38100 w 264160"/>
              <a:gd name="connsiteY6" fmla="*/ 115570 h 220979"/>
              <a:gd name="connsiteX7" fmla="*/ 133350 w 264160"/>
              <a:gd name="connsiteY7" fmla="*/ 20320 h 220979"/>
              <a:gd name="connsiteX8" fmla="*/ 228600 w 264160"/>
              <a:gd name="connsiteY8" fmla="*/ 115570 h 220979"/>
              <a:gd name="connsiteX9" fmla="*/ 214630 w 264160"/>
              <a:gd name="connsiteY9" fmla="*/ 166370 h 220979"/>
              <a:gd name="connsiteX10" fmla="*/ 218440 w 264160"/>
              <a:gd name="connsiteY10" fmla="*/ 180340 h 220979"/>
              <a:gd name="connsiteX11" fmla="*/ 232410 w 264160"/>
              <a:gd name="connsiteY11" fmla="*/ 176530 h 220979"/>
              <a:gd name="connsiteX12" fmla="*/ 247650 w 264160"/>
              <a:gd name="connsiteY12" fmla="*/ 115570 h 220979"/>
              <a:gd name="connsiteX13" fmla="*/ 142240 w 264160"/>
              <a:gd name="connsiteY13" fmla="*/ 74930 h 220979"/>
              <a:gd name="connsiteX14" fmla="*/ 132080 w 264160"/>
              <a:gd name="connsiteY14" fmla="*/ 66040 h 220979"/>
              <a:gd name="connsiteX15" fmla="*/ 121920 w 264160"/>
              <a:gd name="connsiteY15" fmla="*/ 76200 h 220979"/>
              <a:gd name="connsiteX16" fmla="*/ 121920 w 264160"/>
              <a:gd name="connsiteY16" fmla="*/ 133350 h 220979"/>
              <a:gd name="connsiteX17" fmla="*/ 99060 w 264160"/>
              <a:gd name="connsiteY17" fmla="*/ 110490 h 220979"/>
              <a:gd name="connsiteX18" fmla="*/ 97790 w 264160"/>
              <a:gd name="connsiteY18" fmla="*/ 109220 h 220979"/>
              <a:gd name="connsiteX19" fmla="*/ 83820 w 264160"/>
              <a:gd name="connsiteY19" fmla="*/ 110490 h 220979"/>
              <a:gd name="connsiteX20" fmla="*/ 83820 w 264160"/>
              <a:gd name="connsiteY20" fmla="*/ 124460 h 220979"/>
              <a:gd name="connsiteX21" fmla="*/ 124460 w 264160"/>
              <a:gd name="connsiteY21" fmla="*/ 165100 h 220979"/>
              <a:gd name="connsiteX22" fmla="*/ 125730 w 264160"/>
              <a:gd name="connsiteY22" fmla="*/ 166370 h 220979"/>
              <a:gd name="connsiteX23" fmla="*/ 139700 w 264160"/>
              <a:gd name="connsiteY23" fmla="*/ 165100 h 220979"/>
              <a:gd name="connsiteX24" fmla="*/ 180340 w 264160"/>
              <a:gd name="connsiteY24" fmla="*/ 124460 h 220979"/>
              <a:gd name="connsiteX25" fmla="*/ 181610 w 264160"/>
              <a:gd name="connsiteY25" fmla="*/ 123190 h 220979"/>
              <a:gd name="connsiteX26" fmla="*/ 180340 w 264160"/>
              <a:gd name="connsiteY26" fmla="*/ 109220 h 220979"/>
              <a:gd name="connsiteX27" fmla="*/ 179070 w 264160"/>
              <a:gd name="connsiteY27" fmla="*/ 107950 h 220979"/>
              <a:gd name="connsiteX28" fmla="*/ 165100 w 264160"/>
              <a:gd name="connsiteY28" fmla="*/ 109220 h 220979"/>
              <a:gd name="connsiteX29" fmla="*/ 142240 w 264160"/>
              <a:gd name="connsiteY29" fmla="*/ 132080 h 220979"/>
              <a:gd name="connsiteX30" fmla="*/ 142240 w 264160"/>
              <a:gd name="connsiteY30" fmla="*/ 74930 h 220979"/>
              <a:gd name="connsiteX31" fmla="*/ 142240 w 264160"/>
              <a:gd name="connsiteY31" fmla="*/ 74930 h 220979"/>
              <a:gd name="connsiteX32" fmla="*/ 264160 w 264160"/>
              <a:gd name="connsiteY32" fmla="*/ 210820 h 220979"/>
              <a:gd name="connsiteX33" fmla="*/ 254000 w 264160"/>
              <a:gd name="connsiteY33" fmla="*/ 200660 h 220979"/>
              <a:gd name="connsiteX34" fmla="*/ 10160 w 264160"/>
              <a:gd name="connsiteY34" fmla="*/ 200660 h 220979"/>
              <a:gd name="connsiteX35" fmla="*/ 8890 w 264160"/>
              <a:gd name="connsiteY35" fmla="*/ 200660 h 220979"/>
              <a:gd name="connsiteX36" fmla="*/ 0 w 264160"/>
              <a:gd name="connsiteY36" fmla="*/ 210820 h 220979"/>
              <a:gd name="connsiteX37" fmla="*/ 10160 w 264160"/>
              <a:gd name="connsiteY37" fmla="*/ 220980 h 220979"/>
              <a:gd name="connsiteX38" fmla="*/ 254000 w 264160"/>
              <a:gd name="connsiteY38" fmla="*/ 220980 h 220979"/>
              <a:gd name="connsiteX39" fmla="*/ 255270 w 264160"/>
              <a:gd name="connsiteY39" fmla="*/ 220980 h 220979"/>
              <a:gd name="connsiteX40" fmla="*/ 264160 w 264160"/>
              <a:gd name="connsiteY40" fmla="*/ 210820 h 220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64160" h="220979">
                <a:moveTo>
                  <a:pt x="247650" y="115570"/>
                </a:moveTo>
                <a:cubicBezTo>
                  <a:pt x="247650" y="52070"/>
                  <a:pt x="195580" y="0"/>
                  <a:pt x="132080" y="0"/>
                </a:cubicBezTo>
                <a:cubicBezTo>
                  <a:pt x="68580" y="0"/>
                  <a:pt x="16510" y="52070"/>
                  <a:pt x="16510" y="115570"/>
                </a:cubicBezTo>
                <a:cubicBezTo>
                  <a:pt x="16510" y="137160"/>
                  <a:pt x="22860" y="158750"/>
                  <a:pt x="34290" y="176530"/>
                </a:cubicBezTo>
                <a:cubicBezTo>
                  <a:pt x="36830" y="181610"/>
                  <a:pt x="43180" y="182880"/>
                  <a:pt x="48260" y="180340"/>
                </a:cubicBezTo>
                <a:cubicBezTo>
                  <a:pt x="53340" y="177800"/>
                  <a:pt x="54610" y="171450"/>
                  <a:pt x="52070" y="166370"/>
                </a:cubicBezTo>
                <a:cubicBezTo>
                  <a:pt x="43180" y="151130"/>
                  <a:pt x="38100" y="133350"/>
                  <a:pt x="38100" y="115570"/>
                </a:cubicBezTo>
                <a:cubicBezTo>
                  <a:pt x="38100" y="62230"/>
                  <a:pt x="81280" y="20320"/>
                  <a:pt x="133350" y="20320"/>
                </a:cubicBezTo>
                <a:cubicBezTo>
                  <a:pt x="186690" y="20320"/>
                  <a:pt x="228600" y="63500"/>
                  <a:pt x="228600" y="115570"/>
                </a:cubicBezTo>
                <a:cubicBezTo>
                  <a:pt x="228600" y="133350"/>
                  <a:pt x="223520" y="151130"/>
                  <a:pt x="214630" y="166370"/>
                </a:cubicBezTo>
                <a:cubicBezTo>
                  <a:pt x="212090" y="171450"/>
                  <a:pt x="213360" y="177800"/>
                  <a:pt x="218440" y="180340"/>
                </a:cubicBezTo>
                <a:cubicBezTo>
                  <a:pt x="223520" y="182880"/>
                  <a:pt x="229870" y="181610"/>
                  <a:pt x="232410" y="176530"/>
                </a:cubicBezTo>
                <a:cubicBezTo>
                  <a:pt x="241300" y="158750"/>
                  <a:pt x="247650" y="137160"/>
                  <a:pt x="247650" y="115570"/>
                </a:cubicBezTo>
                <a:close/>
                <a:moveTo>
                  <a:pt x="142240" y="74930"/>
                </a:moveTo>
                <a:cubicBezTo>
                  <a:pt x="142240" y="69850"/>
                  <a:pt x="137160" y="66040"/>
                  <a:pt x="132080" y="66040"/>
                </a:cubicBezTo>
                <a:cubicBezTo>
                  <a:pt x="127000" y="66040"/>
                  <a:pt x="121920" y="71120"/>
                  <a:pt x="121920" y="76200"/>
                </a:cubicBezTo>
                <a:lnTo>
                  <a:pt x="121920" y="133350"/>
                </a:lnTo>
                <a:lnTo>
                  <a:pt x="99060" y="110490"/>
                </a:lnTo>
                <a:lnTo>
                  <a:pt x="97790" y="109220"/>
                </a:lnTo>
                <a:cubicBezTo>
                  <a:pt x="93980" y="106680"/>
                  <a:pt x="87630" y="106680"/>
                  <a:pt x="83820" y="110490"/>
                </a:cubicBezTo>
                <a:cubicBezTo>
                  <a:pt x="80010" y="114300"/>
                  <a:pt x="80010" y="120650"/>
                  <a:pt x="83820" y="124460"/>
                </a:cubicBezTo>
                <a:lnTo>
                  <a:pt x="124460" y="165100"/>
                </a:lnTo>
                <a:lnTo>
                  <a:pt x="125730" y="166370"/>
                </a:lnTo>
                <a:cubicBezTo>
                  <a:pt x="129540" y="168910"/>
                  <a:pt x="135890" y="168910"/>
                  <a:pt x="139700" y="165100"/>
                </a:cubicBezTo>
                <a:lnTo>
                  <a:pt x="180340" y="124460"/>
                </a:lnTo>
                <a:lnTo>
                  <a:pt x="181610" y="123190"/>
                </a:lnTo>
                <a:cubicBezTo>
                  <a:pt x="184150" y="119380"/>
                  <a:pt x="184150" y="113030"/>
                  <a:pt x="180340" y="109220"/>
                </a:cubicBezTo>
                <a:lnTo>
                  <a:pt x="179070" y="107950"/>
                </a:lnTo>
                <a:cubicBezTo>
                  <a:pt x="175260" y="105410"/>
                  <a:pt x="168910" y="105410"/>
                  <a:pt x="165100" y="109220"/>
                </a:cubicBezTo>
                <a:lnTo>
                  <a:pt x="142240" y="132080"/>
                </a:lnTo>
                <a:lnTo>
                  <a:pt x="142240" y="74930"/>
                </a:lnTo>
                <a:lnTo>
                  <a:pt x="142240" y="74930"/>
                </a:lnTo>
                <a:close/>
                <a:moveTo>
                  <a:pt x="264160" y="210820"/>
                </a:moveTo>
                <a:cubicBezTo>
                  <a:pt x="264160" y="205740"/>
                  <a:pt x="259080" y="200660"/>
                  <a:pt x="254000" y="200660"/>
                </a:cubicBezTo>
                <a:lnTo>
                  <a:pt x="10160" y="200660"/>
                </a:lnTo>
                <a:lnTo>
                  <a:pt x="8890" y="200660"/>
                </a:lnTo>
                <a:cubicBezTo>
                  <a:pt x="3810" y="200660"/>
                  <a:pt x="0" y="205740"/>
                  <a:pt x="0" y="210820"/>
                </a:cubicBezTo>
                <a:cubicBezTo>
                  <a:pt x="0" y="215900"/>
                  <a:pt x="5080" y="220980"/>
                  <a:pt x="10160" y="220980"/>
                </a:cubicBezTo>
                <a:lnTo>
                  <a:pt x="254000" y="220980"/>
                </a:lnTo>
                <a:lnTo>
                  <a:pt x="255270" y="220980"/>
                </a:lnTo>
                <a:cubicBezTo>
                  <a:pt x="260350" y="219710"/>
                  <a:pt x="264160" y="215900"/>
                  <a:pt x="264160" y="2108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8" name="Полилиния: фигура 128">
            <a:extLst>
              <a:ext uri="{FF2B5EF4-FFF2-40B4-BE49-F238E27FC236}">
                <a16:creationId xmlns:a16="http://schemas.microsoft.com/office/drawing/2014/main" id="{7E1FB2DC-D8D4-E08E-734A-3ACB2CB7149E}"/>
              </a:ext>
            </a:extLst>
          </p:cNvPr>
          <p:cNvSpPr/>
          <p:nvPr/>
        </p:nvSpPr>
        <p:spPr>
          <a:xfrm>
            <a:off x="2205863" y="4024526"/>
            <a:ext cx="264160" cy="223519"/>
          </a:xfrm>
          <a:custGeom>
            <a:avLst/>
            <a:gdLst>
              <a:gd name="connsiteX0" fmla="*/ 35560 w 264160"/>
              <a:gd name="connsiteY0" fmla="*/ 115570 h 223519"/>
              <a:gd name="connsiteX1" fmla="*/ 49530 w 264160"/>
              <a:gd name="connsiteY1" fmla="*/ 166370 h 223519"/>
              <a:gd name="connsiteX2" fmla="*/ 45720 w 264160"/>
              <a:gd name="connsiteY2" fmla="*/ 180340 h 223519"/>
              <a:gd name="connsiteX3" fmla="*/ 31750 w 264160"/>
              <a:gd name="connsiteY3" fmla="*/ 176530 h 223519"/>
              <a:gd name="connsiteX4" fmla="*/ 13970 w 264160"/>
              <a:gd name="connsiteY4" fmla="*/ 115570 h 223519"/>
              <a:gd name="connsiteX5" fmla="*/ 129540 w 264160"/>
              <a:gd name="connsiteY5" fmla="*/ 0 h 223519"/>
              <a:gd name="connsiteX6" fmla="*/ 245110 w 264160"/>
              <a:gd name="connsiteY6" fmla="*/ 115570 h 223519"/>
              <a:gd name="connsiteX7" fmla="*/ 227330 w 264160"/>
              <a:gd name="connsiteY7" fmla="*/ 176530 h 223519"/>
              <a:gd name="connsiteX8" fmla="*/ 213360 w 264160"/>
              <a:gd name="connsiteY8" fmla="*/ 180340 h 223519"/>
              <a:gd name="connsiteX9" fmla="*/ 209550 w 264160"/>
              <a:gd name="connsiteY9" fmla="*/ 166370 h 223519"/>
              <a:gd name="connsiteX10" fmla="*/ 223520 w 264160"/>
              <a:gd name="connsiteY10" fmla="*/ 115570 h 223519"/>
              <a:gd name="connsiteX11" fmla="*/ 128270 w 264160"/>
              <a:gd name="connsiteY11" fmla="*/ 20320 h 223519"/>
              <a:gd name="connsiteX12" fmla="*/ 35560 w 264160"/>
              <a:gd name="connsiteY12" fmla="*/ 115570 h 223519"/>
              <a:gd name="connsiteX13" fmla="*/ 156210 w 264160"/>
              <a:gd name="connsiteY13" fmla="*/ 71120 h 223519"/>
              <a:gd name="connsiteX14" fmla="*/ 130810 w 264160"/>
              <a:gd name="connsiteY14" fmla="*/ 81280 h 223519"/>
              <a:gd name="connsiteX15" fmla="*/ 105410 w 264160"/>
              <a:gd name="connsiteY15" fmla="*/ 71120 h 223519"/>
              <a:gd name="connsiteX16" fmla="*/ 74930 w 264160"/>
              <a:gd name="connsiteY16" fmla="*/ 87630 h 223519"/>
              <a:gd name="connsiteX17" fmla="*/ 80010 w 264160"/>
              <a:gd name="connsiteY17" fmla="*/ 133350 h 223519"/>
              <a:gd name="connsiteX18" fmla="*/ 116840 w 264160"/>
              <a:gd name="connsiteY18" fmla="*/ 170180 h 223519"/>
              <a:gd name="connsiteX19" fmla="*/ 129540 w 264160"/>
              <a:gd name="connsiteY19" fmla="*/ 175260 h 223519"/>
              <a:gd name="connsiteX20" fmla="*/ 142240 w 264160"/>
              <a:gd name="connsiteY20" fmla="*/ 170180 h 223519"/>
              <a:gd name="connsiteX21" fmla="*/ 179070 w 264160"/>
              <a:gd name="connsiteY21" fmla="*/ 133350 h 223519"/>
              <a:gd name="connsiteX22" fmla="*/ 184150 w 264160"/>
              <a:gd name="connsiteY22" fmla="*/ 87630 h 223519"/>
              <a:gd name="connsiteX23" fmla="*/ 156210 w 264160"/>
              <a:gd name="connsiteY23" fmla="*/ 71120 h 223519"/>
              <a:gd name="connsiteX24" fmla="*/ 156210 w 264160"/>
              <a:gd name="connsiteY24" fmla="*/ 91440 h 223519"/>
              <a:gd name="connsiteX25" fmla="*/ 168910 w 264160"/>
              <a:gd name="connsiteY25" fmla="*/ 99060 h 223519"/>
              <a:gd name="connsiteX26" fmla="*/ 166370 w 264160"/>
              <a:gd name="connsiteY26" fmla="*/ 119380 h 223519"/>
              <a:gd name="connsiteX27" fmla="*/ 130810 w 264160"/>
              <a:gd name="connsiteY27" fmla="*/ 154940 h 223519"/>
              <a:gd name="connsiteX28" fmla="*/ 95250 w 264160"/>
              <a:gd name="connsiteY28" fmla="*/ 119380 h 223519"/>
              <a:gd name="connsiteX29" fmla="*/ 92710 w 264160"/>
              <a:gd name="connsiteY29" fmla="*/ 99060 h 223519"/>
              <a:gd name="connsiteX30" fmla="*/ 105410 w 264160"/>
              <a:gd name="connsiteY30" fmla="*/ 91440 h 223519"/>
              <a:gd name="connsiteX31" fmla="*/ 116840 w 264160"/>
              <a:gd name="connsiteY31" fmla="*/ 96520 h 223519"/>
              <a:gd name="connsiteX32" fmla="*/ 130810 w 264160"/>
              <a:gd name="connsiteY32" fmla="*/ 110490 h 223519"/>
              <a:gd name="connsiteX33" fmla="*/ 144780 w 264160"/>
              <a:gd name="connsiteY33" fmla="*/ 96520 h 223519"/>
              <a:gd name="connsiteX34" fmla="*/ 156210 w 264160"/>
              <a:gd name="connsiteY34" fmla="*/ 91440 h 223519"/>
              <a:gd name="connsiteX35" fmla="*/ 0 w 264160"/>
              <a:gd name="connsiteY35" fmla="*/ 213360 h 223519"/>
              <a:gd name="connsiteX36" fmla="*/ 10160 w 264160"/>
              <a:gd name="connsiteY36" fmla="*/ 223520 h 223519"/>
              <a:gd name="connsiteX37" fmla="*/ 254000 w 264160"/>
              <a:gd name="connsiteY37" fmla="*/ 223520 h 223519"/>
              <a:gd name="connsiteX38" fmla="*/ 264160 w 264160"/>
              <a:gd name="connsiteY38" fmla="*/ 213360 h 223519"/>
              <a:gd name="connsiteX39" fmla="*/ 254000 w 264160"/>
              <a:gd name="connsiteY39" fmla="*/ 203200 h 223519"/>
              <a:gd name="connsiteX40" fmla="*/ 10160 w 264160"/>
              <a:gd name="connsiteY40" fmla="*/ 203200 h 223519"/>
              <a:gd name="connsiteX41" fmla="*/ 0 w 264160"/>
              <a:gd name="connsiteY41" fmla="*/ 2133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160" h="223519">
                <a:moveTo>
                  <a:pt x="35560" y="115570"/>
                </a:moveTo>
                <a:cubicBezTo>
                  <a:pt x="35560" y="133350"/>
                  <a:pt x="40640" y="151130"/>
                  <a:pt x="49530" y="166370"/>
                </a:cubicBezTo>
                <a:cubicBezTo>
                  <a:pt x="52070" y="171450"/>
                  <a:pt x="50800" y="177800"/>
                  <a:pt x="45720" y="180340"/>
                </a:cubicBezTo>
                <a:cubicBezTo>
                  <a:pt x="40640" y="182880"/>
                  <a:pt x="34290" y="181610"/>
                  <a:pt x="31750" y="176530"/>
                </a:cubicBezTo>
                <a:cubicBezTo>
                  <a:pt x="20320" y="158750"/>
                  <a:pt x="13970" y="137160"/>
                  <a:pt x="13970" y="115570"/>
                </a:cubicBezTo>
                <a:cubicBezTo>
                  <a:pt x="13970" y="52070"/>
                  <a:pt x="66040" y="0"/>
                  <a:pt x="129540" y="0"/>
                </a:cubicBezTo>
                <a:cubicBezTo>
                  <a:pt x="193040" y="0"/>
                  <a:pt x="245110" y="52070"/>
                  <a:pt x="245110" y="115570"/>
                </a:cubicBezTo>
                <a:cubicBezTo>
                  <a:pt x="245110" y="137160"/>
                  <a:pt x="238760" y="158750"/>
                  <a:pt x="227330" y="176530"/>
                </a:cubicBezTo>
                <a:cubicBezTo>
                  <a:pt x="224790" y="181610"/>
                  <a:pt x="218440" y="182880"/>
                  <a:pt x="213360" y="180340"/>
                </a:cubicBezTo>
                <a:cubicBezTo>
                  <a:pt x="208280" y="177800"/>
                  <a:pt x="207010" y="171450"/>
                  <a:pt x="209550" y="166370"/>
                </a:cubicBezTo>
                <a:cubicBezTo>
                  <a:pt x="218440" y="151130"/>
                  <a:pt x="223520" y="133350"/>
                  <a:pt x="223520" y="115570"/>
                </a:cubicBezTo>
                <a:cubicBezTo>
                  <a:pt x="223520" y="62230"/>
                  <a:pt x="180340" y="20320"/>
                  <a:pt x="128270" y="20320"/>
                </a:cubicBezTo>
                <a:cubicBezTo>
                  <a:pt x="76200" y="20320"/>
                  <a:pt x="35560" y="63500"/>
                  <a:pt x="35560" y="115570"/>
                </a:cubicBezTo>
                <a:close/>
                <a:moveTo>
                  <a:pt x="156210" y="71120"/>
                </a:moveTo>
                <a:cubicBezTo>
                  <a:pt x="147320" y="71120"/>
                  <a:pt x="138430" y="74930"/>
                  <a:pt x="130810" y="81280"/>
                </a:cubicBezTo>
                <a:cubicBezTo>
                  <a:pt x="124460" y="73660"/>
                  <a:pt x="114300" y="71120"/>
                  <a:pt x="105410" y="71120"/>
                </a:cubicBezTo>
                <a:cubicBezTo>
                  <a:pt x="93980" y="71120"/>
                  <a:pt x="82550" y="76200"/>
                  <a:pt x="74930" y="87630"/>
                </a:cubicBezTo>
                <a:cubicBezTo>
                  <a:pt x="66040" y="101600"/>
                  <a:pt x="68580" y="120650"/>
                  <a:pt x="80010" y="133350"/>
                </a:cubicBezTo>
                <a:lnTo>
                  <a:pt x="116840" y="170180"/>
                </a:lnTo>
                <a:cubicBezTo>
                  <a:pt x="120650" y="173990"/>
                  <a:pt x="125730" y="175260"/>
                  <a:pt x="129540" y="175260"/>
                </a:cubicBezTo>
                <a:cubicBezTo>
                  <a:pt x="134620" y="175260"/>
                  <a:pt x="139700" y="173990"/>
                  <a:pt x="142240" y="170180"/>
                </a:cubicBezTo>
                <a:lnTo>
                  <a:pt x="179070" y="133350"/>
                </a:lnTo>
                <a:cubicBezTo>
                  <a:pt x="190500" y="120650"/>
                  <a:pt x="194310" y="101600"/>
                  <a:pt x="184150" y="87630"/>
                </a:cubicBezTo>
                <a:cubicBezTo>
                  <a:pt x="179070" y="76200"/>
                  <a:pt x="167640" y="71120"/>
                  <a:pt x="156210" y="71120"/>
                </a:cubicBezTo>
                <a:close/>
                <a:moveTo>
                  <a:pt x="156210" y="91440"/>
                </a:moveTo>
                <a:cubicBezTo>
                  <a:pt x="161290" y="91440"/>
                  <a:pt x="166370" y="93980"/>
                  <a:pt x="168910" y="99060"/>
                </a:cubicBezTo>
                <a:cubicBezTo>
                  <a:pt x="172720" y="105410"/>
                  <a:pt x="171450" y="113030"/>
                  <a:pt x="166370" y="119380"/>
                </a:cubicBezTo>
                <a:lnTo>
                  <a:pt x="130810" y="154940"/>
                </a:lnTo>
                <a:lnTo>
                  <a:pt x="95250" y="119380"/>
                </a:lnTo>
                <a:cubicBezTo>
                  <a:pt x="90170" y="114300"/>
                  <a:pt x="88900" y="105410"/>
                  <a:pt x="92710" y="99060"/>
                </a:cubicBezTo>
                <a:cubicBezTo>
                  <a:pt x="95250" y="93980"/>
                  <a:pt x="100330" y="91440"/>
                  <a:pt x="105410" y="91440"/>
                </a:cubicBezTo>
                <a:cubicBezTo>
                  <a:pt x="109220" y="91440"/>
                  <a:pt x="113030" y="92710"/>
                  <a:pt x="116840" y="96520"/>
                </a:cubicBezTo>
                <a:lnTo>
                  <a:pt x="130810" y="110490"/>
                </a:lnTo>
                <a:lnTo>
                  <a:pt x="144780" y="96520"/>
                </a:lnTo>
                <a:cubicBezTo>
                  <a:pt x="148590" y="92710"/>
                  <a:pt x="152400" y="91440"/>
                  <a:pt x="156210" y="91440"/>
                </a:cubicBezTo>
                <a:close/>
                <a:moveTo>
                  <a:pt x="0" y="213360"/>
                </a:moveTo>
                <a:cubicBezTo>
                  <a:pt x="0" y="218440"/>
                  <a:pt x="5080" y="223520"/>
                  <a:pt x="10160" y="223520"/>
                </a:cubicBezTo>
                <a:lnTo>
                  <a:pt x="254000" y="223520"/>
                </a:lnTo>
                <a:cubicBezTo>
                  <a:pt x="25908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207010"/>
                  <a:pt x="0" y="2133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1" name="Полилиния: фигура 131">
            <a:extLst>
              <a:ext uri="{FF2B5EF4-FFF2-40B4-BE49-F238E27FC236}">
                <a16:creationId xmlns:a16="http://schemas.microsoft.com/office/drawing/2014/main" id="{BA89A895-EB94-798B-DB53-D4F3CA8B67C4}"/>
              </a:ext>
            </a:extLst>
          </p:cNvPr>
          <p:cNvSpPr/>
          <p:nvPr/>
        </p:nvSpPr>
        <p:spPr>
          <a:xfrm>
            <a:off x="2876423" y="4105805"/>
            <a:ext cx="40639" cy="60960"/>
          </a:xfrm>
          <a:custGeom>
            <a:avLst/>
            <a:gdLst>
              <a:gd name="connsiteX0" fmla="*/ 10160 w 40639"/>
              <a:gd name="connsiteY0" fmla="*/ 40640 h 60960"/>
              <a:gd name="connsiteX1" fmla="*/ 20320 w 40639"/>
              <a:gd name="connsiteY1" fmla="*/ 40640 h 60960"/>
              <a:gd name="connsiteX2" fmla="*/ 20320 w 40639"/>
              <a:gd name="connsiteY2" fmla="*/ 10160 h 60960"/>
              <a:gd name="connsiteX3" fmla="*/ 30480 w 40639"/>
              <a:gd name="connsiteY3" fmla="*/ 0 h 60960"/>
              <a:gd name="connsiteX4" fmla="*/ 40640 w 40639"/>
              <a:gd name="connsiteY4" fmla="*/ 10160 h 60960"/>
              <a:gd name="connsiteX5" fmla="*/ 40640 w 40639"/>
              <a:gd name="connsiteY5" fmla="*/ 50800 h 60960"/>
              <a:gd name="connsiteX6" fmla="*/ 30480 w 40639"/>
              <a:gd name="connsiteY6" fmla="*/ 60960 h 60960"/>
              <a:gd name="connsiteX7" fmla="*/ 10160 w 40639"/>
              <a:gd name="connsiteY7" fmla="*/ 60960 h 60960"/>
              <a:gd name="connsiteX8" fmla="*/ 0 w 40639"/>
              <a:gd name="connsiteY8" fmla="*/ 50800 h 60960"/>
              <a:gd name="connsiteX9" fmla="*/ 10160 w 40639"/>
              <a:gd name="connsiteY9" fmla="*/ 40640 h 6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39" h="60960">
                <a:moveTo>
                  <a:pt x="10160" y="40640"/>
                </a:moveTo>
                <a:lnTo>
                  <a:pt x="20320" y="40640"/>
                </a:lnTo>
                <a:lnTo>
                  <a:pt x="20320" y="10160"/>
                </a:lnTo>
                <a:cubicBezTo>
                  <a:pt x="20320" y="5080"/>
                  <a:pt x="25400" y="0"/>
                  <a:pt x="30480" y="0"/>
                </a:cubicBezTo>
                <a:cubicBezTo>
                  <a:pt x="35560" y="0"/>
                  <a:pt x="40640" y="5080"/>
                  <a:pt x="40640" y="10160"/>
                </a:cubicBezTo>
                <a:lnTo>
                  <a:pt x="40640" y="50800"/>
                </a:lnTo>
                <a:cubicBezTo>
                  <a:pt x="40640" y="55880"/>
                  <a:pt x="35560" y="60960"/>
                  <a:pt x="30480" y="60960"/>
                </a:cubicBezTo>
                <a:lnTo>
                  <a:pt x="10160" y="60960"/>
                </a:lnTo>
                <a:cubicBezTo>
                  <a:pt x="5080" y="60960"/>
                  <a:pt x="0" y="55880"/>
                  <a:pt x="0" y="50800"/>
                </a:cubicBezTo>
                <a:cubicBezTo>
                  <a:pt x="0" y="44450"/>
                  <a:pt x="3810" y="40640"/>
                  <a:pt x="10160" y="4064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7" name="Полилиния: фигура 132">
            <a:extLst>
              <a:ext uri="{FF2B5EF4-FFF2-40B4-BE49-F238E27FC236}">
                <a16:creationId xmlns:a16="http://schemas.microsoft.com/office/drawing/2014/main" id="{2CF62DB4-2C6B-3D80-F0DE-9F5112814AD9}"/>
              </a:ext>
            </a:extLst>
          </p:cNvPr>
          <p:cNvSpPr/>
          <p:nvPr/>
        </p:nvSpPr>
        <p:spPr>
          <a:xfrm>
            <a:off x="2774823" y="4031510"/>
            <a:ext cx="243839" cy="210184"/>
          </a:xfrm>
          <a:custGeom>
            <a:avLst/>
            <a:gdLst>
              <a:gd name="connsiteX0" fmla="*/ 10160 w 243839"/>
              <a:gd name="connsiteY0" fmla="*/ 108585 h 210184"/>
              <a:gd name="connsiteX1" fmla="*/ 91440 w 243839"/>
              <a:gd name="connsiteY1" fmla="*/ 189865 h 210184"/>
              <a:gd name="connsiteX2" fmla="*/ 10160 w 243839"/>
              <a:gd name="connsiteY2" fmla="*/ 189865 h 210184"/>
              <a:gd name="connsiteX3" fmla="*/ 0 w 243839"/>
              <a:gd name="connsiteY3" fmla="*/ 200025 h 210184"/>
              <a:gd name="connsiteX4" fmla="*/ 10160 w 243839"/>
              <a:gd name="connsiteY4" fmla="*/ 210185 h 210184"/>
              <a:gd name="connsiteX5" fmla="*/ 233680 w 243839"/>
              <a:gd name="connsiteY5" fmla="*/ 210185 h 210184"/>
              <a:gd name="connsiteX6" fmla="*/ 243840 w 243839"/>
              <a:gd name="connsiteY6" fmla="*/ 200025 h 210184"/>
              <a:gd name="connsiteX7" fmla="*/ 233680 w 243839"/>
              <a:gd name="connsiteY7" fmla="*/ 189865 h 210184"/>
              <a:gd name="connsiteX8" fmla="*/ 180340 w 243839"/>
              <a:gd name="connsiteY8" fmla="*/ 189865 h 210184"/>
              <a:gd name="connsiteX9" fmla="*/ 223520 w 243839"/>
              <a:gd name="connsiteY9" fmla="*/ 146685 h 210184"/>
              <a:gd name="connsiteX10" fmla="*/ 223520 w 243839"/>
              <a:gd name="connsiteY10" fmla="*/ 117475 h 210184"/>
              <a:gd name="connsiteX11" fmla="*/ 111760 w 243839"/>
              <a:gd name="connsiteY11" fmla="*/ 5715 h 210184"/>
              <a:gd name="connsiteX12" fmla="*/ 82550 w 243839"/>
              <a:gd name="connsiteY12" fmla="*/ 5715 h 210184"/>
              <a:gd name="connsiteX13" fmla="*/ 8890 w 243839"/>
              <a:gd name="connsiteY13" fmla="*/ 79375 h 210184"/>
              <a:gd name="connsiteX14" fmla="*/ 10160 w 243839"/>
              <a:gd name="connsiteY14" fmla="*/ 108585 h 210184"/>
              <a:gd name="connsiteX15" fmla="*/ 24130 w 243839"/>
              <a:gd name="connsiteY15" fmla="*/ 94615 h 210184"/>
              <a:gd name="connsiteX16" fmla="*/ 119380 w 243839"/>
              <a:gd name="connsiteY16" fmla="*/ 189865 h 210184"/>
              <a:gd name="connsiteX17" fmla="*/ 151130 w 243839"/>
              <a:gd name="connsiteY17" fmla="*/ 189865 h 210184"/>
              <a:gd name="connsiteX18" fmla="*/ 209550 w 243839"/>
              <a:gd name="connsiteY18" fmla="*/ 131445 h 210184"/>
              <a:gd name="connsiteX19" fmla="*/ 97790 w 243839"/>
              <a:gd name="connsiteY19" fmla="*/ 19685 h 210184"/>
              <a:gd name="connsiteX20" fmla="*/ 24130 w 243839"/>
              <a:gd name="connsiteY20" fmla="*/ 94615 h 210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43839" h="210184">
                <a:moveTo>
                  <a:pt x="10160" y="108585"/>
                </a:moveTo>
                <a:lnTo>
                  <a:pt x="91440" y="189865"/>
                </a:lnTo>
                <a:lnTo>
                  <a:pt x="10160" y="189865"/>
                </a:lnTo>
                <a:cubicBezTo>
                  <a:pt x="5080" y="189865"/>
                  <a:pt x="0" y="194945"/>
                  <a:pt x="0" y="200025"/>
                </a:cubicBezTo>
                <a:cubicBezTo>
                  <a:pt x="0" y="205105"/>
                  <a:pt x="5080" y="210185"/>
                  <a:pt x="10160" y="210185"/>
                </a:cubicBezTo>
                <a:lnTo>
                  <a:pt x="233680" y="210185"/>
                </a:lnTo>
                <a:cubicBezTo>
                  <a:pt x="238760" y="210185"/>
                  <a:pt x="243840" y="205105"/>
                  <a:pt x="243840" y="200025"/>
                </a:cubicBezTo>
                <a:cubicBezTo>
                  <a:pt x="243840" y="194945"/>
                  <a:pt x="238760" y="189865"/>
                  <a:pt x="233680" y="189865"/>
                </a:cubicBezTo>
                <a:lnTo>
                  <a:pt x="180340" y="189865"/>
                </a:lnTo>
                <a:lnTo>
                  <a:pt x="223520" y="146685"/>
                </a:lnTo>
                <a:cubicBezTo>
                  <a:pt x="231140" y="139065"/>
                  <a:pt x="231140" y="126365"/>
                  <a:pt x="223520" y="117475"/>
                </a:cubicBezTo>
                <a:lnTo>
                  <a:pt x="111760" y="5715"/>
                </a:lnTo>
                <a:cubicBezTo>
                  <a:pt x="104140" y="-1905"/>
                  <a:pt x="91440" y="-1905"/>
                  <a:pt x="82550" y="5715"/>
                </a:cubicBezTo>
                <a:lnTo>
                  <a:pt x="8890" y="79375"/>
                </a:lnTo>
                <a:cubicBezTo>
                  <a:pt x="1270" y="88265"/>
                  <a:pt x="1270" y="100965"/>
                  <a:pt x="10160" y="108585"/>
                </a:cubicBezTo>
                <a:close/>
                <a:moveTo>
                  <a:pt x="24130" y="94615"/>
                </a:moveTo>
                <a:lnTo>
                  <a:pt x="119380" y="189865"/>
                </a:lnTo>
                <a:lnTo>
                  <a:pt x="151130" y="189865"/>
                </a:lnTo>
                <a:lnTo>
                  <a:pt x="209550" y="131445"/>
                </a:lnTo>
                <a:lnTo>
                  <a:pt x="97790" y="19685"/>
                </a:lnTo>
                <a:lnTo>
                  <a:pt x="24130" y="9461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8" name="Полилиния: фигура 135">
            <a:extLst>
              <a:ext uri="{FF2B5EF4-FFF2-40B4-BE49-F238E27FC236}">
                <a16:creationId xmlns:a16="http://schemas.microsoft.com/office/drawing/2014/main" id="{6B00BDEB-40EE-D0A1-D2F8-3A7E50E1EE2A}"/>
              </a:ext>
            </a:extLst>
          </p:cNvPr>
          <p:cNvSpPr/>
          <p:nvPr/>
        </p:nvSpPr>
        <p:spPr>
          <a:xfrm>
            <a:off x="3323463" y="4029605"/>
            <a:ext cx="264160" cy="213360"/>
          </a:xfrm>
          <a:custGeom>
            <a:avLst/>
            <a:gdLst>
              <a:gd name="connsiteX0" fmla="*/ 254000 w 264160"/>
              <a:gd name="connsiteY0" fmla="*/ 0 h 213360"/>
              <a:gd name="connsiteX1" fmla="*/ 264160 w 264160"/>
              <a:gd name="connsiteY1" fmla="*/ 10160 h 213360"/>
              <a:gd name="connsiteX2" fmla="*/ 254000 w 264160"/>
              <a:gd name="connsiteY2" fmla="*/ 20320 h 213360"/>
              <a:gd name="connsiteX3" fmla="*/ 223520 w 264160"/>
              <a:gd name="connsiteY3" fmla="*/ 20320 h 213360"/>
              <a:gd name="connsiteX4" fmla="*/ 223520 w 264160"/>
              <a:gd name="connsiteY4" fmla="*/ 203200 h 213360"/>
              <a:gd name="connsiteX5" fmla="*/ 213360 w 264160"/>
              <a:gd name="connsiteY5" fmla="*/ 213360 h 213360"/>
              <a:gd name="connsiteX6" fmla="*/ 50800 w 264160"/>
              <a:gd name="connsiteY6" fmla="*/ 213360 h 213360"/>
              <a:gd name="connsiteX7" fmla="*/ 40640 w 264160"/>
              <a:gd name="connsiteY7" fmla="*/ 203200 h 213360"/>
              <a:gd name="connsiteX8" fmla="*/ 40640 w 264160"/>
              <a:gd name="connsiteY8" fmla="*/ 20320 h 213360"/>
              <a:gd name="connsiteX9" fmla="*/ 10160 w 264160"/>
              <a:gd name="connsiteY9" fmla="*/ 20320 h 213360"/>
              <a:gd name="connsiteX10" fmla="*/ 0 w 264160"/>
              <a:gd name="connsiteY10" fmla="*/ 10160 h 213360"/>
              <a:gd name="connsiteX11" fmla="*/ 10160 w 264160"/>
              <a:gd name="connsiteY11" fmla="*/ 0 h 213360"/>
              <a:gd name="connsiteX12" fmla="*/ 254000 w 264160"/>
              <a:gd name="connsiteY12" fmla="*/ 0 h 213360"/>
              <a:gd name="connsiteX13" fmla="*/ 203200 w 264160"/>
              <a:gd name="connsiteY13" fmla="*/ 20320 h 213360"/>
              <a:gd name="connsiteX14" fmla="*/ 60960 w 264160"/>
              <a:gd name="connsiteY14" fmla="*/ 20320 h 213360"/>
              <a:gd name="connsiteX15" fmla="*/ 60960 w 264160"/>
              <a:gd name="connsiteY15" fmla="*/ 193040 h 213360"/>
              <a:gd name="connsiteX16" fmla="*/ 203200 w 264160"/>
              <a:gd name="connsiteY16" fmla="*/ 193040 h 213360"/>
              <a:gd name="connsiteX17" fmla="*/ 203200 w 264160"/>
              <a:gd name="connsiteY17" fmla="*/ 20320 h 213360"/>
              <a:gd name="connsiteX18" fmla="*/ 132080 w 264160"/>
              <a:gd name="connsiteY18" fmla="*/ 40640 h 213360"/>
              <a:gd name="connsiteX19" fmla="*/ 172720 w 264160"/>
              <a:gd name="connsiteY19" fmla="*/ 81280 h 213360"/>
              <a:gd name="connsiteX20" fmla="*/ 132080 w 264160"/>
              <a:gd name="connsiteY20" fmla="*/ 121920 h 213360"/>
              <a:gd name="connsiteX21" fmla="*/ 91440 w 264160"/>
              <a:gd name="connsiteY21" fmla="*/ 81280 h 213360"/>
              <a:gd name="connsiteX22" fmla="*/ 132080 w 264160"/>
              <a:gd name="connsiteY22" fmla="*/ 40640 h 213360"/>
              <a:gd name="connsiteX23" fmla="*/ 132080 w 264160"/>
              <a:gd name="connsiteY23" fmla="*/ 60960 h 213360"/>
              <a:gd name="connsiteX24" fmla="*/ 111760 w 264160"/>
              <a:gd name="connsiteY24" fmla="*/ 81280 h 213360"/>
              <a:gd name="connsiteX25" fmla="*/ 132080 w 264160"/>
              <a:gd name="connsiteY25" fmla="*/ 101600 h 213360"/>
              <a:gd name="connsiteX26" fmla="*/ 152400 w 264160"/>
              <a:gd name="connsiteY26" fmla="*/ 81280 h 213360"/>
              <a:gd name="connsiteX27" fmla="*/ 132080 w 264160"/>
              <a:gd name="connsiteY27" fmla="*/ 60960 h 213360"/>
              <a:gd name="connsiteX28" fmla="*/ 121920 w 264160"/>
              <a:gd name="connsiteY28" fmla="*/ 142240 h 213360"/>
              <a:gd name="connsiteX29" fmla="*/ 111760 w 264160"/>
              <a:gd name="connsiteY29" fmla="*/ 152400 h 213360"/>
              <a:gd name="connsiteX30" fmla="*/ 121920 w 264160"/>
              <a:gd name="connsiteY30" fmla="*/ 162560 h 213360"/>
              <a:gd name="connsiteX31" fmla="*/ 142240 w 264160"/>
              <a:gd name="connsiteY31" fmla="*/ 162560 h 213360"/>
              <a:gd name="connsiteX32" fmla="*/ 152400 w 264160"/>
              <a:gd name="connsiteY32" fmla="*/ 152400 h 213360"/>
              <a:gd name="connsiteX33" fmla="*/ 142240 w 264160"/>
              <a:gd name="connsiteY33" fmla="*/ 142240 h 213360"/>
              <a:gd name="connsiteX34" fmla="*/ 121920 w 264160"/>
              <a:gd name="connsiteY34" fmla="*/ 142240 h 213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64160" h="213360">
                <a:moveTo>
                  <a:pt x="254000" y="0"/>
                </a:moveTo>
                <a:cubicBezTo>
                  <a:pt x="259080" y="0"/>
                  <a:pt x="264160" y="5080"/>
                  <a:pt x="264160" y="10160"/>
                </a:cubicBezTo>
                <a:cubicBezTo>
                  <a:pt x="264160" y="15240"/>
                  <a:pt x="259080" y="20320"/>
                  <a:pt x="254000" y="20320"/>
                </a:cubicBezTo>
                <a:lnTo>
                  <a:pt x="223520" y="20320"/>
                </a:lnTo>
                <a:lnTo>
                  <a:pt x="223520" y="203200"/>
                </a:lnTo>
                <a:cubicBezTo>
                  <a:pt x="223520" y="208280"/>
                  <a:pt x="218440" y="213360"/>
                  <a:pt x="213360" y="213360"/>
                </a:cubicBezTo>
                <a:lnTo>
                  <a:pt x="50800" y="213360"/>
                </a:lnTo>
                <a:cubicBezTo>
                  <a:pt x="45720" y="213360"/>
                  <a:pt x="40640" y="208280"/>
                  <a:pt x="40640" y="203200"/>
                </a:cubicBezTo>
                <a:lnTo>
                  <a:pt x="40640" y="20320"/>
                </a:lnTo>
                <a:lnTo>
                  <a:pt x="10160" y="20320"/>
                </a:lnTo>
                <a:cubicBezTo>
                  <a:pt x="5080" y="20320"/>
                  <a:pt x="0" y="15240"/>
                  <a:pt x="0" y="10160"/>
                </a:cubicBezTo>
                <a:cubicBezTo>
                  <a:pt x="0" y="5080"/>
                  <a:pt x="5080" y="0"/>
                  <a:pt x="10160" y="0"/>
                </a:cubicBezTo>
                <a:lnTo>
                  <a:pt x="254000" y="0"/>
                </a:lnTo>
                <a:close/>
                <a:moveTo>
                  <a:pt x="203200" y="20320"/>
                </a:moveTo>
                <a:lnTo>
                  <a:pt x="60960" y="20320"/>
                </a:lnTo>
                <a:lnTo>
                  <a:pt x="60960" y="193040"/>
                </a:lnTo>
                <a:lnTo>
                  <a:pt x="203200" y="193040"/>
                </a:lnTo>
                <a:lnTo>
                  <a:pt x="203200" y="20320"/>
                </a:lnTo>
                <a:close/>
                <a:moveTo>
                  <a:pt x="132080" y="40640"/>
                </a:moveTo>
                <a:cubicBezTo>
                  <a:pt x="154940" y="40640"/>
                  <a:pt x="172720" y="58420"/>
                  <a:pt x="172720" y="81280"/>
                </a:cubicBezTo>
                <a:cubicBezTo>
                  <a:pt x="172720" y="104140"/>
                  <a:pt x="154940" y="121920"/>
                  <a:pt x="132080" y="121920"/>
                </a:cubicBezTo>
                <a:cubicBezTo>
                  <a:pt x="109220" y="121920"/>
                  <a:pt x="91440" y="104140"/>
                  <a:pt x="91440" y="81280"/>
                </a:cubicBezTo>
                <a:cubicBezTo>
                  <a:pt x="91440" y="58420"/>
                  <a:pt x="110490" y="40640"/>
                  <a:pt x="132080" y="40640"/>
                </a:cubicBezTo>
                <a:close/>
                <a:moveTo>
                  <a:pt x="132080" y="60960"/>
                </a:moveTo>
                <a:cubicBezTo>
                  <a:pt x="120650" y="60960"/>
                  <a:pt x="111760" y="69850"/>
                  <a:pt x="111760" y="81280"/>
                </a:cubicBezTo>
                <a:cubicBezTo>
                  <a:pt x="111760" y="92710"/>
                  <a:pt x="120650" y="101600"/>
                  <a:pt x="132080" y="101600"/>
                </a:cubicBezTo>
                <a:cubicBezTo>
                  <a:pt x="143510" y="101600"/>
                  <a:pt x="152400" y="92710"/>
                  <a:pt x="152400" y="81280"/>
                </a:cubicBezTo>
                <a:cubicBezTo>
                  <a:pt x="152400" y="69850"/>
                  <a:pt x="143510" y="60960"/>
                  <a:pt x="132080" y="60960"/>
                </a:cubicBezTo>
                <a:close/>
                <a:moveTo>
                  <a:pt x="121920" y="142240"/>
                </a:moveTo>
                <a:cubicBezTo>
                  <a:pt x="116840" y="142240"/>
                  <a:pt x="111760" y="147320"/>
                  <a:pt x="111760" y="152400"/>
                </a:cubicBezTo>
                <a:cubicBezTo>
                  <a:pt x="111760" y="157480"/>
                  <a:pt x="116840" y="162560"/>
                  <a:pt x="121920" y="162560"/>
                </a:cubicBezTo>
                <a:lnTo>
                  <a:pt x="142240" y="162560"/>
                </a:lnTo>
                <a:cubicBezTo>
                  <a:pt x="147320" y="162560"/>
                  <a:pt x="152400" y="157480"/>
                  <a:pt x="152400" y="152400"/>
                </a:cubicBezTo>
                <a:cubicBezTo>
                  <a:pt x="152400" y="147320"/>
                  <a:pt x="147320" y="142240"/>
                  <a:pt x="142240" y="142240"/>
                </a:cubicBezTo>
                <a:lnTo>
                  <a:pt x="121920" y="1422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6" name="Полилиния: фигура 138">
            <a:extLst>
              <a:ext uri="{FF2B5EF4-FFF2-40B4-BE49-F238E27FC236}">
                <a16:creationId xmlns:a16="http://schemas.microsoft.com/office/drawing/2014/main" id="{AAE63A36-8ED5-7B89-9CE8-1061C62BDB16}"/>
              </a:ext>
            </a:extLst>
          </p:cNvPr>
          <p:cNvSpPr/>
          <p:nvPr/>
        </p:nvSpPr>
        <p:spPr>
          <a:xfrm>
            <a:off x="3883534" y="4022144"/>
            <a:ext cx="262813" cy="228441"/>
          </a:xfrm>
          <a:custGeom>
            <a:avLst/>
            <a:gdLst>
              <a:gd name="connsiteX0" fmla="*/ 257810 w 262813"/>
              <a:gd name="connsiteY0" fmla="*/ 34131 h 228441"/>
              <a:gd name="connsiteX1" fmla="*/ 255270 w 262813"/>
              <a:gd name="connsiteY1" fmla="*/ 51911 h 228441"/>
              <a:gd name="connsiteX2" fmla="*/ 209550 w 262813"/>
              <a:gd name="connsiteY2" fmla="*/ 92551 h 228441"/>
              <a:gd name="connsiteX3" fmla="*/ 195580 w 262813"/>
              <a:gd name="connsiteY3" fmla="*/ 114141 h 228441"/>
              <a:gd name="connsiteX4" fmla="*/ 161290 w 262813"/>
              <a:gd name="connsiteY4" fmla="*/ 164941 h 228441"/>
              <a:gd name="connsiteX5" fmla="*/ 90170 w 262813"/>
              <a:gd name="connsiteY5" fmla="*/ 191611 h 228441"/>
              <a:gd name="connsiteX6" fmla="*/ 34290 w 262813"/>
              <a:gd name="connsiteY6" fmla="*/ 167481 h 228441"/>
              <a:gd name="connsiteX7" fmla="*/ 20320 w 262813"/>
              <a:gd name="connsiteY7" fmla="*/ 218281 h 228441"/>
              <a:gd name="connsiteX8" fmla="*/ 10160 w 262813"/>
              <a:gd name="connsiteY8" fmla="*/ 228441 h 228441"/>
              <a:gd name="connsiteX9" fmla="*/ 0 w 262813"/>
              <a:gd name="connsiteY9" fmla="*/ 218281 h 228441"/>
              <a:gd name="connsiteX10" fmla="*/ 111760 w 262813"/>
              <a:gd name="connsiteY10" fmla="*/ 73501 h 228441"/>
              <a:gd name="connsiteX11" fmla="*/ 125730 w 262813"/>
              <a:gd name="connsiteY11" fmla="*/ 78581 h 228441"/>
              <a:gd name="connsiteX12" fmla="*/ 120650 w 262813"/>
              <a:gd name="connsiteY12" fmla="*/ 92551 h 228441"/>
              <a:gd name="connsiteX13" fmla="*/ 45720 w 262813"/>
              <a:gd name="connsiteY13" fmla="*/ 149701 h 228441"/>
              <a:gd name="connsiteX14" fmla="*/ 92710 w 262813"/>
              <a:gd name="connsiteY14" fmla="*/ 171291 h 228441"/>
              <a:gd name="connsiteX15" fmla="*/ 146050 w 262813"/>
              <a:gd name="connsiteY15" fmla="*/ 152241 h 228441"/>
              <a:gd name="connsiteX16" fmla="*/ 179070 w 262813"/>
              <a:gd name="connsiteY16" fmla="*/ 103981 h 228441"/>
              <a:gd name="connsiteX17" fmla="*/ 194310 w 262813"/>
              <a:gd name="connsiteY17" fmla="*/ 81121 h 228441"/>
              <a:gd name="connsiteX18" fmla="*/ 231140 w 262813"/>
              <a:gd name="connsiteY18" fmla="*/ 41751 h 228441"/>
              <a:gd name="connsiteX19" fmla="*/ 203200 w 262813"/>
              <a:gd name="connsiteY19" fmla="*/ 30321 h 228441"/>
              <a:gd name="connsiteX20" fmla="*/ 109220 w 262813"/>
              <a:gd name="connsiteY20" fmla="*/ 21431 h 228441"/>
              <a:gd name="connsiteX21" fmla="*/ 38100 w 262813"/>
              <a:gd name="connsiteY21" fmla="*/ 68421 h 228441"/>
              <a:gd name="connsiteX22" fmla="*/ 27940 w 262813"/>
              <a:gd name="connsiteY22" fmla="*/ 105251 h 228441"/>
              <a:gd name="connsiteX23" fmla="*/ 26670 w 262813"/>
              <a:gd name="connsiteY23" fmla="*/ 109061 h 228441"/>
              <a:gd name="connsiteX24" fmla="*/ 13970 w 262813"/>
              <a:gd name="connsiteY24" fmla="*/ 126841 h 228441"/>
              <a:gd name="connsiteX25" fmla="*/ 10160 w 262813"/>
              <a:gd name="connsiteY25" fmla="*/ 126841 h 228441"/>
              <a:gd name="connsiteX26" fmla="*/ 20320 w 262813"/>
              <a:gd name="connsiteY26" fmla="*/ 59531 h 228441"/>
              <a:gd name="connsiteX27" fmla="*/ 104140 w 262813"/>
              <a:gd name="connsiteY27" fmla="*/ 3651 h 228441"/>
              <a:gd name="connsiteX28" fmla="*/ 209550 w 262813"/>
              <a:gd name="connsiteY28" fmla="*/ 13811 h 228441"/>
              <a:gd name="connsiteX29" fmla="*/ 245110 w 262813"/>
              <a:gd name="connsiteY29" fmla="*/ 27781 h 228441"/>
              <a:gd name="connsiteX30" fmla="*/ 255270 w 262813"/>
              <a:gd name="connsiteY30" fmla="*/ 32861 h 228441"/>
              <a:gd name="connsiteX31" fmla="*/ 257810 w 262813"/>
              <a:gd name="connsiteY31" fmla="*/ 34131 h 228441"/>
              <a:gd name="connsiteX32" fmla="*/ 257810 w 262813"/>
              <a:gd name="connsiteY32" fmla="*/ 34131 h 228441"/>
              <a:gd name="connsiteX33" fmla="*/ 257810 w 262813"/>
              <a:gd name="connsiteY33" fmla="*/ 34131 h 228441"/>
              <a:gd name="connsiteX34" fmla="*/ 257810 w 262813"/>
              <a:gd name="connsiteY34" fmla="*/ 34131 h 228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62813" h="228441">
                <a:moveTo>
                  <a:pt x="257810" y="34131"/>
                </a:moveTo>
                <a:cubicBezTo>
                  <a:pt x="265430" y="37941"/>
                  <a:pt x="264160" y="49371"/>
                  <a:pt x="255270" y="51911"/>
                </a:cubicBezTo>
                <a:cubicBezTo>
                  <a:pt x="236220" y="58261"/>
                  <a:pt x="222250" y="72231"/>
                  <a:pt x="209550" y="92551"/>
                </a:cubicBezTo>
                <a:cubicBezTo>
                  <a:pt x="205740" y="98901"/>
                  <a:pt x="200660" y="106521"/>
                  <a:pt x="195580" y="114141"/>
                </a:cubicBezTo>
                <a:cubicBezTo>
                  <a:pt x="185420" y="129381"/>
                  <a:pt x="175260" y="148431"/>
                  <a:pt x="161290" y="164941"/>
                </a:cubicBezTo>
                <a:cubicBezTo>
                  <a:pt x="143510" y="186531"/>
                  <a:pt x="115570" y="194151"/>
                  <a:pt x="90170" y="191611"/>
                </a:cubicBezTo>
                <a:cubicBezTo>
                  <a:pt x="69850" y="189071"/>
                  <a:pt x="49530" y="181451"/>
                  <a:pt x="34290" y="167481"/>
                </a:cubicBezTo>
                <a:cubicBezTo>
                  <a:pt x="25400" y="183991"/>
                  <a:pt x="21590" y="201771"/>
                  <a:pt x="20320" y="218281"/>
                </a:cubicBezTo>
                <a:cubicBezTo>
                  <a:pt x="20320" y="223361"/>
                  <a:pt x="15240" y="228441"/>
                  <a:pt x="10160" y="228441"/>
                </a:cubicBezTo>
                <a:cubicBezTo>
                  <a:pt x="5080" y="228441"/>
                  <a:pt x="0" y="223361"/>
                  <a:pt x="0" y="218281"/>
                </a:cubicBezTo>
                <a:cubicBezTo>
                  <a:pt x="1270" y="162401"/>
                  <a:pt x="39370" y="105251"/>
                  <a:pt x="111760" y="73501"/>
                </a:cubicBezTo>
                <a:cubicBezTo>
                  <a:pt x="116840" y="70961"/>
                  <a:pt x="123190" y="73501"/>
                  <a:pt x="125730" y="78581"/>
                </a:cubicBezTo>
                <a:cubicBezTo>
                  <a:pt x="128270" y="83661"/>
                  <a:pt x="125730" y="90011"/>
                  <a:pt x="120650" y="92551"/>
                </a:cubicBezTo>
                <a:cubicBezTo>
                  <a:pt x="86360" y="107791"/>
                  <a:pt x="62230" y="128111"/>
                  <a:pt x="45720" y="149701"/>
                </a:cubicBezTo>
                <a:cubicBezTo>
                  <a:pt x="58420" y="161131"/>
                  <a:pt x="74930" y="168751"/>
                  <a:pt x="92710" y="171291"/>
                </a:cubicBezTo>
                <a:cubicBezTo>
                  <a:pt x="114300" y="173831"/>
                  <a:pt x="134620" y="167481"/>
                  <a:pt x="146050" y="152241"/>
                </a:cubicBezTo>
                <a:cubicBezTo>
                  <a:pt x="160020" y="135731"/>
                  <a:pt x="168910" y="119221"/>
                  <a:pt x="179070" y="103981"/>
                </a:cubicBezTo>
                <a:cubicBezTo>
                  <a:pt x="184150" y="96361"/>
                  <a:pt x="189230" y="88741"/>
                  <a:pt x="194310" y="81121"/>
                </a:cubicBezTo>
                <a:cubicBezTo>
                  <a:pt x="204470" y="65881"/>
                  <a:pt x="215900" y="51911"/>
                  <a:pt x="231140" y="41751"/>
                </a:cubicBezTo>
                <a:cubicBezTo>
                  <a:pt x="223520" y="37941"/>
                  <a:pt x="214630" y="34131"/>
                  <a:pt x="203200" y="30321"/>
                </a:cubicBezTo>
                <a:cubicBezTo>
                  <a:pt x="175260" y="21431"/>
                  <a:pt x="140970" y="13811"/>
                  <a:pt x="109220" y="21431"/>
                </a:cubicBezTo>
                <a:cubicBezTo>
                  <a:pt x="77470" y="29051"/>
                  <a:pt x="52070" y="46831"/>
                  <a:pt x="38100" y="68421"/>
                </a:cubicBezTo>
                <a:cubicBezTo>
                  <a:pt x="31750" y="79851"/>
                  <a:pt x="27940" y="91281"/>
                  <a:pt x="27940" y="105251"/>
                </a:cubicBezTo>
                <a:cubicBezTo>
                  <a:pt x="27940" y="106521"/>
                  <a:pt x="27940" y="107791"/>
                  <a:pt x="26670" y="109061"/>
                </a:cubicBezTo>
                <a:cubicBezTo>
                  <a:pt x="22860" y="114141"/>
                  <a:pt x="17780" y="120491"/>
                  <a:pt x="13970" y="126841"/>
                </a:cubicBezTo>
                <a:cubicBezTo>
                  <a:pt x="12700" y="128111"/>
                  <a:pt x="10160" y="128111"/>
                  <a:pt x="10160" y="126841"/>
                </a:cubicBezTo>
                <a:cubicBezTo>
                  <a:pt x="3810" y="102711"/>
                  <a:pt x="8890" y="79851"/>
                  <a:pt x="20320" y="59531"/>
                </a:cubicBezTo>
                <a:cubicBezTo>
                  <a:pt x="36830" y="31591"/>
                  <a:pt x="67310" y="11271"/>
                  <a:pt x="104140" y="3651"/>
                </a:cubicBezTo>
                <a:cubicBezTo>
                  <a:pt x="140970" y="-5239"/>
                  <a:pt x="180340" y="3651"/>
                  <a:pt x="209550" y="13811"/>
                </a:cubicBezTo>
                <a:cubicBezTo>
                  <a:pt x="224790" y="18891"/>
                  <a:pt x="236220" y="23971"/>
                  <a:pt x="245110" y="27781"/>
                </a:cubicBezTo>
                <a:cubicBezTo>
                  <a:pt x="248920" y="30321"/>
                  <a:pt x="252730" y="31591"/>
                  <a:pt x="255270" y="32861"/>
                </a:cubicBezTo>
                <a:cubicBezTo>
                  <a:pt x="255270" y="32861"/>
                  <a:pt x="256540" y="32861"/>
                  <a:pt x="257810" y="34131"/>
                </a:cubicBezTo>
                <a:lnTo>
                  <a:pt x="257810" y="34131"/>
                </a:lnTo>
                <a:lnTo>
                  <a:pt x="257810" y="34131"/>
                </a:lnTo>
                <a:lnTo>
                  <a:pt x="257810" y="34131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8" name="Полилиния: фигура 141">
            <a:extLst>
              <a:ext uri="{FF2B5EF4-FFF2-40B4-BE49-F238E27FC236}">
                <a16:creationId xmlns:a16="http://schemas.microsoft.com/office/drawing/2014/main" id="{B3AA271E-473A-C120-DC2E-F47A7F4B1DDB}"/>
              </a:ext>
            </a:extLst>
          </p:cNvPr>
          <p:cNvSpPr/>
          <p:nvPr/>
        </p:nvSpPr>
        <p:spPr>
          <a:xfrm>
            <a:off x="4447413" y="3996586"/>
            <a:ext cx="254000" cy="280670"/>
          </a:xfrm>
          <a:custGeom>
            <a:avLst/>
            <a:gdLst>
              <a:gd name="connsiteX0" fmla="*/ 170180 w 254000"/>
              <a:gd name="connsiteY0" fmla="*/ 231140 h 280670"/>
              <a:gd name="connsiteX1" fmla="*/ 172720 w 254000"/>
              <a:gd name="connsiteY1" fmla="*/ 233680 h 280670"/>
              <a:gd name="connsiteX2" fmla="*/ 254000 w 254000"/>
              <a:gd name="connsiteY2" fmla="*/ 152400 h 280670"/>
              <a:gd name="connsiteX3" fmla="*/ 193040 w 254000"/>
              <a:gd name="connsiteY3" fmla="*/ 73660 h 280670"/>
              <a:gd name="connsiteX4" fmla="*/ 193040 w 254000"/>
              <a:gd name="connsiteY4" fmla="*/ 66040 h 280670"/>
              <a:gd name="connsiteX5" fmla="*/ 127000 w 254000"/>
              <a:gd name="connsiteY5" fmla="*/ 0 h 280670"/>
              <a:gd name="connsiteX6" fmla="*/ 60960 w 254000"/>
              <a:gd name="connsiteY6" fmla="*/ 66040 h 280670"/>
              <a:gd name="connsiteX7" fmla="*/ 60960 w 254000"/>
              <a:gd name="connsiteY7" fmla="*/ 73660 h 280670"/>
              <a:gd name="connsiteX8" fmla="*/ 0 w 254000"/>
              <a:gd name="connsiteY8" fmla="*/ 152400 h 280670"/>
              <a:gd name="connsiteX9" fmla="*/ 81280 w 254000"/>
              <a:gd name="connsiteY9" fmla="*/ 233680 h 280670"/>
              <a:gd name="connsiteX10" fmla="*/ 83820 w 254000"/>
              <a:gd name="connsiteY10" fmla="*/ 231140 h 280670"/>
              <a:gd name="connsiteX11" fmla="*/ 83820 w 254000"/>
              <a:gd name="connsiteY11" fmla="*/ 214630 h 280670"/>
              <a:gd name="connsiteX12" fmla="*/ 81280 w 254000"/>
              <a:gd name="connsiteY12" fmla="*/ 212090 h 280670"/>
              <a:gd name="connsiteX13" fmla="*/ 21590 w 254000"/>
              <a:gd name="connsiteY13" fmla="*/ 152400 h 280670"/>
              <a:gd name="connsiteX14" fmla="*/ 74930 w 254000"/>
              <a:gd name="connsiteY14" fmla="*/ 92710 h 280670"/>
              <a:gd name="connsiteX15" fmla="*/ 85090 w 254000"/>
              <a:gd name="connsiteY15" fmla="*/ 91440 h 280670"/>
              <a:gd name="connsiteX16" fmla="*/ 86360 w 254000"/>
              <a:gd name="connsiteY16" fmla="*/ 90170 h 280670"/>
              <a:gd name="connsiteX17" fmla="*/ 86360 w 254000"/>
              <a:gd name="connsiteY17" fmla="*/ 87630 h 280670"/>
              <a:gd name="connsiteX18" fmla="*/ 83820 w 254000"/>
              <a:gd name="connsiteY18" fmla="*/ 78740 h 280670"/>
              <a:gd name="connsiteX19" fmla="*/ 82550 w 254000"/>
              <a:gd name="connsiteY19" fmla="*/ 66040 h 280670"/>
              <a:gd name="connsiteX20" fmla="*/ 127000 w 254000"/>
              <a:gd name="connsiteY20" fmla="*/ 21590 h 280670"/>
              <a:gd name="connsiteX21" fmla="*/ 171450 w 254000"/>
              <a:gd name="connsiteY21" fmla="*/ 66040 h 280670"/>
              <a:gd name="connsiteX22" fmla="*/ 170180 w 254000"/>
              <a:gd name="connsiteY22" fmla="*/ 78740 h 280670"/>
              <a:gd name="connsiteX23" fmla="*/ 167640 w 254000"/>
              <a:gd name="connsiteY23" fmla="*/ 87630 h 280670"/>
              <a:gd name="connsiteX24" fmla="*/ 167640 w 254000"/>
              <a:gd name="connsiteY24" fmla="*/ 90170 h 280670"/>
              <a:gd name="connsiteX25" fmla="*/ 168910 w 254000"/>
              <a:gd name="connsiteY25" fmla="*/ 91440 h 280670"/>
              <a:gd name="connsiteX26" fmla="*/ 179070 w 254000"/>
              <a:gd name="connsiteY26" fmla="*/ 92710 h 280670"/>
              <a:gd name="connsiteX27" fmla="*/ 232410 w 254000"/>
              <a:gd name="connsiteY27" fmla="*/ 152400 h 280670"/>
              <a:gd name="connsiteX28" fmla="*/ 172720 w 254000"/>
              <a:gd name="connsiteY28" fmla="*/ 212090 h 280670"/>
              <a:gd name="connsiteX29" fmla="*/ 170180 w 254000"/>
              <a:gd name="connsiteY29" fmla="*/ 214630 h 280670"/>
              <a:gd name="connsiteX30" fmla="*/ 170180 w 254000"/>
              <a:gd name="connsiteY30" fmla="*/ 231140 h 280670"/>
              <a:gd name="connsiteX31" fmla="*/ 137160 w 254000"/>
              <a:gd name="connsiteY31" fmla="*/ 121920 h 280670"/>
              <a:gd name="connsiteX32" fmla="*/ 127000 w 254000"/>
              <a:gd name="connsiteY32" fmla="*/ 111760 h 280670"/>
              <a:gd name="connsiteX33" fmla="*/ 116840 w 254000"/>
              <a:gd name="connsiteY33" fmla="*/ 121920 h 280670"/>
              <a:gd name="connsiteX34" fmla="*/ 116840 w 254000"/>
              <a:gd name="connsiteY34" fmla="*/ 168910 h 280670"/>
              <a:gd name="connsiteX35" fmla="*/ 104140 w 254000"/>
              <a:gd name="connsiteY35" fmla="*/ 156210 h 280670"/>
              <a:gd name="connsiteX36" fmla="*/ 90170 w 254000"/>
              <a:gd name="connsiteY36" fmla="*/ 156210 h 280670"/>
              <a:gd name="connsiteX37" fmla="*/ 90170 w 254000"/>
              <a:gd name="connsiteY37" fmla="*/ 170180 h 280670"/>
              <a:gd name="connsiteX38" fmla="*/ 118110 w 254000"/>
              <a:gd name="connsiteY38" fmla="*/ 198120 h 280670"/>
              <a:gd name="connsiteX39" fmla="*/ 118110 w 254000"/>
              <a:gd name="connsiteY39" fmla="*/ 270510 h 280670"/>
              <a:gd name="connsiteX40" fmla="*/ 128270 w 254000"/>
              <a:gd name="connsiteY40" fmla="*/ 280670 h 280670"/>
              <a:gd name="connsiteX41" fmla="*/ 138430 w 254000"/>
              <a:gd name="connsiteY41" fmla="*/ 270510 h 280670"/>
              <a:gd name="connsiteX42" fmla="*/ 138430 w 254000"/>
              <a:gd name="connsiteY42" fmla="*/ 179070 h 280670"/>
              <a:gd name="connsiteX43" fmla="*/ 175260 w 254000"/>
              <a:gd name="connsiteY43" fmla="*/ 151130 h 280670"/>
              <a:gd name="connsiteX44" fmla="*/ 177800 w 254000"/>
              <a:gd name="connsiteY44" fmla="*/ 137160 h 280670"/>
              <a:gd name="connsiteX45" fmla="*/ 163830 w 254000"/>
              <a:gd name="connsiteY45" fmla="*/ 134620 h 280670"/>
              <a:gd name="connsiteX46" fmla="*/ 139700 w 254000"/>
              <a:gd name="connsiteY46" fmla="*/ 152400 h 280670"/>
              <a:gd name="connsiteX47" fmla="*/ 139700 w 254000"/>
              <a:gd name="connsiteY47" fmla="*/ 121920 h 280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54000" h="280670">
                <a:moveTo>
                  <a:pt x="170180" y="231140"/>
                </a:moveTo>
                <a:cubicBezTo>
                  <a:pt x="170180" y="232410"/>
                  <a:pt x="171450" y="233680"/>
                  <a:pt x="172720" y="233680"/>
                </a:cubicBezTo>
                <a:cubicBezTo>
                  <a:pt x="217170" y="233680"/>
                  <a:pt x="254000" y="196850"/>
                  <a:pt x="254000" y="152400"/>
                </a:cubicBezTo>
                <a:cubicBezTo>
                  <a:pt x="254000" y="114300"/>
                  <a:pt x="228600" y="82550"/>
                  <a:pt x="193040" y="73660"/>
                </a:cubicBezTo>
                <a:cubicBezTo>
                  <a:pt x="193040" y="71120"/>
                  <a:pt x="193040" y="68580"/>
                  <a:pt x="193040" y="66040"/>
                </a:cubicBezTo>
                <a:cubicBezTo>
                  <a:pt x="193040" y="29210"/>
                  <a:pt x="163830" y="0"/>
                  <a:pt x="127000" y="0"/>
                </a:cubicBezTo>
                <a:cubicBezTo>
                  <a:pt x="90170" y="0"/>
                  <a:pt x="60960" y="29210"/>
                  <a:pt x="60960" y="66040"/>
                </a:cubicBezTo>
                <a:cubicBezTo>
                  <a:pt x="60960" y="68580"/>
                  <a:pt x="60960" y="71120"/>
                  <a:pt x="60960" y="73660"/>
                </a:cubicBezTo>
                <a:cubicBezTo>
                  <a:pt x="25400" y="82550"/>
                  <a:pt x="0" y="114300"/>
                  <a:pt x="0" y="152400"/>
                </a:cubicBezTo>
                <a:cubicBezTo>
                  <a:pt x="0" y="196850"/>
                  <a:pt x="36830" y="233680"/>
                  <a:pt x="81280" y="233680"/>
                </a:cubicBezTo>
                <a:cubicBezTo>
                  <a:pt x="82550" y="233680"/>
                  <a:pt x="83820" y="232410"/>
                  <a:pt x="83820" y="231140"/>
                </a:cubicBezTo>
                <a:lnTo>
                  <a:pt x="83820" y="214630"/>
                </a:lnTo>
                <a:cubicBezTo>
                  <a:pt x="83820" y="213360"/>
                  <a:pt x="82550" y="212090"/>
                  <a:pt x="81280" y="212090"/>
                </a:cubicBezTo>
                <a:cubicBezTo>
                  <a:pt x="48260" y="212090"/>
                  <a:pt x="21590" y="185420"/>
                  <a:pt x="21590" y="152400"/>
                </a:cubicBezTo>
                <a:cubicBezTo>
                  <a:pt x="21590" y="121920"/>
                  <a:pt x="44450" y="96520"/>
                  <a:pt x="74930" y="92710"/>
                </a:cubicBezTo>
                <a:lnTo>
                  <a:pt x="85090" y="91440"/>
                </a:lnTo>
                <a:cubicBezTo>
                  <a:pt x="86360" y="91440"/>
                  <a:pt x="86360" y="91440"/>
                  <a:pt x="86360" y="90170"/>
                </a:cubicBezTo>
                <a:cubicBezTo>
                  <a:pt x="86360" y="90170"/>
                  <a:pt x="86360" y="88900"/>
                  <a:pt x="86360" y="87630"/>
                </a:cubicBezTo>
                <a:lnTo>
                  <a:pt x="83820" y="78740"/>
                </a:lnTo>
                <a:cubicBezTo>
                  <a:pt x="82550" y="74930"/>
                  <a:pt x="82550" y="69850"/>
                  <a:pt x="82550" y="66040"/>
                </a:cubicBezTo>
                <a:cubicBezTo>
                  <a:pt x="82550" y="40640"/>
                  <a:pt x="102870" y="21590"/>
                  <a:pt x="127000" y="21590"/>
                </a:cubicBezTo>
                <a:cubicBezTo>
                  <a:pt x="151130" y="21590"/>
                  <a:pt x="171450" y="41910"/>
                  <a:pt x="171450" y="66040"/>
                </a:cubicBezTo>
                <a:cubicBezTo>
                  <a:pt x="171450" y="69850"/>
                  <a:pt x="171450" y="74930"/>
                  <a:pt x="170180" y="78740"/>
                </a:cubicBezTo>
                <a:lnTo>
                  <a:pt x="167640" y="87630"/>
                </a:lnTo>
                <a:cubicBezTo>
                  <a:pt x="167640" y="88900"/>
                  <a:pt x="167640" y="88900"/>
                  <a:pt x="167640" y="90170"/>
                </a:cubicBezTo>
                <a:cubicBezTo>
                  <a:pt x="167640" y="90170"/>
                  <a:pt x="168910" y="91440"/>
                  <a:pt x="168910" y="91440"/>
                </a:cubicBezTo>
                <a:lnTo>
                  <a:pt x="179070" y="92710"/>
                </a:lnTo>
                <a:cubicBezTo>
                  <a:pt x="209550" y="96520"/>
                  <a:pt x="232410" y="121920"/>
                  <a:pt x="232410" y="152400"/>
                </a:cubicBezTo>
                <a:cubicBezTo>
                  <a:pt x="232410" y="185420"/>
                  <a:pt x="205740" y="212090"/>
                  <a:pt x="172720" y="212090"/>
                </a:cubicBezTo>
                <a:cubicBezTo>
                  <a:pt x="171450" y="212090"/>
                  <a:pt x="170180" y="213360"/>
                  <a:pt x="170180" y="214630"/>
                </a:cubicBezTo>
                <a:lnTo>
                  <a:pt x="170180" y="231140"/>
                </a:lnTo>
                <a:close/>
                <a:moveTo>
                  <a:pt x="137160" y="121920"/>
                </a:moveTo>
                <a:cubicBezTo>
                  <a:pt x="137160" y="116840"/>
                  <a:pt x="132080" y="111760"/>
                  <a:pt x="127000" y="111760"/>
                </a:cubicBezTo>
                <a:cubicBezTo>
                  <a:pt x="121920" y="111760"/>
                  <a:pt x="116840" y="116840"/>
                  <a:pt x="116840" y="121920"/>
                </a:cubicBezTo>
                <a:lnTo>
                  <a:pt x="116840" y="168910"/>
                </a:lnTo>
                <a:lnTo>
                  <a:pt x="104140" y="156210"/>
                </a:lnTo>
                <a:cubicBezTo>
                  <a:pt x="100330" y="152400"/>
                  <a:pt x="93980" y="152400"/>
                  <a:pt x="90170" y="156210"/>
                </a:cubicBezTo>
                <a:cubicBezTo>
                  <a:pt x="86360" y="160020"/>
                  <a:pt x="86360" y="166370"/>
                  <a:pt x="90170" y="170180"/>
                </a:cubicBezTo>
                <a:lnTo>
                  <a:pt x="118110" y="198120"/>
                </a:lnTo>
                <a:lnTo>
                  <a:pt x="118110" y="270510"/>
                </a:lnTo>
                <a:cubicBezTo>
                  <a:pt x="118110" y="275590"/>
                  <a:pt x="123190" y="280670"/>
                  <a:pt x="128270" y="280670"/>
                </a:cubicBezTo>
                <a:cubicBezTo>
                  <a:pt x="133350" y="280670"/>
                  <a:pt x="138430" y="275590"/>
                  <a:pt x="138430" y="270510"/>
                </a:cubicBezTo>
                <a:lnTo>
                  <a:pt x="138430" y="179070"/>
                </a:lnTo>
                <a:lnTo>
                  <a:pt x="175260" y="151130"/>
                </a:lnTo>
                <a:cubicBezTo>
                  <a:pt x="180340" y="147320"/>
                  <a:pt x="180340" y="140970"/>
                  <a:pt x="177800" y="137160"/>
                </a:cubicBezTo>
                <a:cubicBezTo>
                  <a:pt x="173990" y="132080"/>
                  <a:pt x="167640" y="132080"/>
                  <a:pt x="163830" y="134620"/>
                </a:cubicBezTo>
                <a:lnTo>
                  <a:pt x="139700" y="152400"/>
                </a:lnTo>
                <a:lnTo>
                  <a:pt x="139700" y="1219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0" name="Полилиния: фигура 144">
            <a:extLst>
              <a:ext uri="{FF2B5EF4-FFF2-40B4-BE49-F238E27FC236}">
                <a16:creationId xmlns:a16="http://schemas.microsoft.com/office/drawing/2014/main" id="{A5BC0DB1-6FFF-6F13-8856-02AC7668D04C}"/>
              </a:ext>
            </a:extLst>
          </p:cNvPr>
          <p:cNvSpPr/>
          <p:nvPr/>
        </p:nvSpPr>
        <p:spPr>
          <a:xfrm>
            <a:off x="5007484" y="4014366"/>
            <a:ext cx="254000" cy="243840"/>
          </a:xfrm>
          <a:custGeom>
            <a:avLst/>
            <a:gdLst>
              <a:gd name="connsiteX0" fmla="*/ 203200 w 254000"/>
              <a:gd name="connsiteY0" fmla="*/ 243840 h 243840"/>
              <a:gd name="connsiteX1" fmla="*/ 182880 w 254000"/>
              <a:gd name="connsiteY1" fmla="*/ 223520 h 243840"/>
              <a:gd name="connsiteX2" fmla="*/ 101600 w 254000"/>
              <a:gd name="connsiteY2" fmla="*/ 223520 h 243840"/>
              <a:gd name="connsiteX3" fmla="*/ 30480 w 254000"/>
              <a:gd name="connsiteY3" fmla="*/ 152400 h 243840"/>
              <a:gd name="connsiteX4" fmla="*/ 30480 w 254000"/>
              <a:gd name="connsiteY4" fmla="*/ 71120 h 243840"/>
              <a:gd name="connsiteX5" fmla="*/ 20320 w 254000"/>
              <a:gd name="connsiteY5" fmla="*/ 71120 h 243840"/>
              <a:gd name="connsiteX6" fmla="*/ 0 w 254000"/>
              <a:gd name="connsiteY6" fmla="*/ 52070 h 243840"/>
              <a:gd name="connsiteX7" fmla="*/ 0 w 254000"/>
              <a:gd name="connsiteY7" fmla="*/ 50800 h 243840"/>
              <a:gd name="connsiteX8" fmla="*/ 0 w 254000"/>
              <a:gd name="connsiteY8" fmla="*/ 20320 h 243840"/>
              <a:gd name="connsiteX9" fmla="*/ 20320 w 254000"/>
              <a:gd name="connsiteY9" fmla="*/ 0 h 243840"/>
              <a:gd name="connsiteX10" fmla="*/ 142240 w 254000"/>
              <a:gd name="connsiteY10" fmla="*/ 0 h 243840"/>
              <a:gd name="connsiteX11" fmla="*/ 162560 w 254000"/>
              <a:gd name="connsiteY11" fmla="*/ 20320 h 243840"/>
              <a:gd name="connsiteX12" fmla="*/ 162560 w 254000"/>
              <a:gd name="connsiteY12" fmla="*/ 50800 h 243840"/>
              <a:gd name="connsiteX13" fmla="*/ 142240 w 254000"/>
              <a:gd name="connsiteY13" fmla="*/ 71120 h 243840"/>
              <a:gd name="connsiteX14" fmla="*/ 132080 w 254000"/>
              <a:gd name="connsiteY14" fmla="*/ 71120 h 243840"/>
              <a:gd name="connsiteX15" fmla="*/ 132080 w 254000"/>
              <a:gd name="connsiteY15" fmla="*/ 121920 h 243840"/>
              <a:gd name="connsiteX16" fmla="*/ 182880 w 254000"/>
              <a:gd name="connsiteY16" fmla="*/ 121920 h 243840"/>
              <a:gd name="connsiteX17" fmla="*/ 182880 w 254000"/>
              <a:gd name="connsiteY17" fmla="*/ 120650 h 243840"/>
              <a:gd name="connsiteX18" fmla="*/ 201930 w 254000"/>
              <a:gd name="connsiteY18" fmla="*/ 101600 h 243840"/>
              <a:gd name="connsiteX19" fmla="*/ 203200 w 254000"/>
              <a:gd name="connsiteY19" fmla="*/ 101600 h 243840"/>
              <a:gd name="connsiteX20" fmla="*/ 233680 w 254000"/>
              <a:gd name="connsiteY20" fmla="*/ 101600 h 243840"/>
              <a:gd name="connsiteX21" fmla="*/ 254000 w 254000"/>
              <a:gd name="connsiteY21" fmla="*/ 121920 h 243840"/>
              <a:gd name="connsiteX22" fmla="*/ 254000 w 254000"/>
              <a:gd name="connsiteY22" fmla="*/ 223520 h 243840"/>
              <a:gd name="connsiteX23" fmla="*/ 233680 w 254000"/>
              <a:gd name="connsiteY23" fmla="*/ 243840 h 243840"/>
              <a:gd name="connsiteX24" fmla="*/ 203200 w 254000"/>
              <a:gd name="connsiteY24" fmla="*/ 243840 h 243840"/>
              <a:gd name="connsiteX25" fmla="*/ 142240 w 254000"/>
              <a:gd name="connsiteY25" fmla="*/ 20320 h 243840"/>
              <a:gd name="connsiteX26" fmla="*/ 20320 w 254000"/>
              <a:gd name="connsiteY26" fmla="*/ 20320 h 243840"/>
              <a:gd name="connsiteX27" fmla="*/ 20320 w 254000"/>
              <a:gd name="connsiteY27" fmla="*/ 50800 h 243840"/>
              <a:gd name="connsiteX28" fmla="*/ 50800 w 254000"/>
              <a:gd name="connsiteY28" fmla="*/ 50800 h 243840"/>
              <a:gd name="connsiteX29" fmla="*/ 50800 w 254000"/>
              <a:gd name="connsiteY29" fmla="*/ 152400 h 243840"/>
              <a:gd name="connsiteX30" fmla="*/ 101600 w 254000"/>
              <a:gd name="connsiteY30" fmla="*/ 203200 h 243840"/>
              <a:gd name="connsiteX31" fmla="*/ 203200 w 254000"/>
              <a:gd name="connsiteY31" fmla="*/ 203200 h 243840"/>
              <a:gd name="connsiteX32" fmla="*/ 203200 w 254000"/>
              <a:gd name="connsiteY32" fmla="*/ 223520 h 243840"/>
              <a:gd name="connsiteX33" fmla="*/ 233680 w 254000"/>
              <a:gd name="connsiteY33" fmla="*/ 223520 h 243840"/>
              <a:gd name="connsiteX34" fmla="*/ 233680 w 254000"/>
              <a:gd name="connsiteY34" fmla="*/ 121920 h 243840"/>
              <a:gd name="connsiteX35" fmla="*/ 203200 w 254000"/>
              <a:gd name="connsiteY35" fmla="*/ 121920 h 243840"/>
              <a:gd name="connsiteX36" fmla="*/ 203200 w 254000"/>
              <a:gd name="connsiteY36" fmla="*/ 142240 h 243840"/>
              <a:gd name="connsiteX37" fmla="*/ 132080 w 254000"/>
              <a:gd name="connsiteY37" fmla="*/ 142240 h 243840"/>
              <a:gd name="connsiteX38" fmla="*/ 111760 w 254000"/>
              <a:gd name="connsiteY38" fmla="*/ 121920 h 243840"/>
              <a:gd name="connsiteX39" fmla="*/ 111760 w 254000"/>
              <a:gd name="connsiteY39" fmla="*/ 50800 h 243840"/>
              <a:gd name="connsiteX40" fmla="*/ 142240 w 254000"/>
              <a:gd name="connsiteY40" fmla="*/ 50800 h 243840"/>
              <a:gd name="connsiteX41" fmla="*/ 142240 w 254000"/>
              <a:gd name="connsiteY41" fmla="*/ 20320 h 243840"/>
              <a:gd name="connsiteX42" fmla="*/ 96520 w 254000"/>
              <a:gd name="connsiteY42" fmla="*/ 127000 h 243840"/>
              <a:gd name="connsiteX43" fmla="*/ 81280 w 254000"/>
              <a:gd name="connsiteY43" fmla="*/ 142240 h 243840"/>
              <a:gd name="connsiteX44" fmla="*/ 66040 w 254000"/>
              <a:gd name="connsiteY44" fmla="*/ 127000 h 243840"/>
              <a:gd name="connsiteX45" fmla="*/ 81280 w 254000"/>
              <a:gd name="connsiteY45" fmla="*/ 111760 h 243840"/>
              <a:gd name="connsiteX46" fmla="*/ 96520 w 254000"/>
              <a:gd name="connsiteY46" fmla="*/ 127000 h 243840"/>
              <a:gd name="connsiteX47" fmla="*/ 101600 w 254000"/>
              <a:gd name="connsiteY47" fmla="*/ 182880 h 243840"/>
              <a:gd name="connsiteX48" fmla="*/ 116840 w 254000"/>
              <a:gd name="connsiteY48" fmla="*/ 167640 h 243840"/>
              <a:gd name="connsiteX49" fmla="*/ 101600 w 254000"/>
              <a:gd name="connsiteY49" fmla="*/ 152400 h 243840"/>
              <a:gd name="connsiteX50" fmla="*/ 86360 w 254000"/>
              <a:gd name="connsiteY50" fmla="*/ 167640 h 243840"/>
              <a:gd name="connsiteX51" fmla="*/ 101600 w 254000"/>
              <a:gd name="connsiteY51" fmla="*/ 18288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54000" h="243840">
                <a:moveTo>
                  <a:pt x="203200" y="243840"/>
                </a:moveTo>
                <a:cubicBezTo>
                  <a:pt x="191770" y="243840"/>
                  <a:pt x="182880" y="234950"/>
                  <a:pt x="182880" y="223520"/>
                </a:cubicBezTo>
                <a:lnTo>
                  <a:pt x="101600" y="223520"/>
                </a:lnTo>
                <a:cubicBezTo>
                  <a:pt x="62230" y="223520"/>
                  <a:pt x="30480" y="191770"/>
                  <a:pt x="30480" y="152400"/>
                </a:cubicBezTo>
                <a:lnTo>
                  <a:pt x="30480" y="71120"/>
                </a:lnTo>
                <a:lnTo>
                  <a:pt x="20320" y="71120"/>
                </a:lnTo>
                <a:cubicBezTo>
                  <a:pt x="10160" y="71120"/>
                  <a:pt x="1270" y="62230"/>
                  <a:pt x="0" y="52070"/>
                </a:cubicBezTo>
                <a:lnTo>
                  <a:pt x="0" y="50800"/>
                </a:lnTo>
                <a:lnTo>
                  <a:pt x="0" y="20320"/>
                </a:lnTo>
                <a:cubicBezTo>
                  <a:pt x="0" y="8890"/>
                  <a:pt x="8890" y="0"/>
                  <a:pt x="20320" y="0"/>
                </a:cubicBezTo>
                <a:lnTo>
                  <a:pt x="142240" y="0"/>
                </a:lnTo>
                <a:cubicBezTo>
                  <a:pt x="153670" y="0"/>
                  <a:pt x="162560" y="8890"/>
                  <a:pt x="162560" y="20320"/>
                </a:cubicBezTo>
                <a:lnTo>
                  <a:pt x="162560" y="50800"/>
                </a:lnTo>
                <a:cubicBezTo>
                  <a:pt x="162560" y="62230"/>
                  <a:pt x="153670" y="71120"/>
                  <a:pt x="142240" y="71120"/>
                </a:cubicBezTo>
                <a:lnTo>
                  <a:pt x="132080" y="71120"/>
                </a:lnTo>
                <a:lnTo>
                  <a:pt x="132080" y="121920"/>
                </a:lnTo>
                <a:lnTo>
                  <a:pt x="182880" y="121920"/>
                </a:lnTo>
                <a:lnTo>
                  <a:pt x="182880" y="120650"/>
                </a:lnTo>
                <a:cubicBezTo>
                  <a:pt x="184150" y="110490"/>
                  <a:pt x="191770" y="102870"/>
                  <a:pt x="201930" y="101600"/>
                </a:cubicBezTo>
                <a:lnTo>
                  <a:pt x="203200" y="101600"/>
                </a:lnTo>
                <a:lnTo>
                  <a:pt x="233680" y="101600"/>
                </a:lnTo>
                <a:cubicBezTo>
                  <a:pt x="245110" y="101600"/>
                  <a:pt x="254000" y="110490"/>
                  <a:pt x="254000" y="121920"/>
                </a:cubicBezTo>
                <a:lnTo>
                  <a:pt x="254000" y="223520"/>
                </a:lnTo>
                <a:cubicBezTo>
                  <a:pt x="254000" y="234950"/>
                  <a:pt x="245110" y="243840"/>
                  <a:pt x="233680" y="243840"/>
                </a:cubicBezTo>
                <a:lnTo>
                  <a:pt x="203200" y="243840"/>
                </a:lnTo>
                <a:close/>
                <a:moveTo>
                  <a:pt x="142240" y="20320"/>
                </a:moveTo>
                <a:lnTo>
                  <a:pt x="20320" y="20320"/>
                </a:lnTo>
                <a:lnTo>
                  <a:pt x="20320" y="50800"/>
                </a:lnTo>
                <a:lnTo>
                  <a:pt x="50800" y="50800"/>
                </a:lnTo>
                <a:lnTo>
                  <a:pt x="50800" y="152400"/>
                </a:lnTo>
                <a:cubicBezTo>
                  <a:pt x="50800" y="180340"/>
                  <a:pt x="73660" y="203200"/>
                  <a:pt x="101600" y="203200"/>
                </a:cubicBezTo>
                <a:lnTo>
                  <a:pt x="203200" y="203200"/>
                </a:lnTo>
                <a:lnTo>
                  <a:pt x="203200" y="223520"/>
                </a:lnTo>
                <a:lnTo>
                  <a:pt x="233680" y="223520"/>
                </a:lnTo>
                <a:lnTo>
                  <a:pt x="233680" y="121920"/>
                </a:lnTo>
                <a:lnTo>
                  <a:pt x="203200" y="121920"/>
                </a:lnTo>
                <a:lnTo>
                  <a:pt x="203200" y="142240"/>
                </a:lnTo>
                <a:lnTo>
                  <a:pt x="132080" y="142240"/>
                </a:lnTo>
                <a:cubicBezTo>
                  <a:pt x="120650" y="142240"/>
                  <a:pt x="111760" y="133350"/>
                  <a:pt x="111760" y="121920"/>
                </a:cubicBezTo>
                <a:lnTo>
                  <a:pt x="111760" y="50800"/>
                </a:lnTo>
                <a:lnTo>
                  <a:pt x="142240" y="50800"/>
                </a:lnTo>
                <a:lnTo>
                  <a:pt x="142240" y="20320"/>
                </a:lnTo>
                <a:close/>
                <a:moveTo>
                  <a:pt x="96520" y="127000"/>
                </a:moveTo>
                <a:cubicBezTo>
                  <a:pt x="96520" y="135890"/>
                  <a:pt x="90170" y="142240"/>
                  <a:pt x="81280" y="142240"/>
                </a:cubicBezTo>
                <a:cubicBezTo>
                  <a:pt x="72390" y="142240"/>
                  <a:pt x="66040" y="135890"/>
                  <a:pt x="66040" y="127000"/>
                </a:cubicBezTo>
                <a:cubicBezTo>
                  <a:pt x="66040" y="118110"/>
                  <a:pt x="72390" y="111760"/>
                  <a:pt x="81280" y="111760"/>
                </a:cubicBezTo>
                <a:cubicBezTo>
                  <a:pt x="90170" y="111760"/>
                  <a:pt x="96520" y="118110"/>
                  <a:pt x="96520" y="127000"/>
                </a:cubicBezTo>
                <a:close/>
                <a:moveTo>
                  <a:pt x="101600" y="182880"/>
                </a:moveTo>
                <a:cubicBezTo>
                  <a:pt x="110490" y="182880"/>
                  <a:pt x="116840" y="176530"/>
                  <a:pt x="116840" y="167640"/>
                </a:cubicBezTo>
                <a:cubicBezTo>
                  <a:pt x="116840" y="158750"/>
                  <a:pt x="110490" y="152400"/>
                  <a:pt x="101600" y="152400"/>
                </a:cubicBezTo>
                <a:cubicBezTo>
                  <a:pt x="92710" y="152400"/>
                  <a:pt x="86360" y="158750"/>
                  <a:pt x="86360" y="167640"/>
                </a:cubicBezTo>
                <a:cubicBezTo>
                  <a:pt x="86360" y="176530"/>
                  <a:pt x="92710" y="182880"/>
                  <a:pt x="101600" y="182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3" name="Полилиния: фигура 147">
            <a:extLst>
              <a:ext uri="{FF2B5EF4-FFF2-40B4-BE49-F238E27FC236}">
                <a16:creationId xmlns:a16="http://schemas.microsoft.com/office/drawing/2014/main" id="{B3F2DE1F-8660-7C94-7719-DC15895ABDE2}"/>
              </a:ext>
            </a:extLst>
          </p:cNvPr>
          <p:cNvSpPr/>
          <p:nvPr/>
        </p:nvSpPr>
        <p:spPr>
          <a:xfrm>
            <a:off x="5561204" y="4024526"/>
            <a:ext cx="264159" cy="223519"/>
          </a:xfrm>
          <a:custGeom>
            <a:avLst/>
            <a:gdLst>
              <a:gd name="connsiteX0" fmla="*/ 60960 w 264159"/>
              <a:gd name="connsiteY0" fmla="*/ 20320 h 223519"/>
              <a:gd name="connsiteX1" fmla="*/ 132080 w 264159"/>
              <a:gd name="connsiteY1" fmla="*/ 20320 h 223519"/>
              <a:gd name="connsiteX2" fmla="*/ 132080 w 264159"/>
              <a:gd name="connsiteY2" fmla="*/ 60960 h 223519"/>
              <a:gd name="connsiteX3" fmla="*/ 60960 w 264159"/>
              <a:gd name="connsiteY3" fmla="*/ 60960 h 223519"/>
              <a:gd name="connsiteX4" fmla="*/ 0 w 264159"/>
              <a:gd name="connsiteY4" fmla="*/ 121920 h 223519"/>
              <a:gd name="connsiteX5" fmla="*/ 0 w 264159"/>
              <a:gd name="connsiteY5" fmla="*/ 162560 h 223519"/>
              <a:gd name="connsiteX6" fmla="*/ 10160 w 264159"/>
              <a:gd name="connsiteY6" fmla="*/ 172720 h 223519"/>
              <a:gd name="connsiteX7" fmla="*/ 60960 w 264159"/>
              <a:gd name="connsiteY7" fmla="*/ 172720 h 223519"/>
              <a:gd name="connsiteX8" fmla="*/ 71120 w 264159"/>
              <a:gd name="connsiteY8" fmla="*/ 162560 h 223519"/>
              <a:gd name="connsiteX9" fmla="*/ 71120 w 264159"/>
              <a:gd name="connsiteY9" fmla="*/ 132080 h 223519"/>
              <a:gd name="connsiteX10" fmla="*/ 132080 w 264159"/>
              <a:gd name="connsiteY10" fmla="*/ 132080 h 223519"/>
              <a:gd name="connsiteX11" fmla="*/ 132080 w 264159"/>
              <a:gd name="connsiteY11" fmla="*/ 203200 h 223519"/>
              <a:gd name="connsiteX12" fmla="*/ 121920 w 264159"/>
              <a:gd name="connsiteY12" fmla="*/ 203200 h 223519"/>
              <a:gd name="connsiteX13" fmla="*/ 120650 w 264159"/>
              <a:gd name="connsiteY13" fmla="*/ 203200 h 223519"/>
              <a:gd name="connsiteX14" fmla="*/ 111760 w 264159"/>
              <a:gd name="connsiteY14" fmla="*/ 213360 h 223519"/>
              <a:gd name="connsiteX15" fmla="*/ 121920 w 264159"/>
              <a:gd name="connsiteY15" fmla="*/ 223520 h 223519"/>
              <a:gd name="connsiteX16" fmla="*/ 142240 w 264159"/>
              <a:gd name="connsiteY16" fmla="*/ 223520 h 223519"/>
              <a:gd name="connsiteX17" fmla="*/ 233680 w 264159"/>
              <a:gd name="connsiteY17" fmla="*/ 223520 h 223519"/>
              <a:gd name="connsiteX18" fmla="*/ 254000 w 264159"/>
              <a:gd name="connsiteY18" fmla="*/ 223520 h 223519"/>
              <a:gd name="connsiteX19" fmla="*/ 255270 w 264159"/>
              <a:gd name="connsiteY19" fmla="*/ 223520 h 223519"/>
              <a:gd name="connsiteX20" fmla="*/ 264160 w 264159"/>
              <a:gd name="connsiteY20" fmla="*/ 213360 h 223519"/>
              <a:gd name="connsiteX21" fmla="*/ 254000 w 264159"/>
              <a:gd name="connsiteY21" fmla="*/ 203200 h 223519"/>
              <a:gd name="connsiteX22" fmla="*/ 243840 w 264159"/>
              <a:gd name="connsiteY22" fmla="*/ 203200 h 223519"/>
              <a:gd name="connsiteX23" fmla="*/ 243840 w 264159"/>
              <a:gd name="connsiteY23" fmla="*/ 50800 h 223519"/>
              <a:gd name="connsiteX24" fmla="*/ 193040 w 264159"/>
              <a:gd name="connsiteY24" fmla="*/ 0 h 223519"/>
              <a:gd name="connsiteX25" fmla="*/ 152400 w 264159"/>
              <a:gd name="connsiteY25" fmla="*/ 0 h 223519"/>
              <a:gd name="connsiteX26" fmla="*/ 142240 w 264159"/>
              <a:gd name="connsiteY26" fmla="*/ 0 h 223519"/>
              <a:gd name="connsiteX27" fmla="*/ 60960 w 264159"/>
              <a:gd name="connsiteY27" fmla="*/ 0 h 223519"/>
              <a:gd name="connsiteX28" fmla="*/ 59690 w 264159"/>
              <a:gd name="connsiteY28" fmla="*/ 0 h 223519"/>
              <a:gd name="connsiteX29" fmla="*/ 50800 w 264159"/>
              <a:gd name="connsiteY29" fmla="*/ 10160 h 223519"/>
              <a:gd name="connsiteX30" fmla="*/ 60960 w 264159"/>
              <a:gd name="connsiteY30" fmla="*/ 20320 h 223519"/>
              <a:gd name="connsiteX31" fmla="*/ 223520 w 264159"/>
              <a:gd name="connsiteY31" fmla="*/ 203200 h 223519"/>
              <a:gd name="connsiteX32" fmla="*/ 223520 w 264159"/>
              <a:gd name="connsiteY32" fmla="*/ 50800 h 223519"/>
              <a:gd name="connsiteX33" fmla="*/ 194310 w 264159"/>
              <a:gd name="connsiteY33" fmla="*/ 20320 h 223519"/>
              <a:gd name="connsiteX34" fmla="*/ 193040 w 264159"/>
              <a:gd name="connsiteY34" fmla="*/ 20320 h 223519"/>
              <a:gd name="connsiteX35" fmla="*/ 152400 w 264159"/>
              <a:gd name="connsiteY35" fmla="*/ 20320 h 223519"/>
              <a:gd name="connsiteX36" fmla="*/ 152400 w 264159"/>
              <a:gd name="connsiteY36" fmla="*/ 71120 h 223519"/>
              <a:gd name="connsiteX37" fmla="*/ 142240 w 264159"/>
              <a:gd name="connsiteY37" fmla="*/ 81280 h 223519"/>
              <a:gd name="connsiteX38" fmla="*/ 60960 w 264159"/>
              <a:gd name="connsiteY38" fmla="*/ 81280 h 223519"/>
              <a:gd name="connsiteX39" fmla="*/ 20320 w 264159"/>
              <a:gd name="connsiteY39" fmla="*/ 121920 h 223519"/>
              <a:gd name="connsiteX40" fmla="*/ 20320 w 264159"/>
              <a:gd name="connsiteY40" fmla="*/ 152400 h 223519"/>
              <a:gd name="connsiteX41" fmla="*/ 50800 w 264159"/>
              <a:gd name="connsiteY41" fmla="*/ 152400 h 223519"/>
              <a:gd name="connsiteX42" fmla="*/ 50800 w 264159"/>
              <a:gd name="connsiteY42" fmla="*/ 132080 h 223519"/>
              <a:gd name="connsiteX43" fmla="*/ 69850 w 264159"/>
              <a:gd name="connsiteY43" fmla="*/ 111760 h 223519"/>
              <a:gd name="connsiteX44" fmla="*/ 71120 w 264159"/>
              <a:gd name="connsiteY44" fmla="*/ 111760 h 223519"/>
              <a:gd name="connsiteX45" fmla="*/ 142240 w 264159"/>
              <a:gd name="connsiteY45" fmla="*/ 111760 h 223519"/>
              <a:gd name="connsiteX46" fmla="*/ 152400 w 264159"/>
              <a:gd name="connsiteY46" fmla="*/ 121920 h 223519"/>
              <a:gd name="connsiteX47" fmla="*/ 152400 w 264159"/>
              <a:gd name="connsiteY47" fmla="*/ 203200 h 223519"/>
              <a:gd name="connsiteX48" fmla="*/ 223520 w 264159"/>
              <a:gd name="connsiteY48" fmla="*/ 20320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64159" h="223519">
                <a:moveTo>
                  <a:pt x="60960" y="20320"/>
                </a:moveTo>
                <a:lnTo>
                  <a:pt x="132080" y="20320"/>
                </a:lnTo>
                <a:lnTo>
                  <a:pt x="132080" y="60960"/>
                </a:lnTo>
                <a:lnTo>
                  <a:pt x="60960" y="60960"/>
                </a:lnTo>
                <a:cubicBezTo>
                  <a:pt x="27940" y="60960"/>
                  <a:pt x="0" y="87630"/>
                  <a:pt x="0" y="121920"/>
                </a:cubicBezTo>
                <a:lnTo>
                  <a:pt x="0" y="162560"/>
                </a:lnTo>
                <a:cubicBezTo>
                  <a:pt x="0" y="167640"/>
                  <a:pt x="5080" y="172720"/>
                  <a:pt x="10160" y="172720"/>
                </a:cubicBezTo>
                <a:lnTo>
                  <a:pt x="60960" y="172720"/>
                </a:lnTo>
                <a:cubicBezTo>
                  <a:pt x="66040" y="172720"/>
                  <a:pt x="71120" y="167640"/>
                  <a:pt x="71120" y="162560"/>
                </a:cubicBezTo>
                <a:lnTo>
                  <a:pt x="71120" y="132080"/>
                </a:lnTo>
                <a:lnTo>
                  <a:pt x="132080" y="132080"/>
                </a:lnTo>
                <a:lnTo>
                  <a:pt x="132080" y="203200"/>
                </a:lnTo>
                <a:lnTo>
                  <a:pt x="121920" y="203200"/>
                </a:lnTo>
                <a:lnTo>
                  <a:pt x="120650" y="203200"/>
                </a:lnTo>
                <a:cubicBezTo>
                  <a:pt x="115570" y="203200"/>
                  <a:pt x="111760" y="208280"/>
                  <a:pt x="111760" y="213360"/>
                </a:cubicBezTo>
                <a:cubicBezTo>
                  <a:pt x="111760" y="218440"/>
                  <a:pt x="116840" y="223520"/>
                  <a:pt x="121920" y="223520"/>
                </a:cubicBezTo>
                <a:lnTo>
                  <a:pt x="142240" y="223520"/>
                </a:lnTo>
                <a:lnTo>
                  <a:pt x="233680" y="223520"/>
                </a:lnTo>
                <a:lnTo>
                  <a:pt x="254000" y="223520"/>
                </a:lnTo>
                <a:lnTo>
                  <a:pt x="255270" y="223520"/>
                </a:lnTo>
                <a:cubicBezTo>
                  <a:pt x="26035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243840" y="203200"/>
                </a:lnTo>
                <a:lnTo>
                  <a:pt x="243840" y="50800"/>
                </a:lnTo>
                <a:cubicBezTo>
                  <a:pt x="243840" y="22860"/>
                  <a:pt x="220980" y="0"/>
                  <a:pt x="193040" y="0"/>
                </a:cubicBezTo>
                <a:lnTo>
                  <a:pt x="152400" y="0"/>
                </a:lnTo>
                <a:lnTo>
                  <a:pt x="142240" y="0"/>
                </a:lnTo>
                <a:lnTo>
                  <a:pt x="60960" y="0"/>
                </a:lnTo>
                <a:lnTo>
                  <a:pt x="59690" y="0"/>
                </a:lnTo>
                <a:cubicBezTo>
                  <a:pt x="54610" y="0"/>
                  <a:pt x="50800" y="5080"/>
                  <a:pt x="50800" y="10160"/>
                </a:cubicBezTo>
                <a:cubicBezTo>
                  <a:pt x="50800" y="15240"/>
                  <a:pt x="55880" y="20320"/>
                  <a:pt x="60960" y="20320"/>
                </a:cubicBezTo>
                <a:close/>
                <a:moveTo>
                  <a:pt x="223520" y="203200"/>
                </a:moveTo>
                <a:lnTo>
                  <a:pt x="223520" y="50800"/>
                </a:lnTo>
                <a:cubicBezTo>
                  <a:pt x="223520" y="34290"/>
                  <a:pt x="210820" y="21590"/>
                  <a:pt x="194310" y="20320"/>
                </a:cubicBezTo>
                <a:lnTo>
                  <a:pt x="193040" y="20320"/>
                </a:lnTo>
                <a:lnTo>
                  <a:pt x="152400" y="20320"/>
                </a:lnTo>
                <a:lnTo>
                  <a:pt x="152400" y="71120"/>
                </a:lnTo>
                <a:cubicBezTo>
                  <a:pt x="152400" y="76200"/>
                  <a:pt x="147320" y="81280"/>
                  <a:pt x="142240" y="81280"/>
                </a:cubicBezTo>
                <a:lnTo>
                  <a:pt x="60960" y="81280"/>
                </a:lnTo>
                <a:cubicBezTo>
                  <a:pt x="38100" y="81280"/>
                  <a:pt x="20320" y="99060"/>
                  <a:pt x="20320" y="121920"/>
                </a:cubicBezTo>
                <a:lnTo>
                  <a:pt x="20320" y="152400"/>
                </a:lnTo>
                <a:lnTo>
                  <a:pt x="50800" y="152400"/>
                </a:lnTo>
                <a:lnTo>
                  <a:pt x="50800" y="132080"/>
                </a:lnTo>
                <a:cubicBezTo>
                  <a:pt x="50800" y="121920"/>
                  <a:pt x="59690" y="113030"/>
                  <a:pt x="69850" y="111760"/>
                </a:cubicBezTo>
                <a:lnTo>
                  <a:pt x="71120" y="111760"/>
                </a:lnTo>
                <a:lnTo>
                  <a:pt x="142240" y="111760"/>
                </a:lnTo>
                <a:cubicBezTo>
                  <a:pt x="147320" y="111760"/>
                  <a:pt x="152400" y="116840"/>
                  <a:pt x="152400" y="121920"/>
                </a:cubicBezTo>
                <a:lnTo>
                  <a:pt x="152400" y="203200"/>
                </a:lnTo>
                <a:lnTo>
                  <a:pt x="223520" y="2032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5" name="Полилиния: фигура 150">
            <a:extLst>
              <a:ext uri="{FF2B5EF4-FFF2-40B4-BE49-F238E27FC236}">
                <a16:creationId xmlns:a16="http://schemas.microsoft.com/office/drawing/2014/main" id="{A7D20920-03B0-A7D9-87AF-131118657305}"/>
              </a:ext>
            </a:extLst>
          </p:cNvPr>
          <p:cNvSpPr/>
          <p:nvPr/>
        </p:nvSpPr>
        <p:spPr>
          <a:xfrm>
            <a:off x="6161913" y="4014366"/>
            <a:ext cx="182879" cy="243840"/>
          </a:xfrm>
          <a:custGeom>
            <a:avLst/>
            <a:gdLst>
              <a:gd name="connsiteX0" fmla="*/ 172720 w 182879"/>
              <a:gd name="connsiteY0" fmla="*/ 0 h 243840"/>
              <a:gd name="connsiteX1" fmla="*/ 162560 w 182879"/>
              <a:gd name="connsiteY1" fmla="*/ 0 h 243840"/>
              <a:gd name="connsiteX2" fmla="*/ 20320 w 182879"/>
              <a:gd name="connsiteY2" fmla="*/ 0 h 243840"/>
              <a:gd name="connsiteX3" fmla="*/ 10160 w 182879"/>
              <a:gd name="connsiteY3" fmla="*/ 0 h 243840"/>
              <a:gd name="connsiteX4" fmla="*/ 8890 w 182879"/>
              <a:gd name="connsiteY4" fmla="*/ 0 h 243840"/>
              <a:gd name="connsiteX5" fmla="*/ 0 w 182879"/>
              <a:gd name="connsiteY5" fmla="*/ 10160 h 243840"/>
              <a:gd name="connsiteX6" fmla="*/ 10160 w 182879"/>
              <a:gd name="connsiteY6" fmla="*/ 20320 h 243840"/>
              <a:gd name="connsiteX7" fmla="*/ 10160 w 182879"/>
              <a:gd name="connsiteY7" fmla="*/ 81280 h 243840"/>
              <a:gd name="connsiteX8" fmla="*/ 8890 w 182879"/>
              <a:gd name="connsiteY8" fmla="*/ 81280 h 243840"/>
              <a:gd name="connsiteX9" fmla="*/ 0 w 182879"/>
              <a:gd name="connsiteY9" fmla="*/ 91440 h 243840"/>
              <a:gd name="connsiteX10" fmla="*/ 10160 w 182879"/>
              <a:gd name="connsiteY10" fmla="*/ 101600 h 243840"/>
              <a:gd name="connsiteX11" fmla="*/ 10160 w 182879"/>
              <a:gd name="connsiteY11" fmla="*/ 223520 h 243840"/>
              <a:gd name="connsiteX12" fmla="*/ 8890 w 182879"/>
              <a:gd name="connsiteY12" fmla="*/ 223520 h 243840"/>
              <a:gd name="connsiteX13" fmla="*/ 0 w 182879"/>
              <a:gd name="connsiteY13" fmla="*/ 233680 h 243840"/>
              <a:gd name="connsiteX14" fmla="*/ 10160 w 182879"/>
              <a:gd name="connsiteY14" fmla="*/ 243840 h 243840"/>
              <a:gd name="connsiteX15" fmla="*/ 20320 w 182879"/>
              <a:gd name="connsiteY15" fmla="*/ 243840 h 243840"/>
              <a:gd name="connsiteX16" fmla="*/ 162560 w 182879"/>
              <a:gd name="connsiteY16" fmla="*/ 243840 h 243840"/>
              <a:gd name="connsiteX17" fmla="*/ 172720 w 182879"/>
              <a:gd name="connsiteY17" fmla="*/ 243840 h 243840"/>
              <a:gd name="connsiteX18" fmla="*/ 173990 w 182879"/>
              <a:gd name="connsiteY18" fmla="*/ 243840 h 243840"/>
              <a:gd name="connsiteX19" fmla="*/ 182880 w 182879"/>
              <a:gd name="connsiteY19" fmla="*/ 233680 h 243840"/>
              <a:gd name="connsiteX20" fmla="*/ 172720 w 182879"/>
              <a:gd name="connsiteY20" fmla="*/ 223520 h 243840"/>
              <a:gd name="connsiteX21" fmla="*/ 172720 w 182879"/>
              <a:gd name="connsiteY21" fmla="*/ 101600 h 243840"/>
              <a:gd name="connsiteX22" fmla="*/ 173990 w 182879"/>
              <a:gd name="connsiteY22" fmla="*/ 101600 h 243840"/>
              <a:gd name="connsiteX23" fmla="*/ 182880 w 182879"/>
              <a:gd name="connsiteY23" fmla="*/ 91440 h 243840"/>
              <a:gd name="connsiteX24" fmla="*/ 172720 w 182879"/>
              <a:gd name="connsiteY24" fmla="*/ 81280 h 243840"/>
              <a:gd name="connsiteX25" fmla="*/ 172720 w 182879"/>
              <a:gd name="connsiteY25" fmla="*/ 20320 h 243840"/>
              <a:gd name="connsiteX26" fmla="*/ 173990 w 182879"/>
              <a:gd name="connsiteY26" fmla="*/ 20320 h 243840"/>
              <a:gd name="connsiteX27" fmla="*/ 182880 w 182879"/>
              <a:gd name="connsiteY27" fmla="*/ 10160 h 243840"/>
              <a:gd name="connsiteX28" fmla="*/ 172720 w 182879"/>
              <a:gd name="connsiteY28" fmla="*/ 0 h 243840"/>
              <a:gd name="connsiteX29" fmla="*/ 152400 w 182879"/>
              <a:gd name="connsiteY29" fmla="*/ 223520 h 243840"/>
              <a:gd name="connsiteX30" fmla="*/ 152400 w 182879"/>
              <a:gd name="connsiteY30" fmla="*/ 101600 h 243840"/>
              <a:gd name="connsiteX31" fmla="*/ 30480 w 182879"/>
              <a:gd name="connsiteY31" fmla="*/ 101600 h 243840"/>
              <a:gd name="connsiteX32" fmla="*/ 30480 w 182879"/>
              <a:gd name="connsiteY32" fmla="*/ 223520 h 243840"/>
              <a:gd name="connsiteX33" fmla="*/ 152400 w 182879"/>
              <a:gd name="connsiteY33" fmla="*/ 223520 h 243840"/>
              <a:gd name="connsiteX34" fmla="*/ 30480 w 182879"/>
              <a:gd name="connsiteY34" fmla="*/ 81280 h 243840"/>
              <a:gd name="connsiteX35" fmla="*/ 30480 w 182879"/>
              <a:gd name="connsiteY35" fmla="*/ 20320 h 243840"/>
              <a:gd name="connsiteX36" fmla="*/ 152400 w 182879"/>
              <a:gd name="connsiteY36" fmla="*/ 20320 h 243840"/>
              <a:gd name="connsiteX37" fmla="*/ 152400 w 182879"/>
              <a:gd name="connsiteY37" fmla="*/ 81280 h 243840"/>
              <a:gd name="connsiteX38" fmla="*/ 30480 w 182879"/>
              <a:gd name="connsiteY38" fmla="*/ 81280 h 243840"/>
              <a:gd name="connsiteX39" fmla="*/ 71120 w 182879"/>
              <a:gd name="connsiteY39" fmla="*/ 130810 h 243840"/>
              <a:gd name="connsiteX40" fmla="*/ 85090 w 182879"/>
              <a:gd name="connsiteY40" fmla="*/ 116840 h 243840"/>
              <a:gd name="connsiteX41" fmla="*/ 97790 w 182879"/>
              <a:gd name="connsiteY41" fmla="*/ 116840 h 243840"/>
              <a:gd name="connsiteX42" fmla="*/ 111760 w 182879"/>
              <a:gd name="connsiteY42" fmla="*/ 130810 h 243840"/>
              <a:gd name="connsiteX43" fmla="*/ 127000 w 182879"/>
              <a:gd name="connsiteY43" fmla="*/ 166370 h 243840"/>
              <a:gd name="connsiteX44" fmla="*/ 91440 w 182879"/>
              <a:gd name="connsiteY44" fmla="*/ 201930 h 243840"/>
              <a:gd name="connsiteX45" fmla="*/ 55880 w 182879"/>
              <a:gd name="connsiteY45" fmla="*/ 166370 h 243840"/>
              <a:gd name="connsiteX46" fmla="*/ 71120 w 182879"/>
              <a:gd name="connsiteY46" fmla="*/ 130810 h 243840"/>
              <a:gd name="connsiteX47" fmla="*/ 93980 w 182879"/>
              <a:gd name="connsiteY47" fmla="*/ 140970 h 243840"/>
              <a:gd name="connsiteX48" fmla="*/ 91440 w 182879"/>
              <a:gd name="connsiteY48" fmla="*/ 138430 h 243840"/>
              <a:gd name="connsiteX49" fmla="*/ 88900 w 182879"/>
              <a:gd name="connsiteY49" fmla="*/ 140970 h 243840"/>
              <a:gd name="connsiteX50" fmla="*/ 86360 w 182879"/>
              <a:gd name="connsiteY50" fmla="*/ 143510 h 243840"/>
              <a:gd name="connsiteX51" fmla="*/ 76200 w 182879"/>
              <a:gd name="connsiteY51" fmla="*/ 166370 h 243840"/>
              <a:gd name="connsiteX52" fmla="*/ 91440 w 182879"/>
              <a:gd name="connsiteY52" fmla="*/ 181610 h 243840"/>
              <a:gd name="connsiteX53" fmla="*/ 106680 w 182879"/>
              <a:gd name="connsiteY53" fmla="*/ 166370 h 243840"/>
              <a:gd name="connsiteX54" fmla="*/ 96520 w 182879"/>
              <a:gd name="connsiteY54" fmla="*/ 143510 h 243840"/>
              <a:gd name="connsiteX55" fmla="*/ 93980 w 182879"/>
              <a:gd name="connsiteY55" fmla="*/ 14097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82879" h="243840">
                <a:moveTo>
                  <a:pt x="172720" y="0"/>
                </a:moveTo>
                <a:lnTo>
                  <a:pt x="162560" y="0"/>
                </a:lnTo>
                <a:lnTo>
                  <a:pt x="20320" y="0"/>
                </a:lnTo>
                <a:lnTo>
                  <a:pt x="10160" y="0"/>
                </a:lnTo>
                <a:lnTo>
                  <a:pt x="8890" y="0"/>
                </a:lnTo>
                <a:cubicBezTo>
                  <a:pt x="381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10160" y="81280"/>
                </a:lnTo>
                <a:lnTo>
                  <a:pt x="8890" y="81280"/>
                </a:lnTo>
                <a:cubicBezTo>
                  <a:pt x="3810" y="81280"/>
                  <a:pt x="0" y="86360"/>
                  <a:pt x="0" y="91440"/>
                </a:cubicBezTo>
                <a:cubicBezTo>
                  <a:pt x="0" y="96520"/>
                  <a:pt x="5080" y="101600"/>
                  <a:pt x="10160" y="101600"/>
                </a:cubicBezTo>
                <a:lnTo>
                  <a:pt x="10160" y="223520"/>
                </a:lnTo>
                <a:lnTo>
                  <a:pt x="8890" y="223520"/>
                </a:lnTo>
                <a:cubicBezTo>
                  <a:pt x="381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0" y="243840"/>
                </a:cubicBezTo>
                <a:lnTo>
                  <a:pt x="20320" y="243840"/>
                </a:lnTo>
                <a:lnTo>
                  <a:pt x="162560" y="243840"/>
                </a:lnTo>
                <a:lnTo>
                  <a:pt x="172720" y="243840"/>
                </a:lnTo>
                <a:lnTo>
                  <a:pt x="173990" y="243840"/>
                </a:lnTo>
                <a:cubicBezTo>
                  <a:pt x="179070" y="243840"/>
                  <a:pt x="182880" y="238760"/>
                  <a:pt x="182880" y="233680"/>
                </a:cubicBezTo>
                <a:cubicBezTo>
                  <a:pt x="182880" y="228600"/>
                  <a:pt x="177800" y="223520"/>
                  <a:pt x="172720" y="223520"/>
                </a:cubicBezTo>
                <a:lnTo>
                  <a:pt x="172720" y="101600"/>
                </a:lnTo>
                <a:lnTo>
                  <a:pt x="173990" y="101600"/>
                </a:lnTo>
                <a:cubicBezTo>
                  <a:pt x="179070" y="101600"/>
                  <a:pt x="182880" y="96520"/>
                  <a:pt x="182880" y="91440"/>
                </a:cubicBezTo>
                <a:cubicBezTo>
                  <a:pt x="182880" y="86360"/>
                  <a:pt x="177800" y="81280"/>
                  <a:pt x="172720" y="81280"/>
                </a:cubicBezTo>
                <a:lnTo>
                  <a:pt x="172720" y="20320"/>
                </a:lnTo>
                <a:lnTo>
                  <a:pt x="173990" y="20320"/>
                </a:lnTo>
                <a:cubicBezTo>
                  <a:pt x="179070" y="20320"/>
                  <a:pt x="182880" y="15240"/>
                  <a:pt x="182880" y="10160"/>
                </a:cubicBezTo>
                <a:cubicBezTo>
                  <a:pt x="182880" y="5080"/>
                  <a:pt x="177800" y="0"/>
                  <a:pt x="172720" y="0"/>
                </a:cubicBezTo>
                <a:close/>
                <a:moveTo>
                  <a:pt x="152400" y="223520"/>
                </a:moveTo>
                <a:lnTo>
                  <a:pt x="152400" y="101600"/>
                </a:lnTo>
                <a:lnTo>
                  <a:pt x="30480" y="101600"/>
                </a:lnTo>
                <a:lnTo>
                  <a:pt x="30480" y="223520"/>
                </a:lnTo>
                <a:lnTo>
                  <a:pt x="152400" y="223520"/>
                </a:lnTo>
                <a:close/>
                <a:moveTo>
                  <a:pt x="30480" y="81280"/>
                </a:moveTo>
                <a:lnTo>
                  <a:pt x="30480" y="20320"/>
                </a:lnTo>
                <a:lnTo>
                  <a:pt x="152400" y="20320"/>
                </a:lnTo>
                <a:lnTo>
                  <a:pt x="152400" y="81280"/>
                </a:lnTo>
                <a:lnTo>
                  <a:pt x="30480" y="81280"/>
                </a:lnTo>
                <a:close/>
                <a:moveTo>
                  <a:pt x="71120" y="130810"/>
                </a:moveTo>
                <a:cubicBezTo>
                  <a:pt x="76200" y="124460"/>
                  <a:pt x="81280" y="119380"/>
                  <a:pt x="85090" y="116840"/>
                </a:cubicBezTo>
                <a:cubicBezTo>
                  <a:pt x="88900" y="114300"/>
                  <a:pt x="93980" y="114300"/>
                  <a:pt x="97790" y="116840"/>
                </a:cubicBezTo>
                <a:cubicBezTo>
                  <a:pt x="101600" y="119380"/>
                  <a:pt x="106680" y="124460"/>
                  <a:pt x="111760" y="130810"/>
                </a:cubicBezTo>
                <a:cubicBezTo>
                  <a:pt x="120650" y="142240"/>
                  <a:pt x="127000" y="153670"/>
                  <a:pt x="127000" y="166370"/>
                </a:cubicBezTo>
                <a:cubicBezTo>
                  <a:pt x="127000" y="185420"/>
                  <a:pt x="110490" y="201930"/>
                  <a:pt x="91440" y="201930"/>
                </a:cubicBezTo>
                <a:cubicBezTo>
                  <a:pt x="72390" y="201930"/>
                  <a:pt x="55880" y="185420"/>
                  <a:pt x="55880" y="166370"/>
                </a:cubicBezTo>
                <a:cubicBezTo>
                  <a:pt x="55880" y="154940"/>
                  <a:pt x="60960" y="142240"/>
                  <a:pt x="71120" y="130810"/>
                </a:cubicBezTo>
                <a:close/>
                <a:moveTo>
                  <a:pt x="93980" y="140970"/>
                </a:moveTo>
                <a:lnTo>
                  <a:pt x="91440" y="138430"/>
                </a:lnTo>
                <a:lnTo>
                  <a:pt x="88900" y="140970"/>
                </a:lnTo>
                <a:lnTo>
                  <a:pt x="86360" y="143510"/>
                </a:lnTo>
                <a:cubicBezTo>
                  <a:pt x="80010" y="151130"/>
                  <a:pt x="76200" y="160020"/>
                  <a:pt x="76200" y="166370"/>
                </a:cubicBezTo>
                <a:cubicBezTo>
                  <a:pt x="76200" y="175260"/>
                  <a:pt x="82550" y="181610"/>
                  <a:pt x="91440" y="181610"/>
                </a:cubicBezTo>
                <a:cubicBezTo>
                  <a:pt x="100330" y="181610"/>
                  <a:pt x="106680" y="175260"/>
                  <a:pt x="106680" y="166370"/>
                </a:cubicBezTo>
                <a:cubicBezTo>
                  <a:pt x="106680" y="158750"/>
                  <a:pt x="102870" y="151130"/>
                  <a:pt x="96520" y="143510"/>
                </a:cubicBezTo>
                <a:cubicBezTo>
                  <a:pt x="95250" y="143510"/>
                  <a:pt x="93980" y="142240"/>
                  <a:pt x="93980" y="1409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6" name="Полилиния: фигура 153">
            <a:extLst>
              <a:ext uri="{FF2B5EF4-FFF2-40B4-BE49-F238E27FC236}">
                <a16:creationId xmlns:a16="http://schemas.microsoft.com/office/drawing/2014/main" id="{08C22DAC-14FE-2A4E-522C-D069F5C4E3A7}"/>
              </a:ext>
            </a:extLst>
          </p:cNvPr>
          <p:cNvSpPr/>
          <p:nvPr/>
        </p:nvSpPr>
        <p:spPr>
          <a:xfrm>
            <a:off x="7241414" y="4006428"/>
            <a:ext cx="260849" cy="259397"/>
          </a:xfrm>
          <a:custGeom>
            <a:avLst/>
            <a:gdLst>
              <a:gd name="connsiteX0" fmla="*/ 257810 w 260849"/>
              <a:gd name="connsiteY0" fmla="*/ 2858 h 259397"/>
              <a:gd name="connsiteX1" fmla="*/ 243839 w 260849"/>
              <a:gd name="connsiteY1" fmla="*/ 2858 h 259397"/>
              <a:gd name="connsiteX2" fmla="*/ 165100 w 260849"/>
              <a:gd name="connsiteY2" fmla="*/ 81597 h 259397"/>
              <a:gd name="connsiteX3" fmla="*/ 163830 w 260849"/>
              <a:gd name="connsiteY3" fmla="*/ 82867 h 259397"/>
              <a:gd name="connsiteX4" fmla="*/ 165100 w 260849"/>
              <a:gd name="connsiteY4" fmla="*/ 96837 h 259397"/>
              <a:gd name="connsiteX5" fmla="*/ 179070 w 260849"/>
              <a:gd name="connsiteY5" fmla="*/ 96837 h 259397"/>
              <a:gd name="connsiteX6" fmla="*/ 257810 w 260849"/>
              <a:gd name="connsiteY6" fmla="*/ 18097 h 259397"/>
              <a:gd name="connsiteX7" fmla="*/ 259080 w 260849"/>
              <a:gd name="connsiteY7" fmla="*/ 16827 h 259397"/>
              <a:gd name="connsiteX8" fmla="*/ 257810 w 260849"/>
              <a:gd name="connsiteY8" fmla="*/ 2858 h 259397"/>
              <a:gd name="connsiteX9" fmla="*/ 81280 w 260849"/>
              <a:gd name="connsiteY9" fmla="*/ 96837 h 259397"/>
              <a:gd name="connsiteX10" fmla="*/ 0 w 260849"/>
              <a:gd name="connsiteY10" fmla="*/ 178117 h 259397"/>
              <a:gd name="connsiteX11" fmla="*/ 81280 w 260849"/>
              <a:gd name="connsiteY11" fmla="*/ 259397 h 259397"/>
              <a:gd name="connsiteX12" fmla="*/ 162560 w 260849"/>
              <a:gd name="connsiteY12" fmla="*/ 178117 h 259397"/>
              <a:gd name="connsiteX13" fmla="*/ 81280 w 260849"/>
              <a:gd name="connsiteY13" fmla="*/ 96837 h 259397"/>
              <a:gd name="connsiteX14" fmla="*/ 81280 w 260849"/>
              <a:gd name="connsiteY14" fmla="*/ 117158 h 259397"/>
              <a:gd name="connsiteX15" fmla="*/ 142239 w 260849"/>
              <a:gd name="connsiteY15" fmla="*/ 178117 h 259397"/>
              <a:gd name="connsiteX16" fmla="*/ 81280 w 260849"/>
              <a:gd name="connsiteY16" fmla="*/ 239078 h 259397"/>
              <a:gd name="connsiteX17" fmla="*/ 20320 w 260849"/>
              <a:gd name="connsiteY17" fmla="*/ 178117 h 259397"/>
              <a:gd name="connsiteX18" fmla="*/ 81280 w 260849"/>
              <a:gd name="connsiteY18" fmla="*/ 117158 h 259397"/>
              <a:gd name="connsiteX19" fmla="*/ 172720 w 260849"/>
              <a:gd name="connsiteY19" fmla="*/ 16827 h 259397"/>
              <a:gd name="connsiteX20" fmla="*/ 186689 w 260849"/>
              <a:gd name="connsiteY20" fmla="*/ 16827 h 259397"/>
              <a:gd name="connsiteX21" fmla="*/ 187960 w 260849"/>
              <a:gd name="connsiteY21" fmla="*/ 30797 h 259397"/>
              <a:gd name="connsiteX22" fmla="*/ 186689 w 260849"/>
              <a:gd name="connsiteY22" fmla="*/ 32067 h 259397"/>
              <a:gd name="connsiteX23" fmla="*/ 135889 w 260849"/>
              <a:gd name="connsiteY23" fmla="*/ 82867 h 259397"/>
              <a:gd name="connsiteX24" fmla="*/ 121920 w 260849"/>
              <a:gd name="connsiteY24" fmla="*/ 82867 h 259397"/>
              <a:gd name="connsiteX25" fmla="*/ 120650 w 260849"/>
              <a:gd name="connsiteY25" fmla="*/ 68897 h 259397"/>
              <a:gd name="connsiteX26" fmla="*/ 121920 w 260849"/>
              <a:gd name="connsiteY26" fmla="*/ 67627 h 259397"/>
              <a:gd name="connsiteX27" fmla="*/ 172720 w 260849"/>
              <a:gd name="connsiteY27" fmla="*/ 16827 h 259397"/>
              <a:gd name="connsiteX28" fmla="*/ 243839 w 260849"/>
              <a:gd name="connsiteY28" fmla="*/ 73977 h 259397"/>
              <a:gd name="connsiteX29" fmla="*/ 229870 w 260849"/>
              <a:gd name="connsiteY29" fmla="*/ 73977 h 259397"/>
              <a:gd name="connsiteX30" fmla="*/ 179070 w 260849"/>
              <a:gd name="connsiteY30" fmla="*/ 124777 h 259397"/>
              <a:gd name="connsiteX31" fmla="*/ 177800 w 260849"/>
              <a:gd name="connsiteY31" fmla="*/ 126047 h 259397"/>
              <a:gd name="connsiteX32" fmla="*/ 179070 w 260849"/>
              <a:gd name="connsiteY32" fmla="*/ 140017 h 259397"/>
              <a:gd name="connsiteX33" fmla="*/ 193039 w 260849"/>
              <a:gd name="connsiteY33" fmla="*/ 140017 h 259397"/>
              <a:gd name="connsiteX34" fmla="*/ 243839 w 260849"/>
              <a:gd name="connsiteY34" fmla="*/ 89217 h 259397"/>
              <a:gd name="connsiteX35" fmla="*/ 245110 w 260849"/>
              <a:gd name="connsiteY35" fmla="*/ 87947 h 259397"/>
              <a:gd name="connsiteX36" fmla="*/ 243839 w 260849"/>
              <a:gd name="connsiteY36" fmla="*/ 73977 h 259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60849" h="259397">
                <a:moveTo>
                  <a:pt x="257810" y="2858"/>
                </a:moveTo>
                <a:cubicBezTo>
                  <a:pt x="254000" y="-953"/>
                  <a:pt x="247650" y="-953"/>
                  <a:pt x="243839" y="2858"/>
                </a:cubicBezTo>
                <a:lnTo>
                  <a:pt x="165100" y="81597"/>
                </a:lnTo>
                <a:lnTo>
                  <a:pt x="163830" y="82867"/>
                </a:lnTo>
                <a:cubicBezTo>
                  <a:pt x="161289" y="86677"/>
                  <a:pt x="161289" y="93027"/>
                  <a:pt x="165100" y="96837"/>
                </a:cubicBezTo>
                <a:cubicBezTo>
                  <a:pt x="168910" y="100647"/>
                  <a:pt x="175260" y="100647"/>
                  <a:pt x="179070" y="96837"/>
                </a:cubicBezTo>
                <a:lnTo>
                  <a:pt x="257810" y="18097"/>
                </a:lnTo>
                <a:lnTo>
                  <a:pt x="259080" y="16827"/>
                </a:lnTo>
                <a:cubicBezTo>
                  <a:pt x="261620" y="11747"/>
                  <a:pt x="261620" y="6667"/>
                  <a:pt x="257810" y="2858"/>
                </a:cubicBezTo>
                <a:close/>
                <a:moveTo>
                  <a:pt x="81280" y="96837"/>
                </a:moveTo>
                <a:cubicBezTo>
                  <a:pt x="36830" y="96837"/>
                  <a:pt x="0" y="133667"/>
                  <a:pt x="0" y="178117"/>
                </a:cubicBezTo>
                <a:cubicBezTo>
                  <a:pt x="0" y="222567"/>
                  <a:pt x="36830" y="259397"/>
                  <a:pt x="81280" y="259397"/>
                </a:cubicBezTo>
                <a:cubicBezTo>
                  <a:pt x="125730" y="259397"/>
                  <a:pt x="162560" y="222567"/>
                  <a:pt x="162560" y="178117"/>
                </a:cubicBezTo>
                <a:cubicBezTo>
                  <a:pt x="162560" y="133667"/>
                  <a:pt x="125730" y="96837"/>
                  <a:pt x="81280" y="96837"/>
                </a:cubicBezTo>
                <a:close/>
                <a:moveTo>
                  <a:pt x="81280" y="117158"/>
                </a:moveTo>
                <a:cubicBezTo>
                  <a:pt x="114300" y="117158"/>
                  <a:pt x="142239" y="143827"/>
                  <a:pt x="142239" y="178117"/>
                </a:cubicBezTo>
                <a:cubicBezTo>
                  <a:pt x="142239" y="211137"/>
                  <a:pt x="115570" y="239078"/>
                  <a:pt x="81280" y="239078"/>
                </a:cubicBezTo>
                <a:cubicBezTo>
                  <a:pt x="48260" y="239078"/>
                  <a:pt x="20320" y="212408"/>
                  <a:pt x="20320" y="178117"/>
                </a:cubicBezTo>
                <a:cubicBezTo>
                  <a:pt x="20320" y="145097"/>
                  <a:pt x="46989" y="117158"/>
                  <a:pt x="81280" y="117158"/>
                </a:cubicBezTo>
                <a:close/>
                <a:moveTo>
                  <a:pt x="172720" y="16827"/>
                </a:moveTo>
                <a:cubicBezTo>
                  <a:pt x="176530" y="13017"/>
                  <a:pt x="182880" y="13017"/>
                  <a:pt x="186689" y="16827"/>
                </a:cubicBezTo>
                <a:cubicBezTo>
                  <a:pt x="190500" y="20637"/>
                  <a:pt x="190500" y="25717"/>
                  <a:pt x="187960" y="30797"/>
                </a:cubicBezTo>
                <a:lnTo>
                  <a:pt x="186689" y="32067"/>
                </a:lnTo>
                <a:lnTo>
                  <a:pt x="135889" y="82867"/>
                </a:lnTo>
                <a:cubicBezTo>
                  <a:pt x="132080" y="86677"/>
                  <a:pt x="125730" y="86677"/>
                  <a:pt x="121920" y="82867"/>
                </a:cubicBezTo>
                <a:cubicBezTo>
                  <a:pt x="118110" y="79058"/>
                  <a:pt x="118110" y="73977"/>
                  <a:pt x="120650" y="68897"/>
                </a:cubicBezTo>
                <a:lnTo>
                  <a:pt x="121920" y="67627"/>
                </a:lnTo>
                <a:lnTo>
                  <a:pt x="172720" y="16827"/>
                </a:lnTo>
                <a:close/>
                <a:moveTo>
                  <a:pt x="243839" y="73977"/>
                </a:moveTo>
                <a:cubicBezTo>
                  <a:pt x="240030" y="70167"/>
                  <a:pt x="233680" y="70167"/>
                  <a:pt x="229870" y="73977"/>
                </a:cubicBezTo>
                <a:lnTo>
                  <a:pt x="179070" y="124777"/>
                </a:lnTo>
                <a:lnTo>
                  <a:pt x="177800" y="126047"/>
                </a:lnTo>
                <a:cubicBezTo>
                  <a:pt x="175260" y="129858"/>
                  <a:pt x="175260" y="136208"/>
                  <a:pt x="179070" y="140017"/>
                </a:cubicBezTo>
                <a:cubicBezTo>
                  <a:pt x="182880" y="143827"/>
                  <a:pt x="189230" y="143827"/>
                  <a:pt x="193039" y="140017"/>
                </a:cubicBezTo>
                <a:lnTo>
                  <a:pt x="243839" y="89217"/>
                </a:lnTo>
                <a:lnTo>
                  <a:pt x="245110" y="87947"/>
                </a:lnTo>
                <a:cubicBezTo>
                  <a:pt x="247650" y="84137"/>
                  <a:pt x="247650" y="77787"/>
                  <a:pt x="243839" y="73977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7" name="Полилиния: фигура 156">
            <a:extLst>
              <a:ext uri="{FF2B5EF4-FFF2-40B4-BE49-F238E27FC236}">
                <a16:creationId xmlns:a16="http://schemas.microsoft.com/office/drawing/2014/main" id="{31F173D0-E5BE-21E4-54E7-06784618A948}"/>
              </a:ext>
            </a:extLst>
          </p:cNvPr>
          <p:cNvSpPr/>
          <p:nvPr/>
        </p:nvSpPr>
        <p:spPr>
          <a:xfrm>
            <a:off x="7805293" y="3997609"/>
            <a:ext cx="252688" cy="277106"/>
          </a:xfrm>
          <a:custGeom>
            <a:avLst/>
            <a:gdLst>
              <a:gd name="connsiteX0" fmla="*/ 146050 w 252688"/>
              <a:gd name="connsiteY0" fmla="*/ 26916 h 277106"/>
              <a:gd name="connsiteX1" fmla="*/ 12700 w 252688"/>
              <a:gd name="connsiteY1" fmla="*/ 123436 h 277106"/>
              <a:gd name="connsiteX2" fmla="*/ 20320 w 252688"/>
              <a:gd name="connsiteY2" fmla="*/ 134866 h 277106"/>
              <a:gd name="connsiteX3" fmla="*/ 119380 w 252688"/>
              <a:gd name="connsiteY3" fmla="*/ 155186 h 277106"/>
              <a:gd name="connsiteX4" fmla="*/ 97790 w 252688"/>
              <a:gd name="connsiteY4" fmla="*/ 256786 h 277106"/>
              <a:gd name="connsiteX5" fmla="*/ 10160 w 252688"/>
              <a:gd name="connsiteY5" fmla="*/ 256786 h 277106"/>
              <a:gd name="connsiteX6" fmla="*/ 0 w 252688"/>
              <a:gd name="connsiteY6" fmla="*/ 266946 h 277106"/>
              <a:gd name="connsiteX7" fmla="*/ 10160 w 252688"/>
              <a:gd name="connsiteY7" fmla="*/ 277106 h 277106"/>
              <a:gd name="connsiteX8" fmla="*/ 223520 w 252688"/>
              <a:gd name="connsiteY8" fmla="*/ 277106 h 277106"/>
              <a:gd name="connsiteX9" fmla="*/ 233680 w 252688"/>
              <a:gd name="connsiteY9" fmla="*/ 266946 h 277106"/>
              <a:gd name="connsiteX10" fmla="*/ 223520 w 252688"/>
              <a:gd name="connsiteY10" fmla="*/ 256786 h 277106"/>
              <a:gd name="connsiteX11" fmla="*/ 119380 w 252688"/>
              <a:gd name="connsiteY11" fmla="*/ 256786 h 277106"/>
              <a:gd name="connsiteX12" fmla="*/ 139700 w 252688"/>
              <a:gd name="connsiteY12" fmla="*/ 158996 h 277106"/>
              <a:gd name="connsiteX13" fmla="*/ 238760 w 252688"/>
              <a:gd name="connsiteY13" fmla="*/ 179316 h 277106"/>
              <a:gd name="connsiteX14" fmla="*/ 250190 w 252688"/>
              <a:gd name="connsiteY14" fmla="*/ 171696 h 277106"/>
              <a:gd name="connsiteX15" fmla="*/ 165100 w 252688"/>
              <a:gd name="connsiteY15" fmla="*/ 30726 h 277106"/>
              <a:gd name="connsiteX16" fmla="*/ 168910 w 252688"/>
              <a:gd name="connsiteY16" fmla="*/ 11676 h 277106"/>
              <a:gd name="connsiteX17" fmla="*/ 161290 w 252688"/>
              <a:gd name="connsiteY17" fmla="*/ 246 h 277106"/>
              <a:gd name="connsiteX18" fmla="*/ 149860 w 252688"/>
              <a:gd name="connsiteY18" fmla="*/ 7866 h 277106"/>
              <a:gd name="connsiteX19" fmla="*/ 146050 w 252688"/>
              <a:gd name="connsiteY19" fmla="*/ 26916 h 277106"/>
              <a:gd name="connsiteX20" fmla="*/ 148590 w 252688"/>
              <a:gd name="connsiteY20" fmla="*/ 47236 h 277106"/>
              <a:gd name="connsiteX21" fmla="*/ 34290 w 252688"/>
              <a:gd name="connsiteY21" fmla="*/ 117086 h 277106"/>
              <a:gd name="connsiteX22" fmla="*/ 232410 w 252688"/>
              <a:gd name="connsiteY22" fmla="*/ 157726 h 277106"/>
              <a:gd name="connsiteX23" fmla="*/ 154940 w 252688"/>
              <a:gd name="connsiteY23" fmla="*/ 48506 h 277106"/>
              <a:gd name="connsiteX24" fmla="*/ 152400 w 252688"/>
              <a:gd name="connsiteY24" fmla="*/ 48506 h 277106"/>
              <a:gd name="connsiteX25" fmla="*/ 148590 w 252688"/>
              <a:gd name="connsiteY25" fmla="*/ 47236 h 277106"/>
              <a:gd name="connsiteX26" fmla="*/ 152400 w 252688"/>
              <a:gd name="connsiteY26" fmla="*/ 87876 h 277106"/>
              <a:gd name="connsiteX27" fmla="*/ 185420 w 252688"/>
              <a:gd name="connsiteY27" fmla="*/ 124706 h 277106"/>
              <a:gd name="connsiteX28" fmla="*/ 193040 w 252688"/>
              <a:gd name="connsiteY28" fmla="*/ 136136 h 277106"/>
              <a:gd name="connsiteX29" fmla="*/ 204470 w 252688"/>
              <a:gd name="connsiteY29" fmla="*/ 128516 h 277106"/>
              <a:gd name="connsiteX30" fmla="*/ 156210 w 252688"/>
              <a:gd name="connsiteY30" fmla="*/ 67556 h 277106"/>
              <a:gd name="connsiteX31" fmla="*/ 144780 w 252688"/>
              <a:gd name="connsiteY31" fmla="*/ 75176 h 277106"/>
              <a:gd name="connsiteX32" fmla="*/ 152400 w 252688"/>
              <a:gd name="connsiteY32" fmla="*/ 87876 h 27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52688" h="277106">
                <a:moveTo>
                  <a:pt x="146050" y="26916"/>
                </a:moveTo>
                <a:cubicBezTo>
                  <a:pt x="83820" y="19296"/>
                  <a:pt x="25400" y="59936"/>
                  <a:pt x="12700" y="123436"/>
                </a:cubicBezTo>
                <a:cubicBezTo>
                  <a:pt x="11430" y="128516"/>
                  <a:pt x="15240" y="134866"/>
                  <a:pt x="20320" y="134866"/>
                </a:cubicBezTo>
                <a:lnTo>
                  <a:pt x="119380" y="155186"/>
                </a:lnTo>
                <a:lnTo>
                  <a:pt x="97790" y="256786"/>
                </a:lnTo>
                <a:lnTo>
                  <a:pt x="10160" y="256786"/>
                </a:lnTo>
                <a:cubicBezTo>
                  <a:pt x="5080" y="256786"/>
                  <a:pt x="0" y="261866"/>
                  <a:pt x="0" y="266946"/>
                </a:cubicBezTo>
                <a:cubicBezTo>
                  <a:pt x="0" y="272026"/>
                  <a:pt x="5080" y="277106"/>
                  <a:pt x="10160" y="277106"/>
                </a:cubicBezTo>
                <a:lnTo>
                  <a:pt x="223520" y="277106"/>
                </a:lnTo>
                <a:cubicBezTo>
                  <a:pt x="228600" y="277106"/>
                  <a:pt x="233680" y="272026"/>
                  <a:pt x="233680" y="266946"/>
                </a:cubicBezTo>
                <a:cubicBezTo>
                  <a:pt x="233680" y="261866"/>
                  <a:pt x="228600" y="256786"/>
                  <a:pt x="223520" y="256786"/>
                </a:cubicBezTo>
                <a:lnTo>
                  <a:pt x="119380" y="256786"/>
                </a:lnTo>
                <a:lnTo>
                  <a:pt x="139700" y="158996"/>
                </a:lnTo>
                <a:lnTo>
                  <a:pt x="238760" y="179316"/>
                </a:lnTo>
                <a:cubicBezTo>
                  <a:pt x="243840" y="180586"/>
                  <a:pt x="250190" y="176776"/>
                  <a:pt x="250190" y="171696"/>
                </a:cubicBezTo>
                <a:cubicBezTo>
                  <a:pt x="262890" y="109466"/>
                  <a:pt x="226060" y="48506"/>
                  <a:pt x="165100" y="30726"/>
                </a:cubicBezTo>
                <a:lnTo>
                  <a:pt x="168910" y="11676"/>
                </a:lnTo>
                <a:cubicBezTo>
                  <a:pt x="170180" y="6596"/>
                  <a:pt x="166370" y="246"/>
                  <a:pt x="161290" y="246"/>
                </a:cubicBezTo>
                <a:cubicBezTo>
                  <a:pt x="156210" y="-1024"/>
                  <a:pt x="149860" y="2786"/>
                  <a:pt x="149860" y="7866"/>
                </a:cubicBezTo>
                <a:lnTo>
                  <a:pt x="146050" y="26916"/>
                </a:lnTo>
                <a:close/>
                <a:moveTo>
                  <a:pt x="148590" y="47236"/>
                </a:moveTo>
                <a:cubicBezTo>
                  <a:pt x="97790" y="38346"/>
                  <a:pt x="49530" y="68826"/>
                  <a:pt x="34290" y="117086"/>
                </a:cubicBezTo>
                <a:lnTo>
                  <a:pt x="232410" y="157726"/>
                </a:lnTo>
                <a:cubicBezTo>
                  <a:pt x="237490" y="106926"/>
                  <a:pt x="204470" y="59936"/>
                  <a:pt x="154940" y="48506"/>
                </a:cubicBezTo>
                <a:lnTo>
                  <a:pt x="152400" y="48506"/>
                </a:lnTo>
                <a:lnTo>
                  <a:pt x="148590" y="47236"/>
                </a:lnTo>
                <a:close/>
                <a:moveTo>
                  <a:pt x="152400" y="87876"/>
                </a:moveTo>
                <a:cubicBezTo>
                  <a:pt x="173990" y="92956"/>
                  <a:pt x="187960" y="109466"/>
                  <a:pt x="185420" y="124706"/>
                </a:cubicBezTo>
                <a:cubicBezTo>
                  <a:pt x="184150" y="129786"/>
                  <a:pt x="187960" y="136136"/>
                  <a:pt x="193040" y="136136"/>
                </a:cubicBezTo>
                <a:cubicBezTo>
                  <a:pt x="198120" y="137406"/>
                  <a:pt x="204470" y="133596"/>
                  <a:pt x="204470" y="128516"/>
                </a:cubicBezTo>
                <a:cubicBezTo>
                  <a:pt x="209550" y="100576"/>
                  <a:pt x="187960" y="73906"/>
                  <a:pt x="156210" y="67556"/>
                </a:cubicBezTo>
                <a:cubicBezTo>
                  <a:pt x="151130" y="66286"/>
                  <a:pt x="144780" y="70096"/>
                  <a:pt x="144780" y="75176"/>
                </a:cubicBezTo>
                <a:cubicBezTo>
                  <a:pt x="144780" y="80256"/>
                  <a:pt x="147320" y="86606"/>
                  <a:pt x="152400" y="87876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8" name="Полилиния: фигура 159">
            <a:extLst>
              <a:ext uri="{FF2B5EF4-FFF2-40B4-BE49-F238E27FC236}">
                <a16:creationId xmlns:a16="http://schemas.microsoft.com/office/drawing/2014/main" id="{939FA15F-510C-9D1B-BC18-AAA5657E917C}"/>
              </a:ext>
            </a:extLst>
          </p:cNvPr>
          <p:cNvSpPr/>
          <p:nvPr/>
        </p:nvSpPr>
        <p:spPr>
          <a:xfrm>
            <a:off x="8348853" y="4014366"/>
            <a:ext cx="283210" cy="243840"/>
          </a:xfrm>
          <a:custGeom>
            <a:avLst/>
            <a:gdLst>
              <a:gd name="connsiteX0" fmla="*/ 212090 w 283210"/>
              <a:gd name="connsiteY0" fmla="*/ 60960 h 243840"/>
              <a:gd name="connsiteX1" fmla="*/ 212090 w 283210"/>
              <a:gd name="connsiteY1" fmla="*/ 60960 h 243840"/>
              <a:gd name="connsiteX2" fmla="*/ 223520 w 283210"/>
              <a:gd name="connsiteY2" fmla="*/ 69850 h 243840"/>
              <a:gd name="connsiteX3" fmla="*/ 223520 w 283210"/>
              <a:gd name="connsiteY3" fmla="*/ 71120 h 243840"/>
              <a:gd name="connsiteX4" fmla="*/ 233680 w 283210"/>
              <a:gd name="connsiteY4" fmla="*/ 81280 h 243840"/>
              <a:gd name="connsiteX5" fmla="*/ 243840 w 283210"/>
              <a:gd name="connsiteY5" fmla="*/ 71120 h 243840"/>
              <a:gd name="connsiteX6" fmla="*/ 213361 w 283210"/>
              <a:gd name="connsiteY6" fmla="*/ 40640 h 243840"/>
              <a:gd name="connsiteX7" fmla="*/ 203200 w 283210"/>
              <a:gd name="connsiteY7" fmla="*/ 50800 h 243840"/>
              <a:gd name="connsiteX8" fmla="*/ 212090 w 283210"/>
              <a:gd name="connsiteY8" fmla="*/ 60960 h 243840"/>
              <a:gd name="connsiteX9" fmla="*/ 223520 w 283210"/>
              <a:gd name="connsiteY9" fmla="*/ 111760 h 243840"/>
              <a:gd name="connsiteX10" fmla="*/ 223520 w 283210"/>
              <a:gd name="connsiteY10" fmla="*/ 172720 h 243840"/>
              <a:gd name="connsiteX11" fmla="*/ 213361 w 283210"/>
              <a:gd name="connsiteY11" fmla="*/ 182880 h 243840"/>
              <a:gd name="connsiteX12" fmla="*/ 50800 w 283210"/>
              <a:gd name="connsiteY12" fmla="*/ 182880 h 243840"/>
              <a:gd name="connsiteX13" fmla="*/ 40640 w 283210"/>
              <a:gd name="connsiteY13" fmla="*/ 172720 h 243840"/>
              <a:gd name="connsiteX14" fmla="*/ 40640 w 283210"/>
              <a:gd name="connsiteY14" fmla="*/ 71120 h 243840"/>
              <a:gd name="connsiteX15" fmla="*/ 50800 w 283210"/>
              <a:gd name="connsiteY15" fmla="*/ 60960 h 243840"/>
              <a:gd name="connsiteX16" fmla="*/ 176530 w 283210"/>
              <a:gd name="connsiteY16" fmla="*/ 60960 h 243840"/>
              <a:gd name="connsiteX17" fmla="*/ 186690 w 283210"/>
              <a:gd name="connsiteY17" fmla="*/ 50800 h 243840"/>
              <a:gd name="connsiteX18" fmla="*/ 176530 w 283210"/>
              <a:gd name="connsiteY18" fmla="*/ 40640 h 243840"/>
              <a:gd name="connsiteX19" fmla="*/ 50800 w 283210"/>
              <a:gd name="connsiteY19" fmla="*/ 40640 h 243840"/>
              <a:gd name="connsiteX20" fmla="*/ 20320 w 283210"/>
              <a:gd name="connsiteY20" fmla="*/ 71120 h 243840"/>
              <a:gd name="connsiteX21" fmla="*/ 20320 w 283210"/>
              <a:gd name="connsiteY21" fmla="*/ 172720 h 243840"/>
              <a:gd name="connsiteX22" fmla="*/ 50800 w 283210"/>
              <a:gd name="connsiteY22" fmla="*/ 203200 h 243840"/>
              <a:gd name="connsiteX23" fmla="*/ 213361 w 283210"/>
              <a:gd name="connsiteY23" fmla="*/ 203200 h 243840"/>
              <a:gd name="connsiteX24" fmla="*/ 243840 w 283210"/>
              <a:gd name="connsiteY24" fmla="*/ 172720 h 243840"/>
              <a:gd name="connsiteX25" fmla="*/ 243840 w 283210"/>
              <a:gd name="connsiteY25" fmla="*/ 111760 h 243840"/>
              <a:gd name="connsiteX26" fmla="*/ 233680 w 283210"/>
              <a:gd name="connsiteY26" fmla="*/ 101600 h 243840"/>
              <a:gd name="connsiteX27" fmla="*/ 223520 w 283210"/>
              <a:gd name="connsiteY27" fmla="*/ 111760 h 243840"/>
              <a:gd name="connsiteX28" fmla="*/ 10161 w 283210"/>
              <a:gd name="connsiteY28" fmla="*/ 243840 h 243840"/>
              <a:gd name="connsiteX29" fmla="*/ 254000 w 283210"/>
              <a:gd name="connsiteY29" fmla="*/ 243840 h 243840"/>
              <a:gd name="connsiteX30" fmla="*/ 264161 w 283210"/>
              <a:gd name="connsiteY30" fmla="*/ 233680 h 243840"/>
              <a:gd name="connsiteX31" fmla="*/ 254000 w 283210"/>
              <a:gd name="connsiteY31" fmla="*/ 223520 h 243840"/>
              <a:gd name="connsiteX32" fmla="*/ 10161 w 283210"/>
              <a:gd name="connsiteY32" fmla="*/ 223520 h 243840"/>
              <a:gd name="connsiteX33" fmla="*/ 0 w 283210"/>
              <a:gd name="connsiteY33" fmla="*/ 233680 h 243840"/>
              <a:gd name="connsiteX34" fmla="*/ 10161 w 283210"/>
              <a:gd name="connsiteY34" fmla="*/ 243840 h 243840"/>
              <a:gd name="connsiteX35" fmla="*/ 213361 w 283210"/>
              <a:gd name="connsiteY35" fmla="*/ 20320 h 243840"/>
              <a:gd name="connsiteX36" fmla="*/ 262890 w 283210"/>
              <a:gd name="connsiteY36" fmla="*/ 69850 h 243840"/>
              <a:gd name="connsiteX37" fmla="*/ 273050 w 283210"/>
              <a:gd name="connsiteY37" fmla="*/ 80010 h 243840"/>
              <a:gd name="connsiteX38" fmla="*/ 283211 w 283210"/>
              <a:gd name="connsiteY38" fmla="*/ 69850 h 243840"/>
              <a:gd name="connsiteX39" fmla="*/ 213361 w 283210"/>
              <a:gd name="connsiteY39" fmla="*/ 0 h 243840"/>
              <a:gd name="connsiteX40" fmla="*/ 203200 w 283210"/>
              <a:gd name="connsiteY40" fmla="*/ 10160 h 243840"/>
              <a:gd name="connsiteX41" fmla="*/ 213361 w 283210"/>
              <a:gd name="connsiteY41" fmla="*/ 2032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83210" h="243840">
                <a:moveTo>
                  <a:pt x="212090" y="60960"/>
                </a:moveTo>
                <a:lnTo>
                  <a:pt x="212090" y="60960"/>
                </a:lnTo>
                <a:cubicBezTo>
                  <a:pt x="218440" y="60960"/>
                  <a:pt x="222250" y="64770"/>
                  <a:pt x="223520" y="69850"/>
                </a:cubicBezTo>
                <a:lnTo>
                  <a:pt x="223520" y="71120"/>
                </a:lnTo>
                <a:cubicBezTo>
                  <a:pt x="223520" y="76200"/>
                  <a:pt x="228600" y="81280"/>
                  <a:pt x="233680" y="81280"/>
                </a:cubicBezTo>
                <a:cubicBezTo>
                  <a:pt x="238761" y="81280"/>
                  <a:pt x="243840" y="76200"/>
                  <a:pt x="243840" y="71120"/>
                </a:cubicBezTo>
                <a:cubicBezTo>
                  <a:pt x="243840" y="54610"/>
                  <a:pt x="229870" y="40640"/>
                  <a:pt x="213361" y="40640"/>
                </a:cubicBezTo>
                <a:cubicBezTo>
                  <a:pt x="208280" y="40640"/>
                  <a:pt x="203200" y="45720"/>
                  <a:pt x="203200" y="50800"/>
                </a:cubicBezTo>
                <a:cubicBezTo>
                  <a:pt x="203200" y="55880"/>
                  <a:pt x="207011" y="59690"/>
                  <a:pt x="212090" y="60960"/>
                </a:cubicBezTo>
                <a:close/>
                <a:moveTo>
                  <a:pt x="223520" y="111760"/>
                </a:moveTo>
                <a:lnTo>
                  <a:pt x="223520" y="172720"/>
                </a:lnTo>
                <a:cubicBezTo>
                  <a:pt x="223520" y="177800"/>
                  <a:pt x="218440" y="182880"/>
                  <a:pt x="213361" y="182880"/>
                </a:cubicBezTo>
                <a:lnTo>
                  <a:pt x="50800" y="182880"/>
                </a:lnTo>
                <a:cubicBezTo>
                  <a:pt x="45720" y="182880"/>
                  <a:pt x="40640" y="177800"/>
                  <a:pt x="40640" y="172720"/>
                </a:cubicBezTo>
                <a:lnTo>
                  <a:pt x="40640" y="71120"/>
                </a:lnTo>
                <a:cubicBezTo>
                  <a:pt x="40640" y="66040"/>
                  <a:pt x="45720" y="60960"/>
                  <a:pt x="50800" y="60960"/>
                </a:cubicBezTo>
                <a:lnTo>
                  <a:pt x="176530" y="60960"/>
                </a:lnTo>
                <a:cubicBezTo>
                  <a:pt x="181611" y="60960"/>
                  <a:pt x="186690" y="55880"/>
                  <a:pt x="186690" y="50800"/>
                </a:cubicBezTo>
                <a:cubicBezTo>
                  <a:pt x="186690" y="45720"/>
                  <a:pt x="181611" y="40640"/>
                  <a:pt x="176530" y="40640"/>
                </a:cubicBezTo>
                <a:lnTo>
                  <a:pt x="50800" y="40640"/>
                </a:lnTo>
                <a:cubicBezTo>
                  <a:pt x="34290" y="40640"/>
                  <a:pt x="20320" y="54610"/>
                  <a:pt x="20320" y="71120"/>
                </a:cubicBezTo>
                <a:lnTo>
                  <a:pt x="20320" y="172720"/>
                </a:lnTo>
                <a:cubicBezTo>
                  <a:pt x="20320" y="189230"/>
                  <a:pt x="34290" y="203200"/>
                  <a:pt x="50800" y="203200"/>
                </a:cubicBezTo>
                <a:lnTo>
                  <a:pt x="213361" y="203200"/>
                </a:lnTo>
                <a:cubicBezTo>
                  <a:pt x="229870" y="203200"/>
                  <a:pt x="243840" y="189230"/>
                  <a:pt x="243840" y="172720"/>
                </a:cubicBezTo>
                <a:lnTo>
                  <a:pt x="243840" y="111760"/>
                </a:lnTo>
                <a:cubicBezTo>
                  <a:pt x="243840" y="106680"/>
                  <a:pt x="238761" y="101600"/>
                  <a:pt x="233680" y="101600"/>
                </a:cubicBezTo>
                <a:cubicBezTo>
                  <a:pt x="228600" y="101600"/>
                  <a:pt x="223520" y="105410"/>
                  <a:pt x="223520" y="111760"/>
                </a:cubicBezTo>
                <a:close/>
                <a:moveTo>
                  <a:pt x="10161" y="243840"/>
                </a:moveTo>
                <a:lnTo>
                  <a:pt x="254000" y="243840"/>
                </a:lnTo>
                <a:cubicBezTo>
                  <a:pt x="259080" y="243840"/>
                  <a:pt x="264161" y="238760"/>
                  <a:pt x="264161" y="233680"/>
                </a:cubicBezTo>
                <a:cubicBezTo>
                  <a:pt x="264161" y="228600"/>
                  <a:pt x="259080" y="223520"/>
                  <a:pt x="254000" y="223520"/>
                </a:cubicBezTo>
                <a:lnTo>
                  <a:pt x="10161" y="223520"/>
                </a:lnTo>
                <a:cubicBezTo>
                  <a:pt x="508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1" y="243840"/>
                </a:cubicBezTo>
                <a:close/>
                <a:moveTo>
                  <a:pt x="213361" y="20320"/>
                </a:moveTo>
                <a:cubicBezTo>
                  <a:pt x="241300" y="20320"/>
                  <a:pt x="262890" y="43180"/>
                  <a:pt x="262890" y="69850"/>
                </a:cubicBezTo>
                <a:cubicBezTo>
                  <a:pt x="262890" y="74930"/>
                  <a:pt x="267970" y="80010"/>
                  <a:pt x="273050" y="80010"/>
                </a:cubicBezTo>
                <a:cubicBezTo>
                  <a:pt x="278130" y="80010"/>
                  <a:pt x="283211" y="74930"/>
                  <a:pt x="283211" y="69850"/>
                </a:cubicBezTo>
                <a:cubicBezTo>
                  <a:pt x="283211" y="30480"/>
                  <a:pt x="251461" y="0"/>
                  <a:pt x="213361" y="0"/>
                </a:cubicBezTo>
                <a:cubicBezTo>
                  <a:pt x="208280" y="0"/>
                  <a:pt x="203200" y="5080"/>
                  <a:pt x="203200" y="10160"/>
                </a:cubicBezTo>
                <a:cubicBezTo>
                  <a:pt x="203200" y="15240"/>
                  <a:pt x="208280" y="20320"/>
                  <a:pt x="213361" y="203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49" name="Полилиния: фигура 163">
            <a:extLst>
              <a:ext uri="{FF2B5EF4-FFF2-40B4-BE49-F238E27FC236}">
                <a16:creationId xmlns:a16="http://schemas.microsoft.com/office/drawing/2014/main" id="{B78B65C0-2BF5-E8FD-C10B-E18D84167371}"/>
              </a:ext>
            </a:extLst>
          </p:cNvPr>
          <p:cNvSpPr/>
          <p:nvPr/>
        </p:nvSpPr>
        <p:spPr>
          <a:xfrm>
            <a:off x="10602107" y="4029605"/>
            <a:ext cx="253726" cy="213086"/>
          </a:xfrm>
          <a:custGeom>
            <a:avLst/>
            <a:gdLst>
              <a:gd name="connsiteX0" fmla="*/ 202926 w 253726"/>
              <a:gd name="connsiteY0" fmla="*/ 30480 h 213086"/>
              <a:gd name="connsiteX1" fmla="*/ 202926 w 253726"/>
              <a:gd name="connsiteY1" fmla="*/ 10160 h 213086"/>
              <a:gd name="connsiteX2" fmla="*/ 213086 w 253726"/>
              <a:gd name="connsiteY2" fmla="*/ 0 h 213086"/>
              <a:gd name="connsiteX3" fmla="*/ 223246 w 253726"/>
              <a:gd name="connsiteY3" fmla="*/ 10160 h 213086"/>
              <a:gd name="connsiteX4" fmla="*/ 223246 w 253726"/>
              <a:gd name="connsiteY4" fmla="*/ 30480 h 213086"/>
              <a:gd name="connsiteX5" fmla="*/ 243567 w 253726"/>
              <a:gd name="connsiteY5" fmla="*/ 30480 h 213086"/>
              <a:gd name="connsiteX6" fmla="*/ 253726 w 253726"/>
              <a:gd name="connsiteY6" fmla="*/ 40640 h 213086"/>
              <a:gd name="connsiteX7" fmla="*/ 243567 w 253726"/>
              <a:gd name="connsiteY7" fmla="*/ 50800 h 213086"/>
              <a:gd name="connsiteX8" fmla="*/ 223246 w 253726"/>
              <a:gd name="connsiteY8" fmla="*/ 50800 h 213086"/>
              <a:gd name="connsiteX9" fmla="*/ 223246 w 253726"/>
              <a:gd name="connsiteY9" fmla="*/ 71120 h 213086"/>
              <a:gd name="connsiteX10" fmla="*/ 213086 w 253726"/>
              <a:gd name="connsiteY10" fmla="*/ 81280 h 213086"/>
              <a:gd name="connsiteX11" fmla="*/ 202926 w 253726"/>
              <a:gd name="connsiteY11" fmla="*/ 71120 h 213086"/>
              <a:gd name="connsiteX12" fmla="*/ 202926 w 253726"/>
              <a:gd name="connsiteY12" fmla="*/ 50800 h 213086"/>
              <a:gd name="connsiteX13" fmla="*/ 182607 w 253726"/>
              <a:gd name="connsiteY13" fmla="*/ 50800 h 213086"/>
              <a:gd name="connsiteX14" fmla="*/ 172446 w 253726"/>
              <a:gd name="connsiteY14" fmla="*/ 40640 h 213086"/>
              <a:gd name="connsiteX15" fmla="*/ 182607 w 253726"/>
              <a:gd name="connsiteY15" fmla="*/ 30480 h 213086"/>
              <a:gd name="connsiteX16" fmla="*/ 202926 w 253726"/>
              <a:gd name="connsiteY16" fmla="*/ 30480 h 213086"/>
              <a:gd name="connsiteX17" fmla="*/ 18776 w 253726"/>
              <a:gd name="connsiteY17" fmla="*/ 118110 h 213086"/>
              <a:gd name="connsiteX18" fmla="*/ 58146 w 253726"/>
              <a:gd name="connsiteY18" fmla="*/ 39370 h 213086"/>
              <a:gd name="connsiteX19" fmla="*/ 65767 w 253726"/>
              <a:gd name="connsiteY19" fmla="*/ 36830 h 213086"/>
              <a:gd name="connsiteX20" fmla="*/ 144507 w 253726"/>
              <a:gd name="connsiteY20" fmla="*/ 76200 h 213086"/>
              <a:gd name="connsiteX21" fmla="*/ 147046 w 253726"/>
              <a:gd name="connsiteY21" fmla="*/ 83820 h 213086"/>
              <a:gd name="connsiteX22" fmla="*/ 91167 w 253726"/>
              <a:gd name="connsiteY22" fmla="*/ 198120 h 213086"/>
              <a:gd name="connsiteX23" fmla="*/ 96246 w 253726"/>
              <a:gd name="connsiteY23" fmla="*/ 212090 h 213086"/>
              <a:gd name="connsiteX24" fmla="*/ 110217 w 253726"/>
              <a:gd name="connsiteY24" fmla="*/ 207010 h 213086"/>
              <a:gd name="connsiteX25" fmla="*/ 166096 w 253726"/>
              <a:gd name="connsiteY25" fmla="*/ 92710 h 213086"/>
              <a:gd name="connsiteX26" fmla="*/ 154667 w 253726"/>
              <a:gd name="connsiteY26" fmla="*/ 57150 h 213086"/>
              <a:gd name="connsiteX27" fmla="*/ 75926 w 253726"/>
              <a:gd name="connsiteY27" fmla="*/ 17780 h 213086"/>
              <a:gd name="connsiteX28" fmla="*/ 40367 w 253726"/>
              <a:gd name="connsiteY28" fmla="*/ 29210 h 213086"/>
              <a:gd name="connsiteX29" fmla="*/ 996 w 253726"/>
              <a:gd name="connsiteY29" fmla="*/ 107950 h 213086"/>
              <a:gd name="connsiteX30" fmla="*/ 6076 w 253726"/>
              <a:gd name="connsiteY30" fmla="*/ 121920 h 213086"/>
              <a:gd name="connsiteX31" fmla="*/ 18776 w 253726"/>
              <a:gd name="connsiteY31" fmla="*/ 118110 h 2130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53726" h="213086">
                <a:moveTo>
                  <a:pt x="202926" y="30480"/>
                </a:moveTo>
                <a:lnTo>
                  <a:pt x="202926" y="10160"/>
                </a:lnTo>
                <a:cubicBezTo>
                  <a:pt x="202926" y="5080"/>
                  <a:pt x="208007" y="0"/>
                  <a:pt x="213086" y="0"/>
                </a:cubicBezTo>
                <a:cubicBezTo>
                  <a:pt x="218167" y="0"/>
                  <a:pt x="223246" y="5080"/>
                  <a:pt x="223246" y="10160"/>
                </a:cubicBezTo>
                <a:lnTo>
                  <a:pt x="223246" y="30480"/>
                </a:lnTo>
                <a:lnTo>
                  <a:pt x="243567" y="30480"/>
                </a:lnTo>
                <a:cubicBezTo>
                  <a:pt x="248646" y="30480"/>
                  <a:pt x="253726" y="35560"/>
                  <a:pt x="253726" y="40640"/>
                </a:cubicBezTo>
                <a:cubicBezTo>
                  <a:pt x="253726" y="45720"/>
                  <a:pt x="248646" y="50800"/>
                  <a:pt x="243567" y="50800"/>
                </a:cubicBezTo>
                <a:lnTo>
                  <a:pt x="223246" y="50800"/>
                </a:lnTo>
                <a:lnTo>
                  <a:pt x="223246" y="71120"/>
                </a:lnTo>
                <a:cubicBezTo>
                  <a:pt x="223246" y="76200"/>
                  <a:pt x="218167" y="81280"/>
                  <a:pt x="213086" y="81280"/>
                </a:cubicBezTo>
                <a:cubicBezTo>
                  <a:pt x="208007" y="81280"/>
                  <a:pt x="202926" y="76200"/>
                  <a:pt x="202926" y="71120"/>
                </a:cubicBezTo>
                <a:lnTo>
                  <a:pt x="202926" y="50800"/>
                </a:lnTo>
                <a:lnTo>
                  <a:pt x="182607" y="50800"/>
                </a:lnTo>
                <a:cubicBezTo>
                  <a:pt x="177526" y="50800"/>
                  <a:pt x="172446" y="45720"/>
                  <a:pt x="172446" y="40640"/>
                </a:cubicBezTo>
                <a:cubicBezTo>
                  <a:pt x="172446" y="35560"/>
                  <a:pt x="177526" y="30480"/>
                  <a:pt x="182607" y="30480"/>
                </a:cubicBezTo>
                <a:lnTo>
                  <a:pt x="202926" y="30480"/>
                </a:lnTo>
                <a:close/>
                <a:moveTo>
                  <a:pt x="18776" y="118110"/>
                </a:moveTo>
                <a:lnTo>
                  <a:pt x="58146" y="39370"/>
                </a:lnTo>
                <a:cubicBezTo>
                  <a:pt x="59417" y="36830"/>
                  <a:pt x="63226" y="35560"/>
                  <a:pt x="65767" y="36830"/>
                </a:cubicBezTo>
                <a:lnTo>
                  <a:pt x="144507" y="76200"/>
                </a:lnTo>
                <a:cubicBezTo>
                  <a:pt x="147046" y="77470"/>
                  <a:pt x="148317" y="81280"/>
                  <a:pt x="147046" y="83820"/>
                </a:cubicBezTo>
                <a:lnTo>
                  <a:pt x="91167" y="198120"/>
                </a:lnTo>
                <a:cubicBezTo>
                  <a:pt x="88626" y="203200"/>
                  <a:pt x="91167" y="209550"/>
                  <a:pt x="96246" y="212090"/>
                </a:cubicBezTo>
                <a:cubicBezTo>
                  <a:pt x="101326" y="214630"/>
                  <a:pt x="107676" y="212090"/>
                  <a:pt x="110217" y="207010"/>
                </a:cubicBezTo>
                <a:lnTo>
                  <a:pt x="166096" y="92710"/>
                </a:lnTo>
                <a:cubicBezTo>
                  <a:pt x="172446" y="80010"/>
                  <a:pt x="167367" y="63500"/>
                  <a:pt x="154667" y="57150"/>
                </a:cubicBezTo>
                <a:lnTo>
                  <a:pt x="75926" y="17780"/>
                </a:lnTo>
                <a:cubicBezTo>
                  <a:pt x="63226" y="11430"/>
                  <a:pt x="46717" y="16510"/>
                  <a:pt x="40367" y="29210"/>
                </a:cubicBezTo>
                <a:lnTo>
                  <a:pt x="996" y="107950"/>
                </a:lnTo>
                <a:cubicBezTo>
                  <a:pt x="-1543" y="113030"/>
                  <a:pt x="996" y="119380"/>
                  <a:pt x="6076" y="121920"/>
                </a:cubicBezTo>
                <a:cubicBezTo>
                  <a:pt x="9886" y="125730"/>
                  <a:pt x="16236" y="123190"/>
                  <a:pt x="18776" y="11811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0" name="Полилиния: фигура 167">
            <a:extLst>
              <a:ext uri="{FF2B5EF4-FFF2-40B4-BE49-F238E27FC236}">
                <a16:creationId xmlns:a16="http://schemas.microsoft.com/office/drawing/2014/main" id="{6BF46727-727F-AC84-F598-6EB0161AD103}"/>
              </a:ext>
            </a:extLst>
          </p:cNvPr>
          <p:cNvSpPr/>
          <p:nvPr/>
        </p:nvSpPr>
        <p:spPr>
          <a:xfrm>
            <a:off x="11173418" y="4009286"/>
            <a:ext cx="183077" cy="254000"/>
          </a:xfrm>
          <a:custGeom>
            <a:avLst/>
            <a:gdLst>
              <a:gd name="connsiteX0" fmla="*/ 108147 w 183077"/>
              <a:gd name="connsiteY0" fmla="*/ 124460 h 254000"/>
              <a:gd name="connsiteX1" fmla="*/ 114497 w 183077"/>
              <a:gd name="connsiteY1" fmla="*/ 111760 h 254000"/>
              <a:gd name="connsiteX2" fmla="*/ 162757 w 183077"/>
              <a:gd name="connsiteY2" fmla="*/ 107950 h 254000"/>
              <a:gd name="connsiteX3" fmla="*/ 162757 w 183077"/>
              <a:gd name="connsiteY3" fmla="*/ 87630 h 254000"/>
              <a:gd name="connsiteX4" fmla="*/ 91637 w 183077"/>
              <a:gd name="connsiteY4" fmla="*/ 20320 h 254000"/>
              <a:gd name="connsiteX5" fmla="*/ 20518 w 183077"/>
              <a:gd name="connsiteY5" fmla="*/ 82550 h 254000"/>
              <a:gd name="connsiteX6" fmla="*/ 9087 w 183077"/>
              <a:gd name="connsiteY6" fmla="*/ 91440 h 254000"/>
              <a:gd name="connsiteX7" fmla="*/ 197 w 183077"/>
              <a:gd name="connsiteY7" fmla="*/ 80010 h 254000"/>
              <a:gd name="connsiteX8" fmla="*/ 91637 w 183077"/>
              <a:gd name="connsiteY8" fmla="*/ 0 h 254000"/>
              <a:gd name="connsiteX9" fmla="*/ 183078 w 183077"/>
              <a:gd name="connsiteY9" fmla="*/ 87630 h 254000"/>
              <a:gd name="connsiteX10" fmla="*/ 183078 w 183077"/>
              <a:gd name="connsiteY10" fmla="*/ 120650 h 254000"/>
              <a:gd name="connsiteX11" fmla="*/ 169107 w 183077"/>
              <a:gd name="connsiteY11" fmla="*/ 130810 h 254000"/>
              <a:gd name="connsiteX12" fmla="*/ 119578 w 183077"/>
              <a:gd name="connsiteY12" fmla="*/ 130810 h 254000"/>
              <a:gd name="connsiteX13" fmla="*/ 108147 w 183077"/>
              <a:gd name="connsiteY13" fmla="*/ 124460 h 254000"/>
              <a:gd name="connsiteX14" fmla="*/ 81478 w 183077"/>
              <a:gd name="connsiteY14" fmla="*/ 121920 h 254000"/>
              <a:gd name="connsiteX15" fmla="*/ 81478 w 183077"/>
              <a:gd name="connsiteY15" fmla="*/ 173990 h 254000"/>
              <a:gd name="connsiteX16" fmla="*/ 109418 w 183077"/>
              <a:gd name="connsiteY16" fmla="*/ 172720 h 254000"/>
              <a:gd name="connsiteX17" fmla="*/ 122118 w 183077"/>
              <a:gd name="connsiteY17" fmla="*/ 180340 h 254000"/>
              <a:gd name="connsiteX18" fmla="*/ 114497 w 183077"/>
              <a:gd name="connsiteY18" fmla="*/ 193040 h 254000"/>
              <a:gd name="connsiteX19" fmla="*/ 68778 w 183077"/>
              <a:gd name="connsiteY19" fmla="*/ 193040 h 254000"/>
              <a:gd name="connsiteX20" fmla="*/ 61157 w 183077"/>
              <a:gd name="connsiteY20" fmla="*/ 182880 h 254000"/>
              <a:gd name="connsiteX21" fmla="*/ 61157 w 183077"/>
              <a:gd name="connsiteY21" fmla="*/ 129540 h 254000"/>
              <a:gd name="connsiteX22" fmla="*/ 20518 w 183077"/>
              <a:gd name="connsiteY22" fmla="*/ 129540 h 254000"/>
              <a:gd name="connsiteX23" fmla="*/ 20518 w 183077"/>
              <a:gd name="connsiteY23" fmla="*/ 165100 h 254000"/>
              <a:gd name="connsiteX24" fmla="*/ 91637 w 183077"/>
              <a:gd name="connsiteY24" fmla="*/ 233680 h 254000"/>
              <a:gd name="connsiteX25" fmla="*/ 94178 w 183077"/>
              <a:gd name="connsiteY25" fmla="*/ 233680 h 254000"/>
              <a:gd name="connsiteX26" fmla="*/ 162757 w 183077"/>
              <a:gd name="connsiteY26" fmla="*/ 165100 h 254000"/>
              <a:gd name="connsiteX27" fmla="*/ 162757 w 183077"/>
              <a:gd name="connsiteY27" fmla="*/ 162560 h 254000"/>
              <a:gd name="connsiteX28" fmla="*/ 172918 w 183077"/>
              <a:gd name="connsiteY28" fmla="*/ 152400 h 254000"/>
              <a:gd name="connsiteX29" fmla="*/ 183078 w 183077"/>
              <a:gd name="connsiteY29" fmla="*/ 162560 h 254000"/>
              <a:gd name="connsiteX30" fmla="*/ 183078 w 183077"/>
              <a:gd name="connsiteY30" fmla="*/ 165100 h 254000"/>
              <a:gd name="connsiteX31" fmla="*/ 91637 w 183077"/>
              <a:gd name="connsiteY31" fmla="*/ 254000 h 254000"/>
              <a:gd name="connsiteX32" fmla="*/ 89097 w 183077"/>
              <a:gd name="connsiteY32" fmla="*/ 254000 h 254000"/>
              <a:gd name="connsiteX33" fmla="*/ 1468 w 183077"/>
              <a:gd name="connsiteY33" fmla="*/ 165100 h 254000"/>
              <a:gd name="connsiteX34" fmla="*/ 1468 w 183077"/>
              <a:gd name="connsiteY34" fmla="*/ 121920 h 254000"/>
              <a:gd name="connsiteX35" fmla="*/ 7818 w 183077"/>
              <a:gd name="connsiteY35" fmla="*/ 111760 h 254000"/>
              <a:gd name="connsiteX36" fmla="*/ 75128 w 183077"/>
              <a:gd name="connsiteY36" fmla="*/ 111760 h 254000"/>
              <a:gd name="connsiteX37" fmla="*/ 81478 w 183077"/>
              <a:gd name="connsiteY37" fmla="*/ 12192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3077" h="254000">
                <a:moveTo>
                  <a:pt x="108147" y="124460"/>
                </a:moveTo>
                <a:cubicBezTo>
                  <a:pt x="106878" y="119380"/>
                  <a:pt x="109418" y="113030"/>
                  <a:pt x="114497" y="111760"/>
                </a:cubicBezTo>
                <a:cubicBezTo>
                  <a:pt x="129737" y="106680"/>
                  <a:pt x="147518" y="105410"/>
                  <a:pt x="162757" y="107950"/>
                </a:cubicBezTo>
                <a:lnTo>
                  <a:pt x="162757" y="87630"/>
                </a:lnTo>
                <a:cubicBezTo>
                  <a:pt x="162757" y="49530"/>
                  <a:pt x="131007" y="20320"/>
                  <a:pt x="91637" y="20320"/>
                </a:cubicBezTo>
                <a:cubicBezTo>
                  <a:pt x="54807" y="20320"/>
                  <a:pt x="24328" y="46990"/>
                  <a:pt x="20518" y="82550"/>
                </a:cubicBezTo>
                <a:cubicBezTo>
                  <a:pt x="20518" y="87630"/>
                  <a:pt x="15437" y="92710"/>
                  <a:pt x="9087" y="91440"/>
                </a:cubicBezTo>
                <a:cubicBezTo>
                  <a:pt x="4007" y="91440"/>
                  <a:pt x="-1072" y="86360"/>
                  <a:pt x="197" y="80010"/>
                </a:cubicBezTo>
                <a:cubicBezTo>
                  <a:pt x="4007" y="34290"/>
                  <a:pt x="44647" y="0"/>
                  <a:pt x="91637" y="0"/>
                </a:cubicBezTo>
                <a:cubicBezTo>
                  <a:pt x="142437" y="0"/>
                  <a:pt x="183078" y="39370"/>
                  <a:pt x="183078" y="87630"/>
                </a:cubicBezTo>
                <a:lnTo>
                  <a:pt x="183078" y="120650"/>
                </a:lnTo>
                <a:cubicBezTo>
                  <a:pt x="183078" y="127000"/>
                  <a:pt x="176728" y="132080"/>
                  <a:pt x="169107" y="130810"/>
                </a:cubicBezTo>
                <a:cubicBezTo>
                  <a:pt x="152597" y="125730"/>
                  <a:pt x="136087" y="125730"/>
                  <a:pt x="119578" y="130810"/>
                </a:cubicBezTo>
                <a:cubicBezTo>
                  <a:pt x="115768" y="133350"/>
                  <a:pt x="109418" y="130810"/>
                  <a:pt x="108147" y="124460"/>
                </a:cubicBezTo>
                <a:close/>
                <a:moveTo>
                  <a:pt x="81478" y="121920"/>
                </a:moveTo>
                <a:lnTo>
                  <a:pt x="81478" y="173990"/>
                </a:lnTo>
                <a:cubicBezTo>
                  <a:pt x="90368" y="175260"/>
                  <a:pt x="100528" y="175260"/>
                  <a:pt x="109418" y="172720"/>
                </a:cubicBezTo>
                <a:cubicBezTo>
                  <a:pt x="114497" y="171450"/>
                  <a:pt x="120847" y="175260"/>
                  <a:pt x="122118" y="180340"/>
                </a:cubicBezTo>
                <a:cubicBezTo>
                  <a:pt x="123387" y="185420"/>
                  <a:pt x="119578" y="191770"/>
                  <a:pt x="114497" y="193040"/>
                </a:cubicBezTo>
                <a:cubicBezTo>
                  <a:pt x="99257" y="196850"/>
                  <a:pt x="84018" y="196850"/>
                  <a:pt x="68778" y="193040"/>
                </a:cubicBezTo>
                <a:cubicBezTo>
                  <a:pt x="63697" y="191770"/>
                  <a:pt x="61157" y="187960"/>
                  <a:pt x="61157" y="182880"/>
                </a:cubicBezTo>
                <a:lnTo>
                  <a:pt x="61157" y="129540"/>
                </a:lnTo>
                <a:cubicBezTo>
                  <a:pt x="48457" y="125730"/>
                  <a:pt x="34487" y="125730"/>
                  <a:pt x="20518" y="129540"/>
                </a:cubicBezTo>
                <a:lnTo>
                  <a:pt x="20518" y="165100"/>
                </a:lnTo>
                <a:cubicBezTo>
                  <a:pt x="20518" y="203200"/>
                  <a:pt x="52268" y="233680"/>
                  <a:pt x="91637" y="233680"/>
                </a:cubicBezTo>
                <a:lnTo>
                  <a:pt x="94178" y="233680"/>
                </a:lnTo>
                <a:cubicBezTo>
                  <a:pt x="132278" y="232410"/>
                  <a:pt x="162757" y="201930"/>
                  <a:pt x="162757" y="165100"/>
                </a:cubicBezTo>
                <a:lnTo>
                  <a:pt x="162757" y="162560"/>
                </a:lnTo>
                <a:cubicBezTo>
                  <a:pt x="162757" y="157480"/>
                  <a:pt x="167837" y="152400"/>
                  <a:pt x="172918" y="152400"/>
                </a:cubicBezTo>
                <a:cubicBezTo>
                  <a:pt x="177997" y="152400"/>
                  <a:pt x="183078" y="157480"/>
                  <a:pt x="183078" y="162560"/>
                </a:cubicBezTo>
                <a:lnTo>
                  <a:pt x="183078" y="165100"/>
                </a:lnTo>
                <a:cubicBezTo>
                  <a:pt x="183078" y="214630"/>
                  <a:pt x="142437" y="254000"/>
                  <a:pt x="91637" y="254000"/>
                </a:cubicBezTo>
                <a:lnTo>
                  <a:pt x="89097" y="254000"/>
                </a:lnTo>
                <a:cubicBezTo>
                  <a:pt x="40837" y="252730"/>
                  <a:pt x="1468" y="213360"/>
                  <a:pt x="1468" y="165100"/>
                </a:cubicBezTo>
                <a:lnTo>
                  <a:pt x="1468" y="121920"/>
                </a:lnTo>
                <a:cubicBezTo>
                  <a:pt x="1468" y="118110"/>
                  <a:pt x="4007" y="114300"/>
                  <a:pt x="7818" y="111760"/>
                </a:cubicBezTo>
                <a:cubicBezTo>
                  <a:pt x="29407" y="104140"/>
                  <a:pt x="53537" y="104140"/>
                  <a:pt x="75128" y="111760"/>
                </a:cubicBezTo>
                <a:cubicBezTo>
                  <a:pt x="78937" y="113030"/>
                  <a:pt x="81478" y="116840"/>
                  <a:pt x="81478" y="1219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1" name="Полилиния: фигура 170">
            <a:extLst>
              <a:ext uri="{FF2B5EF4-FFF2-40B4-BE49-F238E27FC236}">
                <a16:creationId xmlns:a16="http://schemas.microsoft.com/office/drawing/2014/main" id="{C0186888-2F3A-F791-2BDA-D0B160FC91FC}"/>
              </a:ext>
            </a:extLst>
          </p:cNvPr>
          <p:cNvSpPr/>
          <p:nvPr/>
        </p:nvSpPr>
        <p:spPr>
          <a:xfrm>
            <a:off x="521843" y="5366989"/>
            <a:ext cx="273050" cy="264159"/>
          </a:xfrm>
          <a:custGeom>
            <a:avLst/>
            <a:gdLst>
              <a:gd name="connsiteX0" fmla="*/ 182880 w 273050"/>
              <a:gd name="connsiteY0" fmla="*/ 20320 h 264159"/>
              <a:gd name="connsiteX1" fmla="*/ 54610 w 273050"/>
              <a:gd name="connsiteY1" fmla="*/ 20320 h 264159"/>
              <a:gd name="connsiteX2" fmla="*/ 0 w 273050"/>
              <a:gd name="connsiteY2" fmla="*/ 77470 h 264159"/>
              <a:gd name="connsiteX3" fmla="*/ 0 w 273050"/>
              <a:gd name="connsiteY3" fmla="*/ 207010 h 264159"/>
              <a:gd name="connsiteX4" fmla="*/ 54610 w 273050"/>
              <a:gd name="connsiteY4" fmla="*/ 264160 h 264159"/>
              <a:gd name="connsiteX5" fmla="*/ 187960 w 273050"/>
              <a:gd name="connsiteY5" fmla="*/ 264160 h 264159"/>
              <a:gd name="connsiteX6" fmla="*/ 242570 w 273050"/>
              <a:gd name="connsiteY6" fmla="*/ 207010 h 264159"/>
              <a:gd name="connsiteX7" fmla="*/ 242570 w 273050"/>
              <a:gd name="connsiteY7" fmla="*/ 97790 h 264159"/>
              <a:gd name="connsiteX8" fmla="*/ 273050 w 273050"/>
              <a:gd name="connsiteY8" fmla="*/ 50800 h 264159"/>
              <a:gd name="connsiteX9" fmla="*/ 222250 w 273050"/>
              <a:gd name="connsiteY9" fmla="*/ 0 h 264159"/>
              <a:gd name="connsiteX10" fmla="*/ 182880 w 273050"/>
              <a:gd name="connsiteY10" fmla="*/ 20320 h 264159"/>
              <a:gd name="connsiteX11" fmla="*/ 254000 w 273050"/>
              <a:gd name="connsiteY11" fmla="*/ 50800 h 264159"/>
              <a:gd name="connsiteX12" fmla="*/ 223520 w 273050"/>
              <a:gd name="connsiteY12" fmla="*/ 81280 h 264159"/>
              <a:gd name="connsiteX13" fmla="*/ 193040 w 273050"/>
              <a:gd name="connsiteY13" fmla="*/ 50800 h 264159"/>
              <a:gd name="connsiteX14" fmla="*/ 223520 w 273050"/>
              <a:gd name="connsiteY14" fmla="*/ 20320 h 264159"/>
              <a:gd name="connsiteX15" fmla="*/ 254000 w 273050"/>
              <a:gd name="connsiteY15" fmla="*/ 50800 h 264159"/>
              <a:gd name="connsiteX16" fmla="*/ 223520 w 273050"/>
              <a:gd name="connsiteY16" fmla="*/ 101600 h 264159"/>
              <a:gd name="connsiteX17" fmla="*/ 172720 w 273050"/>
              <a:gd name="connsiteY17" fmla="*/ 50800 h 264159"/>
              <a:gd name="connsiteX18" fmla="*/ 173990 w 273050"/>
              <a:gd name="connsiteY18" fmla="*/ 40640 h 264159"/>
              <a:gd name="connsiteX19" fmla="*/ 55880 w 273050"/>
              <a:gd name="connsiteY19" fmla="*/ 40640 h 264159"/>
              <a:gd name="connsiteX20" fmla="*/ 21590 w 273050"/>
              <a:gd name="connsiteY20" fmla="*/ 77470 h 264159"/>
              <a:gd name="connsiteX21" fmla="*/ 21590 w 273050"/>
              <a:gd name="connsiteY21" fmla="*/ 207010 h 264159"/>
              <a:gd name="connsiteX22" fmla="*/ 55880 w 273050"/>
              <a:gd name="connsiteY22" fmla="*/ 243840 h 264159"/>
              <a:gd name="connsiteX23" fmla="*/ 189230 w 273050"/>
              <a:gd name="connsiteY23" fmla="*/ 243840 h 264159"/>
              <a:gd name="connsiteX24" fmla="*/ 223520 w 273050"/>
              <a:gd name="connsiteY24" fmla="*/ 207010 h 264159"/>
              <a:gd name="connsiteX25" fmla="*/ 223520 w 273050"/>
              <a:gd name="connsiteY25" fmla="*/ 1016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73050" h="264159">
                <a:moveTo>
                  <a:pt x="182880" y="20320"/>
                </a:moveTo>
                <a:lnTo>
                  <a:pt x="54610" y="20320"/>
                </a:lnTo>
                <a:cubicBezTo>
                  <a:pt x="24130" y="20320"/>
                  <a:pt x="0" y="46990"/>
                  <a:pt x="0" y="77470"/>
                </a:cubicBezTo>
                <a:lnTo>
                  <a:pt x="0" y="207010"/>
                </a:lnTo>
                <a:cubicBezTo>
                  <a:pt x="0" y="237490"/>
                  <a:pt x="24130" y="264160"/>
                  <a:pt x="54610" y="264160"/>
                </a:cubicBezTo>
                <a:lnTo>
                  <a:pt x="187960" y="264160"/>
                </a:lnTo>
                <a:cubicBezTo>
                  <a:pt x="218440" y="264160"/>
                  <a:pt x="242570" y="237490"/>
                  <a:pt x="242570" y="207010"/>
                </a:cubicBezTo>
                <a:lnTo>
                  <a:pt x="242570" y="97790"/>
                </a:lnTo>
                <a:cubicBezTo>
                  <a:pt x="260350" y="90170"/>
                  <a:pt x="273050" y="72390"/>
                  <a:pt x="273050" y="50800"/>
                </a:cubicBezTo>
                <a:cubicBezTo>
                  <a:pt x="273050" y="22860"/>
                  <a:pt x="250190" y="0"/>
                  <a:pt x="222250" y="0"/>
                </a:cubicBezTo>
                <a:cubicBezTo>
                  <a:pt x="207010" y="0"/>
                  <a:pt x="191770" y="7620"/>
                  <a:pt x="182880" y="20320"/>
                </a:cubicBezTo>
                <a:close/>
                <a:moveTo>
                  <a:pt x="254000" y="50800"/>
                </a:moveTo>
                <a:cubicBezTo>
                  <a:pt x="254000" y="67310"/>
                  <a:pt x="240030" y="81280"/>
                  <a:pt x="223520" y="81280"/>
                </a:cubicBezTo>
                <a:cubicBezTo>
                  <a:pt x="207010" y="81280"/>
                  <a:pt x="193040" y="67310"/>
                  <a:pt x="193040" y="50800"/>
                </a:cubicBezTo>
                <a:cubicBezTo>
                  <a:pt x="193040" y="34290"/>
                  <a:pt x="207010" y="20320"/>
                  <a:pt x="223520" y="20320"/>
                </a:cubicBezTo>
                <a:cubicBezTo>
                  <a:pt x="240030" y="20320"/>
                  <a:pt x="254000" y="34290"/>
                  <a:pt x="254000" y="50800"/>
                </a:cubicBezTo>
                <a:close/>
                <a:moveTo>
                  <a:pt x="223520" y="101600"/>
                </a:moveTo>
                <a:cubicBezTo>
                  <a:pt x="195580" y="101600"/>
                  <a:pt x="172720" y="78740"/>
                  <a:pt x="172720" y="50800"/>
                </a:cubicBezTo>
                <a:cubicBezTo>
                  <a:pt x="172720" y="46990"/>
                  <a:pt x="172720" y="44450"/>
                  <a:pt x="173990" y="40640"/>
                </a:cubicBezTo>
                <a:lnTo>
                  <a:pt x="55880" y="40640"/>
                </a:lnTo>
                <a:cubicBezTo>
                  <a:pt x="36830" y="40640"/>
                  <a:pt x="21590" y="57150"/>
                  <a:pt x="21590" y="77470"/>
                </a:cubicBezTo>
                <a:lnTo>
                  <a:pt x="21590" y="207010"/>
                </a:lnTo>
                <a:cubicBezTo>
                  <a:pt x="21590" y="227330"/>
                  <a:pt x="38100" y="243840"/>
                  <a:pt x="55880" y="243840"/>
                </a:cubicBezTo>
                <a:lnTo>
                  <a:pt x="189230" y="243840"/>
                </a:lnTo>
                <a:cubicBezTo>
                  <a:pt x="208280" y="243840"/>
                  <a:pt x="223520" y="227330"/>
                  <a:pt x="223520" y="207010"/>
                </a:cubicBezTo>
                <a:lnTo>
                  <a:pt x="223520" y="1016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52" name="Рисунок 4">
            <a:extLst>
              <a:ext uri="{FF2B5EF4-FFF2-40B4-BE49-F238E27FC236}">
                <a16:creationId xmlns:a16="http://schemas.microsoft.com/office/drawing/2014/main" id="{37F9DB86-DA48-1A3E-8BB3-5E01563A527B}"/>
              </a:ext>
            </a:extLst>
          </p:cNvPr>
          <p:cNvGrpSpPr/>
          <p:nvPr/>
        </p:nvGrpSpPr>
        <p:grpSpPr>
          <a:xfrm>
            <a:off x="10011919" y="4004205"/>
            <a:ext cx="314959" cy="264160"/>
            <a:chOff x="10160635" y="3031489"/>
            <a:chExt cx="314959" cy="264160"/>
          </a:xfrm>
          <a:solidFill>
            <a:schemeClr val="bg1"/>
          </a:solidFill>
        </p:grpSpPr>
        <p:sp>
          <p:nvSpPr>
            <p:cNvPr id="253" name="Полилиния: фигура 174">
              <a:extLst>
                <a:ext uri="{FF2B5EF4-FFF2-40B4-BE49-F238E27FC236}">
                  <a16:creationId xmlns:a16="http://schemas.microsoft.com/office/drawing/2014/main" id="{86E9631A-822F-D466-3B2E-C1E07B42841F}"/>
                </a:ext>
              </a:extLst>
            </p:cNvPr>
            <p:cNvSpPr/>
            <p:nvPr/>
          </p:nvSpPr>
          <p:spPr>
            <a:xfrm>
              <a:off x="10281919" y="3061970"/>
              <a:ext cx="71120" cy="20319"/>
            </a:xfrm>
            <a:custGeom>
              <a:avLst/>
              <a:gdLst>
                <a:gd name="connsiteX0" fmla="*/ 71120 w 71120"/>
                <a:gd name="connsiteY0" fmla="*/ 10160 h 20319"/>
                <a:gd name="connsiteX1" fmla="*/ 60961 w 71120"/>
                <a:gd name="connsiteY1" fmla="*/ 0 h 20319"/>
                <a:gd name="connsiteX2" fmla="*/ 10161 w 71120"/>
                <a:gd name="connsiteY2" fmla="*/ 0 h 20319"/>
                <a:gd name="connsiteX3" fmla="*/ 0 w 71120"/>
                <a:gd name="connsiteY3" fmla="*/ 10160 h 20319"/>
                <a:gd name="connsiteX4" fmla="*/ 10161 w 71120"/>
                <a:gd name="connsiteY4" fmla="*/ 20320 h 20319"/>
                <a:gd name="connsiteX5" fmla="*/ 60961 w 71120"/>
                <a:gd name="connsiteY5" fmla="*/ 20320 h 20319"/>
                <a:gd name="connsiteX6" fmla="*/ 71120 w 71120"/>
                <a:gd name="connsiteY6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20" h="20319">
                  <a:moveTo>
                    <a:pt x="71120" y="10160"/>
                  </a:moveTo>
                  <a:cubicBezTo>
                    <a:pt x="71120" y="5080"/>
                    <a:pt x="66040" y="0"/>
                    <a:pt x="60961" y="0"/>
                  </a:cubicBezTo>
                  <a:lnTo>
                    <a:pt x="10161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60961" y="20320"/>
                  </a:lnTo>
                  <a:cubicBezTo>
                    <a:pt x="67311" y="20320"/>
                    <a:pt x="71120" y="15240"/>
                    <a:pt x="711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4" name="Полилиния: фигура 175">
              <a:extLst>
                <a:ext uri="{FF2B5EF4-FFF2-40B4-BE49-F238E27FC236}">
                  <a16:creationId xmlns:a16="http://schemas.microsoft.com/office/drawing/2014/main" id="{BF338328-325F-1EEB-9CB2-1541482B33D7}"/>
                </a:ext>
              </a:extLst>
            </p:cNvPr>
            <p:cNvSpPr/>
            <p:nvPr/>
          </p:nvSpPr>
          <p:spPr>
            <a:xfrm>
              <a:off x="10307319" y="3234689"/>
              <a:ext cx="20320" cy="20319"/>
            </a:xfrm>
            <a:custGeom>
              <a:avLst/>
              <a:gdLst>
                <a:gd name="connsiteX0" fmla="*/ 10161 w 20320"/>
                <a:gd name="connsiteY0" fmla="*/ 20320 h 20319"/>
                <a:gd name="connsiteX1" fmla="*/ 20320 w 20320"/>
                <a:gd name="connsiteY1" fmla="*/ 10160 h 20319"/>
                <a:gd name="connsiteX2" fmla="*/ 10161 w 20320"/>
                <a:gd name="connsiteY2" fmla="*/ 0 h 20319"/>
                <a:gd name="connsiteX3" fmla="*/ 0 w 20320"/>
                <a:gd name="connsiteY3" fmla="*/ 10160 h 20319"/>
                <a:gd name="connsiteX4" fmla="*/ 10161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1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5" name="Полилиния: фигура 176">
              <a:extLst>
                <a:ext uri="{FF2B5EF4-FFF2-40B4-BE49-F238E27FC236}">
                  <a16:creationId xmlns:a16="http://schemas.microsoft.com/office/drawing/2014/main" id="{959986B7-E7E9-A973-4D58-CD027E31D174}"/>
                </a:ext>
              </a:extLst>
            </p:cNvPr>
            <p:cNvSpPr/>
            <p:nvPr/>
          </p:nvSpPr>
          <p:spPr>
            <a:xfrm>
              <a:off x="10226040" y="3031489"/>
              <a:ext cx="182879" cy="264160"/>
            </a:xfrm>
            <a:custGeom>
              <a:avLst/>
              <a:gdLst>
                <a:gd name="connsiteX0" fmla="*/ 0 w 182879"/>
                <a:gd name="connsiteY0" fmla="*/ 30480 h 264160"/>
                <a:gd name="connsiteX1" fmla="*/ 30480 w 182879"/>
                <a:gd name="connsiteY1" fmla="*/ 0 h 264160"/>
                <a:gd name="connsiteX2" fmla="*/ 152400 w 182879"/>
                <a:gd name="connsiteY2" fmla="*/ 0 h 264160"/>
                <a:gd name="connsiteX3" fmla="*/ 182880 w 182879"/>
                <a:gd name="connsiteY3" fmla="*/ 30480 h 264160"/>
                <a:gd name="connsiteX4" fmla="*/ 182880 w 182879"/>
                <a:gd name="connsiteY4" fmla="*/ 233680 h 264160"/>
                <a:gd name="connsiteX5" fmla="*/ 152400 w 182879"/>
                <a:gd name="connsiteY5" fmla="*/ 264160 h 264160"/>
                <a:gd name="connsiteX6" fmla="*/ 30480 w 182879"/>
                <a:gd name="connsiteY6" fmla="*/ 264160 h 264160"/>
                <a:gd name="connsiteX7" fmla="*/ 0 w 182879"/>
                <a:gd name="connsiteY7" fmla="*/ 233680 h 264160"/>
                <a:gd name="connsiteX8" fmla="*/ 0 w 182879"/>
                <a:gd name="connsiteY8" fmla="*/ 30480 h 264160"/>
                <a:gd name="connsiteX9" fmla="*/ 30480 w 182879"/>
                <a:gd name="connsiteY9" fmla="*/ 20320 h 264160"/>
                <a:gd name="connsiteX10" fmla="*/ 20320 w 182879"/>
                <a:gd name="connsiteY10" fmla="*/ 30480 h 264160"/>
                <a:gd name="connsiteX11" fmla="*/ 20320 w 182879"/>
                <a:gd name="connsiteY11" fmla="*/ 233680 h 264160"/>
                <a:gd name="connsiteX12" fmla="*/ 30480 w 182879"/>
                <a:gd name="connsiteY12" fmla="*/ 243840 h 264160"/>
                <a:gd name="connsiteX13" fmla="*/ 152400 w 182879"/>
                <a:gd name="connsiteY13" fmla="*/ 243840 h 264160"/>
                <a:gd name="connsiteX14" fmla="*/ 162560 w 182879"/>
                <a:gd name="connsiteY14" fmla="*/ 233680 h 264160"/>
                <a:gd name="connsiteX15" fmla="*/ 162560 w 182879"/>
                <a:gd name="connsiteY15" fmla="*/ 30480 h 264160"/>
                <a:gd name="connsiteX16" fmla="*/ 152400 w 182879"/>
                <a:gd name="connsiteY16" fmla="*/ 20320 h 264160"/>
                <a:gd name="connsiteX17" fmla="*/ 30480 w 182879"/>
                <a:gd name="connsiteY17" fmla="*/ 20320 h 26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2879" h="264160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52400" y="0"/>
                  </a:lnTo>
                  <a:cubicBezTo>
                    <a:pt x="168910" y="0"/>
                    <a:pt x="182880" y="13970"/>
                    <a:pt x="182880" y="30480"/>
                  </a:cubicBezTo>
                  <a:lnTo>
                    <a:pt x="182880" y="233680"/>
                  </a:lnTo>
                  <a:cubicBezTo>
                    <a:pt x="182880" y="250190"/>
                    <a:pt x="168910" y="264160"/>
                    <a:pt x="152400" y="264160"/>
                  </a:cubicBezTo>
                  <a:lnTo>
                    <a:pt x="30480" y="264160"/>
                  </a:lnTo>
                  <a:cubicBezTo>
                    <a:pt x="13970" y="264160"/>
                    <a:pt x="0" y="250190"/>
                    <a:pt x="0" y="23368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233680"/>
                  </a:lnTo>
                  <a:cubicBezTo>
                    <a:pt x="20320" y="238760"/>
                    <a:pt x="25400" y="243840"/>
                    <a:pt x="30480" y="243840"/>
                  </a:cubicBezTo>
                  <a:lnTo>
                    <a:pt x="152400" y="243840"/>
                  </a:lnTo>
                  <a:cubicBezTo>
                    <a:pt x="157480" y="243840"/>
                    <a:pt x="162560" y="238760"/>
                    <a:pt x="162560" y="233680"/>
                  </a:cubicBezTo>
                  <a:lnTo>
                    <a:pt x="162560" y="30480"/>
                  </a:lnTo>
                  <a:cubicBezTo>
                    <a:pt x="162560" y="25400"/>
                    <a:pt x="157480" y="20320"/>
                    <a:pt x="152400" y="20320"/>
                  </a:cubicBez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6" name="Полилиния: фигура 177">
              <a:extLst>
                <a:ext uri="{FF2B5EF4-FFF2-40B4-BE49-F238E27FC236}">
                  <a16:creationId xmlns:a16="http://schemas.microsoft.com/office/drawing/2014/main" id="{3E495424-3FEF-D419-470F-0D3C28FF005A}"/>
                </a:ext>
              </a:extLst>
            </p:cNvPr>
            <p:cNvSpPr/>
            <p:nvPr/>
          </p:nvSpPr>
          <p:spPr>
            <a:xfrm>
              <a:off x="10160635" y="3102292"/>
              <a:ext cx="45889" cy="153034"/>
            </a:xfrm>
            <a:custGeom>
              <a:avLst/>
              <a:gdLst>
                <a:gd name="connsiteX0" fmla="*/ 15875 w 45889"/>
                <a:gd name="connsiteY0" fmla="*/ 2858 h 153034"/>
                <a:gd name="connsiteX1" fmla="*/ 29845 w 45889"/>
                <a:gd name="connsiteY1" fmla="*/ 2858 h 153034"/>
                <a:gd name="connsiteX2" fmla="*/ 41275 w 45889"/>
                <a:gd name="connsiteY2" fmla="*/ 14287 h 153034"/>
                <a:gd name="connsiteX3" fmla="*/ 40005 w 45889"/>
                <a:gd name="connsiteY3" fmla="*/ 37147 h 153034"/>
                <a:gd name="connsiteX4" fmla="*/ 23495 w 45889"/>
                <a:gd name="connsiteY4" fmla="*/ 51118 h 153034"/>
                <a:gd name="connsiteX5" fmla="*/ 40005 w 45889"/>
                <a:gd name="connsiteY5" fmla="*/ 65087 h 153034"/>
                <a:gd name="connsiteX6" fmla="*/ 40005 w 45889"/>
                <a:gd name="connsiteY6" fmla="*/ 87947 h 153034"/>
                <a:gd name="connsiteX7" fmla="*/ 23495 w 45889"/>
                <a:gd name="connsiteY7" fmla="*/ 101918 h 153034"/>
                <a:gd name="connsiteX8" fmla="*/ 40005 w 45889"/>
                <a:gd name="connsiteY8" fmla="*/ 115887 h 153034"/>
                <a:gd name="connsiteX9" fmla="*/ 41275 w 45889"/>
                <a:gd name="connsiteY9" fmla="*/ 138747 h 153034"/>
                <a:gd name="connsiteX10" fmla="*/ 29845 w 45889"/>
                <a:gd name="connsiteY10" fmla="*/ 150178 h 153034"/>
                <a:gd name="connsiteX11" fmla="*/ 15875 w 45889"/>
                <a:gd name="connsiteY11" fmla="*/ 150178 h 153034"/>
                <a:gd name="connsiteX12" fmla="*/ 15875 w 45889"/>
                <a:gd name="connsiteY12" fmla="*/ 136208 h 153034"/>
                <a:gd name="connsiteX13" fmla="*/ 23495 w 45889"/>
                <a:gd name="connsiteY13" fmla="*/ 128587 h 153034"/>
                <a:gd name="connsiteX14" fmla="*/ 5715 w 45889"/>
                <a:gd name="connsiteY14" fmla="*/ 114618 h 153034"/>
                <a:gd name="connsiteX15" fmla="*/ 5715 w 45889"/>
                <a:gd name="connsiteY15" fmla="*/ 91758 h 153034"/>
                <a:gd name="connsiteX16" fmla="*/ 22225 w 45889"/>
                <a:gd name="connsiteY16" fmla="*/ 77787 h 153034"/>
                <a:gd name="connsiteX17" fmla="*/ 5715 w 45889"/>
                <a:gd name="connsiteY17" fmla="*/ 63818 h 153034"/>
                <a:gd name="connsiteX18" fmla="*/ 5715 w 45889"/>
                <a:gd name="connsiteY18" fmla="*/ 40958 h 153034"/>
                <a:gd name="connsiteX19" fmla="*/ 23495 w 45889"/>
                <a:gd name="connsiteY19" fmla="*/ 26987 h 153034"/>
                <a:gd name="connsiteX20" fmla="*/ 15875 w 45889"/>
                <a:gd name="connsiteY20" fmla="*/ 19368 h 153034"/>
                <a:gd name="connsiteX21" fmla="*/ 15875 w 45889"/>
                <a:gd name="connsiteY21" fmla="*/ 2858 h 153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889" h="153034">
                  <a:moveTo>
                    <a:pt x="15875" y="2858"/>
                  </a:moveTo>
                  <a:cubicBezTo>
                    <a:pt x="19684" y="-953"/>
                    <a:pt x="26034" y="-953"/>
                    <a:pt x="29845" y="2858"/>
                  </a:cubicBezTo>
                  <a:lnTo>
                    <a:pt x="41275" y="14287"/>
                  </a:lnTo>
                  <a:cubicBezTo>
                    <a:pt x="47625" y="20637"/>
                    <a:pt x="47625" y="30797"/>
                    <a:pt x="40005" y="37147"/>
                  </a:cubicBezTo>
                  <a:lnTo>
                    <a:pt x="23495" y="51118"/>
                  </a:lnTo>
                  <a:lnTo>
                    <a:pt x="40005" y="65087"/>
                  </a:lnTo>
                  <a:cubicBezTo>
                    <a:pt x="47625" y="71437"/>
                    <a:pt x="47625" y="82868"/>
                    <a:pt x="40005" y="87947"/>
                  </a:cubicBezTo>
                  <a:lnTo>
                    <a:pt x="23495" y="101918"/>
                  </a:lnTo>
                  <a:lnTo>
                    <a:pt x="40005" y="115887"/>
                  </a:lnTo>
                  <a:cubicBezTo>
                    <a:pt x="46355" y="122237"/>
                    <a:pt x="47625" y="132397"/>
                    <a:pt x="41275" y="138747"/>
                  </a:cubicBezTo>
                  <a:lnTo>
                    <a:pt x="29845" y="150178"/>
                  </a:lnTo>
                  <a:cubicBezTo>
                    <a:pt x="26034" y="153987"/>
                    <a:pt x="19684" y="153987"/>
                    <a:pt x="15875" y="150178"/>
                  </a:cubicBezTo>
                  <a:cubicBezTo>
                    <a:pt x="12065" y="146368"/>
                    <a:pt x="12065" y="140018"/>
                    <a:pt x="15875" y="136208"/>
                  </a:cubicBezTo>
                  <a:lnTo>
                    <a:pt x="23495" y="128587"/>
                  </a:lnTo>
                  <a:lnTo>
                    <a:pt x="5715" y="114618"/>
                  </a:lnTo>
                  <a:cubicBezTo>
                    <a:pt x="-1905" y="108268"/>
                    <a:pt x="-1905" y="96837"/>
                    <a:pt x="5715" y="91758"/>
                  </a:cubicBezTo>
                  <a:lnTo>
                    <a:pt x="22225" y="77787"/>
                  </a:lnTo>
                  <a:lnTo>
                    <a:pt x="5715" y="63818"/>
                  </a:lnTo>
                  <a:cubicBezTo>
                    <a:pt x="-1905" y="57468"/>
                    <a:pt x="-1905" y="46037"/>
                    <a:pt x="5715" y="40958"/>
                  </a:cubicBezTo>
                  <a:lnTo>
                    <a:pt x="23495" y="26987"/>
                  </a:lnTo>
                  <a:lnTo>
                    <a:pt x="15875" y="19368"/>
                  </a:lnTo>
                  <a:cubicBezTo>
                    <a:pt x="10795" y="13018"/>
                    <a:pt x="10795" y="6668"/>
                    <a:pt x="15875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7" name="Полилиния: фигура 178">
              <a:extLst>
                <a:ext uri="{FF2B5EF4-FFF2-40B4-BE49-F238E27FC236}">
                  <a16:creationId xmlns:a16="http://schemas.microsoft.com/office/drawing/2014/main" id="{A9768386-4895-0040-9C90-CF395045D1E7}"/>
                </a:ext>
              </a:extLst>
            </p:cNvPr>
            <p:cNvSpPr/>
            <p:nvPr/>
          </p:nvSpPr>
          <p:spPr>
            <a:xfrm>
              <a:off x="10429705" y="3102292"/>
              <a:ext cx="45889" cy="150495"/>
            </a:xfrm>
            <a:custGeom>
              <a:avLst/>
              <a:gdLst>
                <a:gd name="connsiteX0" fmla="*/ 16045 w 45889"/>
                <a:gd name="connsiteY0" fmla="*/ 2858 h 150495"/>
                <a:gd name="connsiteX1" fmla="*/ 30015 w 45889"/>
                <a:gd name="connsiteY1" fmla="*/ 2858 h 150495"/>
                <a:gd name="connsiteX2" fmla="*/ 30015 w 45889"/>
                <a:gd name="connsiteY2" fmla="*/ 16828 h 150495"/>
                <a:gd name="connsiteX3" fmla="*/ 22395 w 45889"/>
                <a:gd name="connsiteY3" fmla="*/ 24447 h 150495"/>
                <a:gd name="connsiteX4" fmla="*/ 40175 w 45889"/>
                <a:gd name="connsiteY4" fmla="*/ 38418 h 150495"/>
                <a:gd name="connsiteX5" fmla="*/ 40175 w 45889"/>
                <a:gd name="connsiteY5" fmla="*/ 61278 h 150495"/>
                <a:gd name="connsiteX6" fmla="*/ 23665 w 45889"/>
                <a:gd name="connsiteY6" fmla="*/ 75247 h 150495"/>
                <a:gd name="connsiteX7" fmla="*/ 40175 w 45889"/>
                <a:gd name="connsiteY7" fmla="*/ 89218 h 150495"/>
                <a:gd name="connsiteX8" fmla="*/ 40175 w 45889"/>
                <a:gd name="connsiteY8" fmla="*/ 112078 h 150495"/>
                <a:gd name="connsiteX9" fmla="*/ 22395 w 45889"/>
                <a:gd name="connsiteY9" fmla="*/ 126047 h 150495"/>
                <a:gd name="connsiteX10" fmla="*/ 30015 w 45889"/>
                <a:gd name="connsiteY10" fmla="*/ 133668 h 150495"/>
                <a:gd name="connsiteX11" fmla="*/ 30015 w 45889"/>
                <a:gd name="connsiteY11" fmla="*/ 147637 h 150495"/>
                <a:gd name="connsiteX12" fmla="*/ 16045 w 45889"/>
                <a:gd name="connsiteY12" fmla="*/ 147637 h 150495"/>
                <a:gd name="connsiteX13" fmla="*/ 4615 w 45889"/>
                <a:gd name="connsiteY13" fmla="*/ 136208 h 150495"/>
                <a:gd name="connsiteX14" fmla="*/ 5885 w 45889"/>
                <a:gd name="connsiteY14" fmla="*/ 113347 h 150495"/>
                <a:gd name="connsiteX15" fmla="*/ 22395 w 45889"/>
                <a:gd name="connsiteY15" fmla="*/ 99378 h 150495"/>
                <a:gd name="connsiteX16" fmla="*/ 5885 w 45889"/>
                <a:gd name="connsiteY16" fmla="*/ 85408 h 150495"/>
                <a:gd name="connsiteX17" fmla="*/ 5885 w 45889"/>
                <a:gd name="connsiteY17" fmla="*/ 62547 h 150495"/>
                <a:gd name="connsiteX18" fmla="*/ 22395 w 45889"/>
                <a:gd name="connsiteY18" fmla="*/ 48578 h 150495"/>
                <a:gd name="connsiteX19" fmla="*/ 5885 w 45889"/>
                <a:gd name="connsiteY19" fmla="*/ 34608 h 150495"/>
                <a:gd name="connsiteX20" fmla="*/ 4615 w 45889"/>
                <a:gd name="connsiteY20" fmla="*/ 11747 h 150495"/>
                <a:gd name="connsiteX21" fmla="*/ 16045 w 45889"/>
                <a:gd name="connsiteY21" fmla="*/ 2858 h 15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889" h="150495">
                  <a:moveTo>
                    <a:pt x="16045" y="2858"/>
                  </a:moveTo>
                  <a:cubicBezTo>
                    <a:pt x="19855" y="-953"/>
                    <a:pt x="26205" y="-953"/>
                    <a:pt x="30015" y="2858"/>
                  </a:cubicBezTo>
                  <a:cubicBezTo>
                    <a:pt x="33825" y="6668"/>
                    <a:pt x="33825" y="13018"/>
                    <a:pt x="30015" y="16828"/>
                  </a:cubicBezTo>
                  <a:lnTo>
                    <a:pt x="22395" y="24447"/>
                  </a:lnTo>
                  <a:lnTo>
                    <a:pt x="40175" y="38418"/>
                  </a:lnTo>
                  <a:cubicBezTo>
                    <a:pt x="47795" y="44768"/>
                    <a:pt x="47795" y="56197"/>
                    <a:pt x="40175" y="61278"/>
                  </a:cubicBezTo>
                  <a:lnTo>
                    <a:pt x="23665" y="75247"/>
                  </a:lnTo>
                  <a:lnTo>
                    <a:pt x="40175" y="89218"/>
                  </a:lnTo>
                  <a:cubicBezTo>
                    <a:pt x="47795" y="95568"/>
                    <a:pt x="47795" y="106997"/>
                    <a:pt x="40175" y="112078"/>
                  </a:cubicBezTo>
                  <a:lnTo>
                    <a:pt x="22395" y="126047"/>
                  </a:lnTo>
                  <a:lnTo>
                    <a:pt x="30015" y="133668"/>
                  </a:lnTo>
                  <a:cubicBezTo>
                    <a:pt x="33825" y="137478"/>
                    <a:pt x="33825" y="143828"/>
                    <a:pt x="30015" y="147637"/>
                  </a:cubicBezTo>
                  <a:cubicBezTo>
                    <a:pt x="26205" y="151448"/>
                    <a:pt x="19855" y="151448"/>
                    <a:pt x="16045" y="147637"/>
                  </a:cubicBezTo>
                  <a:lnTo>
                    <a:pt x="4615" y="136208"/>
                  </a:lnTo>
                  <a:cubicBezTo>
                    <a:pt x="-1735" y="129858"/>
                    <a:pt x="-1735" y="119697"/>
                    <a:pt x="5885" y="113347"/>
                  </a:cubicBezTo>
                  <a:lnTo>
                    <a:pt x="22395" y="99378"/>
                  </a:lnTo>
                  <a:lnTo>
                    <a:pt x="5885" y="85408"/>
                  </a:lnTo>
                  <a:cubicBezTo>
                    <a:pt x="-1735" y="79058"/>
                    <a:pt x="-1735" y="67628"/>
                    <a:pt x="5885" y="62547"/>
                  </a:cubicBezTo>
                  <a:lnTo>
                    <a:pt x="22395" y="48578"/>
                  </a:lnTo>
                  <a:lnTo>
                    <a:pt x="5885" y="34608"/>
                  </a:lnTo>
                  <a:cubicBezTo>
                    <a:pt x="-465" y="28258"/>
                    <a:pt x="-1735" y="18097"/>
                    <a:pt x="4615" y="11747"/>
                  </a:cubicBezTo>
                  <a:lnTo>
                    <a:pt x="16045" y="285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58" name="Полилиния: фигура 180">
            <a:extLst>
              <a:ext uri="{FF2B5EF4-FFF2-40B4-BE49-F238E27FC236}">
                <a16:creationId xmlns:a16="http://schemas.microsoft.com/office/drawing/2014/main" id="{57BD62D7-5678-F0DF-BA7E-9C17047226B4}"/>
              </a:ext>
            </a:extLst>
          </p:cNvPr>
          <p:cNvSpPr/>
          <p:nvPr/>
        </p:nvSpPr>
        <p:spPr>
          <a:xfrm>
            <a:off x="1141843" y="5377119"/>
            <a:ext cx="152160" cy="241590"/>
          </a:xfrm>
          <a:custGeom>
            <a:avLst/>
            <a:gdLst>
              <a:gd name="connsiteX0" fmla="*/ 86120 w 152160"/>
              <a:gd name="connsiteY0" fmla="*/ 30510 h 241590"/>
              <a:gd name="connsiteX1" fmla="*/ 86120 w 152160"/>
              <a:gd name="connsiteY1" fmla="*/ 100360 h 241590"/>
              <a:gd name="connsiteX2" fmla="*/ 126760 w 152160"/>
              <a:gd name="connsiteY2" fmla="*/ 66070 h 241590"/>
              <a:gd name="connsiteX3" fmla="*/ 86120 w 152160"/>
              <a:gd name="connsiteY3" fmla="*/ 30510 h 241590"/>
              <a:gd name="connsiteX4" fmla="*/ 65801 w 152160"/>
              <a:gd name="connsiteY4" fmla="*/ 99090 h 241590"/>
              <a:gd name="connsiteX5" fmla="*/ 65801 w 152160"/>
              <a:gd name="connsiteY5" fmla="*/ 11460 h 241590"/>
              <a:gd name="connsiteX6" fmla="*/ 83580 w 152160"/>
              <a:gd name="connsiteY6" fmla="*/ 2570 h 241590"/>
              <a:gd name="connsiteX7" fmla="*/ 148351 w 152160"/>
              <a:gd name="connsiteY7" fmla="*/ 57180 h 241590"/>
              <a:gd name="connsiteX8" fmla="*/ 148351 w 152160"/>
              <a:gd name="connsiteY8" fmla="*/ 73690 h 241590"/>
              <a:gd name="connsiteX9" fmla="*/ 92470 w 152160"/>
              <a:gd name="connsiteY9" fmla="*/ 120680 h 241590"/>
              <a:gd name="connsiteX10" fmla="*/ 148351 w 152160"/>
              <a:gd name="connsiteY10" fmla="*/ 167670 h 241590"/>
              <a:gd name="connsiteX11" fmla="*/ 148351 w 152160"/>
              <a:gd name="connsiteY11" fmla="*/ 184180 h 241590"/>
              <a:gd name="connsiteX12" fmla="*/ 83580 w 152160"/>
              <a:gd name="connsiteY12" fmla="*/ 238790 h 241590"/>
              <a:gd name="connsiteX13" fmla="*/ 65801 w 152160"/>
              <a:gd name="connsiteY13" fmla="*/ 229900 h 241590"/>
              <a:gd name="connsiteX14" fmla="*/ 65801 w 152160"/>
              <a:gd name="connsiteY14" fmla="*/ 141000 h 241590"/>
              <a:gd name="connsiteX15" fmla="*/ 16270 w 152160"/>
              <a:gd name="connsiteY15" fmla="*/ 182910 h 241590"/>
              <a:gd name="connsiteX16" fmla="*/ 2300 w 152160"/>
              <a:gd name="connsiteY16" fmla="*/ 181640 h 241590"/>
              <a:gd name="connsiteX17" fmla="*/ 3570 w 152160"/>
              <a:gd name="connsiteY17" fmla="*/ 167670 h 241590"/>
              <a:gd name="connsiteX18" fmla="*/ 60720 w 152160"/>
              <a:gd name="connsiteY18" fmla="*/ 119410 h 241590"/>
              <a:gd name="connsiteX19" fmla="*/ 3570 w 152160"/>
              <a:gd name="connsiteY19" fmla="*/ 71150 h 241590"/>
              <a:gd name="connsiteX20" fmla="*/ 2300 w 152160"/>
              <a:gd name="connsiteY20" fmla="*/ 57180 h 241590"/>
              <a:gd name="connsiteX21" fmla="*/ 16270 w 152160"/>
              <a:gd name="connsiteY21" fmla="*/ 55910 h 241590"/>
              <a:gd name="connsiteX22" fmla="*/ 65801 w 152160"/>
              <a:gd name="connsiteY22" fmla="*/ 99090 h 241590"/>
              <a:gd name="connsiteX23" fmla="*/ 86120 w 152160"/>
              <a:gd name="connsiteY23" fmla="*/ 142270 h 241590"/>
              <a:gd name="connsiteX24" fmla="*/ 86120 w 152160"/>
              <a:gd name="connsiteY24" fmla="*/ 212120 h 241590"/>
              <a:gd name="connsiteX25" fmla="*/ 126760 w 152160"/>
              <a:gd name="connsiteY25" fmla="*/ 177830 h 241590"/>
              <a:gd name="connsiteX26" fmla="*/ 86120 w 152160"/>
              <a:gd name="connsiteY26" fmla="*/ 142270 h 241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52160" h="241590">
                <a:moveTo>
                  <a:pt x="86120" y="30510"/>
                </a:moveTo>
                <a:lnTo>
                  <a:pt x="86120" y="100360"/>
                </a:lnTo>
                <a:lnTo>
                  <a:pt x="126760" y="66070"/>
                </a:lnTo>
                <a:lnTo>
                  <a:pt x="86120" y="30510"/>
                </a:lnTo>
                <a:close/>
                <a:moveTo>
                  <a:pt x="65801" y="99090"/>
                </a:moveTo>
                <a:lnTo>
                  <a:pt x="65801" y="11460"/>
                </a:lnTo>
                <a:cubicBezTo>
                  <a:pt x="65801" y="2570"/>
                  <a:pt x="77230" y="-3780"/>
                  <a:pt x="83580" y="2570"/>
                </a:cubicBezTo>
                <a:lnTo>
                  <a:pt x="148351" y="57180"/>
                </a:lnTo>
                <a:cubicBezTo>
                  <a:pt x="153430" y="62260"/>
                  <a:pt x="153430" y="69880"/>
                  <a:pt x="148351" y="73690"/>
                </a:cubicBezTo>
                <a:lnTo>
                  <a:pt x="92470" y="120680"/>
                </a:lnTo>
                <a:lnTo>
                  <a:pt x="148351" y="167670"/>
                </a:lnTo>
                <a:cubicBezTo>
                  <a:pt x="153430" y="171480"/>
                  <a:pt x="153430" y="180370"/>
                  <a:pt x="148351" y="184180"/>
                </a:cubicBezTo>
                <a:lnTo>
                  <a:pt x="83580" y="238790"/>
                </a:lnTo>
                <a:cubicBezTo>
                  <a:pt x="75960" y="245140"/>
                  <a:pt x="65801" y="240060"/>
                  <a:pt x="65801" y="229900"/>
                </a:cubicBezTo>
                <a:lnTo>
                  <a:pt x="65801" y="141000"/>
                </a:lnTo>
                <a:lnTo>
                  <a:pt x="16270" y="182910"/>
                </a:lnTo>
                <a:cubicBezTo>
                  <a:pt x="12460" y="186720"/>
                  <a:pt x="6110" y="185450"/>
                  <a:pt x="2300" y="181640"/>
                </a:cubicBezTo>
                <a:cubicBezTo>
                  <a:pt x="-1510" y="177830"/>
                  <a:pt x="-240" y="171480"/>
                  <a:pt x="3570" y="167670"/>
                </a:cubicBezTo>
                <a:lnTo>
                  <a:pt x="60720" y="119410"/>
                </a:lnTo>
                <a:lnTo>
                  <a:pt x="3570" y="71150"/>
                </a:lnTo>
                <a:cubicBezTo>
                  <a:pt x="-240" y="67340"/>
                  <a:pt x="-1510" y="60990"/>
                  <a:pt x="2300" y="57180"/>
                </a:cubicBezTo>
                <a:cubicBezTo>
                  <a:pt x="6110" y="53370"/>
                  <a:pt x="12460" y="52100"/>
                  <a:pt x="16270" y="55910"/>
                </a:cubicBezTo>
                <a:lnTo>
                  <a:pt x="65801" y="99090"/>
                </a:lnTo>
                <a:close/>
                <a:moveTo>
                  <a:pt x="86120" y="142270"/>
                </a:moveTo>
                <a:lnTo>
                  <a:pt x="86120" y="212120"/>
                </a:lnTo>
                <a:lnTo>
                  <a:pt x="126760" y="177830"/>
                </a:lnTo>
                <a:lnTo>
                  <a:pt x="86120" y="1422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9" name="Полилиния: фигура 183">
            <a:extLst>
              <a:ext uri="{FF2B5EF4-FFF2-40B4-BE49-F238E27FC236}">
                <a16:creationId xmlns:a16="http://schemas.microsoft.com/office/drawing/2014/main" id="{365BFFB0-AD95-6CE3-758C-E749A7EFF527}"/>
              </a:ext>
            </a:extLst>
          </p:cNvPr>
          <p:cNvSpPr/>
          <p:nvPr/>
        </p:nvSpPr>
        <p:spPr>
          <a:xfrm>
            <a:off x="6741034" y="4004205"/>
            <a:ext cx="142085" cy="264676"/>
          </a:xfrm>
          <a:custGeom>
            <a:avLst/>
            <a:gdLst>
              <a:gd name="connsiteX0" fmla="*/ 30480 w 142085"/>
              <a:gd name="connsiteY0" fmla="*/ 134620 h 264676"/>
              <a:gd name="connsiteX1" fmla="*/ 30480 w 142085"/>
              <a:gd name="connsiteY1" fmla="*/ 40640 h 264676"/>
              <a:gd name="connsiteX2" fmla="*/ 71120 w 142085"/>
              <a:gd name="connsiteY2" fmla="*/ 0 h 264676"/>
              <a:gd name="connsiteX3" fmla="*/ 110490 w 142085"/>
              <a:gd name="connsiteY3" fmla="*/ 30480 h 264676"/>
              <a:gd name="connsiteX4" fmla="*/ 121920 w 142085"/>
              <a:gd name="connsiteY4" fmla="*/ 30480 h 264676"/>
              <a:gd name="connsiteX5" fmla="*/ 132080 w 142085"/>
              <a:gd name="connsiteY5" fmla="*/ 40640 h 264676"/>
              <a:gd name="connsiteX6" fmla="*/ 121920 w 142085"/>
              <a:gd name="connsiteY6" fmla="*/ 50800 h 264676"/>
              <a:gd name="connsiteX7" fmla="*/ 111760 w 142085"/>
              <a:gd name="connsiteY7" fmla="*/ 50800 h 264676"/>
              <a:gd name="connsiteX8" fmla="*/ 111760 w 142085"/>
              <a:gd name="connsiteY8" fmla="*/ 60960 h 264676"/>
              <a:gd name="connsiteX9" fmla="*/ 121920 w 142085"/>
              <a:gd name="connsiteY9" fmla="*/ 60960 h 264676"/>
              <a:gd name="connsiteX10" fmla="*/ 132080 w 142085"/>
              <a:gd name="connsiteY10" fmla="*/ 71120 h 264676"/>
              <a:gd name="connsiteX11" fmla="*/ 121920 w 142085"/>
              <a:gd name="connsiteY11" fmla="*/ 81280 h 264676"/>
              <a:gd name="connsiteX12" fmla="*/ 111760 w 142085"/>
              <a:gd name="connsiteY12" fmla="*/ 81280 h 264676"/>
              <a:gd name="connsiteX13" fmla="*/ 111760 w 142085"/>
              <a:gd name="connsiteY13" fmla="*/ 91440 h 264676"/>
              <a:gd name="connsiteX14" fmla="*/ 121920 w 142085"/>
              <a:gd name="connsiteY14" fmla="*/ 91440 h 264676"/>
              <a:gd name="connsiteX15" fmla="*/ 132080 w 142085"/>
              <a:gd name="connsiteY15" fmla="*/ 101600 h 264676"/>
              <a:gd name="connsiteX16" fmla="*/ 121920 w 142085"/>
              <a:gd name="connsiteY16" fmla="*/ 111760 h 264676"/>
              <a:gd name="connsiteX17" fmla="*/ 111760 w 142085"/>
              <a:gd name="connsiteY17" fmla="*/ 111760 h 264676"/>
              <a:gd name="connsiteX18" fmla="*/ 111760 w 142085"/>
              <a:gd name="connsiteY18" fmla="*/ 134620 h 264676"/>
              <a:gd name="connsiteX19" fmla="*/ 140970 w 142085"/>
              <a:gd name="connsiteY19" fmla="*/ 204470 h 264676"/>
              <a:gd name="connsiteX20" fmla="*/ 80010 w 142085"/>
              <a:gd name="connsiteY20" fmla="*/ 264160 h 264676"/>
              <a:gd name="connsiteX21" fmla="*/ 0 w 142085"/>
              <a:gd name="connsiteY21" fmla="*/ 193040 h 264676"/>
              <a:gd name="connsiteX22" fmla="*/ 27940 w 142085"/>
              <a:gd name="connsiteY22" fmla="*/ 135890 h 264676"/>
              <a:gd name="connsiteX23" fmla="*/ 30480 w 142085"/>
              <a:gd name="connsiteY23" fmla="*/ 134620 h 264676"/>
              <a:gd name="connsiteX24" fmla="*/ 71120 w 142085"/>
              <a:gd name="connsiteY24" fmla="*/ 20320 h 264676"/>
              <a:gd name="connsiteX25" fmla="*/ 50800 w 142085"/>
              <a:gd name="connsiteY25" fmla="*/ 40640 h 264676"/>
              <a:gd name="connsiteX26" fmla="*/ 50800 w 142085"/>
              <a:gd name="connsiteY26" fmla="*/ 139700 h 264676"/>
              <a:gd name="connsiteX27" fmla="*/ 45720 w 142085"/>
              <a:gd name="connsiteY27" fmla="*/ 148590 h 264676"/>
              <a:gd name="connsiteX28" fmla="*/ 20320 w 142085"/>
              <a:gd name="connsiteY28" fmla="*/ 193040 h 264676"/>
              <a:gd name="connsiteX29" fmla="*/ 77470 w 142085"/>
              <a:gd name="connsiteY29" fmla="*/ 243840 h 264676"/>
              <a:gd name="connsiteX30" fmla="*/ 121920 w 142085"/>
              <a:gd name="connsiteY30" fmla="*/ 201930 h 264676"/>
              <a:gd name="connsiteX31" fmla="*/ 97790 w 142085"/>
              <a:gd name="connsiteY31" fmla="*/ 149860 h 264676"/>
              <a:gd name="connsiteX32" fmla="*/ 92710 w 142085"/>
              <a:gd name="connsiteY32" fmla="*/ 140970 h 264676"/>
              <a:gd name="connsiteX33" fmla="*/ 92710 w 142085"/>
              <a:gd name="connsiteY33" fmla="*/ 41910 h 264676"/>
              <a:gd name="connsiteX34" fmla="*/ 71120 w 142085"/>
              <a:gd name="connsiteY34" fmla="*/ 20320 h 264676"/>
              <a:gd name="connsiteX35" fmla="*/ 72390 w 142085"/>
              <a:gd name="connsiteY35" fmla="*/ 210820 h 264676"/>
              <a:gd name="connsiteX36" fmla="*/ 72390 w 142085"/>
              <a:gd name="connsiteY36" fmla="*/ 210820 h 264676"/>
              <a:gd name="connsiteX37" fmla="*/ 50800 w 142085"/>
              <a:gd name="connsiteY37" fmla="*/ 190500 h 264676"/>
              <a:gd name="connsiteX38" fmla="*/ 40640 w 142085"/>
              <a:gd name="connsiteY38" fmla="*/ 180340 h 264676"/>
              <a:gd name="connsiteX39" fmla="*/ 30480 w 142085"/>
              <a:gd name="connsiteY39" fmla="*/ 190500 h 264676"/>
              <a:gd name="connsiteX40" fmla="*/ 71120 w 142085"/>
              <a:gd name="connsiteY40" fmla="*/ 231140 h 264676"/>
              <a:gd name="connsiteX41" fmla="*/ 81280 w 142085"/>
              <a:gd name="connsiteY41" fmla="*/ 220980 h 264676"/>
              <a:gd name="connsiteX42" fmla="*/ 72390 w 142085"/>
              <a:gd name="connsiteY42" fmla="*/ 210820 h 264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2085" h="264676">
                <a:moveTo>
                  <a:pt x="30480" y="134620"/>
                </a:moveTo>
                <a:lnTo>
                  <a:pt x="30480" y="40640"/>
                </a:lnTo>
                <a:cubicBezTo>
                  <a:pt x="30480" y="17780"/>
                  <a:pt x="48260" y="0"/>
                  <a:pt x="71120" y="0"/>
                </a:cubicBezTo>
                <a:cubicBezTo>
                  <a:pt x="90170" y="0"/>
                  <a:pt x="105410" y="12700"/>
                  <a:pt x="110490" y="30480"/>
                </a:cubicBezTo>
                <a:cubicBezTo>
                  <a:pt x="111760" y="30480"/>
                  <a:pt x="116840" y="30480"/>
                  <a:pt x="121920" y="30480"/>
                </a:cubicBezTo>
                <a:cubicBezTo>
                  <a:pt x="127000" y="30480"/>
                  <a:pt x="132080" y="35560"/>
                  <a:pt x="132080" y="40640"/>
                </a:cubicBezTo>
                <a:cubicBezTo>
                  <a:pt x="132080" y="45720"/>
                  <a:pt x="127000" y="50800"/>
                  <a:pt x="121920" y="50800"/>
                </a:cubicBezTo>
                <a:lnTo>
                  <a:pt x="111760" y="50800"/>
                </a:lnTo>
                <a:lnTo>
                  <a:pt x="111760" y="60960"/>
                </a:lnTo>
                <a:lnTo>
                  <a:pt x="121920" y="60960"/>
                </a:lnTo>
                <a:cubicBezTo>
                  <a:pt x="127000" y="60960"/>
                  <a:pt x="132080" y="66040"/>
                  <a:pt x="132080" y="71120"/>
                </a:cubicBezTo>
                <a:cubicBezTo>
                  <a:pt x="132080" y="76200"/>
                  <a:pt x="127000" y="81280"/>
                  <a:pt x="121920" y="81280"/>
                </a:cubicBezTo>
                <a:lnTo>
                  <a:pt x="111760" y="81280"/>
                </a:lnTo>
                <a:lnTo>
                  <a:pt x="111760" y="91440"/>
                </a:lnTo>
                <a:lnTo>
                  <a:pt x="121920" y="91440"/>
                </a:lnTo>
                <a:cubicBezTo>
                  <a:pt x="127000" y="91440"/>
                  <a:pt x="132080" y="96520"/>
                  <a:pt x="132080" y="101600"/>
                </a:cubicBezTo>
                <a:cubicBezTo>
                  <a:pt x="132080" y="106680"/>
                  <a:pt x="127000" y="111760"/>
                  <a:pt x="121920" y="111760"/>
                </a:cubicBezTo>
                <a:lnTo>
                  <a:pt x="111760" y="111760"/>
                </a:lnTo>
                <a:lnTo>
                  <a:pt x="111760" y="134620"/>
                </a:lnTo>
                <a:cubicBezTo>
                  <a:pt x="133350" y="149860"/>
                  <a:pt x="146050" y="176530"/>
                  <a:pt x="140970" y="204470"/>
                </a:cubicBezTo>
                <a:cubicBezTo>
                  <a:pt x="135890" y="234950"/>
                  <a:pt x="110490" y="260350"/>
                  <a:pt x="80010" y="264160"/>
                </a:cubicBezTo>
                <a:cubicBezTo>
                  <a:pt x="36830" y="269240"/>
                  <a:pt x="0" y="236220"/>
                  <a:pt x="0" y="193040"/>
                </a:cubicBezTo>
                <a:cubicBezTo>
                  <a:pt x="0" y="170180"/>
                  <a:pt x="10160" y="149860"/>
                  <a:pt x="27940" y="135890"/>
                </a:cubicBezTo>
                <a:lnTo>
                  <a:pt x="30480" y="134620"/>
                </a:lnTo>
                <a:close/>
                <a:moveTo>
                  <a:pt x="71120" y="20320"/>
                </a:moveTo>
                <a:cubicBezTo>
                  <a:pt x="59690" y="20320"/>
                  <a:pt x="50800" y="29210"/>
                  <a:pt x="50800" y="40640"/>
                </a:cubicBezTo>
                <a:lnTo>
                  <a:pt x="50800" y="139700"/>
                </a:lnTo>
                <a:cubicBezTo>
                  <a:pt x="50800" y="143510"/>
                  <a:pt x="48260" y="146050"/>
                  <a:pt x="45720" y="148590"/>
                </a:cubicBezTo>
                <a:cubicBezTo>
                  <a:pt x="30480" y="157480"/>
                  <a:pt x="20320" y="173990"/>
                  <a:pt x="20320" y="193040"/>
                </a:cubicBezTo>
                <a:cubicBezTo>
                  <a:pt x="20320" y="223520"/>
                  <a:pt x="46990" y="246380"/>
                  <a:pt x="77470" y="243840"/>
                </a:cubicBezTo>
                <a:cubicBezTo>
                  <a:pt x="99060" y="241300"/>
                  <a:pt x="118110" y="223520"/>
                  <a:pt x="121920" y="201930"/>
                </a:cubicBezTo>
                <a:cubicBezTo>
                  <a:pt x="125730" y="180340"/>
                  <a:pt x="115570" y="160020"/>
                  <a:pt x="97790" y="149860"/>
                </a:cubicBezTo>
                <a:cubicBezTo>
                  <a:pt x="95250" y="148590"/>
                  <a:pt x="92710" y="144780"/>
                  <a:pt x="92710" y="140970"/>
                </a:cubicBezTo>
                <a:lnTo>
                  <a:pt x="92710" y="41910"/>
                </a:lnTo>
                <a:cubicBezTo>
                  <a:pt x="91440" y="29210"/>
                  <a:pt x="82550" y="20320"/>
                  <a:pt x="71120" y="20320"/>
                </a:cubicBezTo>
                <a:close/>
                <a:moveTo>
                  <a:pt x="72390" y="210820"/>
                </a:moveTo>
                <a:lnTo>
                  <a:pt x="72390" y="210820"/>
                </a:lnTo>
                <a:cubicBezTo>
                  <a:pt x="59690" y="210820"/>
                  <a:pt x="50800" y="201930"/>
                  <a:pt x="50800" y="190500"/>
                </a:cubicBezTo>
                <a:cubicBezTo>
                  <a:pt x="50800" y="185420"/>
                  <a:pt x="45720" y="180340"/>
                  <a:pt x="40640" y="180340"/>
                </a:cubicBezTo>
                <a:cubicBezTo>
                  <a:pt x="35560" y="180340"/>
                  <a:pt x="30480" y="185420"/>
                  <a:pt x="30480" y="190500"/>
                </a:cubicBezTo>
                <a:cubicBezTo>
                  <a:pt x="30480" y="213360"/>
                  <a:pt x="48260" y="231140"/>
                  <a:pt x="71120" y="231140"/>
                </a:cubicBezTo>
                <a:cubicBezTo>
                  <a:pt x="76200" y="231140"/>
                  <a:pt x="81280" y="226060"/>
                  <a:pt x="81280" y="220980"/>
                </a:cubicBezTo>
                <a:cubicBezTo>
                  <a:pt x="81280" y="215900"/>
                  <a:pt x="77470" y="212090"/>
                  <a:pt x="72390" y="2108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60" name="Рисунок 4">
            <a:extLst>
              <a:ext uri="{FF2B5EF4-FFF2-40B4-BE49-F238E27FC236}">
                <a16:creationId xmlns:a16="http://schemas.microsoft.com/office/drawing/2014/main" id="{934CE7C5-0962-B03A-24EC-E03FCF8AA5B3}"/>
              </a:ext>
            </a:extLst>
          </p:cNvPr>
          <p:cNvGrpSpPr/>
          <p:nvPr/>
        </p:nvGrpSpPr>
        <p:grpSpPr>
          <a:xfrm>
            <a:off x="7804976" y="2636038"/>
            <a:ext cx="257174" cy="238456"/>
            <a:chOff x="7953692" y="1135531"/>
            <a:chExt cx="257174" cy="238456"/>
          </a:xfrm>
          <a:solidFill>
            <a:schemeClr val="bg1"/>
          </a:solidFill>
        </p:grpSpPr>
        <p:sp>
          <p:nvSpPr>
            <p:cNvPr id="261" name="Полилиния: фигура 187">
              <a:extLst>
                <a:ext uri="{FF2B5EF4-FFF2-40B4-BE49-F238E27FC236}">
                  <a16:creationId xmlns:a16="http://schemas.microsoft.com/office/drawing/2014/main" id="{D4BE5E64-9BDB-99B4-4A92-BF279A3A0531}"/>
                </a:ext>
              </a:extLst>
            </p:cNvPr>
            <p:cNvSpPr/>
            <p:nvPr/>
          </p:nvSpPr>
          <p:spPr>
            <a:xfrm>
              <a:off x="8081644" y="1135531"/>
              <a:ext cx="98742" cy="72555"/>
            </a:xfrm>
            <a:custGeom>
              <a:avLst/>
              <a:gdLst>
                <a:gd name="connsiteX0" fmla="*/ 47625 w 98742"/>
                <a:gd name="connsiteY0" fmla="*/ 7468 h 72555"/>
                <a:gd name="connsiteX1" fmla="*/ 5715 w 98742"/>
                <a:gd name="connsiteY1" fmla="*/ 8738 h 72555"/>
                <a:gd name="connsiteX2" fmla="*/ 1905 w 98742"/>
                <a:gd name="connsiteY2" fmla="*/ 12548 h 72555"/>
                <a:gd name="connsiteX3" fmla="*/ 1905 w 98742"/>
                <a:gd name="connsiteY3" fmla="*/ 20168 h 72555"/>
                <a:gd name="connsiteX4" fmla="*/ 9525 w 98742"/>
                <a:gd name="connsiteY4" fmla="*/ 27788 h 72555"/>
                <a:gd name="connsiteX5" fmla="*/ 17145 w 98742"/>
                <a:gd name="connsiteY5" fmla="*/ 27788 h 72555"/>
                <a:gd name="connsiteX6" fmla="*/ 20955 w 98742"/>
                <a:gd name="connsiteY6" fmla="*/ 23978 h 72555"/>
                <a:gd name="connsiteX7" fmla="*/ 22225 w 98742"/>
                <a:gd name="connsiteY7" fmla="*/ 22708 h 72555"/>
                <a:gd name="connsiteX8" fmla="*/ 36195 w 98742"/>
                <a:gd name="connsiteY8" fmla="*/ 23978 h 72555"/>
                <a:gd name="connsiteX9" fmla="*/ 81915 w 98742"/>
                <a:gd name="connsiteY9" fmla="*/ 69698 h 72555"/>
                <a:gd name="connsiteX10" fmla="*/ 95885 w 98742"/>
                <a:gd name="connsiteY10" fmla="*/ 69698 h 72555"/>
                <a:gd name="connsiteX11" fmla="*/ 95885 w 98742"/>
                <a:gd name="connsiteY11" fmla="*/ 55728 h 72555"/>
                <a:gd name="connsiteX12" fmla="*/ 50165 w 98742"/>
                <a:gd name="connsiteY12" fmla="*/ 10008 h 72555"/>
                <a:gd name="connsiteX13" fmla="*/ 47625 w 98742"/>
                <a:gd name="connsiteY13" fmla="*/ 7468 h 7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8742" h="72555">
                  <a:moveTo>
                    <a:pt x="47625" y="7468"/>
                  </a:moveTo>
                  <a:cubicBezTo>
                    <a:pt x="36195" y="-2692"/>
                    <a:pt x="17145" y="-2692"/>
                    <a:pt x="5715" y="8738"/>
                  </a:cubicBezTo>
                  <a:lnTo>
                    <a:pt x="1905" y="12548"/>
                  </a:lnTo>
                  <a:cubicBezTo>
                    <a:pt x="-635" y="15088"/>
                    <a:pt x="-635" y="17628"/>
                    <a:pt x="1905" y="20168"/>
                  </a:cubicBezTo>
                  <a:lnTo>
                    <a:pt x="9525" y="27788"/>
                  </a:lnTo>
                  <a:cubicBezTo>
                    <a:pt x="12065" y="30328"/>
                    <a:pt x="14605" y="30328"/>
                    <a:pt x="17145" y="27788"/>
                  </a:cubicBezTo>
                  <a:lnTo>
                    <a:pt x="20955" y="23978"/>
                  </a:lnTo>
                  <a:lnTo>
                    <a:pt x="22225" y="22708"/>
                  </a:lnTo>
                  <a:cubicBezTo>
                    <a:pt x="26035" y="20168"/>
                    <a:pt x="32385" y="20168"/>
                    <a:pt x="36195" y="23978"/>
                  </a:cubicBezTo>
                  <a:lnTo>
                    <a:pt x="81915" y="69698"/>
                  </a:lnTo>
                  <a:cubicBezTo>
                    <a:pt x="85725" y="73508"/>
                    <a:pt x="92075" y="73508"/>
                    <a:pt x="95885" y="69698"/>
                  </a:cubicBezTo>
                  <a:cubicBezTo>
                    <a:pt x="99695" y="65888"/>
                    <a:pt x="99695" y="59538"/>
                    <a:pt x="95885" y="55728"/>
                  </a:cubicBezTo>
                  <a:lnTo>
                    <a:pt x="50165" y="10008"/>
                  </a:lnTo>
                  <a:lnTo>
                    <a:pt x="47625" y="746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2" name="Полилиния: фигура 188">
              <a:extLst>
                <a:ext uri="{FF2B5EF4-FFF2-40B4-BE49-F238E27FC236}">
                  <a16:creationId xmlns:a16="http://schemas.microsoft.com/office/drawing/2014/main" id="{D3949F49-16AB-0655-9753-2F8445B0667C}"/>
                </a:ext>
              </a:extLst>
            </p:cNvPr>
            <p:cNvSpPr/>
            <p:nvPr/>
          </p:nvSpPr>
          <p:spPr>
            <a:xfrm>
              <a:off x="7953692" y="1139341"/>
              <a:ext cx="188595" cy="118275"/>
            </a:xfrm>
            <a:custGeom>
              <a:avLst/>
              <a:gdLst>
                <a:gd name="connsiteX0" fmla="*/ 65088 w 188595"/>
                <a:gd name="connsiteY0" fmla="*/ 8738 h 118275"/>
                <a:gd name="connsiteX1" fmla="*/ 106998 w 188595"/>
                <a:gd name="connsiteY1" fmla="*/ 7468 h 118275"/>
                <a:gd name="connsiteX2" fmla="*/ 108267 w 188595"/>
                <a:gd name="connsiteY2" fmla="*/ 8738 h 118275"/>
                <a:gd name="connsiteX3" fmla="*/ 185738 w 188595"/>
                <a:gd name="connsiteY3" fmla="*/ 86208 h 118275"/>
                <a:gd name="connsiteX4" fmla="*/ 185738 w 188595"/>
                <a:gd name="connsiteY4" fmla="*/ 100178 h 118275"/>
                <a:gd name="connsiteX5" fmla="*/ 171767 w 188595"/>
                <a:gd name="connsiteY5" fmla="*/ 100178 h 118275"/>
                <a:gd name="connsiteX6" fmla="*/ 115888 w 188595"/>
                <a:gd name="connsiteY6" fmla="*/ 44298 h 118275"/>
                <a:gd name="connsiteX7" fmla="*/ 46038 w 188595"/>
                <a:gd name="connsiteY7" fmla="*/ 115418 h 118275"/>
                <a:gd name="connsiteX8" fmla="*/ 32067 w 188595"/>
                <a:gd name="connsiteY8" fmla="*/ 115418 h 118275"/>
                <a:gd name="connsiteX9" fmla="*/ 2857 w 188595"/>
                <a:gd name="connsiteY9" fmla="*/ 86208 h 118275"/>
                <a:gd name="connsiteX10" fmla="*/ 2857 w 188595"/>
                <a:gd name="connsiteY10" fmla="*/ 72238 h 118275"/>
                <a:gd name="connsiteX11" fmla="*/ 65088 w 188595"/>
                <a:gd name="connsiteY11" fmla="*/ 8738 h 118275"/>
                <a:gd name="connsiteX12" fmla="*/ 80327 w 188595"/>
                <a:gd name="connsiteY12" fmla="*/ 22708 h 118275"/>
                <a:gd name="connsiteX13" fmla="*/ 94298 w 188595"/>
                <a:gd name="connsiteY13" fmla="*/ 23978 h 118275"/>
                <a:gd name="connsiteX14" fmla="*/ 101917 w 188595"/>
                <a:gd name="connsiteY14" fmla="*/ 31598 h 118275"/>
                <a:gd name="connsiteX15" fmla="*/ 38417 w 188595"/>
                <a:gd name="connsiteY15" fmla="*/ 95098 h 118275"/>
                <a:gd name="connsiteX16" fmla="*/ 24448 w 188595"/>
                <a:gd name="connsiteY16" fmla="*/ 81128 h 118275"/>
                <a:gd name="connsiteX17" fmla="*/ 80327 w 188595"/>
                <a:gd name="connsiteY17" fmla="*/ 22708 h 118275"/>
                <a:gd name="connsiteX18" fmla="*/ 80327 w 188595"/>
                <a:gd name="connsiteY18" fmla="*/ 22708 h 11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8595" h="118275">
                  <a:moveTo>
                    <a:pt x="65088" y="8738"/>
                  </a:moveTo>
                  <a:cubicBezTo>
                    <a:pt x="76517" y="-2692"/>
                    <a:pt x="94298" y="-2692"/>
                    <a:pt x="106998" y="7468"/>
                  </a:cubicBezTo>
                  <a:lnTo>
                    <a:pt x="108267" y="8738"/>
                  </a:lnTo>
                  <a:lnTo>
                    <a:pt x="185738" y="86208"/>
                  </a:lnTo>
                  <a:cubicBezTo>
                    <a:pt x="189548" y="90018"/>
                    <a:pt x="189548" y="96368"/>
                    <a:pt x="185738" y="100178"/>
                  </a:cubicBezTo>
                  <a:cubicBezTo>
                    <a:pt x="181927" y="103988"/>
                    <a:pt x="175577" y="103988"/>
                    <a:pt x="171767" y="100178"/>
                  </a:cubicBezTo>
                  <a:lnTo>
                    <a:pt x="115888" y="44298"/>
                  </a:lnTo>
                  <a:lnTo>
                    <a:pt x="46038" y="115418"/>
                  </a:lnTo>
                  <a:cubicBezTo>
                    <a:pt x="42227" y="119228"/>
                    <a:pt x="35877" y="119228"/>
                    <a:pt x="32067" y="115418"/>
                  </a:cubicBezTo>
                  <a:lnTo>
                    <a:pt x="2857" y="86208"/>
                  </a:lnTo>
                  <a:cubicBezTo>
                    <a:pt x="-952" y="82398"/>
                    <a:pt x="-952" y="76048"/>
                    <a:pt x="2857" y="72238"/>
                  </a:cubicBezTo>
                  <a:lnTo>
                    <a:pt x="65088" y="8738"/>
                  </a:lnTo>
                  <a:close/>
                  <a:moveTo>
                    <a:pt x="80327" y="22708"/>
                  </a:moveTo>
                  <a:cubicBezTo>
                    <a:pt x="84138" y="20168"/>
                    <a:pt x="90488" y="20168"/>
                    <a:pt x="94298" y="23978"/>
                  </a:cubicBezTo>
                  <a:lnTo>
                    <a:pt x="101917" y="31598"/>
                  </a:lnTo>
                  <a:lnTo>
                    <a:pt x="38417" y="95098"/>
                  </a:lnTo>
                  <a:lnTo>
                    <a:pt x="24448" y="81128"/>
                  </a:lnTo>
                  <a:lnTo>
                    <a:pt x="80327" y="22708"/>
                  </a:lnTo>
                  <a:lnTo>
                    <a:pt x="80327" y="2270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3" name="Полилиния: фигура 189">
              <a:extLst>
                <a:ext uri="{FF2B5EF4-FFF2-40B4-BE49-F238E27FC236}">
                  <a16:creationId xmlns:a16="http://schemas.microsoft.com/office/drawing/2014/main" id="{32A586C9-30AC-D596-F1E0-DD51A6E333D9}"/>
                </a:ext>
              </a:extLst>
            </p:cNvPr>
            <p:cNvSpPr/>
            <p:nvPr/>
          </p:nvSpPr>
          <p:spPr>
            <a:xfrm>
              <a:off x="8021002" y="1251902"/>
              <a:ext cx="189864" cy="118275"/>
            </a:xfrm>
            <a:custGeom>
              <a:avLst/>
              <a:gdLst>
                <a:gd name="connsiteX0" fmla="*/ 72707 w 189864"/>
                <a:gd name="connsiteY0" fmla="*/ 72708 h 118275"/>
                <a:gd name="connsiteX1" fmla="*/ 143828 w 189864"/>
                <a:gd name="connsiteY1" fmla="*/ 2858 h 118275"/>
                <a:gd name="connsiteX2" fmla="*/ 157798 w 189864"/>
                <a:gd name="connsiteY2" fmla="*/ 2858 h 118275"/>
                <a:gd name="connsiteX3" fmla="*/ 187007 w 189864"/>
                <a:gd name="connsiteY3" fmla="*/ 32067 h 118275"/>
                <a:gd name="connsiteX4" fmla="*/ 187007 w 189864"/>
                <a:gd name="connsiteY4" fmla="*/ 46037 h 118275"/>
                <a:gd name="connsiteX5" fmla="*/ 123507 w 189864"/>
                <a:gd name="connsiteY5" fmla="*/ 109537 h 118275"/>
                <a:gd name="connsiteX6" fmla="*/ 81598 w 189864"/>
                <a:gd name="connsiteY6" fmla="*/ 110808 h 118275"/>
                <a:gd name="connsiteX7" fmla="*/ 80328 w 189864"/>
                <a:gd name="connsiteY7" fmla="*/ 109537 h 118275"/>
                <a:gd name="connsiteX8" fmla="*/ 2857 w 189864"/>
                <a:gd name="connsiteY8" fmla="*/ 32067 h 118275"/>
                <a:gd name="connsiteX9" fmla="*/ 2857 w 189864"/>
                <a:gd name="connsiteY9" fmla="*/ 18097 h 118275"/>
                <a:gd name="connsiteX10" fmla="*/ 16828 w 189864"/>
                <a:gd name="connsiteY10" fmla="*/ 18097 h 118275"/>
                <a:gd name="connsiteX11" fmla="*/ 72707 w 189864"/>
                <a:gd name="connsiteY11" fmla="*/ 72708 h 118275"/>
                <a:gd name="connsiteX12" fmla="*/ 87948 w 189864"/>
                <a:gd name="connsiteY12" fmla="*/ 86678 h 118275"/>
                <a:gd name="connsiteX13" fmla="*/ 95567 w 189864"/>
                <a:gd name="connsiteY13" fmla="*/ 94297 h 118275"/>
                <a:gd name="connsiteX14" fmla="*/ 109538 w 189864"/>
                <a:gd name="connsiteY14" fmla="*/ 95567 h 118275"/>
                <a:gd name="connsiteX15" fmla="*/ 110807 w 189864"/>
                <a:gd name="connsiteY15" fmla="*/ 94297 h 118275"/>
                <a:gd name="connsiteX16" fmla="*/ 166688 w 189864"/>
                <a:gd name="connsiteY16" fmla="*/ 38417 h 118275"/>
                <a:gd name="connsiteX17" fmla="*/ 152717 w 189864"/>
                <a:gd name="connsiteY17" fmla="*/ 24447 h 118275"/>
                <a:gd name="connsiteX18" fmla="*/ 87948 w 189864"/>
                <a:gd name="connsiteY18" fmla="*/ 86678 h 11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9864" h="118275">
                  <a:moveTo>
                    <a:pt x="72707" y="72708"/>
                  </a:moveTo>
                  <a:lnTo>
                    <a:pt x="143828" y="2858"/>
                  </a:lnTo>
                  <a:cubicBezTo>
                    <a:pt x="147638" y="-953"/>
                    <a:pt x="153988" y="-953"/>
                    <a:pt x="157798" y="2858"/>
                  </a:cubicBezTo>
                  <a:lnTo>
                    <a:pt x="187007" y="32067"/>
                  </a:lnTo>
                  <a:cubicBezTo>
                    <a:pt x="190817" y="35878"/>
                    <a:pt x="190817" y="42228"/>
                    <a:pt x="187007" y="46037"/>
                  </a:cubicBezTo>
                  <a:lnTo>
                    <a:pt x="123507" y="109537"/>
                  </a:lnTo>
                  <a:cubicBezTo>
                    <a:pt x="112078" y="120967"/>
                    <a:pt x="94298" y="120967"/>
                    <a:pt x="81598" y="110808"/>
                  </a:cubicBezTo>
                  <a:lnTo>
                    <a:pt x="80328" y="109537"/>
                  </a:lnTo>
                  <a:lnTo>
                    <a:pt x="2857" y="32067"/>
                  </a:lnTo>
                  <a:cubicBezTo>
                    <a:pt x="-952" y="28258"/>
                    <a:pt x="-952" y="21908"/>
                    <a:pt x="2857" y="18097"/>
                  </a:cubicBezTo>
                  <a:cubicBezTo>
                    <a:pt x="6667" y="14287"/>
                    <a:pt x="13017" y="14287"/>
                    <a:pt x="16828" y="18097"/>
                  </a:cubicBezTo>
                  <a:lnTo>
                    <a:pt x="72707" y="72708"/>
                  </a:lnTo>
                  <a:close/>
                  <a:moveTo>
                    <a:pt x="87948" y="86678"/>
                  </a:moveTo>
                  <a:lnTo>
                    <a:pt x="95567" y="94297"/>
                  </a:lnTo>
                  <a:cubicBezTo>
                    <a:pt x="99378" y="98108"/>
                    <a:pt x="104457" y="98108"/>
                    <a:pt x="109538" y="95567"/>
                  </a:cubicBezTo>
                  <a:lnTo>
                    <a:pt x="110807" y="94297"/>
                  </a:lnTo>
                  <a:lnTo>
                    <a:pt x="166688" y="38417"/>
                  </a:lnTo>
                  <a:lnTo>
                    <a:pt x="152717" y="24447"/>
                  </a:lnTo>
                  <a:lnTo>
                    <a:pt x="87948" y="8667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4" name="Полилиния: фигура 190">
              <a:extLst>
                <a:ext uri="{FF2B5EF4-FFF2-40B4-BE49-F238E27FC236}">
                  <a16:creationId xmlns:a16="http://schemas.microsoft.com/office/drawing/2014/main" id="{5A3F34F4-8E4D-8890-2222-81224EB38E74}"/>
                </a:ext>
              </a:extLst>
            </p:cNvPr>
            <p:cNvSpPr/>
            <p:nvPr/>
          </p:nvSpPr>
          <p:spPr>
            <a:xfrm>
              <a:off x="7985442" y="1301574"/>
              <a:ext cx="97472" cy="72414"/>
            </a:xfrm>
            <a:custGeom>
              <a:avLst/>
              <a:gdLst>
                <a:gd name="connsiteX0" fmla="*/ 15557 w 97472"/>
                <a:gd name="connsiteY0" fmla="*/ 2716 h 72414"/>
                <a:gd name="connsiteX1" fmla="*/ 61277 w 97472"/>
                <a:gd name="connsiteY1" fmla="*/ 48436 h 72414"/>
                <a:gd name="connsiteX2" fmla="*/ 75248 w 97472"/>
                <a:gd name="connsiteY2" fmla="*/ 49706 h 72414"/>
                <a:gd name="connsiteX3" fmla="*/ 76517 w 97472"/>
                <a:gd name="connsiteY3" fmla="*/ 48436 h 72414"/>
                <a:gd name="connsiteX4" fmla="*/ 80327 w 97472"/>
                <a:gd name="connsiteY4" fmla="*/ 44626 h 72414"/>
                <a:gd name="connsiteX5" fmla="*/ 87948 w 97472"/>
                <a:gd name="connsiteY5" fmla="*/ 44626 h 72414"/>
                <a:gd name="connsiteX6" fmla="*/ 95567 w 97472"/>
                <a:gd name="connsiteY6" fmla="*/ 52246 h 72414"/>
                <a:gd name="connsiteX7" fmla="*/ 95567 w 97472"/>
                <a:gd name="connsiteY7" fmla="*/ 59866 h 72414"/>
                <a:gd name="connsiteX8" fmla="*/ 91757 w 97472"/>
                <a:gd name="connsiteY8" fmla="*/ 63676 h 72414"/>
                <a:gd name="connsiteX9" fmla="*/ 49848 w 97472"/>
                <a:gd name="connsiteY9" fmla="*/ 64946 h 72414"/>
                <a:gd name="connsiteX10" fmla="*/ 48577 w 97472"/>
                <a:gd name="connsiteY10" fmla="*/ 63676 h 72414"/>
                <a:gd name="connsiteX11" fmla="*/ 2857 w 97472"/>
                <a:gd name="connsiteY11" fmla="*/ 17956 h 72414"/>
                <a:gd name="connsiteX12" fmla="*/ 2857 w 97472"/>
                <a:gd name="connsiteY12" fmla="*/ 3986 h 72414"/>
                <a:gd name="connsiteX13" fmla="*/ 15557 w 97472"/>
                <a:gd name="connsiteY13" fmla="*/ 2716 h 7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7472" h="72414">
                  <a:moveTo>
                    <a:pt x="15557" y="2716"/>
                  </a:moveTo>
                  <a:lnTo>
                    <a:pt x="61277" y="48436"/>
                  </a:lnTo>
                  <a:cubicBezTo>
                    <a:pt x="65088" y="52246"/>
                    <a:pt x="70167" y="52246"/>
                    <a:pt x="75248" y="49706"/>
                  </a:cubicBezTo>
                  <a:lnTo>
                    <a:pt x="76517" y="48436"/>
                  </a:lnTo>
                  <a:lnTo>
                    <a:pt x="80327" y="44626"/>
                  </a:lnTo>
                  <a:cubicBezTo>
                    <a:pt x="82867" y="42086"/>
                    <a:pt x="85407" y="42086"/>
                    <a:pt x="87948" y="44626"/>
                  </a:cubicBezTo>
                  <a:lnTo>
                    <a:pt x="95567" y="52246"/>
                  </a:lnTo>
                  <a:cubicBezTo>
                    <a:pt x="98107" y="54786"/>
                    <a:pt x="98107" y="57326"/>
                    <a:pt x="95567" y="59866"/>
                  </a:cubicBezTo>
                  <a:lnTo>
                    <a:pt x="91757" y="63676"/>
                  </a:lnTo>
                  <a:cubicBezTo>
                    <a:pt x="80327" y="75106"/>
                    <a:pt x="62548" y="75106"/>
                    <a:pt x="49848" y="64946"/>
                  </a:cubicBezTo>
                  <a:lnTo>
                    <a:pt x="48577" y="63676"/>
                  </a:lnTo>
                  <a:lnTo>
                    <a:pt x="2857" y="17956"/>
                  </a:lnTo>
                  <a:cubicBezTo>
                    <a:pt x="-952" y="14146"/>
                    <a:pt x="-952" y="7796"/>
                    <a:pt x="2857" y="3986"/>
                  </a:cubicBezTo>
                  <a:cubicBezTo>
                    <a:pt x="5398" y="-1094"/>
                    <a:pt x="11748" y="-1094"/>
                    <a:pt x="15557" y="271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65" name="Полилиния: фигура 196">
            <a:extLst>
              <a:ext uri="{FF2B5EF4-FFF2-40B4-BE49-F238E27FC236}">
                <a16:creationId xmlns:a16="http://schemas.microsoft.com/office/drawing/2014/main" id="{D51D0E2C-BCB4-56F1-D626-CFD9A6F42AB8}"/>
              </a:ext>
            </a:extLst>
          </p:cNvPr>
          <p:cNvSpPr/>
          <p:nvPr/>
        </p:nvSpPr>
        <p:spPr>
          <a:xfrm>
            <a:off x="5016374" y="2645113"/>
            <a:ext cx="243839" cy="221913"/>
          </a:xfrm>
          <a:custGeom>
            <a:avLst/>
            <a:gdLst>
              <a:gd name="connsiteX0" fmla="*/ 55880 w 243839"/>
              <a:gd name="connsiteY0" fmla="*/ 9824 h 221913"/>
              <a:gd name="connsiteX1" fmla="*/ 139700 w 243839"/>
              <a:gd name="connsiteY1" fmla="*/ 934 h 221913"/>
              <a:gd name="connsiteX2" fmla="*/ 205740 w 243839"/>
              <a:gd name="connsiteY2" fmla="*/ 17444 h 221913"/>
              <a:gd name="connsiteX3" fmla="*/ 234950 w 243839"/>
              <a:gd name="connsiteY3" fmla="*/ 37764 h 221913"/>
              <a:gd name="connsiteX4" fmla="*/ 243840 w 243839"/>
              <a:gd name="connsiteY4" fmla="*/ 61894 h 221913"/>
              <a:gd name="connsiteX5" fmla="*/ 243840 w 243839"/>
              <a:gd name="connsiteY5" fmla="*/ 65704 h 221913"/>
              <a:gd name="connsiteX6" fmla="*/ 243840 w 243839"/>
              <a:gd name="connsiteY6" fmla="*/ 79674 h 221913"/>
              <a:gd name="connsiteX7" fmla="*/ 243840 w 243839"/>
              <a:gd name="connsiteY7" fmla="*/ 86024 h 221913"/>
              <a:gd name="connsiteX8" fmla="*/ 218440 w 243839"/>
              <a:gd name="connsiteY8" fmla="*/ 110154 h 221913"/>
              <a:gd name="connsiteX9" fmla="*/ 218440 w 243839"/>
              <a:gd name="connsiteY9" fmla="*/ 110154 h 221913"/>
              <a:gd name="connsiteX10" fmla="*/ 220980 w 243839"/>
              <a:gd name="connsiteY10" fmla="*/ 112694 h 221913"/>
              <a:gd name="connsiteX11" fmla="*/ 220980 w 243839"/>
              <a:gd name="connsiteY11" fmla="*/ 113964 h 221913"/>
              <a:gd name="connsiteX12" fmla="*/ 233680 w 243839"/>
              <a:gd name="connsiteY12" fmla="*/ 162224 h 221913"/>
              <a:gd name="connsiteX13" fmla="*/ 233680 w 243839"/>
              <a:gd name="connsiteY13" fmla="*/ 191434 h 221913"/>
              <a:gd name="connsiteX14" fmla="*/ 203200 w 243839"/>
              <a:gd name="connsiteY14" fmla="*/ 221914 h 221913"/>
              <a:gd name="connsiteX15" fmla="*/ 40640 w 243839"/>
              <a:gd name="connsiteY15" fmla="*/ 221914 h 221913"/>
              <a:gd name="connsiteX16" fmla="*/ 10160 w 243839"/>
              <a:gd name="connsiteY16" fmla="*/ 191434 h 221913"/>
              <a:gd name="connsiteX17" fmla="*/ 10160 w 243839"/>
              <a:gd name="connsiteY17" fmla="*/ 162224 h 221913"/>
              <a:gd name="connsiteX18" fmla="*/ 24130 w 243839"/>
              <a:gd name="connsiteY18" fmla="*/ 112694 h 221913"/>
              <a:gd name="connsiteX19" fmla="*/ 26670 w 243839"/>
              <a:gd name="connsiteY19" fmla="*/ 108884 h 221913"/>
              <a:gd name="connsiteX20" fmla="*/ 25400 w 243839"/>
              <a:gd name="connsiteY20" fmla="*/ 108884 h 221913"/>
              <a:gd name="connsiteX21" fmla="*/ 0 w 243839"/>
              <a:gd name="connsiteY21" fmla="*/ 84754 h 221913"/>
              <a:gd name="connsiteX22" fmla="*/ 0 w 243839"/>
              <a:gd name="connsiteY22" fmla="*/ 83484 h 221913"/>
              <a:gd name="connsiteX23" fmla="*/ 0 w 243839"/>
              <a:gd name="connsiteY23" fmla="*/ 70784 h 221913"/>
              <a:gd name="connsiteX24" fmla="*/ 0 w 243839"/>
              <a:gd name="connsiteY24" fmla="*/ 68244 h 221913"/>
              <a:gd name="connsiteX25" fmla="*/ 0 w 243839"/>
              <a:gd name="connsiteY25" fmla="*/ 64434 h 221913"/>
              <a:gd name="connsiteX26" fmla="*/ 13970 w 243839"/>
              <a:gd name="connsiteY26" fmla="*/ 33954 h 221913"/>
              <a:gd name="connsiteX27" fmla="*/ 48260 w 243839"/>
              <a:gd name="connsiteY27" fmla="*/ 14904 h 221913"/>
              <a:gd name="connsiteX28" fmla="*/ 52070 w 243839"/>
              <a:gd name="connsiteY28" fmla="*/ 13634 h 221913"/>
              <a:gd name="connsiteX29" fmla="*/ 55880 w 243839"/>
              <a:gd name="connsiteY29" fmla="*/ 9824 h 221913"/>
              <a:gd name="connsiteX30" fmla="*/ 189230 w 243839"/>
              <a:gd name="connsiteY30" fmla="*/ 107614 h 221913"/>
              <a:gd name="connsiteX31" fmla="*/ 191770 w 243839"/>
              <a:gd name="connsiteY31" fmla="*/ 107614 h 221913"/>
              <a:gd name="connsiteX32" fmla="*/ 193040 w 243839"/>
              <a:gd name="connsiteY32" fmla="*/ 110154 h 221913"/>
              <a:gd name="connsiteX33" fmla="*/ 201930 w 243839"/>
              <a:gd name="connsiteY33" fmla="*/ 121584 h 221913"/>
              <a:gd name="connsiteX34" fmla="*/ 212090 w 243839"/>
              <a:gd name="connsiteY34" fmla="*/ 159684 h 221913"/>
              <a:gd name="connsiteX35" fmla="*/ 212090 w 243839"/>
              <a:gd name="connsiteY35" fmla="*/ 188894 h 221913"/>
              <a:gd name="connsiteX36" fmla="*/ 201930 w 243839"/>
              <a:gd name="connsiteY36" fmla="*/ 199054 h 221913"/>
              <a:gd name="connsiteX37" fmla="*/ 39370 w 243839"/>
              <a:gd name="connsiteY37" fmla="*/ 199054 h 221913"/>
              <a:gd name="connsiteX38" fmla="*/ 29210 w 243839"/>
              <a:gd name="connsiteY38" fmla="*/ 188894 h 221913"/>
              <a:gd name="connsiteX39" fmla="*/ 29210 w 243839"/>
              <a:gd name="connsiteY39" fmla="*/ 159684 h 221913"/>
              <a:gd name="connsiteX40" fmla="*/ 40640 w 243839"/>
              <a:gd name="connsiteY40" fmla="*/ 121584 h 221913"/>
              <a:gd name="connsiteX41" fmla="*/ 48260 w 243839"/>
              <a:gd name="connsiteY41" fmla="*/ 108884 h 221913"/>
              <a:gd name="connsiteX42" fmla="*/ 49530 w 243839"/>
              <a:gd name="connsiteY42" fmla="*/ 106344 h 221913"/>
              <a:gd name="connsiteX43" fmla="*/ 54610 w 243839"/>
              <a:gd name="connsiteY43" fmla="*/ 106344 h 221913"/>
              <a:gd name="connsiteX44" fmla="*/ 55880 w 243839"/>
              <a:gd name="connsiteY44" fmla="*/ 106344 h 221913"/>
              <a:gd name="connsiteX45" fmla="*/ 80010 w 243839"/>
              <a:gd name="connsiteY45" fmla="*/ 80944 h 221913"/>
              <a:gd name="connsiteX46" fmla="*/ 80010 w 243839"/>
              <a:gd name="connsiteY46" fmla="*/ 64434 h 221913"/>
              <a:gd name="connsiteX47" fmla="*/ 83820 w 243839"/>
              <a:gd name="connsiteY47" fmla="*/ 63164 h 221913"/>
              <a:gd name="connsiteX48" fmla="*/ 86360 w 243839"/>
              <a:gd name="connsiteY48" fmla="*/ 63164 h 221913"/>
              <a:gd name="connsiteX49" fmla="*/ 139700 w 243839"/>
              <a:gd name="connsiteY49" fmla="*/ 60624 h 221913"/>
              <a:gd name="connsiteX50" fmla="*/ 146050 w 243839"/>
              <a:gd name="connsiteY50" fmla="*/ 61894 h 221913"/>
              <a:gd name="connsiteX51" fmla="*/ 162560 w 243839"/>
              <a:gd name="connsiteY51" fmla="*/ 64434 h 221913"/>
              <a:gd name="connsiteX52" fmla="*/ 162560 w 243839"/>
              <a:gd name="connsiteY52" fmla="*/ 72054 h 221913"/>
              <a:gd name="connsiteX53" fmla="*/ 162560 w 243839"/>
              <a:gd name="connsiteY53" fmla="*/ 78404 h 221913"/>
              <a:gd name="connsiteX54" fmla="*/ 162560 w 243839"/>
              <a:gd name="connsiteY54" fmla="*/ 83484 h 221913"/>
              <a:gd name="connsiteX55" fmla="*/ 186690 w 243839"/>
              <a:gd name="connsiteY55" fmla="*/ 107614 h 221913"/>
              <a:gd name="connsiteX56" fmla="*/ 189230 w 243839"/>
              <a:gd name="connsiteY56" fmla="*/ 107614 h 221913"/>
              <a:gd name="connsiteX57" fmla="*/ 53340 w 243839"/>
              <a:gd name="connsiteY57" fmla="*/ 31414 h 221913"/>
              <a:gd name="connsiteX58" fmla="*/ 57150 w 243839"/>
              <a:gd name="connsiteY58" fmla="*/ 30144 h 221913"/>
              <a:gd name="connsiteX59" fmla="*/ 138430 w 243839"/>
              <a:gd name="connsiteY59" fmla="*/ 19984 h 221913"/>
              <a:gd name="connsiteX60" fmla="*/ 196850 w 243839"/>
              <a:gd name="connsiteY60" fmla="*/ 33954 h 221913"/>
              <a:gd name="connsiteX61" fmla="*/ 218440 w 243839"/>
              <a:gd name="connsiteY61" fmla="*/ 49194 h 221913"/>
              <a:gd name="connsiteX62" fmla="*/ 222250 w 243839"/>
              <a:gd name="connsiteY62" fmla="*/ 59354 h 221913"/>
              <a:gd name="connsiteX63" fmla="*/ 222250 w 243839"/>
              <a:gd name="connsiteY63" fmla="*/ 64434 h 221913"/>
              <a:gd name="connsiteX64" fmla="*/ 222250 w 243839"/>
              <a:gd name="connsiteY64" fmla="*/ 78404 h 221913"/>
              <a:gd name="connsiteX65" fmla="*/ 222250 w 243839"/>
              <a:gd name="connsiteY65" fmla="*/ 80944 h 221913"/>
              <a:gd name="connsiteX66" fmla="*/ 217170 w 243839"/>
              <a:gd name="connsiteY66" fmla="*/ 86024 h 221913"/>
              <a:gd name="connsiteX67" fmla="*/ 190500 w 243839"/>
              <a:gd name="connsiteY67" fmla="*/ 86024 h 221913"/>
              <a:gd name="connsiteX68" fmla="*/ 186690 w 243839"/>
              <a:gd name="connsiteY68" fmla="*/ 86024 h 221913"/>
              <a:gd name="connsiteX69" fmla="*/ 181610 w 243839"/>
              <a:gd name="connsiteY69" fmla="*/ 80944 h 221913"/>
              <a:gd name="connsiteX70" fmla="*/ 181610 w 243839"/>
              <a:gd name="connsiteY70" fmla="*/ 75864 h 221913"/>
              <a:gd name="connsiteX71" fmla="*/ 181610 w 243839"/>
              <a:gd name="connsiteY71" fmla="*/ 73324 h 221913"/>
              <a:gd name="connsiteX72" fmla="*/ 181610 w 243839"/>
              <a:gd name="connsiteY72" fmla="*/ 59354 h 221913"/>
              <a:gd name="connsiteX73" fmla="*/ 173990 w 243839"/>
              <a:gd name="connsiteY73" fmla="*/ 46654 h 221913"/>
              <a:gd name="connsiteX74" fmla="*/ 140970 w 243839"/>
              <a:gd name="connsiteY74" fmla="*/ 40304 h 221913"/>
              <a:gd name="connsiteX75" fmla="*/ 81280 w 243839"/>
              <a:gd name="connsiteY75" fmla="*/ 42844 h 221913"/>
              <a:gd name="connsiteX76" fmla="*/ 77470 w 243839"/>
              <a:gd name="connsiteY76" fmla="*/ 44114 h 221913"/>
              <a:gd name="connsiteX77" fmla="*/ 69850 w 243839"/>
              <a:gd name="connsiteY77" fmla="*/ 46654 h 221913"/>
              <a:gd name="connsiteX78" fmla="*/ 68580 w 243839"/>
              <a:gd name="connsiteY78" fmla="*/ 46654 h 221913"/>
              <a:gd name="connsiteX79" fmla="*/ 60960 w 243839"/>
              <a:gd name="connsiteY79" fmla="*/ 59354 h 221913"/>
              <a:gd name="connsiteX80" fmla="*/ 60960 w 243839"/>
              <a:gd name="connsiteY80" fmla="*/ 69514 h 221913"/>
              <a:gd name="connsiteX81" fmla="*/ 60960 w 243839"/>
              <a:gd name="connsiteY81" fmla="*/ 80944 h 221913"/>
              <a:gd name="connsiteX82" fmla="*/ 55880 w 243839"/>
              <a:gd name="connsiteY82" fmla="*/ 86024 h 221913"/>
              <a:gd name="connsiteX83" fmla="*/ 34290 w 243839"/>
              <a:gd name="connsiteY83" fmla="*/ 86024 h 221913"/>
              <a:gd name="connsiteX84" fmla="*/ 26670 w 243839"/>
              <a:gd name="connsiteY84" fmla="*/ 86024 h 221913"/>
              <a:gd name="connsiteX85" fmla="*/ 21590 w 243839"/>
              <a:gd name="connsiteY85" fmla="*/ 80944 h 221913"/>
              <a:gd name="connsiteX86" fmla="*/ 21590 w 243839"/>
              <a:gd name="connsiteY86" fmla="*/ 74594 h 221913"/>
              <a:gd name="connsiteX87" fmla="*/ 21590 w 243839"/>
              <a:gd name="connsiteY87" fmla="*/ 70784 h 221913"/>
              <a:gd name="connsiteX88" fmla="*/ 21590 w 243839"/>
              <a:gd name="connsiteY88" fmla="*/ 63164 h 221913"/>
              <a:gd name="connsiteX89" fmla="*/ 21590 w 243839"/>
              <a:gd name="connsiteY89" fmla="*/ 59354 h 221913"/>
              <a:gd name="connsiteX90" fmla="*/ 27940 w 243839"/>
              <a:gd name="connsiteY90" fmla="*/ 44114 h 221913"/>
              <a:gd name="connsiteX91" fmla="*/ 53340 w 243839"/>
              <a:gd name="connsiteY91" fmla="*/ 31414 h 221913"/>
              <a:gd name="connsiteX92" fmla="*/ 161290 w 243839"/>
              <a:gd name="connsiteY92" fmla="*/ 138094 h 221913"/>
              <a:gd name="connsiteX93" fmla="*/ 120650 w 243839"/>
              <a:gd name="connsiteY93" fmla="*/ 97454 h 221913"/>
              <a:gd name="connsiteX94" fmla="*/ 80010 w 243839"/>
              <a:gd name="connsiteY94" fmla="*/ 138094 h 221913"/>
              <a:gd name="connsiteX95" fmla="*/ 120650 w 243839"/>
              <a:gd name="connsiteY95" fmla="*/ 178734 h 221913"/>
              <a:gd name="connsiteX96" fmla="*/ 161290 w 243839"/>
              <a:gd name="connsiteY96" fmla="*/ 138094 h 221913"/>
              <a:gd name="connsiteX97" fmla="*/ 100330 w 243839"/>
              <a:gd name="connsiteY97" fmla="*/ 138094 h 221913"/>
              <a:gd name="connsiteX98" fmla="*/ 120650 w 243839"/>
              <a:gd name="connsiteY98" fmla="*/ 117774 h 221913"/>
              <a:gd name="connsiteX99" fmla="*/ 140970 w 243839"/>
              <a:gd name="connsiteY99" fmla="*/ 138094 h 221913"/>
              <a:gd name="connsiteX100" fmla="*/ 120650 w 243839"/>
              <a:gd name="connsiteY100" fmla="*/ 158414 h 221913"/>
              <a:gd name="connsiteX101" fmla="*/ 100330 w 243839"/>
              <a:gd name="connsiteY101" fmla="*/ 138094 h 221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43839" h="221913">
                <a:moveTo>
                  <a:pt x="55880" y="9824"/>
                </a:moveTo>
                <a:cubicBezTo>
                  <a:pt x="82550" y="934"/>
                  <a:pt x="111760" y="-1606"/>
                  <a:pt x="139700" y="934"/>
                </a:cubicBezTo>
                <a:cubicBezTo>
                  <a:pt x="163830" y="2204"/>
                  <a:pt x="185420" y="8554"/>
                  <a:pt x="205740" y="17444"/>
                </a:cubicBezTo>
                <a:cubicBezTo>
                  <a:pt x="218440" y="22524"/>
                  <a:pt x="227330" y="28874"/>
                  <a:pt x="234950" y="37764"/>
                </a:cubicBezTo>
                <a:cubicBezTo>
                  <a:pt x="241300" y="44114"/>
                  <a:pt x="243840" y="53004"/>
                  <a:pt x="243840" y="61894"/>
                </a:cubicBezTo>
                <a:lnTo>
                  <a:pt x="243840" y="65704"/>
                </a:lnTo>
                <a:lnTo>
                  <a:pt x="243840" y="79674"/>
                </a:lnTo>
                <a:lnTo>
                  <a:pt x="243840" y="86024"/>
                </a:lnTo>
                <a:cubicBezTo>
                  <a:pt x="242570" y="99994"/>
                  <a:pt x="232410" y="110154"/>
                  <a:pt x="218440" y="110154"/>
                </a:cubicBezTo>
                <a:lnTo>
                  <a:pt x="218440" y="110154"/>
                </a:lnTo>
                <a:lnTo>
                  <a:pt x="220980" y="112694"/>
                </a:lnTo>
                <a:lnTo>
                  <a:pt x="220980" y="113964"/>
                </a:lnTo>
                <a:cubicBezTo>
                  <a:pt x="228600" y="127934"/>
                  <a:pt x="233680" y="145714"/>
                  <a:pt x="233680" y="162224"/>
                </a:cubicBezTo>
                <a:lnTo>
                  <a:pt x="233680" y="191434"/>
                </a:lnTo>
                <a:cubicBezTo>
                  <a:pt x="233680" y="207944"/>
                  <a:pt x="219710" y="221914"/>
                  <a:pt x="203200" y="221914"/>
                </a:cubicBezTo>
                <a:lnTo>
                  <a:pt x="40640" y="221914"/>
                </a:lnTo>
                <a:cubicBezTo>
                  <a:pt x="24130" y="221914"/>
                  <a:pt x="10160" y="207944"/>
                  <a:pt x="10160" y="191434"/>
                </a:cubicBezTo>
                <a:lnTo>
                  <a:pt x="10160" y="162224"/>
                </a:lnTo>
                <a:cubicBezTo>
                  <a:pt x="10160" y="144444"/>
                  <a:pt x="15240" y="127934"/>
                  <a:pt x="24130" y="112694"/>
                </a:cubicBezTo>
                <a:lnTo>
                  <a:pt x="26670" y="108884"/>
                </a:lnTo>
                <a:lnTo>
                  <a:pt x="25400" y="108884"/>
                </a:lnTo>
                <a:cubicBezTo>
                  <a:pt x="10160" y="108884"/>
                  <a:pt x="0" y="98724"/>
                  <a:pt x="0" y="84754"/>
                </a:cubicBezTo>
                <a:lnTo>
                  <a:pt x="0" y="83484"/>
                </a:lnTo>
                <a:lnTo>
                  <a:pt x="0" y="70784"/>
                </a:lnTo>
                <a:cubicBezTo>
                  <a:pt x="0" y="69514"/>
                  <a:pt x="0" y="69514"/>
                  <a:pt x="0" y="68244"/>
                </a:cubicBezTo>
                <a:lnTo>
                  <a:pt x="0" y="64434"/>
                </a:lnTo>
                <a:cubicBezTo>
                  <a:pt x="0" y="51734"/>
                  <a:pt x="3810" y="41574"/>
                  <a:pt x="13970" y="33954"/>
                </a:cubicBezTo>
                <a:cubicBezTo>
                  <a:pt x="22860" y="25064"/>
                  <a:pt x="34290" y="19984"/>
                  <a:pt x="48260" y="14904"/>
                </a:cubicBezTo>
                <a:lnTo>
                  <a:pt x="52070" y="13634"/>
                </a:lnTo>
                <a:lnTo>
                  <a:pt x="55880" y="9824"/>
                </a:lnTo>
                <a:close/>
                <a:moveTo>
                  <a:pt x="189230" y="107614"/>
                </a:moveTo>
                <a:lnTo>
                  <a:pt x="191770" y="107614"/>
                </a:lnTo>
                <a:cubicBezTo>
                  <a:pt x="191770" y="108884"/>
                  <a:pt x="193040" y="110154"/>
                  <a:pt x="193040" y="110154"/>
                </a:cubicBezTo>
                <a:lnTo>
                  <a:pt x="201930" y="121584"/>
                </a:lnTo>
                <a:cubicBezTo>
                  <a:pt x="208280" y="131744"/>
                  <a:pt x="212090" y="145714"/>
                  <a:pt x="212090" y="159684"/>
                </a:cubicBezTo>
                <a:lnTo>
                  <a:pt x="212090" y="188894"/>
                </a:lnTo>
                <a:cubicBezTo>
                  <a:pt x="212090" y="193974"/>
                  <a:pt x="207010" y="199054"/>
                  <a:pt x="201930" y="199054"/>
                </a:cubicBezTo>
                <a:lnTo>
                  <a:pt x="39370" y="199054"/>
                </a:lnTo>
                <a:cubicBezTo>
                  <a:pt x="34290" y="199054"/>
                  <a:pt x="29210" y="193974"/>
                  <a:pt x="29210" y="188894"/>
                </a:cubicBezTo>
                <a:lnTo>
                  <a:pt x="29210" y="159684"/>
                </a:lnTo>
                <a:cubicBezTo>
                  <a:pt x="29210" y="145714"/>
                  <a:pt x="33020" y="133014"/>
                  <a:pt x="40640" y="121584"/>
                </a:cubicBezTo>
                <a:lnTo>
                  <a:pt x="48260" y="108884"/>
                </a:lnTo>
                <a:cubicBezTo>
                  <a:pt x="48260" y="107614"/>
                  <a:pt x="49530" y="107614"/>
                  <a:pt x="49530" y="106344"/>
                </a:cubicBezTo>
                <a:lnTo>
                  <a:pt x="54610" y="106344"/>
                </a:lnTo>
                <a:lnTo>
                  <a:pt x="55880" y="106344"/>
                </a:lnTo>
                <a:cubicBezTo>
                  <a:pt x="69850" y="105074"/>
                  <a:pt x="80010" y="94914"/>
                  <a:pt x="80010" y="80944"/>
                </a:cubicBezTo>
                <a:lnTo>
                  <a:pt x="80010" y="64434"/>
                </a:lnTo>
                <a:lnTo>
                  <a:pt x="83820" y="63164"/>
                </a:lnTo>
                <a:cubicBezTo>
                  <a:pt x="85090" y="63164"/>
                  <a:pt x="85090" y="63164"/>
                  <a:pt x="86360" y="63164"/>
                </a:cubicBezTo>
                <a:cubicBezTo>
                  <a:pt x="101600" y="59354"/>
                  <a:pt x="121920" y="59354"/>
                  <a:pt x="139700" y="60624"/>
                </a:cubicBezTo>
                <a:lnTo>
                  <a:pt x="146050" y="61894"/>
                </a:lnTo>
                <a:cubicBezTo>
                  <a:pt x="152400" y="63164"/>
                  <a:pt x="158750" y="63164"/>
                  <a:pt x="162560" y="64434"/>
                </a:cubicBezTo>
                <a:lnTo>
                  <a:pt x="162560" y="72054"/>
                </a:lnTo>
                <a:lnTo>
                  <a:pt x="162560" y="78404"/>
                </a:lnTo>
                <a:lnTo>
                  <a:pt x="162560" y="83484"/>
                </a:lnTo>
                <a:cubicBezTo>
                  <a:pt x="163830" y="97454"/>
                  <a:pt x="172720" y="106344"/>
                  <a:pt x="186690" y="107614"/>
                </a:cubicBezTo>
                <a:lnTo>
                  <a:pt x="189230" y="107614"/>
                </a:lnTo>
                <a:close/>
                <a:moveTo>
                  <a:pt x="53340" y="31414"/>
                </a:moveTo>
                <a:lnTo>
                  <a:pt x="57150" y="30144"/>
                </a:lnTo>
                <a:cubicBezTo>
                  <a:pt x="83820" y="21254"/>
                  <a:pt x="110490" y="17444"/>
                  <a:pt x="138430" y="19984"/>
                </a:cubicBezTo>
                <a:cubicBezTo>
                  <a:pt x="160020" y="21254"/>
                  <a:pt x="179070" y="26334"/>
                  <a:pt x="196850" y="33954"/>
                </a:cubicBezTo>
                <a:cubicBezTo>
                  <a:pt x="207010" y="39034"/>
                  <a:pt x="213360" y="42844"/>
                  <a:pt x="218440" y="49194"/>
                </a:cubicBezTo>
                <a:cubicBezTo>
                  <a:pt x="220980" y="51734"/>
                  <a:pt x="222250" y="55544"/>
                  <a:pt x="222250" y="59354"/>
                </a:cubicBezTo>
                <a:lnTo>
                  <a:pt x="222250" y="64434"/>
                </a:lnTo>
                <a:lnTo>
                  <a:pt x="222250" y="78404"/>
                </a:lnTo>
                <a:lnTo>
                  <a:pt x="222250" y="80944"/>
                </a:lnTo>
                <a:cubicBezTo>
                  <a:pt x="222250" y="84754"/>
                  <a:pt x="220980" y="86024"/>
                  <a:pt x="217170" y="86024"/>
                </a:cubicBezTo>
                <a:lnTo>
                  <a:pt x="190500" y="86024"/>
                </a:lnTo>
                <a:lnTo>
                  <a:pt x="186690" y="86024"/>
                </a:lnTo>
                <a:cubicBezTo>
                  <a:pt x="182880" y="86024"/>
                  <a:pt x="181610" y="84754"/>
                  <a:pt x="181610" y="80944"/>
                </a:cubicBezTo>
                <a:lnTo>
                  <a:pt x="181610" y="75864"/>
                </a:lnTo>
                <a:cubicBezTo>
                  <a:pt x="181610" y="74594"/>
                  <a:pt x="181610" y="73324"/>
                  <a:pt x="181610" y="73324"/>
                </a:cubicBezTo>
                <a:lnTo>
                  <a:pt x="181610" y="59354"/>
                </a:lnTo>
                <a:cubicBezTo>
                  <a:pt x="181610" y="53004"/>
                  <a:pt x="179070" y="49194"/>
                  <a:pt x="173990" y="46654"/>
                </a:cubicBezTo>
                <a:cubicBezTo>
                  <a:pt x="165100" y="42844"/>
                  <a:pt x="154940" y="41574"/>
                  <a:pt x="140970" y="40304"/>
                </a:cubicBezTo>
                <a:cubicBezTo>
                  <a:pt x="121920" y="37764"/>
                  <a:pt x="97790" y="39034"/>
                  <a:pt x="81280" y="42844"/>
                </a:cubicBezTo>
                <a:cubicBezTo>
                  <a:pt x="80010" y="42844"/>
                  <a:pt x="78740" y="44114"/>
                  <a:pt x="77470" y="44114"/>
                </a:cubicBezTo>
                <a:lnTo>
                  <a:pt x="69850" y="46654"/>
                </a:lnTo>
                <a:lnTo>
                  <a:pt x="68580" y="46654"/>
                </a:lnTo>
                <a:cubicBezTo>
                  <a:pt x="63500" y="49194"/>
                  <a:pt x="60960" y="53004"/>
                  <a:pt x="60960" y="59354"/>
                </a:cubicBezTo>
                <a:lnTo>
                  <a:pt x="60960" y="69514"/>
                </a:lnTo>
                <a:lnTo>
                  <a:pt x="60960" y="80944"/>
                </a:lnTo>
                <a:cubicBezTo>
                  <a:pt x="60960" y="84754"/>
                  <a:pt x="59690" y="86024"/>
                  <a:pt x="55880" y="86024"/>
                </a:cubicBezTo>
                <a:lnTo>
                  <a:pt x="34290" y="86024"/>
                </a:lnTo>
                <a:lnTo>
                  <a:pt x="26670" y="86024"/>
                </a:lnTo>
                <a:cubicBezTo>
                  <a:pt x="22860" y="86024"/>
                  <a:pt x="21590" y="84754"/>
                  <a:pt x="21590" y="80944"/>
                </a:cubicBezTo>
                <a:lnTo>
                  <a:pt x="21590" y="74594"/>
                </a:lnTo>
                <a:lnTo>
                  <a:pt x="21590" y="70784"/>
                </a:lnTo>
                <a:cubicBezTo>
                  <a:pt x="21590" y="68244"/>
                  <a:pt x="21590" y="65704"/>
                  <a:pt x="21590" y="63164"/>
                </a:cubicBezTo>
                <a:lnTo>
                  <a:pt x="21590" y="59354"/>
                </a:lnTo>
                <a:cubicBezTo>
                  <a:pt x="21590" y="54274"/>
                  <a:pt x="22860" y="49194"/>
                  <a:pt x="27940" y="44114"/>
                </a:cubicBezTo>
                <a:cubicBezTo>
                  <a:pt x="33020" y="40304"/>
                  <a:pt x="41910" y="36494"/>
                  <a:pt x="53340" y="31414"/>
                </a:cubicBezTo>
                <a:close/>
                <a:moveTo>
                  <a:pt x="161290" y="138094"/>
                </a:moveTo>
                <a:cubicBezTo>
                  <a:pt x="161290" y="115234"/>
                  <a:pt x="143510" y="97454"/>
                  <a:pt x="120650" y="97454"/>
                </a:cubicBezTo>
                <a:cubicBezTo>
                  <a:pt x="97790" y="97454"/>
                  <a:pt x="80010" y="115234"/>
                  <a:pt x="80010" y="138094"/>
                </a:cubicBezTo>
                <a:cubicBezTo>
                  <a:pt x="80010" y="160954"/>
                  <a:pt x="97790" y="178734"/>
                  <a:pt x="120650" y="178734"/>
                </a:cubicBezTo>
                <a:cubicBezTo>
                  <a:pt x="143510" y="178734"/>
                  <a:pt x="161290" y="160954"/>
                  <a:pt x="161290" y="138094"/>
                </a:cubicBezTo>
                <a:close/>
                <a:moveTo>
                  <a:pt x="100330" y="138094"/>
                </a:moveTo>
                <a:cubicBezTo>
                  <a:pt x="100330" y="126664"/>
                  <a:pt x="109220" y="117774"/>
                  <a:pt x="120650" y="117774"/>
                </a:cubicBezTo>
                <a:cubicBezTo>
                  <a:pt x="132080" y="117774"/>
                  <a:pt x="140970" y="126664"/>
                  <a:pt x="140970" y="138094"/>
                </a:cubicBezTo>
                <a:cubicBezTo>
                  <a:pt x="140970" y="149524"/>
                  <a:pt x="132080" y="158414"/>
                  <a:pt x="120650" y="158414"/>
                </a:cubicBezTo>
                <a:cubicBezTo>
                  <a:pt x="109220" y="158414"/>
                  <a:pt x="100330" y="149524"/>
                  <a:pt x="100330" y="138094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6" name="Полилиния: фигура 199">
            <a:extLst>
              <a:ext uri="{FF2B5EF4-FFF2-40B4-BE49-F238E27FC236}">
                <a16:creationId xmlns:a16="http://schemas.microsoft.com/office/drawing/2014/main" id="{12079AFD-4334-EE4F-0766-2BED5F6DAD07}"/>
              </a:ext>
            </a:extLst>
          </p:cNvPr>
          <p:cNvSpPr/>
          <p:nvPr/>
        </p:nvSpPr>
        <p:spPr>
          <a:xfrm>
            <a:off x="538353" y="2638355"/>
            <a:ext cx="238760" cy="235021"/>
          </a:xfrm>
          <a:custGeom>
            <a:avLst/>
            <a:gdLst>
              <a:gd name="connsiteX0" fmla="*/ 127000 w 238760"/>
              <a:gd name="connsiteY0" fmla="*/ 3881 h 235021"/>
              <a:gd name="connsiteX1" fmla="*/ 116840 w 238760"/>
              <a:gd name="connsiteY1" fmla="*/ 8961 h 235021"/>
              <a:gd name="connsiteX2" fmla="*/ 101600 w 238760"/>
              <a:gd name="connsiteY2" fmla="*/ 40711 h 235021"/>
              <a:gd name="connsiteX3" fmla="*/ 82550 w 238760"/>
              <a:gd name="connsiteY3" fmla="*/ 68651 h 235021"/>
              <a:gd name="connsiteX4" fmla="*/ 82550 w 238760"/>
              <a:gd name="connsiteY4" fmla="*/ 80081 h 235021"/>
              <a:gd name="connsiteX5" fmla="*/ 101600 w 238760"/>
              <a:gd name="connsiteY5" fmla="*/ 108021 h 235021"/>
              <a:gd name="connsiteX6" fmla="*/ 111760 w 238760"/>
              <a:gd name="connsiteY6" fmla="*/ 135961 h 235021"/>
              <a:gd name="connsiteX7" fmla="*/ 88900 w 238760"/>
              <a:gd name="connsiteY7" fmla="*/ 172791 h 235021"/>
              <a:gd name="connsiteX8" fmla="*/ 45720 w 238760"/>
              <a:gd name="connsiteY8" fmla="*/ 143581 h 235021"/>
              <a:gd name="connsiteX9" fmla="*/ 20320 w 238760"/>
              <a:gd name="connsiteY9" fmla="*/ 151201 h 235021"/>
              <a:gd name="connsiteX10" fmla="*/ 20320 w 238760"/>
              <a:gd name="connsiteY10" fmla="*/ 47061 h 235021"/>
              <a:gd name="connsiteX11" fmla="*/ 10160 w 238760"/>
              <a:gd name="connsiteY11" fmla="*/ 36901 h 235021"/>
              <a:gd name="connsiteX12" fmla="*/ 0 w 238760"/>
              <a:gd name="connsiteY12" fmla="*/ 47061 h 235021"/>
              <a:gd name="connsiteX13" fmla="*/ 0 w 238760"/>
              <a:gd name="connsiteY13" fmla="*/ 189301 h 235021"/>
              <a:gd name="connsiteX14" fmla="*/ 45720 w 238760"/>
              <a:gd name="connsiteY14" fmla="*/ 235021 h 235021"/>
              <a:gd name="connsiteX15" fmla="*/ 76200 w 238760"/>
              <a:gd name="connsiteY15" fmla="*/ 223591 h 235021"/>
              <a:gd name="connsiteX16" fmla="*/ 78740 w 238760"/>
              <a:gd name="connsiteY16" fmla="*/ 222321 h 235021"/>
              <a:gd name="connsiteX17" fmla="*/ 97790 w 238760"/>
              <a:gd name="connsiteY17" fmla="*/ 198191 h 235021"/>
              <a:gd name="connsiteX18" fmla="*/ 129540 w 238760"/>
              <a:gd name="connsiteY18" fmla="*/ 147391 h 235021"/>
              <a:gd name="connsiteX19" fmla="*/ 160020 w 238760"/>
              <a:gd name="connsiteY19" fmla="*/ 143581 h 235021"/>
              <a:gd name="connsiteX20" fmla="*/ 194310 w 238760"/>
              <a:gd name="connsiteY20" fmla="*/ 146121 h 235021"/>
              <a:gd name="connsiteX21" fmla="*/ 204470 w 238760"/>
              <a:gd name="connsiteY21" fmla="*/ 141041 h 235021"/>
              <a:gd name="connsiteX22" fmla="*/ 219710 w 238760"/>
              <a:gd name="connsiteY22" fmla="*/ 109291 h 235021"/>
              <a:gd name="connsiteX23" fmla="*/ 238760 w 238760"/>
              <a:gd name="connsiteY23" fmla="*/ 81351 h 235021"/>
              <a:gd name="connsiteX24" fmla="*/ 238760 w 238760"/>
              <a:gd name="connsiteY24" fmla="*/ 69921 h 235021"/>
              <a:gd name="connsiteX25" fmla="*/ 219710 w 238760"/>
              <a:gd name="connsiteY25" fmla="*/ 41981 h 235021"/>
              <a:gd name="connsiteX26" fmla="*/ 204470 w 238760"/>
              <a:gd name="connsiteY26" fmla="*/ 11501 h 235021"/>
              <a:gd name="connsiteX27" fmla="*/ 194310 w 238760"/>
              <a:gd name="connsiteY27" fmla="*/ 6421 h 235021"/>
              <a:gd name="connsiteX28" fmla="*/ 160020 w 238760"/>
              <a:gd name="connsiteY28" fmla="*/ 8961 h 235021"/>
              <a:gd name="connsiteX29" fmla="*/ 127000 w 238760"/>
              <a:gd name="connsiteY29" fmla="*/ 3881 h 235021"/>
              <a:gd name="connsiteX30" fmla="*/ 128270 w 238760"/>
              <a:gd name="connsiteY30" fmla="*/ 26741 h 235021"/>
              <a:gd name="connsiteX31" fmla="*/ 123190 w 238760"/>
              <a:gd name="connsiteY31" fmla="*/ 38171 h 235021"/>
              <a:gd name="connsiteX32" fmla="*/ 123190 w 238760"/>
              <a:gd name="connsiteY32" fmla="*/ 38171 h 235021"/>
              <a:gd name="connsiteX33" fmla="*/ 124460 w 238760"/>
              <a:gd name="connsiteY33" fmla="*/ 39441 h 235021"/>
              <a:gd name="connsiteX34" fmla="*/ 129540 w 238760"/>
              <a:gd name="connsiteY34" fmla="*/ 48331 h 235021"/>
              <a:gd name="connsiteX35" fmla="*/ 124460 w 238760"/>
              <a:gd name="connsiteY35" fmla="*/ 57221 h 235021"/>
              <a:gd name="connsiteX36" fmla="*/ 114300 w 238760"/>
              <a:gd name="connsiteY36" fmla="*/ 57221 h 235021"/>
              <a:gd name="connsiteX37" fmla="*/ 114300 w 238760"/>
              <a:gd name="connsiteY37" fmla="*/ 57221 h 235021"/>
              <a:gd name="connsiteX38" fmla="*/ 111760 w 238760"/>
              <a:gd name="connsiteY38" fmla="*/ 57221 h 235021"/>
              <a:gd name="connsiteX39" fmla="*/ 111760 w 238760"/>
              <a:gd name="connsiteY39" fmla="*/ 57221 h 235021"/>
              <a:gd name="connsiteX40" fmla="*/ 104140 w 238760"/>
              <a:gd name="connsiteY40" fmla="*/ 67381 h 235021"/>
              <a:gd name="connsiteX41" fmla="*/ 104140 w 238760"/>
              <a:gd name="connsiteY41" fmla="*/ 78811 h 235021"/>
              <a:gd name="connsiteX42" fmla="*/ 110490 w 238760"/>
              <a:gd name="connsiteY42" fmla="*/ 88971 h 235021"/>
              <a:gd name="connsiteX43" fmla="*/ 110490 w 238760"/>
              <a:gd name="connsiteY43" fmla="*/ 88971 h 235021"/>
              <a:gd name="connsiteX44" fmla="*/ 113030 w 238760"/>
              <a:gd name="connsiteY44" fmla="*/ 88971 h 235021"/>
              <a:gd name="connsiteX45" fmla="*/ 114300 w 238760"/>
              <a:gd name="connsiteY45" fmla="*/ 88971 h 235021"/>
              <a:gd name="connsiteX46" fmla="*/ 123190 w 238760"/>
              <a:gd name="connsiteY46" fmla="*/ 88971 h 235021"/>
              <a:gd name="connsiteX47" fmla="*/ 128270 w 238760"/>
              <a:gd name="connsiteY47" fmla="*/ 97861 h 235021"/>
              <a:gd name="connsiteX48" fmla="*/ 123190 w 238760"/>
              <a:gd name="connsiteY48" fmla="*/ 106751 h 235021"/>
              <a:gd name="connsiteX49" fmla="*/ 123190 w 238760"/>
              <a:gd name="connsiteY49" fmla="*/ 108021 h 235021"/>
              <a:gd name="connsiteX50" fmla="*/ 121920 w 238760"/>
              <a:gd name="connsiteY50" fmla="*/ 110561 h 235021"/>
              <a:gd name="connsiteX51" fmla="*/ 121920 w 238760"/>
              <a:gd name="connsiteY51" fmla="*/ 110561 h 235021"/>
              <a:gd name="connsiteX52" fmla="*/ 127000 w 238760"/>
              <a:gd name="connsiteY52" fmla="*/ 120721 h 235021"/>
              <a:gd name="connsiteX53" fmla="*/ 137160 w 238760"/>
              <a:gd name="connsiteY53" fmla="*/ 125801 h 235021"/>
              <a:gd name="connsiteX54" fmla="*/ 149860 w 238760"/>
              <a:gd name="connsiteY54" fmla="*/ 124531 h 235021"/>
              <a:gd name="connsiteX55" fmla="*/ 149860 w 238760"/>
              <a:gd name="connsiteY55" fmla="*/ 124531 h 235021"/>
              <a:gd name="connsiteX56" fmla="*/ 151130 w 238760"/>
              <a:gd name="connsiteY56" fmla="*/ 121991 h 235021"/>
              <a:gd name="connsiteX57" fmla="*/ 151130 w 238760"/>
              <a:gd name="connsiteY57" fmla="*/ 121991 h 235021"/>
              <a:gd name="connsiteX58" fmla="*/ 156210 w 238760"/>
              <a:gd name="connsiteY58" fmla="*/ 113101 h 235021"/>
              <a:gd name="connsiteX59" fmla="*/ 166370 w 238760"/>
              <a:gd name="connsiteY59" fmla="*/ 113101 h 235021"/>
              <a:gd name="connsiteX60" fmla="*/ 171450 w 238760"/>
              <a:gd name="connsiteY60" fmla="*/ 121991 h 235021"/>
              <a:gd name="connsiteX61" fmla="*/ 172720 w 238760"/>
              <a:gd name="connsiteY61" fmla="*/ 123261 h 235021"/>
              <a:gd name="connsiteX62" fmla="*/ 172720 w 238760"/>
              <a:gd name="connsiteY62" fmla="*/ 123261 h 235021"/>
              <a:gd name="connsiteX63" fmla="*/ 185420 w 238760"/>
              <a:gd name="connsiteY63" fmla="*/ 125801 h 235021"/>
              <a:gd name="connsiteX64" fmla="*/ 195580 w 238760"/>
              <a:gd name="connsiteY64" fmla="*/ 120721 h 235021"/>
              <a:gd name="connsiteX65" fmla="*/ 200660 w 238760"/>
              <a:gd name="connsiteY65" fmla="*/ 109291 h 235021"/>
              <a:gd name="connsiteX66" fmla="*/ 200660 w 238760"/>
              <a:gd name="connsiteY66" fmla="*/ 109291 h 235021"/>
              <a:gd name="connsiteX67" fmla="*/ 199390 w 238760"/>
              <a:gd name="connsiteY67" fmla="*/ 108021 h 235021"/>
              <a:gd name="connsiteX68" fmla="*/ 194310 w 238760"/>
              <a:gd name="connsiteY68" fmla="*/ 99131 h 235021"/>
              <a:gd name="connsiteX69" fmla="*/ 199390 w 238760"/>
              <a:gd name="connsiteY69" fmla="*/ 90241 h 235021"/>
              <a:gd name="connsiteX70" fmla="*/ 209550 w 238760"/>
              <a:gd name="connsiteY70" fmla="*/ 90241 h 235021"/>
              <a:gd name="connsiteX71" fmla="*/ 209550 w 238760"/>
              <a:gd name="connsiteY71" fmla="*/ 90241 h 235021"/>
              <a:gd name="connsiteX72" fmla="*/ 212090 w 238760"/>
              <a:gd name="connsiteY72" fmla="*/ 90241 h 235021"/>
              <a:gd name="connsiteX73" fmla="*/ 212090 w 238760"/>
              <a:gd name="connsiteY73" fmla="*/ 90241 h 235021"/>
              <a:gd name="connsiteX74" fmla="*/ 219710 w 238760"/>
              <a:gd name="connsiteY74" fmla="*/ 80081 h 235021"/>
              <a:gd name="connsiteX75" fmla="*/ 219710 w 238760"/>
              <a:gd name="connsiteY75" fmla="*/ 68651 h 235021"/>
              <a:gd name="connsiteX76" fmla="*/ 213360 w 238760"/>
              <a:gd name="connsiteY76" fmla="*/ 58491 h 235021"/>
              <a:gd name="connsiteX77" fmla="*/ 213360 w 238760"/>
              <a:gd name="connsiteY77" fmla="*/ 58491 h 235021"/>
              <a:gd name="connsiteX78" fmla="*/ 210820 w 238760"/>
              <a:gd name="connsiteY78" fmla="*/ 58491 h 235021"/>
              <a:gd name="connsiteX79" fmla="*/ 209550 w 238760"/>
              <a:gd name="connsiteY79" fmla="*/ 58491 h 235021"/>
              <a:gd name="connsiteX80" fmla="*/ 200660 w 238760"/>
              <a:gd name="connsiteY80" fmla="*/ 58491 h 235021"/>
              <a:gd name="connsiteX81" fmla="*/ 195580 w 238760"/>
              <a:gd name="connsiteY81" fmla="*/ 49601 h 235021"/>
              <a:gd name="connsiteX82" fmla="*/ 200660 w 238760"/>
              <a:gd name="connsiteY82" fmla="*/ 41981 h 235021"/>
              <a:gd name="connsiteX83" fmla="*/ 200660 w 238760"/>
              <a:gd name="connsiteY83" fmla="*/ 40711 h 235021"/>
              <a:gd name="connsiteX84" fmla="*/ 201930 w 238760"/>
              <a:gd name="connsiteY84" fmla="*/ 38171 h 235021"/>
              <a:gd name="connsiteX85" fmla="*/ 201930 w 238760"/>
              <a:gd name="connsiteY85" fmla="*/ 38171 h 235021"/>
              <a:gd name="connsiteX86" fmla="*/ 196850 w 238760"/>
              <a:gd name="connsiteY86" fmla="*/ 28011 h 235021"/>
              <a:gd name="connsiteX87" fmla="*/ 186690 w 238760"/>
              <a:gd name="connsiteY87" fmla="*/ 22931 h 235021"/>
              <a:gd name="connsiteX88" fmla="*/ 173990 w 238760"/>
              <a:gd name="connsiteY88" fmla="*/ 24201 h 235021"/>
              <a:gd name="connsiteX89" fmla="*/ 173990 w 238760"/>
              <a:gd name="connsiteY89" fmla="*/ 24201 h 235021"/>
              <a:gd name="connsiteX90" fmla="*/ 172720 w 238760"/>
              <a:gd name="connsiteY90" fmla="*/ 26741 h 235021"/>
              <a:gd name="connsiteX91" fmla="*/ 172720 w 238760"/>
              <a:gd name="connsiteY91" fmla="*/ 26741 h 235021"/>
              <a:gd name="connsiteX92" fmla="*/ 167640 w 238760"/>
              <a:gd name="connsiteY92" fmla="*/ 35631 h 235021"/>
              <a:gd name="connsiteX93" fmla="*/ 157480 w 238760"/>
              <a:gd name="connsiteY93" fmla="*/ 35631 h 235021"/>
              <a:gd name="connsiteX94" fmla="*/ 151130 w 238760"/>
              <a:gd name="connsiteY94" fmla="*/ 24201 h 235021"/>
              <a:gd name="connsiteX95" fmla="*/ 149860 w 238760"/>
              <a:gd name="connsiteY95" fmla="*/ 22931 h 235021"/>
              <a:gd name="connsiteX96" fmla="*/ 149860 w 238760"/>
              <a:gd name="connsiteY96" fmla="*/ 22931 h 235021"/>
              <a:gd name="connsiteX97" fmla="*/ 137160 w 238760"/>
              <a:gd name="connsiteY97" fmla="*/ 20391 h 235021"/>
              <a:gd name="connsiteX98" fmla="*/ 128270 w 238760"/>
              <a:gd name="connsiteY98" fmla="*/ 26741 h 235021"/>
              <a:gd name="connsiteX99" fmla="*/ 46990 w 238760"/>
              <a:gd name="connsiteY99" fmla="*/ 213431 h 235021"/>
              <a:gd name="connsiteX100" fmla="*/ 21590 w 238760"/>
              <a:gd name="connsiteY100" fmla="*/ 188031 h 235021"/>
              <a:gd name="connsiteX101" fmla="*/ 46990 w 238760"/>
              <a:gd name="connsiteY101" fmla="*/ 162631 h 235021"/>
              <a:gd name="connsiteX102" fmla="*/ 72390 w 238760"/>
              <a:gd name="connsiteY102" fmla="*/ 188031 h 235021"/>
              <a:gd name="connsiteX103" fmla="*/ 46990 w 238760"/>
              <a:gd name="connsiteY103" fmla="*/ 213431 h 23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</a:cxnLst>
            <a:rect l="l" t="t" r="r" b="b"/>
            <a:pathLst>
              <a:path w="238760" h="235021">
                <a:moveTo>
                  <a:pt x="127000" y="3881"/>
                </a:moveTo>
                <a:lnTo>
                  <a:pt x="116840" y="8961"/>
                </a:lnTo>
                <a:cubicBezTo>
                  <a:pt x="105410" y="15311"/>
                  <a:pt x="100330" y="28011"/>
                  <a:pt x="101600" y="40711"/>
                </a:cubicBezTo>
                <a:cubicBezTo>
                  <a:pt x="90170" y="45791"/>
                  <a:pt x="82550" y="55951"/>
                  <a:pt x="82550" y="68651"/>
                </a:cubicBezTo>
                <a:lnTo>
                  <a:pt x="82550" y="80081"/>
                </a:lnTo>
                <a:cubicBezTo>
                  <a:pt x="82550" y="92781"/>
                  <a:pt x="90170" y="104211"/>
                  <a:pt x="101600" y="108021"/>
                </a:cubicBezTo>
                <a:cubicBezTo>
                  <a:pt x="100330" y="118181"/>
                  <a:pt x="104140" y="128341"/>
                  <a:pt x="111760" y="135961"/>
                </a:cubicBezTo>
                <a:lnTo>
                  <a:pt x="88900" y="172791"/>
                </a:lnTo>
                <a:cubicBezTo>
                  <a:pt x="82550" y="155011"/>
                  <a:pt x="66040" y="143581"/>
                  <a:pt x="45720" y="143581"/>
                </a:cubicBezTo>
                <a:cubicBezTo>
                  <a:pt x="36830" y="143581"/>
                  <a:pt x="27940" y="146121"/>
                  <a:pt x="20320" y="151201"/>
                </a:cubicBezTo>
                <a:lnTo>
                  <a:pt x="20320" y="47061"/>
                </a:lnTo>
                <a:cubicBezTo>
                  <a:pt x="20320" y="41981"/>
                  <a:pt x="15240" y="36901"/>
                  <a:pt x="10160" y="36901"/>
                </a:cubicBezTo>
                <a:cubicBezTo>
                  <a:pt x="5080" y="36901"/>
                  <a:pt x="0" y="41981"/>
                  <a:pt x="0" y="47061"/>
                </a:cubicBezTo>
                <a:lnTo>
                  <a:pt x="0" y="189301"/>
                </a:lnTo>
                <a:cubicBezTo>
                  <a:pt x="0" y="214701"/>
                  <a:pt x="20320" y="235021"/>
                  <a:pt x="45720" y="235021"/>
                </a:cubicBezTo>
                <a:cubicBezTo>
                  <a:pt x="57150" y="235021"/>
                  <a:pt x="67310" y="231211"/>
                  <a:pt x="76200" y="223591"/>
                </a:cubicBezTo>
                <a:cubicBezTo>
                  <a:pt x="77470" y="223591"/>
                  <a:pt x="77470" y="222321"/>
                  <a:pt x="78740" y="222321"/>
                </a:cubicBezTo>
                <a:cubicBezTo>
                  <a:pt x="86360" y="214701"/>
                  <a:pt x="92710" y="207081"/>
                  <a:pt x="97790" y="198191"/>
                </a:cubicBezTo>
                <a:lnTo>
                  <a:pt x="129540" y="147391"/>
                </a:lnTo>
                <a:cubicBezTo>
                  <a:pt x="139700" y="151201"/>
                  <a:pt x="151130" y="149931"/>
                  <a:pt x="160020" y="143581"/>
                </a:cubicBezTo>
                <a:cubicBezTo>
                  <a:pt x="168910" y="151201"/>
                  <a:pt x="182880" y="153741"/>
                  <a:pt x="194310" y="146121"/>
                </a:cubicBezTo>
                <a:lnTo>
                  <a:pt x="204470" y="141041"/>
                </a:lnTo>
                <a:cubicBezTo>
                  <a:pt x="215900" y="134691"/>
                  <a:pt x="220980" y="121991"/>
                  <a:pt x="219710" y="109291"/>
                </a:cubicBezTo>
                <a:cubicBezTo>
                  <a:pt x="231140" y="105481"/>
                  <a:pt x="238760" y="94051"/>
                  <a:pt x="238760" y="81351"/>
                </a:cubicBezTo>
                <a:lnTo>
                  <a:pt x="238760" y="69921"/>
                </a:lnTo>
                <a:cubicBezTo>
                  <a:pt x="238760" y="57221"/>
                  <a:pt x="231140" y="45791"/>
                  <a:pt x="219710" y="41981"/>
                </a:cubicBezTo>
                <a:cubicBezTo>
                  <a:pt x="220980" y="30551"/>
                  <a:pt x="215900" y="17851"/>
                  <a:pt x="204470" y="11501"/>
                </a:cubicBezTo>
                <a:lnTo>
                  <a:pt x="194310" y="6421"/>
                </a:lnTo>
                <a:cubicBezTo>
                  <a:pt x="182880" y="71"/>
                  <a:pt x="170180" y="1341"/>
                  <a:pt x="160020" y="8961"/>
                </a:cubicBezTo>
                <a:cubicBezTo>
                  <a:pt x="152400" y="-1199"/>
                  <a:pt x="138430" y="-2469"/>
                  <a:pt x="127000" y="3881"/>
                </a:cubicBezTo>
                <a:close/>
                <a:moveTo>
                  <a:pt x="128270" y="26741"/>
                </a:moveTo>
                <a:cubicBezTo>
                  <a:pt x="124460" y="29281"/>
                  <a:pt x="121920" y="34361"/>
                  <a:pt x="123190" y="38171"/>
                </a:cubicBezTo>
                <a:lnTo>
                  <a:pt x="123190" y="38171"/>
                </a:lnTo>
                <a:cubicBezTo>
                  <a:pt x="123190" y="38171"/>
                  <a:pt x="123190" y="39441"/>
                  <a:pt x="124460" y="39441"/>
                </a:cubicBezTo>
                <a:lnTo>
                  <a:pt x="129540" y="48331"/>
                </a:lnTo>
                <a:cubicBezTo>
                  <a:pt x="132080" y="52141"/>
                  <a:pt x="128270" y="57221"/>
                  <a:pt x="124460" y="57221"/>
                </a:cubicBezTo>
                <a:lnTo>
                  <a:pt x="114300" y="57221"/>
                </a:lnTo>
                <a:cubicBezTo>
                  <a:pt x="114300" y="57221"/>
                  <a:pt x="114300" y="57221"/>
                  <a:pt x="114300" y="57221"/>
                </a:cubicBezTo>
                <a:cubicBezTo>
                  <a:pt x="113030" y="57221"/>
                  <a:pt x="113030" y="57221"/>
                  <a:pt x="111760" y="57221"/>
                </a:cubicBezTo>
                <a:lnTo>
                  <a:pt x="111760" y="57221"/>
                </a:lnTo>
                <a:cubicBezTo>
                  <a:pt x="107950" y="58491"/>
                  <a:pt x="104140" y="62301"/>
                  <a:pt x="104140" y="67381"/>
                </a:cubicBezTo>
                <a:lnTo>
                  <a:pt x="104140" y="78811"/>
                </a:lnTo>
                <a:cubicBezTo>
                  <a:pt x="104140" y="82621"/>
                  <a:pt x="106680" y="86431"/>
                  <a:pt x="110490" y="88971"/>
                </a:cubicBezTo>
                <a:lnTo>
                  <a:pt x="110490" y="88971"/>
                </a:lnTo>
                <a:cubicBezTo>
                  <a:pt x="111760" y="88971"/>
                  <a:pt x="111760" y="88971"/>
                  <a:pt x="113030" y="88971"/>
                </a:cubicBezTo>
                <a:cubicBezTo>
                  <a:pt x="113030" y="88971"/>
                  <a:pt x="114300" y="88971"/>
                  <a:pt x="114300" y="88971"/>
                </a:cubicBezTo>
                <a:lnTo>
                  <a:pt x="123190" y="88971"/>
                </a:lnTo>
                <a:cubicBezTo>
                  <a:pt x="128270" y="88971"/>
                  <a:pt x="130810" y="94051"/>
                  <a:pt x="128270" y="97861"/>
                </a:cubicBezTo>
                <a:lnTo>
                  <a:pt x="123190" y="106751"/>
                </a:lnTo>
                <a:cubicBezTo>
                  <a:pt x="123190" y="106751"/>
                  <a:pt x="123190" y="106751"/>
                  <a:pt x="123190" y="108021"/>
                </a:cubicBezTo>
                <a:cubicBezTo>
                  <a:pt x="123190" y="109291"/>
                  <a:pt x="121920" y="109291"/>
                  <a:pt x="121920" y="110561"/>
                </a:cubicBezTo>
                <a:lnTo>
                  <a:pt x="121920" y="110561"/>
                </a:lnTo>
                <a:cubicBezTo>
                  <a:pt x="120650" y="114371"/>
                  <a:pt x="123190" y="119451"/>
                  <a:pt x="127000" y="120721"/>
                </a:cubicBezTo>
                <a:lnTo>
                  <a:pt x="137160" y="125801"/>
                </a:lnTo>
                <a:cubicBezTo>
                  <a:pt x="140970" y="128341"/>
                  <a:pt x="146050" y="127071"/>
                  <a:pt x="149860" y="124531"/>
                </a:cubicBezTo>
                <a:lnTo>
                  <a:pt x="149860" y="124531"/>
                </a:lnTo>
                <a:cubicBezTo>
                  <a:pt x="149860" y="124531"/>
                  <a:pt x="151130" y="123261"/>
                  <a:pt x="151130" y="121991"/>
                </a:cubicBezTo>
                <a:cubicBezTo>
                  <a:pt x="151130" y="121991"/>
                  <a:pt x="151130" y="121991"/>
                  <a:pt x="151130" y="121991"/>
                </a:cubicBezTo>
                <a:lnTo>
                  <a:pt x="156210" y="113101"/>
                </a:lnTo>
                <a:cubicBezTo>
                  <a:pt x="158750" y="109291"/>
                  <a:pt x="163830" y="109291"/>
                  <a:pt x="166370" y="113101"/>
                </a:cubicBezTo>
                <a:lnTo>
                  <a:pt x="171450" y="121991"/>
                </a:lnTo>
                <a:cubicBezTo>
                  <a:pt x="171450" y="121991"/>
                  <a:pt x="172720" y="123261"/>
                  <a:pt x="172720" y="123261"/>
                </a:cubicBezTo>
                <a:lnTo>
                  <a:pt x="172720" y="123261"/>
                </a:lnTo>
                <a:cubicBezTo>
                  <a:pt x="175260" y="127071"/>
                  <a:pt x="181610" y="128341"/>
                  <a:pt x="185420" y="125801"/>
                </a:cubicBezTo>
                <a:lnTo>
                  <a:pt x="195580" y="120721"/>
                </a:lnTo>
                <a:cubicBezTo>
                  <a:pt x="199390" y="118181"/>
                  <a:pt x="201930" y="113101"/>
                  <a:pt x="200660" y="109291"/>
                </a:cubicBezTo>
                <a:lnTo>
                  <a:pt x="200660" y="109291"/>
                </a:lnTo>
                <a:cubicBezTo>
                  <a:pt x="200660" y="109291"/>
                  <a:pt x="200660" y="108021"/>
                  <a:pt x="199390" y="108021"/>
                </a:cubicBezTo>
                <a:lnTo>
                  <a:pt x="194310" y="99131"/>
                </a:lnTo>
                <a:cubicBezTo>
                  <a:pt x="191770" y="95321"/>
                  <a:pt x="195580" y="90241"/>
                  <a:pt x="199390" y="90241"/>
                </a:cubicBezTo>
                <a:lnTo>
                  <a:pt x="209550" y="90241"/>
                </a:lnTo>
                <a:cubicBezTo>
                  <a:pt x="209550" y="90241"/>
                  <a:pt x="209550" y="90241"/>
                  <a:pt x="209550" y="90241"/>
                </a:cubicBezTo>
                <a:cubicBezTo>
                  <a:pt x="210820" y="90241"/>
                  <a:pt x="210820" y="90241"/>
                  <a:pt x="212090" y="90241"/>
                </a:cubicBezTo>
                <a:lnTo>
                  <a:pt x="212090" y="90241"/>
                </a:lnTo>
                <a:cubicBezTo>
                  <a:pt x="215900" y="88971"/>
                  <a:pt x="219710" y="85161"/>
                  <a:pt x="219710" y="80081"/>
                </a:cubicBezTo>
                <a:lnTo>
                  <a:pt x="219710" y="68651"/>
                </a:lnTo>
                <a:cubicBezTo>
                  <a:pt x="219710" y="63571"/>
                  <a:pt x="217170" y="61031"/>
                  <a:pt x="213360" y="58491"/>
                </a:cubicBezTo>
                <a:lnTo>
                  <a:pt x="213360" y="58491"/>
                </a:lnTo>
                <a:cubicBezTo>
                  <a:pt x="212090" y="58491"/>
                  <a:pt x="212090" y="58491"/>
                  <a:pt x="210820" y="58491"/>
                </a:cubicBezTo>
                <a:cubicBezTo>
                  <a:pt x="210820" y="58491"/>
                  <a:pt x="210820" y="58491"/>
                  <a:pt x="209550" y="58491"/>
                </a:cubicBezTo>
                <a:lnTo>
                  <a:pt x="200660" y="58491"/>
                </a:lnTo>
                <a:cubicBezTo>
                  <a:pt x="195580" y="58491"/>
                  <a:pt x="193040" y="53411"/>
                  <a:pt x="195580" y="49601"/>
                </a:cubicBezTo>
                <a:lnTo>
                  <a:pt x="200660" y="41981"/>
                </a:lnTo>
                <a:cubicBezTo>
                  <a:pt x="200660" y="41981"/>
                  <a:pt x="200660" y="41981"/>
                  <a:pt x="200660" y="40711"/>
                </a:cubicBezTo>
                <a:cubicBezTo>
                  <a:pt x="200660" y="39441"/>
                  <a:pt x="201930" y="39441"/>
                  <a:pt x="201930" y="38171"/>
                </a:cubicBezTo>
                <a:lnTo>
                  <a:pt x="201930" y="38171"/>
                </a:lnTo>
                <a:cubicBezTo>
                  <a:pt x="203200" y="34361"/>
                  <a:pt x="200660" y="29281"/>
                  <a:pt x="196850" y="28011"/>
                </a:cubicBezTo>
                <a:lnTo>
                  <a:pt x="186690" y="22931"/>
                </a:lnTo>
                <a:cubicBezTo>
                  <a:pt x="182880" y="20391"/>
                  <a:pt x="177800" y="21661"/>
                  <a:pt x="173990" y="24201"/>
                </a:cubicBezTo>
                <a:lnTo>
                  <a:pt x="173990" y="24201"/>
                </a:lnTo>
                <a:cubicBezTo>
                  <a:pt x="173990" y="24201"/>
                  <a:pt x="172720" y="25471"/>
                  <a:pt x="172720" y="26741"/>
                </a:cubicBezTo>
                <a:cubicBezTo>
                  <a:pt x="172720" y="26741"/>
                  <a:pt x="172720" y="26741"/>
                  <a:pt x="172720" y="26741"/>
                </a:cubicBezTo>
                <a:lnTo>
                  <a:pt x="167640" y="35631"/>
                </a:lnTo>
                <a:cubicBezTo>
                  <a:pt x="165100" y="39441"/>
                  <a:pt x="160020" y="39441"/>
                  <a:pt x="157480" y="35631"/>
                </a:cubicBezTo>
                <a:lnTo>
                  <a:pt x="151130" y="24201"/>
                </a:lnTo>
                <a:cubicBezTo>
                  <a:pt x="151130" y="24201"/>
                  <a:pt x="149860" y="22931"/>
                  <a:pt x="149860" y="22931"/>
                </a:cubicBezTo>
                <a:lnTo>
                  <a:pt x="149860" y="22931"/>
                </a:lnTo>
                <a:cubicBezTo>
                  <a:pt x="147320" y="19121"/>
                  <a:pt x="140970" y="17851"/>
                  <a:pt x="137160" y="20391"/>
                </a:cubicBezTo>
                <a:lnTo>
                  <a:pt x="128270" y="26741"/>
                </a:lnTo>
                <a:close/>
                <a:moveTo>
                  <a:pt x="46990" y="213431"/>
                </a:moveTo>
                <a:cubicBezTo>
                  <a:pt x="33020" y="213431"/>
                  <a:pt x="21590" y="202001"/>
                  <a:pt x="21590" y="188031"/>
                </a:cubicBezTo>
                <a:cubicBezTo>
                  <a:pt x="21590" y="174061"/>
                  <a:pt x="33020" y="162631"/>
                  <a:pt x="46990" y="162631"/>
                </a:cubicBezTo>
                <a:cubicBezTo>
                  <a:pt x="60960" y="162631"/>
                  <a:pt x="72390" y="174061"/>
                  <a:pt x="72390" y="188031"/>
                </a:cubicBezTo>
                <a:cubicBezTo>
                  <a:pt x="72390" y="202001"/>
                  <a:pt x="60960" y="213431"/>
                  <a:pt x="46990" y="213431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7" name="Полилиния: фигура 203">
            <a:extLst>
              <a:ext uri="{FF2B5EF4-FFF2-40B4-BE49-F238E27FC236}">
                <a16:creationId xmlns:a16="http://schemas.microsoft.com/office/drawing/2014/main" id="{8DFD4F37-18D2-A16C-16E5-90FF317EA5D0}"/>
              </a:ext>
            </a:extLst>
          </p:cNvPr>
          <p:cNvSpPr/>
          <p:nvPr/>
        </p:nvSpPr>
        <p:spPr>
          <a:xfrm>
            <a:off x="5601843" y="5377148"/>
            <a:ext cx="182880" cy="243840"/>
          </a:xfrm>
          <a:custGeom>
            <a:avLst/>
            <a:gdLst>
              <a:gd name="connsiteX0" fmla="*/ 162560 w 182880"/>
              <a:gd name="connsiteY0" fmla="*/ 152400 h 243840"/>
              <a:gd name="connsiteX1" fmla="*/ 91440 w 182880"/>
              <a:gd name="connsiteY1" fmla="*/ 223520 h 243840"/>
              <a:gd name="connsiteX2" fmla="*/ 20320 w 182880"/>
              <a:gd name="connsiteY2" fmla="*/ 152400 h 243840"/>
              <a:gd name="connsiteX3" fmla="*/ 91440 w 182880"/>
              <a:gd name="connsiteY3" fmla="*/ 22860 h 243840"/>
              <a:gd name="connsiteX4" fmla="*/ 162560 w 182880"/>
              <a:gd name="connsiteY4" fmla="*/ 152400 h 243840"/>
              <a:gd name="connsiteX5" fmla="*/ 182880 w 182880"/>
              <a:gd name="connsiteY5" fmla="*/ 152400 h 243840"/>
              <a:gd name="connsiteX6" fmla="*/ 91440 w 182880"/>
              <a:gd name="connsiteY6" fmla="*/ 243840 h 243840"/>
              <a:gd name="connsiteX7" fmla="*/ 0 w 182880"/>
              <a:gd name="connsiteY7" fmla="*/ 152400 h 243840"/>
              <a:gd name="connsiteX8" fmla="*/ 81280 w 182880"/>
              <a:gd name="connsiteY8" fmla="*/ 3810 h 243840"/>
              <a:gd name="connsiteX9" fmla="*/ 100330 w 182880"/>
              <a:gd name="connsiteY9" fmla="*/ 3810 h 243840"/>
              <a:gd name="connsiteX10" fmla="*/ 182880 w 182880"/>
              <a:gd name="connsiteY10" fmla="*/ 152400 h 243840"/>
              <a:gd name="connsiteX11" fmla="*/ 147320 w 182880"/>
              <a:gd name="connsiteY11" fmla="*/ 152400 h 243840"/>
              <a:gd name="connsiteX12" fmla="*/ 137160 w 182880"/>
              <a:gd name="connsiteY12" fmla="*/ 142240 h 243840"/>
              <a:gd name="connsiteX13" fmla="*/ 127000 w 182880"/>
              <a:gd name="connsiteY13" fmla="*/ 152400 h 243840"/>
              <a:gd name="connsiteX14" fmla="*/ 119380 w 182880"/>
              <a:gd name="connsiteY14" fmla="*/ 175260 h 243840"/>
              <a:gd name="connsiteX15" fmla="*/ 91440 w 182880"/>
              <a:gd name="connsiteY15" fmla="*/ 187960 h 243840"/>
              <a:gd name="connsiteX16" fmla="*/ 81280 w 182880"/>
              <a:gd name="connsiteY16" fmla="*/ 198120 h 243840"/>
              <a:gd name="connsiteX17" fmla="*/ 91440 w 182880"/>
              <a:gd name="connsiteY17" fmla="*/ 208280 h 243840"/>
              <a:gd name="connsiteX18" fmla="*/ 135890 w 182880"/>
              <a:gd name="connsiteY18" fmla="*/ 186690 h 243840"/>
              <a:gd name="connsiteX19" fmla="*/ 147320 w 182880"/>
              <a:gd name="connsiteY1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0" h="243840">
                <a:moveTo>
                  <a:pt x="162560" y="152400"/>
                </a:moveTo>
                <a:cubicBezTo>
                  <a:pt x="162560" y="195580"/>
                  <a:pt x="132080" y="223520"/>
                  <a:pt x="91440" y="223520"/>
                </a:cubicBezTo>
                <a:cubicBezTo>
                  <a:pt x="50800" y="223520"/>
                  <a:pt x="20320" y="196850"/>
                  <a:pt x="20320" y="152400"/>
                </a:cubicBezTo>
                <a:cubicBezTo>
                  <a:pt x="20320" y="113030"/>
                  <a:pt x="41910" y="68580"/>
                  <a:pt x="91440" y="22860"/>
                </a:cubicBezTo>
                <a:cubicBezTo>
                  <a:pt x="140970" y="68580"/>
                  <a:pt x="162560" y="113030"/>
                  <a:pt x="162560" y="152400"/>
                </a:cubicBezTo>
                <a:close/>
                <a:moveTo>
                  <a:pt x="182880" y="152400"/>
                </a:moveTo>
                <a:cubicBezTo>
                  <a:pt x="182880" y="208280"/>
                  <a:pt x="142240" y="243840"/>
                  <a:pt x="91440" y="243840"/>
                </a:cubicBezTo>
                <a:cubicBezTo>
                  <a:pt x="40640" y="243840"/>
                  <a:pt x="0" y="208280"/>
                  <a:pt x="0" y="152400"/>
                </a:cubicBezTo>
                <a:cubicBezTo>
                  <a:pt x="0" y="104140"/>
                  <a:pt x="26670" y="53340"/>
                  <a:pt x="81280" y="3810"/>
                </a:cubicBezTo>
                <a:cubicBezTo>
                  <a:pt x="86360" y="-1270"/>
                  <a:pt x="95250" y="-1270"/>
                  <a:pt x="100330" y="3810"/>
                </a:cubicBezTo>
                <a:cubicBezTo>
                  <a:pt x="156210" y="53340"/>
                  <a:pt x="182880" y="104140"/>
                  <a:pt x="182880" y="152400"/>
                </a:cubicBezTo>
                <a:close/>
                <a:moveTo>
                  <a:pt x="147320" y="152400"/>
                </a:moveTo>
                <a:cubicBezTo>
                  <a:pt x="147320" y="147320"/>
                  <a:pt x="142240" y="142240"/>
                  <a:pt x="137160" y="142240"/>
                </a:cubicBezTo>
                <a:cubicBezTo>
                  <a:pt x="132080" y="142240"/>
                  <a:pt x="127000" y="147320"/>
                  <a:pt x="127000" y="152400"/>
                </a:cubicBezTo>
                <a:cubicBezTo>
                  <a:pt x="127000" y="157480"/>
                  <a:pt x="124460" y="167640"/>
                  <a:pt x="119380" y="175260"/>
                </a:cubicBezTo>
                <a:cubicBezTo>
                  <a:pt x="114300" y="182880"/>
                  <a:pt x="105410" y="187960"/>
                  <a:pt x="91440" y="187960"/>
                </a:cubicBezTo>
                <a:cubicBezTo>
                  <a:pt x="86360" y="187960"/>
                  <a:pt x="81280" y="193040"/>
                  <a:pt x="81280" y="198120"/>
                </a:cubicBezTo>
                <a:cubicBezTo>
                  <a:pt x="81280" y="203200"/>
                  <a:pt x="86360" y="208280"/>
                  <a:pt x="91440" y="208280"/>
                </a:cubicBezTo>
                <a:cubicBezTo>
                  <a:pt x="113030" y="208280"/>
                  <a:pt x="127000" y="199390"/>
                  <a:pt x="135890" y="186690"/>
                </a:cubicBezTo>
                <a:cubicBezTo>
                  <a:pt x="144780" y="175260"/>
                  <a:pt x="147320" y="161290"/>
                  <a:pt x="1473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8" name="Полилиния: фигура 205">
            <a:extLst>
              <a:ext uri="{FF2B5EF4-FFF2-40B4-BE49-F238E27FC236}">
                <a16:creationId xmlns:a16="http://schemas.microsoft.com/office/drawing/2014/main" id="{0C289CEB-F49C-0ADD-F5B9-CEE7B46093FA}"/>
              </a:ext>
            </a:extLst>
          </p:cNvPr>
          <p:cNvSpPr/>
          <p:nvPr/>
        </p:nvSpPr>
        <p:spPr>
          <a:xfrm>
            <a:off x="5053725" y="5368301"/>
            <a:ext cx="158976" cy="261534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69" name="Полилиния: фигура 208">
            <a:extLst>
              <a:ext uri="{FF2B5EF4-FFF2-40B4-BE49-F238E27FC236}">
                <a16:creationId xmlns:a16="http://schemas.microsoft.com/office/drawing/2014/main" id="{B3B427FD-1C13-70CE-CFA2-4A95A920450C}"/>
              </a:ext>
            </a:extLst>
          </p:cNvPr>
          <p:cNvSpPr/>
          <p:nvPr/>
        </p:nvSpPr>
        <p:spPr>
          <a:xfrm>
            <a:off x="8927974" y="5377149"/>
            <a:ext cx="243840" cy="243840"/>
          </a:xfrm>
          <a:custGeom>
            <a:avLst/>
            <a:gdLst>
              <a:gd name="connsiteX0" fmla="*/ 30480 w 243840"/>
              <a:gd name="connsiteY0" fmla="*/ 20320 h 243840"/>
              <a:gd name="connsiteX1" fmla="*/ 213360 w 243840"/>
              <a:gd name="connsiteY1" fmla="*/ 20320 h 243840"/>
              <a:gd name="connsiteX2" fmla="*/ 223520 w 243840"/>
              <a:gd name="connsiteY2" fmla="*/ 30480 h 243840"/>
              <a:gd name="connsiteX3" fmla="*/ 223520 w 243840"/>
              <a:gd name="connsiteY3" fmla="*/ 213360 h 243840"/>
              <a:gd name="connsiteX4" fmla="*/ 213360 w 243840"/>
              <a:gd name="connsiteY4" fmla="*/ 223520 h 243840"/>
              <a:gd name="connsiteX5" fmla="*/ 30480 w 243840"/>
              <a:gd name="connsiteY5" fmla="*/ 223520 h 243840"/>
              <a:gd name="connsiteX6" fmla="*/ 20320 w 243840"/>
              <a:gd name="connsiteY6" fmla="*/ 213360 h 243840"/>
              <a:gd name="connsiteX7" fmla="*/ 20320 w 243840"/>
              <a:gd name="connsiteY7" fmla="*/ 30480 h 243840"/>
              <a:gd name="connsiteX8" fmla="*/ 30480 w 243840"/>
              <a:gd name="connsiteY8" fmla="*/ 20320 h 243840"/>
              <a:gd name="connsiteX9" fmla="*/ 0 w 243840"/>
              <a:gd name="connsiteY9" fmla="*/ 30480 h 243840"/>
              <a:gd name="connsiteX10" fmla="*/ 30480 w 243840"/>
              <a:gd name="connsiteY10" fmla="*/ 0 h 243840"/>
              <a:gd name="connsiteX11" fmla="*/ 213360 w 243840"/>
              <a:gd name="connsiteY11" fmla="*/ 0 h 243840"/>
              <a:gd name="connsiteX12" fmla="*/ 243840 w 243840"/>
              <a:gd name="connsiteY12" fmla="*/ 30480 h 243840"/>
              <a:gd name="connsiteX13" fmla="*/ 243840 w 243840"/>
              <a:gd name="connsiteY13" fmla="*/ 213360 h 243840"/>
              <a:gd name="connsiteX14" fmla="*/ 213360 w 243840"/>
              <a:gd name="connsiteY14" fmla="*/ 243840 h 243840"/>
              <a:gd name="connsiteX15" fmla="*/ 30480 w 243840"/>
              <a:gd name="connsiteY15" fmla="*/ 243840 h 243840"/>
              <a:gd name="connsiteX16" fmla="*/ 0 w 243840"/>
              <a:gd name="connsiteY16" fmla="*/ 213360 h 243840"/>
              <a:gd name="connsiteX17" fmla="*/ 0 w 243840"/>
              <a:gd name="connsiteY17" fmla="*/ 30480 h 243840"/>
              <a:gd name="connsiteX18" fmla="*/ 82550 w 243840"/>
              <a:gd name="connsiteY18" fmla="*/ 60960 h 243840"/>
              <a:gd name="connsiteX19" fmla="*/ 71120 w 243840"/>
              <a:gd name="connsiteY19" fmla="*/ 72390 h 243840"/>
              <a:gd name="connsiteX20" fmla="*/ 71120 w 243840"/>
              <a:gd name="connsiteY20" fmla="*/ 172720 h 243840"/>
              <a:gd name="connsiteX21" fmla="*/ 81280 w 243840"/>
              <a:gd name="connsiteY21" fmla="*/ 182880 h 243840"/>
              <a:gd name="connsiteX22" fmla="*/ 91440 w 243840"/>
              <a:gd name="connsiteY22" fmla="*/ 172720 h 243840"/>
              <a:gd name="connsiteX23" fmla="*/ 91440 w 243840"/>
              <a:gd name="connsiteY23" fmla="*/ 142240 h 243840"/>
              <a:gd name="connsiteX24" fmla="*/ 132080 w 243840"/>
              <a:gd name="connsiteY24" fmla="*/ 142240 h 243840"/>
              <a:gd name="connsiteX25" fmla="*/ 172720 w 243840"/>
              <a:gd name="connsiteY25" fmla="*/ 101600 h 243840"/>
              <a:gd name="connsiteX26" fmla="*/ 132080 w 243840"/>
              <a:gd name="connsiteY26" fmla="*/ 60960 h 243840"/>
              <a:gd name="connsiteX27" fmla="*/ 82550 w 243840"/>
              <a:gd name="connsiteY27" fmla="*/ 60960 h 243840"/>
              <a:gd name="connsiteX28" fmla="*/ 132080 w 243840"/>
              <a:gd name="connsiteY28" fmla="*/ 121920 h 243840"/>
              <a:gd name="connsiteX29" fmla="*/ 91440 w 243840"/>
              <a:gd name="connsiteY29" fmla="*/ 121920 h 243840"/>
              <a:gd name="connsiteX30" fmla="*/ 91440 w 243840"/>
              <a:gd name="connsiteY30" fmla="*/ 81280 h 243840"/>
              <a:gd name="connsiteX31" fmla="*/ 132080 w 243840"/>
              <a:gd name="connsiteY31" fmla="*/ 81280 h 243840"/>
              <a:gd name="connsiteX32" fmla="*/ 152400 w 243840"/>
              <a:gd name="connsiteY32" fmla="*/ 101600 h 243840"/>
              <a:gd name="connsiteX33" fmla="*/ 132080 w 243840"/>
              <a:gd name="connsiteY33" fmla="*/ 12192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3840" h="243840">
                <a:moveTo>
                  <a:pt x="30480" y="20320"/>
                </a:moveTo>
                <a:lnTo>
                  <a:pt x="213360" y="20320"/>
                </a:lnTo>
                <a:cubicBezTo>
                  <a:pt x="218440" y="20320"/>
                  <a:pt x="223520" y="25400"/>
                  <a:pt x="223520" y="30480"/>
                </a:cubicBezTo>
                <a:lnTo>
                  <a:pt x="223520" y="213360"/>
                </a:lnTo>
                <a:cubicBezTo>
                  <a:pt x="223520" y="218440"/>
                  <a:pt x="218440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30480"/>
                </a:lnTo>
                <a:cubicBezTo>
                  <a:pt x="20320" y="24130"/>
                  <a:pt x="25400" y="20320"/>
                  <a:pt x="30480" y="20320"/>
                </a:cubicBezTo>
                <a:close/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213360" y="0"/>
                </a:lnTo>
                <a:cubicBezTo>
                  <a:pt x="229870" y="0"/>
                  <a:pt x="243840" y="13970"/>
                  <a:pt x="243840" y="30480"/>
                </a:cubicBezTo>
                <a:lnTo>
                  <a:pt x="243840" y="213360"/>
                </a:lnTo>
                <a:cubicBezTo>
                  <a:pt x="243840" y="229870"/>
                  <a:pt x="229870" y="243840"/>
                  <a:pt x="21336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30480"/>
                </a:lnTo>
                <a:close/>
                <a:moveTo>
                  <a:pt x="82550" y="60960"/>
                </a:moveTo>
                <a:cubicBezTo>
                  <a:pt x="76200" y="60960"/>
                  <a:pt x="71120" y="66040"/>
                  <a:pt x="71120" y="72390"/>
                </a:cubicBezTo>
                <a:lnTo>
                  <a:pt x="71120" y="172720"/>
                </a:lnTo>
                <a:cubicBezTo>
                  <a:pt x="71120" y="177800"/>
                  <a:pt x="76200" y="182880"/>
                  <a:pt x="81280" y="182880"/>
                </a:cubicBezTo>
                <a:cubicBezTo>
                  <a:pt x="86360" y="182880"/>
                  <a:pt x="91440" y="177800"/>
                  <a:pt x="91440" y="172720"/>
                </a:cubicBezTo>
                <a:lnTo>
                  <a:pt x="91440" y="142240"/>
                </a:lnTo>
                <a:lnTo>
                  <a:pt x="132080" y="142240"/>
                </a:lnTo>
                <a:cubicBezTo>
                  <a:pt x="154940" y="142240"/>
                  <a:pt x="172720" y="124460"/>
                  <a:pt x="172720" y="101600"/>
                </a:cubicBezTo>
                <a:cubicBezTo>
                  <a:pt x="172720" y="78740"/>
                  <a:pt x="154940" y="60960"/>
                  <a:pt x="132080" y="60960"/>
                </a:cubicBezTo>
                <a:lnTo>
                  <a:pt x="82550" y="60960"/>
                </a:lnTo>
                <a:close/>
                <a:moveTo>
                  <a:pt x="132080" y="121920"/>
                </a:moveTo>
                <a:lnTo>
                  <a:pt x="91440" y="121920"/>
                </a:lnTo>
                <a:lnTo>
                  <a:pt x="91440" y="81280"/>
                </a:lnTo>
                <a:lnTo>
                  <a:pt x="132080" y="81280"/>
                </a:lnTo>
                <a:cubicBezTo>
                  <a:pt x="143510" y="81280"/>
                  <a:pt x="152400" y="90170"/>
                  <a:pt x="152400" y="101600"/>
                </a:cubicBezTo>
                <a:cubicBezTo>
                  <a:pt x="152400" y="113030"/>
                  <a:pt x="143510" y="121920"/>
                  <a:pt x="132080" y="1219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0" name="Полилиния: фигура 211">
            <a:extLst>
              <a:ext uri="{FF2B5EF4-FFF2-40B4-BE49-F238E27FC236}">
                <a16:creationId xmlns:a16="http://schemas.microsoft.com/office/drawing/2014/main" id="{C2E81721-9A23-E67B-8B79-1DC7B61EB9EC}"/>
              </a:ext>
            </a:extLst>
          </p:cNvPr>
          <p:cNvSpPr/>
          <p:nvPr/>
        </p:nvSpPr>
        <p:spPr>
          <a:xfrm>
            <a:off x="3324734" y="5366989"/>
            <a:ext cx="262890" cy="264159"/>
          </a:xfrm>
          <a:custGeom>
            <a:avLst/>
            <a:gdLst>
              <a:gd name="connsiteX0" fmla="*/ 0 w 262890"/>
              <a:gd name="connsiteY0" fmla="*/ 20320 h 264159"/>
              <a:gd name="connsiteX1" fmla="*/ 20320 w 262890"/>
              <a:gd name="connsiteY1" fmla="*/ 0 h 264159"/>
              <a:gd name="connsiteX2" fmla="*/ 71120 w 262890"/>
              <a:gd name="connsiteY2" fmla="*/ 0 h 264159"/>
              <a:gd name="connsiteX3" fmla="*/ 81280 w 262890"/>
              <a:gd name="connsiteY3" fmla="*/ 10160 h 264159"/>
              <a:gd name="connsiteX4" fmla="*/ 71120 w 262890"/>
              <a:gd name="connsiteY4" fmla="*/ 20320 h 264159"/>
              <a:gd name="connsiteX5" fmla="*/ 20320 w 262890"/>
              <a:gd name="connsiteY5" fmla="*/ 20320 h 264159"/>
              <a:gd name="connsiteX6" fmla="*/ 20320 w 262890"/>
              <a:gd name="connsiteY6" fmla="*/ 71120 h 264159"/>
              <a:gd name="connsiteX7" fmla="*/ 10160 w 262890"/>
              <a:gd name="connsiteY7" fmla="*/ 81280 h 264159"/>
              <a:gd name="connsiteX8" fmla="*/ 0 w 262890"/>
              <a:gd name="connsiteY8" fmla="*/ 71120 h 264159"/>
              <a:gd name="connsiteX9" fmla="*/ 0 w 262890"/>
              <a:gd name="connsiteY9" fmla="*/ 20320 h 264159"/>
              <a:gd name="connsiteX10" fmla="*/ 0 w 262890"/>
              <a:gd name="connsiteY10" fmla="*/ 243840 h 264159"/>
              <a:gd name="connsiteX11" fmla="*/ 20320 w 262890"/>
              <a:gd name="connsiteY11" fmla="*/ 264160 h 264159"/>
              <a:gd name="connsiteX12" fmla="*/ 71120 w 262890"/>
              <a:gd name="connsiteY12" fmla="*/ 264160 h 264159"/>
              <a:gd name="connsiteX13" fmla="*/ 81280 w 262890"/>
              <a:gd name="connsiteY13" fmla="*/ 254000 h 264159"/>
              <a:gd name="connsiteX14" fmla="*/ 71120 w 262890"/>
              <a:gd name="connsiteY14" fmla="*/ 243840 h 264159"/>
              <a:gd name="connsiteX15" fmla="*/ 20320 w 262890"/>
              <a:gd name="connsiteY15" fmla="*/ 243840 h 264159"/>
              <a:gd name="connsiteX16" fmla="*/ 20320 w 262890"/>
              <a:gd name="connsiteY16" fmla="*/ 193040 h 264159"/>
              <a:gd name="connsiteX17" fmla="*/ 10160 w 262890"/>
              <a:gd name="connsiteY17" fmla="*/ 182880 h 264159"/>
              <a:gd name="connsiteX18" fmla="*/ 0 w 262890"/>
              <a:gd name="connsiteY18" fmla="*/ 193040 h 264159"/>
              <a:gd name="connsiteX19" fmla="*/ 0 w 262890"/>
              <a:gd name="connsiteY19" fmla="*/ 243840 h 264159"/>
              <a:gd name="connsiteX20" fmla="*/ 242570 w 262890"/>
              <a:gd name="connsiteY20" fmla="*/ 0 h 264159"/>
              <a:gd name="connsiteX21" fmla="*/ 262890 w 262890"/>
              <a:gd name="connsiteY21" fmla="*/ 20320 h 264159"/>
              <a:gd name="connsiteX22" fmla="*/ 262890 w 262890"/>
              <a:gd name="connsiteY22" fmla="*/ 71120 h 264159"/>
              <a:gd name="connsiteX23" fmla="*/ 252730 w 262890"/>
              <a:gd name="connsiteY23" fmla="*/ 81280 h 264159"/>
              <a:gd name="connsiteX24" fmla="*/ 242570 w 262890"/>
              <a:gd name="connsiteY24" fmla="*/ 71120 h 264159"/>
              <a:gd name="connsiteX25" fmla="*/ 242570 w 262890"/>
              <a:gd name="connsiteY25" fmla="*/ 20320 h 264159"/>
              <a:gd name="connsiteX26" fmla="*/ 191770 w 262890"/>
              <a:gd name="connsiteY26" fmla="*/ 20320 h 264159"/>
              <a:gd name="connsiteX27" fmla="*/ 181610 w 262890"/>
              <a:gd name="connsiteY27" fmla="*/ 10160 h 264159"/>
              <a:gd name="connsiteX28" fmla="*/ 191770 w 262890"/>
              <a:gd name="connsiteY28" fmla="*/ 0 h 264159"/>
              <a:gd name="connsiteX29" fmla="*/ 242570 w 262890"/>
              <a:gd name="connsiteY29" fmla="*/ 0 h 264159"/>
              <a:gd name="connsiteX30" fmla="*/ 262890 w 262890"/>
              <a:gd name="connsiteY30" fmla="*/ 243840 h 264159"/>
              <a:gd name="connsiteX31" fmla="*/ 242570 w 262890"/>
              <a:gd name="connsiteY31" fmla="*/ 264160 h 264159"/>
              <a:gd name="connsiteX32" fmla="*/ 191770 w 262890"/>
              <a:gd name="connsiteY32" fmla="*/ 264160 h 264159"/>
              <a:gd name="connsiteX33" fmla="*/ 181610 w 262890"/>
              <a:gd name="connsiteY33" fmla="*/ 254000 h 264159"/>
              <a:gd name="connsiteX34" fmla="*/ 191770 w 262890"/>
              <a:gd name="connsiteY34" fmla="*/ 243840 h 264159"/>
              <a:gd name="connsiteX35" fmla="*/ 242570 w 262890"/>
              <a:gd name="connsiteY35" fmla="*/ 243840 h 264159"/>
              <a:gd name="connsiteX36" fmla="*/ 242570 w 262890"/>
              <a:gd name="connsiteY36" fmla="*/ 193040 h 264159"/>
              <a:gd name="connsiteX37" fmla="*/ 252730 w 262890"/>
              <a:gd name="connsiteY37" fmla="*/ 182880 h 264159"/>
              <a:gd name="connsiteX38" fmla="*/ 262890 w 262890"/>
              <a:gd name="connsiteY38" fmla="*/ 193040 h 264159"/>
              <a:gd name="connsiteX39" fmla="*/ 262890 w 262890"/>
              <a:gd name="connsiteY39" fmla="*/ 243840 h 264159"/>
              <a:gd name="connsiteX40" fmla="*/ 130810 w 262890"/>
              <a:gd name="connsiteY40" fmla="*/ 60960 h 264159"/>
              <a:gd name="connsiteX41" fmla="*/ 69850 w 262890"/>
              <a:gd name="connsiteY41" fmla="*/ 121920 h 264159"/>
              <a:gd name="connsiteX42" fmla="*/ 69850 w 262890"/>
              <a:gd name="connsiteY42" fmla="*/ 142240 h 264159"/>
              <a:gd name="connsiteX43" fmla="*/ 130810 w 262890"/>
              <a:gd name="connsiteY43" fmla="*/ 203200 h 264159"/>
              <a:gd name="connsiteX44" fmla="*/ 191770 w 262890"/>
              <a:gd name="connsiteY44" fmla="*/ 142240 h 264159"/>
              <a:gd name="connsiteX45" fmla="*/ 191770 w 262890"/>
              <a:gd name="connsiteY45" fmla="*/ 121920 h 264159"/>
              <a:gd name="connsiteX46" fmla="*/ 130810 w 262890"/>
              <a:gd name="connsiteY46" fmla="*/ 60960 h 264159"/>
              <a:gd name="connsiteX47" fmla="*/ 90170 w 262890"/>
              <a:gd name="connsiteY47" fmla="*/ 121920 h 264159"/>
              <a:gd name="connsiteX48" fmla="*/ 130810 w 262890"/>
              <a:gd name="connsiteY48" fmla="*/ 81280 h 264159"/>
              <a:gd name="connsiteX49" fmla="*/ 171450 w 262890"/>
              <a:gd name="connsiteY49" fmla="*/ 121920 h 264159"/>
              <a:gd name="connsiteX50" fmla="*/ 171450 w 262890"/>
              <a:gd name="connsiteY50" fmla="*/ 142240 h 264159"/>
              <a:gd name="connsiteX51" fmla="*/ 130810 w 262890"/>
              <a:gd name="connsiteY51" fmla="*/ 182880 h 264159"/>
              <a:gd name="connsiteX52" fmla="*/ 90170 w 262890"/>
              <a:gd name="connsiteY52" fmla="*/ 142240 h 264159"/>
              <a:gd name="connsiteX53" fmla="*/ 90170 w 262890"/>
              <a:gd name="connsiteY53" fmla="*/ 1219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2890" h="264159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71120" y="0"/>
                </a:lnTo>
                <a:cubicBezTo>
                  <a:pt x="76200" y="0"/>
                  <a:pt x="81280" y="5080"/>
                  <a:pt x="81280" y="10160"/>
                </a:cubicBezTo>
                <a:cubicBezTo>
                  <a:pt x="81280" y="15240"/>
                  <a:pt x="76200" y="20320"/>
                  <a:pt x="71120" y="20320"/>
                </a:cubicBezTo>
                <a:lnTo>
                  <a:pt x="20320" y="20320"/>
                </a:lnTo>
                <a:lnTo>
                  <a:pt x="20320" y="71120"/>
                </a:lnTo>
                <a:cubicBezTo>
                  <a:pt x="20320" y="76200"/>
                  <a:pt x="15240" y="81280"/>
                  <a:pt x="10160" y="81280"/>
                </a:cubicBezTo>
                <a:cubicBezTo>
                  <a:pt x="5080" y="81280"/>
                  <a:pt x="0" y="76200"/>
                  <a:pt x="0" y="71120"/>
                </a:cubicBezTo>
                <a:lnTo>
                  <a:pt x="0" y="20320"/>
                </a:lnTo>
                <a:close/>
                <a:moveTo>
                  <a:pt x="0" y="243840"/>
                </a:move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lose/>
                <a:moveTo>
                  <a:pt x="242570" y="0"/>
                </a:moveTo>
                <a:cubicBezTo>
                  <a:pt x="254000" y="0"/>
                  <a:pt x="262890" y="8890"/>
                  <a:pt x="262890" y="20320"/>
                </a:cubicBezTo>
                <a:lnTo>
                  <a:pt x="262890" y="71120"/>
                </a:lnTo>
                <a:cubicBezTo>
                  <a:pt x="262890" y="76200"/>
                  <a:pt x="257810" y="81280"/>
                  <a:pt x="252730" y="81280"/>
                </a:cubicBezTo>
                <a:cubicBezTo>
                  <a:pt x="247650" y="81280"/>
                  <a:pt x="242570" y="76200"/>
                  <a:pt x="242570" y="71120"/>
                </a:cubicBezTo>
                <a:lnTo>
                  <a:pt x="242570" y="20320"/>
                </a:lnTo>
                <a:lnTo>
                  <a:pt x="191770" y="20320"/>
                </a:lnTo>
                <a:cubicBezTo>
                  <a:pt x="186690" y="20320"/>
                  <a:pt x="181610" y="15240"/>
                  <a:pt x="181610" y="10160"/>
                </a:cubicBezTo>
                <a:cubicBezTo>
                  <a:pt x="181610" y="5080"/>
                  <a:pt x="186690" y="0"/>
                  <a:pt x="191770" y="0"/>
                </a:cubicBezTo>
                <a:lnTo>
                  <a:pt x="242570" y="0"/>
                </a:lnTo>
                <a:close/>
                <a:moveTo>
                  <a:pt x="262890" y="243840"/>
                </a:moveTo>
                <a:cubicBezTo>
                  <a:pt x="262890" y="255270"/>
                  <a:pt x="254000" y="264160"/>
                  <a:pt x="242570" y="264160"/>
                </a:cubicBezTo>
                <a:lnTo>
                  <a:pt x="191770" y="264160"/>
                </a:lnTo>
                <a:cubicBezTo>
                  <a:pt x="186690" y="264160"/>
                  <a:pt x="181610" y="259080"/>
                  <a:pt x="181610" y="254000"/>
                </a:cubicBezTo>
                <a:cubicBezTo>
                  <a:pt x="181610" y="248920"/>
                  <a:pt x="186690" y="243840"/>
                  <a:pt x="191770" y="243840"/>
                </a:cubicBezTo>
                <a:lnTo>
                  <a:pt x="242570" y="243840"/>
                </a:lnTo>
                <a:lnTo>
                  <a:pt x="242570" y="193040"/>
                </a:lnTo>
                <a:cubicBezTo>
                  <a:pt x="242570" y="187960"/>
                  <a:pt x="247650" y="182880"/>
                  <a:pt x="252730" y="182880"/>
                </a:cubicBezTo>
                <a:cubicBezTo>
                  <a:pt x="257810" y="182880"/>
                  <a:pt x="262890" y="187960"/>
                  <a:pt x="262890" y="193040"/>
                </a:cubicBezTo>
                <a:lnTo>
                  <a:pt x="262890" y="243840"/>
                </a:lnTo>
                <a:close/>
                <a:moveTo>
                  <a:pt x="130810" y="60960"/>
                </a:moveTo>
                <a:cubicBezTo>
                  <a:pt x="97790" y="60960"/>
                  <a:pt x="69850" y="87630"/>
                  <a:pt x="69850" y="121920"/>
                </a:cubicBezTo>
                <a:lnTo>
                  <a:pt x="69850" y="142240"/>
                </a:lnTo>
                <a:cubicBezTo>
                  <a:pt x="69850" y="175260"/>
                  <a:pt x="96520" y="203200"/>
                  <a:pt x="130810" y="203200"/>
                </a:cubicBezTo>
                <a:cubicBezTo>
                  <a:pt x="163830" y="203200"/>
                  <a:pt x="191770" y="176530"/>
                  <a:pt x="191770" y="142240"/>
                </a:cubicBezTo>
                <a:lnTo>
                  <a:pt x="191770" y="121920"/>
                </a:lnTo>
                <a:cubicBezTo>
                  <a:pt x="191770" y="87630"/>
                  <a:pt x="165100" y="60960"/>
                  <a:pt x="130810" y="60960"/>
                </a:cubicBezTo>
                <a:close/>
                <a:moveTo>
                  <a:pt x="90170" y="121920"/>
                </a:moveTo>
                <a:cubicBezTo>
                  <a:pt x="90170" y="99060"/>
                  <a:pt x="107950" y="81280"/>
                  <a:pt x="130810" y="81280"/>
                </a:cubicBezTo>
                <a:cubicBezTo>
                  <a:pt x="153670" y="81280"/>
                  <a:pt x="171450" y="99060"/>
                  <a:pt x="171450" y="121920"/>
                </a:cubicBezTo>
                <a:lnTo>
                  <a:pt x="171450" y="142240"/>
                </a:lnTo>
                <a:cubicBezTo>
                  <a:pt x="171450" y="165100"/>
                  <a:pt x="153670" y="182880"/>
                  <a:pt x="130810" y="182880"/>
                </a:cubicBezTo>
                <a:cubicBezTo>
                  <a:pt x="107950" y="182880"/>
                  <a:pt x="90170" y="165100"/>
                  <a:pt x="90170" y="142240"/>
                </a:cubicBezTo>
                <a:lnTo>
                  <a:pt x="90170" y="1219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1" name="Полилиния: фигура 219">
            <a:extLst>
              <a:ext uri="{FF2B5EF4-FFF2-40B4-BE49-F238E27FC236}">
                <a16:creationId xmlns:a16="http://schemas.microsoft.com/office/drawing/2014/main" id="{6C3B74D2-5239-49B3-8A3D-FBA0B466DC67}"/>
              </a:ext>
            </a:extLst>
          </p:cNvPr>
          <p:cNvSpPr/>
          <p:nvPr/>
        </p:nvSpPr>
        <p:spPr>
          <a:xfrm>
            <a:off x="3903854" y="5387308"/>
            <a:ext cx="223520" cy="223520"/>
          </a:xfrm>
          <a:custGeom>
            <a:avLst/>
            <a:gdLst>
              <a:gd name="connsiteX0" fmla="*/ 0 w 223520"/>
              <a:gd name="connsiteY0" fmla="*/ 20320 h 223520"/>
              <a:gd name="connsiteX1" fmla="*/ 20320 w 223520"/>
              <a:gd name="connsiteY1" fmla="*/ 0 h 223520"/>
              <a:gd name="connsiteX2" fmla="*/ 55880 w 223520"/>
              <a:gd name="connsiteY2" fmla="*/ 0 h 223520"/>
              <a:gd name="connsiteX3" fmla="*/ 60960 w 223520"/>
              <a:gd name="connsiteY3" fmla="*/ 5080 h 223520"/>
              <a:gd name="connsiteX4" fmla="*/ 60960 w 223520"/>
              <a:gd name="connsiteY4" fmla="*/ 60960 h 223520"/>
              <a:gd name="connsiteX5" fmla="*/ 5080 w 223520"/>
              <a:gd name="connsiteY5" fmla="*/ 60960 h 223520"/>
              <a:gd name="connsiteX6" fmla="*/ 0 w 223520"/>
              <a:gd name="connsiteY6" fmla="*/ 55880 h 223520"/>
              <a:gd name="connsiteX7" fmla="*/ 0 w 223520"/>
              <a:gd name="connsiteY7" fmla="*/ 20320 h 223520"/>
              <a:gd name="connsiteX8" fmla="*/ 162560 w 223520"/>
              <a:gd name="connsiteY8" fmla="*/ 60960 h 223520"/>
              <a:gd name="connsiteX9" fmla="*/ 60960 w 223520"/>
              <a:gd name="connsiteY9" fmla="*/ 60960 h 223520"/>
              <a:gd name="connsiteX10" fmla="*/ 60960 w 223520"/>
              <a:gd name="connsiteY10" fmla="*/ 96520 h 223520"/>
              <a:gd name="connsiteX11" fmla="*/ 35560 w 223520"/>
              <a:gd name="connsiteY11" fmla="*/ 96520 h 223520"/>
              <a:gd name="connsiteX12" fmla="*/ 30480 w 223520"/>
              <a:gd name="connsiteY12" fmla="*/ 101600 h 223520"/>
              <a:gd name="connsiteX13" fmla="*/ 30480 w 223520"/>
              <a:gd name="connsiteY13" fmla="*/ 121920 h 223520"/>
              <a:gd name="connsiteX14" fmla="*/ 35560 w 223520"/>
              <a:gd name="connsiteY14" fmla="*/ 127000 h 223520"/>
              <a:gd name="connsiteX15" fmla="*/ 60960 w 223520"/>
              <a:gd name="connsiteY15" fmla="*/ 127000 h 223520"/>
              <a:gd name="connsiteX16" fmla="*/ 60960 w 223520"/>
              <a:gd name="connsiteY16" fmla="*/ 162560 h 223520"/>
              <a:gd name="connsiteX17" fmla="*/ 5080 w 223520"/>
              <a:gd name="connsiteY17" fmla="*/ 162560 h 223520"/>
              <a:gd name="connsiteX18" fmla="*/ 0 w 223520"/>
              <a:gd name="connsiteY18" fmla="*/ 167640 h 223520"/>
              <a:gd name="connsiteX19" fmla="*/ 0 w 223520"/>
              <a:gd name="connsiteY19" fmla="*/ 203200 h 223520"/>
              <a:gd name="connsiteX20" fmla="*/ 20320 w 223520"/>
              <a:gd name="connsiteY20" fmla="*/ 223520 h 223520"/>
              <a:gd name="connsiteX21" fmla="*/ 55880 w 223520"/>
              <a:gd name="connsiteY21" fmla="*/ 223520 h 223520"/>
              <a:gd name="connsiteX22" fmla="*/ 60960 w 223520"/>
              <a:gd name="connsiteY22" fmla="*/ 218440 h 223520"/>
              <a:gd name="connsiteX23" fmla="*/ 60960 w 223520"/>
              <a:gd name="connsiteY23" fmla="*/ 162560 h 223520"/>
              <a:gd name="connsiteX24" fmla="*/ 162560 w 223520"/>
              <a:gd name="connsiteY24" fmla="*/ 162560 h 223520"/>
              <a:gd name="connsiteX25" fmla="*/ 162560 w 223520"/>
              <a:gd name="connsiteY25" fmla="*/ 218440 h 223520"/>
              <a:gd name="connsiteX26" fmla="*/ 167640 w 223520"/>
              <a:gd name="connsiteY26" fmla="*/ 223520 h 223520"/>
              <a:gd name="connsiteX27" fmla="*/ 203200 w 223520"/>
              <a:gd name="connsiteY27" fmla="*/ 223520 h 223520"/>
              <a:gd name="connsiteX28" fmla="*/ 223520 w 223520"/>
              <a:gd name="connsiteY28" fmla="*/ 203200 h 223520"/>
              <a:gd name="connsiteX29" fmla="*/ 223520 w 223520"/>
              <a:gd name="connsiteY29" fmla="*/ 167640 h 223520"/>
              <a:gd name="connsiteX30" fmla="*/ 218440 w 223520"/>
              <a:gd name="connsiteY30" fmla="*/ 162560 h 223520"/>
              <a:gd name="connsiteX31" fmla="*/ 162560 w 223520"/>
              <a:gd name="connsiteY31" fmla="*/ 162560 h 223520"/>
              <a:gd name="connsiteX32" fmla="*/ 162560 w 223520"/>
              <a:gd name="connsiteY32" fmla="*/ 60960 h 223520"/>
              <a:gd name="connsiteX33" fmla="*/ 162560 w 223520"/>
              <a:gd name="connsiteY33" fmla="*/ 60960 h 223520"/>
              <a:gd name="connsiteX34" fmla="*/ 218440 w 223520"/>
              <a:gd name="connsiteY34" fmla="*/ 60960 h 223520"/>
              <a:gd name="connsiteX35" fmla="*/ 223520 w 223520"/>
              <a:gd name="connsiteY35" fmla="*/ 55880 h 223520"/>
              <a:gd name="connsiteX36" fmla="*/ 223520 w 223520"/>
              <a:gd name="connsiteY36" fmla="*/ 20320 h 223520"/>
              <a:gd name="connsiteX37" fmla="*/ 203200 w 223520"/>
              <a:gd name="connsiteY37" fmla="*/ 0 h 223520"/>
              <a:gd name="connsiteX38" fmla="*/ 167640 w 223520"/>
              <a:gd name="connsiteY38" fmla="*/ 0 h 223520"/>
              <a:gd name="connsiteX39" fmla="*/ 162560 w 223520"/>
              <a:gd name="connsiteY39" fmla="*/ 5080 h 223520"/>
              <a:gd name="connsiteX40" fmla="*/ 162560 w 223520"/>
              <a:gd name="connsiteY40" fmla="*/ 60960 h 223520"/>
              <a:gd name="connsiteX41" fmla="*/ 60960 w 223520"/>
              <a:gd name="connsiteY41" fmla="*/ 127000 h 223520"/>
              <a:gd name="connsiteX42" fmla="*/ 121920 w 223520"/>
              <a:gd name="connsiteY42" fmla="*/ 127000 h 223520"/>
              <a:gd name="connsiteX43" fmla="*/ 127000 w 223520"/>
              <a:gd name="connsiteY43" fmla="*/ 121920 h 223520"/>
              <a:gd name="connsiteX44" fmla="*/ 127000 w 223520"/>
              <a:gd name="connsiteY44" fmla="*/ 101600 h 223520"/>
              <a:gd name="connsiteX45" fmla="*/ 121920 w 223520"/>
              <a:gd name="connsiteY45" fmla="*/ 96520 h 223520"/>
              <a:gd name="connsiteX46" fmla="*/ 60960 w 223520"/>
              <a:gd name="connsiteY46" fmla="*/ 96520 h 223520"/>
              <a:gd name="connsiteX47" fmla="*/ 60960 w 223520"/>
              <a:gd name="connsiteY47" fmla="*/ 127000 h 223520"/>
              <a:gd name="connsiteX48" fmla="*/ 101600 w 223520"/>
              <a:gd name="connsiteY48" fmla="*/ 0 h 223520"/>
              <a:gd name="connsiteX49" fmla="*/ 96520 w 223520"/>
              <a:gd name="connsiteY49" fmla="*/ 5080 h 223520"/>
              <a:gd name="connsiteX50" fmla="*/ 96520 w 223520"/>
              <a:gd name="connsiteY50" fmla="*/ 25400 h 223520"/>
              <a:gd name="connsiteX51" fmla="*/ 101600 w 223520"/>
              <a:gd name="connsiteY51" fmla="*/ 30480 h 223520"/>
              <a:gd name="connsiteX52" fmla="*/ 121920 w 223520"/>
              <a:gd name="connsiteY52" fmla="*/ 30480 h 223520"/>
              <a:gd name="connsiteX53" fmla="*/ 127000 w 223520"/>
              <a:gd name="connsiteY53" fmla="*/ 25400 h 223520"/>
              <a:gd name="connsiteX54" fmla="*/ 127000 w 223520"/>
              <a:gd name="connsiteY54" fmla="*/ 5080 h 223520"/>
              <a:gd name="connsiteX55" fmla="*/ 121920 w 223520"/>
              <a:gd name="connsiteY55" fmla="*/ 0 h 223520"/>
              <a:gd name="connsiteX56" fmla="*/ 101600 w 223520"/>
              <a:gd name="connsiteY56" fmla="*/ 0 h 223520"/>
              <a:gd name="connsiteX57" fmla="*/ 193040 w 223520"/>
              <a:gd name="connsiteY57" fmla="*/ 101600 h 223520"/>
              <a:gd name="connsiteX58" fmla="*/ 198120 w 223520"/>
              <a:gd name="connsiteY58" fmla="*/ 96520 h 223520"/>
              <a:gd name="connsiteX59" fmla="*/ 218440 w 223520"/>
              <a:gd name="connsiteY59" fmla="*/ 96520 h 223520"/>
              <a:gd name="connsiteX60" fmla="*/ 223520 w 223520"/>
              <a:gd name="connsiteY60" fmla="*/ 101600 h 223520"/>
              <a:gd name="connsiteX61" fmla="*/ 223520 w 223520"/>
              <a:gd name="connsiteY61" fmla="*/ 121920 h 223520"/>
              <a:gd name="connsiteX62" fmla="*/ 218440 w 223520"/>
              <a:gd name="connsiteY62" fmla="*/ 127000 h 223520"/>
              <a:gd name="connsiteX63" fmla="*/ 198120 w 223520"/>
              <a:gd name="connsiteY63" fmla="*/ 127000 h 223520"/>
              <a:gd name="connsiteX64" fmla="*/ 193040 w 223520"/>
              <a:gd name="connsiteY64" fmla="*/ 121920 h 223520"/>
              <a:gd name="connsiteX65" fmla="*/ 193040 w 223520"/>
              <a:gd name="connsiteY65" fmla="*/ 101600 h 223520"/>
              <a:gd name="connsiteX66" fmla="*/ 101600 w 223520"/>
              <a:gd name="connsiteY66" fmla="*/ 193040 h 223520"/>
              <a:gd name="connsiteX67" fmla="*/ 96520 w 223520"/>
              <a:gd name="connsiteY67" fmla="*/ 198120 h 223520"/>
              <a:gd name="connsiteX68" fmla="*/ 96520 w 223520"/>
              <a:gd name="connsiteY68" fmla="*/ 218440 h 223520"/>
              <a:gd name="connsiteX69" fmla="*/ 101600 w 223520"/>
              <a:gd name="connsiteY69" fmla="*/ 223520 h 223520"/>
              <a:gd name="connsiteX70" fmla="*/ 121920 w 223520"/>
              <a:gd name="connsiteY70" fmla="*/ 223520 h 223520"/>
              <a:gd name="connsiteX71" fmla="*/ 127000 w 223520"/>
              <a:gd name="connsiteY71" fmla="*/ 218440 h 223520"/>
              <a:gd name="connsiteX72" fmla="*/ 127000 w 223520"/>
              <a:gd name="connsiteY72" fmla="*/ 198120 h 223520"/>
              <a:gd name="connsiteX73" fmla="*/ 121920 w 223520"/>
              <a:gd name="connsiteY73" fmla="*/ 193040 h 223520"/>
              <a:gd name="connsiteX74" fmla="*/ 101600 w 223520"/>
              <a:gd name="connsiteY74" fmla="*/ 1930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23520" h="223520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55880" y="0"/>
                </a:lnTo>
                <a:cubicBezTo>
                  <a:pt x="58420" y="0"/>
                  <a:pt x="60960" y="2540"/>
                  <a:pt x="60960" y="5080"/>
                </a:cubicBezTo>
                <a:lnTo>
                  <a:pt x="60960" y="60960"/>
                </a:lnTo>
                <a:lnTo>
                  <a:pt x="5080" y="60960"/>
                </a:lnTo>
                <a:cubicBezTo>
                  <a:pt x="2540" y="60960"/>
                  <a:pt x="0" y="58420"/>
                  <a:pt x="0" y="55880"/>
                </a:cubicBezTo>
                <a:lnTo>
                  <a:pt x="0" y="20320"/>
                </a:lnTo>
                <a:close/>
                <a:moveTo>
                  <a:pt x="162560" y="60960"/>
                </a:moveTo>
                <a:lnTo>
                  <a:pt x="60960" y="60960"/>
                </a:lnTo>
                <a:lnTo>
                  <a:pt x="60960" y="96520"/>
                </a:lnTo>
                <a:lnTo>
                  <a:pt x="35560" y="96520"/>
                </a:lnTo>
                <a:cubicBezTo>
                  <a:pt x="33020" y="96520"/>
                  <a:pt x="30480" y="99060"/>
                  <a:pt x="30480" y="101600"/>
                </a:cubicBezTo>
                <a:lnTo>
                  <a:pt x="30480" y="121920"/>
                </a:lnTo>
                <a:cubicBezTo>
                  <a:pt x="30480" y="124460"/>
                  <a:pt x="33020" y="127000"/>
                  <a:pt x="35560" y="127000"/>
                </a:cubicBezTo>
                <a:lnTo>
                  <a:pt x="60960" y="127000"/>
                </a:lnTo>
                <a:lnTo>
                  <a:pt x="60960" y="162560"/>
                </a:lnTo>
                <a:lnTo>
                  <a:pt x="5080" y="162560"/>
                </a:lnTo>
                <a:cubicBezTo>
                  <a:pt x="2540" y="162560"/>
                  <a:pt x="0" y="165100"/>
                  <a:pt x="0" y="167640"/>
                </a:cubicBez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55880" y="223520"/>
                </a:lnTo>
                <a:cubicBezTo>
                  <a:pt x="58420" y="223520"/>
                  <a:pt x="60960" y="220980"/>
                  <a:pt x="60960" y="218440"/>
                </a:cubicBezTo>
                <a:lnTo>
                  <a:pt x="60960" y="162560"/>
                </a:lnTo>
                <a:lnTo>
                  <a:pt x="162560" y="162560"/>
                </a:lnTo>
                <a:lnTo>
                  <a:pt x="162560" y="218440"/>
                </a:lnTo>
                <a:cubicBezTo>
                  <a:pt x="162560" y="220980"/>
                  <a:pt x="165100" y="223520"/>
                  <a:pt x="167640" y="223520"/>
                </a:cubicBezTo>
                <a:lnTo>
                  <a:pt x="203200" y="223520"/>
                </a:lnTo>
                <a:cubicBezTo>
                  <a:pt x="214630" y="223520"/>
                  <a:pt x="223520" y="214630"/>
                  <a:pt x="223520" y="203200"/>
                </a:cubicBezTo>
                <a:lnTo>
                  <a:pt x="223520" y="167640"/>
                </a:lnTo>
                <a:cubicBezTo>
                  <a:pt x="223520" y="165100"/>
                  <a:pt x="220980" y="162560"/>
                  <a:pt x="218440" y="162560"/>
                </a:cubicBezTo>
                <a:lnTo>
                  <a:pt x="162560" y="162560"/>
                </a:lnTo>
                <a:lnTo>
                  <a:pt x="162560" y="60960"/>
                </a:lnTo>
                <a:close/>
                <a:moveTo>
                  <a:pt x="162560" y="60960"/>
                </a:moveTo>
                <a:lnTo>
                  <a:pt x="218440" y="60960"/>
                </a:lnTo>
                <a:cubicBezTo>
                  <a:pt x="220980" y="60960"/>
                  <a:pt x="223520" y="58420"/>
                  <a:pt x="223520" y="55880"/>
                </a:cubicBezTo>
                <a:lnTo>
                  <a:pt x="223520" y="20320"/>
                </a:lnTo>
                <a:cubicBezTo>
                  <a:pt x="223520" y="8890"/>
                  <a:pt x="214630" y="0"/>
                  <a:pt x="203200" y="0"/>
                </a:cubicBezTo>
                <a:lnTo>
                  <a:pt x="167640" y="0"/>
                </a:lnTo>
                <a:cubicBezTo>
                  <a:pt x="165100" y="0"/>
                  <a:pt x="162560" y="2540"/>
                  <a:pt x="162560" y="5080"/>
                </a:cubicBezTo>
                <a:lnTo>
                  <a:pt x="162560" y="60960"/>
                </a:lnTo>
                <a:close/>
                <a:moveTo>
                  <a:pt x="60960" y="127000"/>
                </a:moveTo>
                <a:lnTo>
                  <a:pt x="121920" y="127000"/>
                </a:lnTo>
                <a:cubicBezTo>
                  <a:pt x="124460" y="127000"/>
                  <a:pt x="127000" y="124460"/>
                  <a:pt x="127000" y="121920"/>
                </a:cubicBezTo>
                <a:lnTo>
                  <a:pt x="127000" y="101600"/>
                </a:lnTo>
                <a:cubicBezTo>
                  <a:pt x="127000" y="99060"/>
                  <a:pt x="124460" y="96520"/>
                  <a:pt x="121920" y="96520"/>
                </a:cubicBezTo>
                <a:lnTo>
                  <a:pt x="60960" y="96520"/>
                </a:lnTo>
                <a:lnTo>
                  <a:pt x="60960" y="127000"/>
                </a:lnTo>
                <a:close/>
                <a:moveTo>
                  <a:pt x="101600" y="0"/>
                </a:moveTo>
                <a:cubicBezTo>
                  <a:pt x="99060" y="0"/>
                  <a:pt x="96520" y="2540"/>
                  <a:pt x="96520" y="5080"/>
                </a:cubicBezTo>
                <a:lnTo>
                  <a:pt x="96520" y="25400"/>
                </a:lnTo>
                <a:cubicBezTo>
                  <a:pt x="96520" y="27940"/>
                  <a:pt x="99060" y="30480"/>
                  <a:pt x="101600" y="30480"/>
                </a:cubicBezTo>
                <a:lnTo>
                  <a:pt x="121920" y="30480"/>
                </a:lnTo>
                <a:cubicBezTo>
                  <a:pt x="124460" y="30480"/>
                  <a:pt x="127000" y="27940"/>
                  <a:pt x="127000" y="25400"/>
                </a:cubicBezTo>
                <a:lnTo>
                  <a:pt x="127000" y="5080"/>
                </a:lnTo>
                <a:cubicBezTo>
                  <a:pt x="127000" y="2540"/>
                  <a:pt x="124460" y="0"/>
                  <a:pt x="121920" y="0"/>
                </a:cubicBezTo>
                <a:lnTo>
                  <a:pt x="101600" y="0"/>
                </a:lnTo>
                <a:close/>
                <a:moveTo>
                  <a:pt x="193040" y="101600"/>
                </a:moveTo>
                <a:cubicBezTo>
                  <a:pt x="193040" y="99060"/>
                  <a:pt x="195580" y="96520"/>
                  <a:pt x="198120" y="96520"/>
                </a:cubicBezTo>
                <a:lnTo>
                  <a:pt x="218440" y="96520"/>
                </a:lnTo>
                <a:cubicBezTo>
                  <a:pt x="220980" y="96520"/>
                  <a:pt x="223520" y="99060"/>
                  <a:pt x="223520" y="101600"/>
                </a:cubicBezTo>
                <a:lnTo>
                  <a:pt x="223520" y="121920"/>
                </a:lnTo>
                <a:cubicBezTo>
                  <a:pt x="223520" y="124460"/>
                  <a:pt x="220980" y="127000"/>
                  <a:pt x="218440" y="127000"/>
                </a:cubicBezTo>
                <a:lnTo>
                  <a:pt x="198120" y="127000"/>
                </a:lnTo>
                <a:cubicBezTo>
                  <a:pt x="195580" y="127000"/>
                  <a:pt x="193040" y="124460"/>
                  <a:pt x="193040" y="121920"/>
                </a:cubicBezTo>
                <a:lnTo>
                  <a:pt x="193040" y="101600"/>
                </a:lnTo>
                <a:close/>
                <a:moveTo>
                  <a:pt x="101600" y="193040"/>
                </a:moveTo>
                <a:cubicBezTo>
                  <a:pt x="99060" y="193040"/>
                  <a:pt x="96520" y="195580"/>
                  <a:pt x="96520" y="198120"/>
                </a:cubicBezTo>
                <a:lnTo>
                  <a:pt x="96520" y="218440"/>
                </a:lnTo>
                <a:cubicBezTo>
                  <a:pt x="96520" y="220980"/>
                  <a:pt x="99060" y="223520"/>
                  <a:pt x="101600" y="223520"/>
                </a:cubicBezTo>
                <a:lnTo>
                  <a:pt x="121920" y="223520"/>
                </a:lnTo>
                <a:cubicBezTo>
                  <a:pt x="124460" y="223520"/>
                  <a:pt x="127000" y="220980"/>
                  <a:pt x="127000" y="218440"/>
                </a:cubicBezTo>
                <a:lnTo>
                  <a:pt x="127000" y="198120"/>
                </a:lnTo>
                <a:cubicBezTo>
                  <a:pt x="127000" y="195580"/>
                  <a:pt x="124460" y="193040"/>
                  <a:pt x="121920" y="193040"/>
                </a:cubicBezTo>
                <a:lnTo>
                  <a:pt x="101600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2" name="Полилиния: фигура 223">
            <a:extLst>
              <a:ext uri="{FF2B5EF4-FFF2-40B4-BE49-F238E27FC236}">
                <a16:creationId xmlns:a16="http://schemas.microsoft.com/office/drawing/2014/main" id="{9E7390E1-4E44-3C14-1B99-59B642A3C1E8}"/>
              </a:ext>
            </a:extLst>
          </p:cNvPr>
          <p:cNvSpPr/>
          <p:nvPr/>
        </p:nvSpPr>
        <p:spPr>
          <a:xfrm>
            <a:off x="2764663" y="5366989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01600 w 264160"/>
              <a:gd name="connsiteY10" fmla="*/ 81280 h 264159"/>
              <a:gd name="connsiteX11" fmla="*/ 111760 w 264160"/>
              <a:gd name="connsiteY11" fmla="*/ 91440 h 264159"/>
              <a:gd name="connsiteX12" fmla="*/ 111760 w 264160"/>
              <a:gd name="connsiteY12" fmla="*/ 172720 h 264159"/>
              <a:gd name="connsiteX13" fmla="*/ 101600 w 264160"/>
              <a:gd name="connsiteY13" fmla="*/ 182880 h 264159"/>
              <a:gd name="connsiteX14" fmla="*/ 91440 w 264160"/>
              <a:gd name="connsiteY14" fmla="*/ 172720 h 264159"/>
              <a:gd name="connsiteX15" fmla="*/ 91440 w 264160"/>
              <a:gd name="connsiteY15" fmla="*/ 91440 h 264159"/>
              <a:gd name="connsiteX16" fmla="*/ 101600 w 264160"/>
              <a:gd name="connsiteY16" fmla="*/ 81280 h 264159"/>
              <a:gd name="connsiteX17" fmla="*/ 172720 w 264160"/>
              <a:gd name="connsiteY17" fmla="*/ 91440 h 264159"/>
              <a:gd name="connsiteX18" fmla="*/ 162560 w 264160"/>
              <a:gd name="connsiteY18" fmla="*/ 81280 h 264159"/>
              <a:gd name="connsiteX19" fmla="*/ 152400 w 264160"/>
              <a:gd name="connsiteY19" fmla="*/ 91440 h 264159"/>
              <a:gd name="connsiteX20" fmla="*/ 152400 w 264160"/>
              <a:gd name="connsiteY20" fmla="*/ 172720 h 264159"/>
              <a:gd name="connsiteX21" fmla="*/ 162560 w 264160"/>
              <a:gd name="connsiteY21" fmla="*/ 182880 h 264159"/>
              <a:gd name="connsiteX22" fmla="*/ 172720 w 264160"/>
              <a:gd name="connsiteY22" fmla="*/ 172720 h 264159"/>
              <a:gd name="connsiteX23" fmla="*/ 172720 w 264160"/>
              <a:gd name="connsiteY23" fmla="*/ 914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304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969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4470"/>
                  <a:pt x="59690" y="264160"/>
                  <a:pt x="132080" y="264160"/>
                </a:cubicBezTo>
                <a:close/>
                <a:moveTo>
                  <a:pt x="101600" y="81280"/>
                </a:moveTo>
                <a:cubicBezTo>
                  <a:pt x="106680" y="81280"/>
                  <a:pt x="111760" y="86360"/>
                  <a:pt x="111760" y="91440"/>
                </a:cubicBezTo>
                <a:lnTo>
                  <a:pt x="111760" y="172720"/>
                </a:lnTo>
                <a:cubicBezTo>
                  <a:pt x="111760" y="177800"/>
                  <a:pt x="106680" y="182880"/>
                  <a:pt x="101600" y="182880"/>
                </a:cubicBezTo>
                <a:cubicBezTo>
                  <a:pt x="96520" y="182880"/>
                  <a:pt x="91440" y="177800"/>
                  <a:pt x="91440" y="172720"/>
                </a:cubicBezTo>
                <a:lnTo>
                  <a:pt x="91440" y="91440"/>
                </a:lnTo>
                <a:cubicBezTo>
                  <a:pt x="91440" y="85090"/>
                  <a:pt x="96520" y="81280"/>
                  <a:pt x="101600" y="81280"/>
                </a:cubicBezTo>
                <a:close/>
                <a:moveTo>
                  <a:pt x="172720" y="91440"/>
                </a:moveTo>
                <a:cubicBezTo>
                  <a:pt x="172720" y="86360"/>
                  <a:pt x="167640" y="81280"/>
                  <a:pt x="162560" y="81280"/>
                </a:cubicBezTo>
                <a:cubicBezTo>
                  <a:pt x="157480" y="81280"/>
                  <a:pt x="152400" y="86360"/>
                  <a:pt x="152400" y="91440"/>
                </a:cubicBezTo>
                <a:lnTo>
                  <a:pt x="152400" y="172720"/>
                </a:lnTo>
                <a:cubicBezTo>
                  <a:pt x="152400" y="177800"/>
                  <a:pt x="157480" y="182880"/>
                  <a:pt x="162560" y="182880"/>
                </a:cubicBezTo>
                <a:cubicBezTo>
                  <a:pt x="167640" y="182880"/>
                  <a:pt x="172720" y="177800"/>
                  <a:pt x="172720" y="172720"/>
                </a:cubicBezTo>
                <a:lnTo>
                  <a:pt x="172720" y="914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3" name="Полилиния: фигура 225">
            <a:extLst>
              <a:ext uri="{FF2B5EF4-FFF2-40B4-BE49-F238E27FC236}">
                <a16:creationId xmlns:a16="http://schemas.microsoft.com/office/drawing/2014/main" id="{1FDE01F9-95F9-A069-4FC7-EAE61CDC9410}"/>
              </a:ext>
            </a:extLst>
          </p:cNvPr>
          <p:cNvSpPr/>
          <p:nvPr/>
        </p:nvSpPr>
        <p:spPr>
          <a:xfrm>
            <a:off x="4443604" y="5361908"/>
            <a:ext cx="262889" cy="273050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4" name="Полилиния: фигура 231">
            <a:extLst>
              <a:ext uri="{FF2B5EF4-FFF2-40B4-BE49-F238E27FC236}">
                <a16:creationId xmlns:a16="http://schemas.microsoft.com/office/drawing/2014/main" id="{06B4CF7E-F712-4F44-C88D-523838588471}"/>
              </a:ext>
            </a:extLst>
          </p:cNvPr>
          <p:cNvSpPr/>
          <p:nvPr/>
        </p:nvSpPr>
        <p:spPr>
          <a:xfrm>
            <a:off x="10067164" y="5387308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39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39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39 w 203200"/>
              <a:gd name="connsiteY16" fmla="*/ 203200 h 223520"/>
              <a:gd name="connsiteX17" fmla="*/ 40639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121920 w 203200"/>
              <a:gd name="connsiteY24" fmla="*/ 101600 h 223520"/>
              <a:gd name="connsiteX25" fmla="*/ 101600 w 203200"/>
              <a:gd name="connsiteY25" fmla="*/ 121920 h 223520"/>
              <a:gd name="connsiteX26" fmla="*/ 81280 w 203200"/>
              <a:gd name="connsiteY26" fmla="*/ 101600 h 223520"/>
              <a:gd name="connsiteX27" fmla="*/ 101600 w 203200"/>
              <a:gd name="connsiteY27" fmla="*/ 81280 h 223520"/>
              <a:gd name="connsiteX28" fmla="*/ 121920 w 203200"/>
              <a:gd name="connsiteY28" fmla="*/ 101600 h 223520"/>
              <a:gd name="connsiteX29" fmla="*/ 142239 w 203200"/>
              <a:gd name="connsiteY29" fmla="*/ 101600 h 223520"/>
              <a:gd name="connsiteX30" fmla="*/ 101600 w 203200"/>
              <a:gd name="connsiteY30" fmla="*/ 142240 h 223520"/>
              <a:gd name="connsiteX31" fmla="*/ 60960 w 203200"/>
              <a:gd name="connsiteY31" fmla="*/ 101600 h 223520"/>
              <a:gd name="connsiteX32" fmla="*/ 101600 w 203200"/>
              <a:gd name="connsiteY32" fmla="*/ 60960 h 223520"/>
              <a:gd name="connsiteX33" fmla="*/ 142239 w 203200"/>
              <a:gd name="connsiteY33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39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39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39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39" y="203200"/>
                </a:lnTo>
                <a:lnTo>
                  <a:pt x="40639" y="213360"/>
                </a:lnTo>
                <a:cubicBezTo>
                  <a:pt x="40639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121920" y="101600"/>
                </a:moveTo>
                <a:cubicBezTo>
                  <a:pt x="121920" y="113030"/>
                  <a:pt x="113030" y="121920"/>
                  <a:pt x="101600" y="121920"/>
                </a:cubicBezTo>
                <a:cubicBezTo>
                  <a:pt x="90170" y="121920"/>
                  <a:pt x="81280" y="113030"/>
                  <a:pt x="81280" y="101600"/>
                </a:cubicBezTo>
                <a:cubicBezTo>
                  <a:pt x="81280" y="90170"/>
                  <a:pt x="90170" y="81280"/>
                  <a:pt x="101600" y="81280"/>
                </a:cubicBezTo>
                <a:cubicBezTo>
                  <a:pt x="113030" y="81280"/>
                  <a:pt x="121920" y="90170"/>
                  <a:pt x="121920" y="101600"/>
                </a:cubicBezTo>
                <a:close/>
                <a:moveTo>
                  <a:pt x="142239" y="101600"/>
                </a:moveTo>
                <a:cubicBezTo>
                  <a:pt x="142239" y="124460"/>
                  <a:pt x="124460" y="142240"/>
                  <a:pt x="101600" y="142240"/>
                </a:cubicBezTo>
                <a:cubicBezTo>
                  <a:pt x="78739" y="142240"/>
                  <a:pt x="60960" y="124460"/>
                  <a:pt x="60960" y="101600"/>
                </a:cubicBezTo>
                <a:cubicBezTo>
                  <a:pt x="60960" y="78740"/>
                  <a:pt x="78739" y="60960"/>
                  <a:pt x="101600" y="60960"/>
                </a:cubicBezTo>
                <a:cubicBezTo>
                  <a:pt x="124460" y="60960"/>
                  <a:pt x="142239" y="78740"/>
                  <a:pt x="142239" y="1016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5" name="Полилиния: фигура 235">
            <a:extLst>
              <a:ext uri="{FF2B5EF4-FFF2-40B4-BE49-F238E27FC236}">
                <a16:creationId xmlns:a16="http://schemas.microsoft.com/office/drawing/2014/main" id="{BE5705C4-5907-851E-4577-73E25356A233}"/>
              </a:ext>
            </a:extLst>
          </p:cNvPr>
          <p:cNvSpPr/>
          <p:nvPr/>
        </p:nvSpPr>
        <p:spPr>
          <a:xfrm>
            <a:off x="2184273" y="5382228"/>
            <a:ext cx="302260" cy="232410"/>
          </a:xfrm>
          <a:custGeom>
            <a:avLst/>
            <a:gdLst>
              <a:gd name="connsiteX0" fmla="*/ 223520 w 302260"/>
              <a:gd name="connsiteY0" fmla="*/ 10160 h 232410"/>
              <a:gd name="connsiteX1" fmla="*/ 213360 w 302260"/>
              <a:gd name="connsiteY1" fmla="*/ 0 h 232410"/>
              <a:gd name="connsiteX2" fmla="*/ 203200 w 302260"/>
              <a:gd name="connsiteY2" fmla="*/ 10160 h 232410"/>
              <a:gd name="connsiteX3" fmla="*/ 203200 w 302260"/>
              <a:gd name="connsiteY3" fmla="*/ 16510 h 232410"/>
              <a:gd name="connsiteX4" fmla="*/ 187960 w 302260"/>
              <a:gd name="connsiteY4" fmla="*/ 35560 h 232410"/>
              <a:gd name="connsiteX5" fmla="*/ 172720 w 302260"/>
              <a:gd name="connsiteY5" fmla="*/ 39370 h 232410"/>
              <a:gd name="connsiteX6" fmla="*/ 143510 w 302260"/>
              <a:gd name="connsiteY6" fmla="*/ 69850 h 232410"/>
              <a:gd name="connsiteX7" fmla="*/ 81280 w 302260"/>
              <a:gd name="connsiteY7" fmla="*/ 69850 h 232410"/>
              <a:gd name="connsiteX8" fmla="*/ 0 w 302260"/>
              <a:gd name="connsiteY8" fmla="*/ 151130 h 232410"/>
              <a:gd name="connsiteX9" fmla="*/ 0 w 302260"/>
              <a:gd name="connsiteY9" fmla="*/ 154940 h 232410"/>
              <a:gd name="connsiteX10" fmla="*/ 77470 w 302260"/>
              <a:gd name="connsiteY10" fmla="*/ 232410 h 232410"/>
              <a:gd name="connsiteX11" fmla="*/ 142240 w 302260"/>
              <a:gd name="connsiteY11" fmla="*/ 191770 h 232410"/>
              <a:gd name="connsiteX12" fmla="*/ 142240 w 302260"/>
              <a:gd name="connsiteY12" fmla="*/ 191770 h 232410"/>
              <a:gd name="connsiteX13" fmla="*/ 160020 w 302260"/>
              <a:gd name="connsiteY13" fmla="*/ 191770 h 232410"/>
              <a:gd name="connsiteX14" fmla="*/ 160020 w 302260"/>
              <a:gd name="connsiteY14" fmla="*/ 191770 h 232410"/>
              <a:gd name="connsiteX15" fmla="*/ 224790 w 302260"/>
              <a:gd name="connsiteY15" fmla="*/ 232410 h 232410"/>
              <a:gd name="connsiteX16" fmla="*/ 302260 w 302260"/>
              <a:gd name="connsiteY16" fmla="*/ 154940 h 232410"/>
              <a:gd name="connsiteX17" fmla="*/ 302260 w 302260"/>
              <a:gd name="connsiteY17" fmla="*/ 151130 h 232410"/>
              <a:gd name="connsiteX18" fmla="*/ 220980 w 302260"/>
              <a:gd name="connsiteY18" fmla="*/ 69850 h 232410"/>
              <a:gd name="connsiteX19" fmla="*/ 162560 w 302260"/>
              <a:gd name="connsiteY19" fmla="*/ 69850 h 232410"/>
              <a:gd name="connsiteX20" fmla="*/ 176530 w 302260"/>
              <a:gd name="connsiteY20" fmla="*/ 58420 h 232410"/>
              <a:gd name="connsiteX21" fmla="*/ 191770 w 302260"/>
              <a:gd name="connsiteY21" fmla="*/ 54610 h 232410"/>
              <a:gd name="connsiteX22" fmla="*/ 222250 w 302260"/>
              <a:gd name="connsiteY22" fmla="*/ 15240 h 232410"/>
              <a:gd name="connsiteX23" fmla="*/ 222250 w 302260"/>
              <a:gd name="connsiteY23" fmla="*/ 10160 h 232410"/>
              <a:gd name="connsiteX24" fmla="*/ 152400 w 302260"/>
              <a:gd name="connsiteY24" fmla="*/ 91440 h 232410"/>
              <a:gd name="connsiteX25" fmla="*/ 81280 w 302260"/>
              <a:gd name="connsiteY25" fmla="*/ 91440 h 232410"/>
              <a:gd name="connsiteX26" fmla="*/ 20320 w 302260"/>
              <a:gd name="connsiteY26" fmla="*/ 152400 h 232410"/>
              <a:gd name="connsiteX27" fmla="*/ 20320 w 302260"/>
              <a:gd name="connsiteY27" fmla="*/ 156210 h 232410"/>
              <a:gd name="connsiteX28" fmla="*/ 77470 w 302260"/>
              <a:gd name="connsiteY28" fmla="*/ 213360 h 232410"/>
              <a:gd name="connsiteX29" fmla="*/ 124460 w 302260"/>
              <a:gd name="connsiteY29" fmla="*/ 184150 h 232410"/>
              <a:gd name="connsiteX30" fmla="*/ 125730 w 302260"/>
              <a:gd name="connsiteY30" fmla="*/ 181610 h 232410"/>
              <a:gd name="connsiteX31" fmla="*/ 139700 w 302260"/>
              <a:gd name="connsiteY31" fmla="*/ 172720 h 232410"/>
              <a:gd name="connsiteX32" fmla="*/ 162560 w 302260"/>
              <a:gd name="connsiteY32" fmla="*/ 172720 h 232410"/>
              <a:gd name="connsiteX33" fmla="*/ 176530 w 302260"/>
              <a:gd name="connsiteY33" fmla="*/ 181610 h 232410"/>
              <a:gd name="connsiteX34" fmla="*/ 177800 w 302260"/>
              <a:gd name="connsiteY34" fmla="*/ 184150 h 232410"/>
              <a:gd name="connsiteX35" fmla="*/ 224790 w 302260"/>
              <a:gd name="connsiteY35" fmla="*/ 213360 h 232410"/>
              <a:gd name="connsiteX36" fmla="*/ 281940 w 302260"/>
              <a:gd name="connsiteY36" fmla="*/ 156210 h 232410"/>
              <a:gd name="connsiteX37" fmla="*/ 281940 w 302260"/>
              <a:gd name="connsiteY37" fmla="*/ 152400 h 232410"/>
              <a:gd name="connsiteX38" fmla="*/ 220980 w 302260"/>
              <a:gd name="connsiteY38" fmla="*/ 91440 h 232410"/>
              <a:gd name="connsiteX39" fmla="*/ 152400 w 302260"/>
              <a:gd name="connsiteY39" fmla="*/ 91440 h 232410"/>
              <a:gd name="connsiteX40" fmla="*/ 76200 w 302260"/>
              <a:gd name="connsiteY40" fmla="*/ 121920 h 232410"/>
              <a:gd name="connsiteX41" fmla="*/ 86360 w 302260"/>
              <a:gd name="connsiteY41" fmla="*/ 132080 h 232410"/>
              <a:gd name="connsiteX42" fmla="*/ 86360 w 302260"/>
              <a:gd name="connsiteY42" fmla="*/ 142240 h 232410"/>
              <a:gd name="connsiteX43" fmla="*/ 96520 w 302260"/>
              <a:gd name="connsiteY43" fmla="*/ 142240 h 232410"/>
              <a:gd name="connsiteX44" fmla="*/ 106680 w 302260"/>
              <a:gd name="connsiteY44" fmla="*/ 152400 h 232410"/>
              <a:gd name="connsiteX45" fmla="*/ 96520 w 302260"/>
              <a:gd name="connsiteY45" fmla="*/ 162560 h 232410"/>
              <a:gd name="connsiteX46" fmla="*/ 86360 w 302260"/>
              <a:gd name="connsiteY46" fmla="*/ 162560 h 232410"/>
              <a:gd name="connsiteX47" fmla="*/ 86360 w 302260"/>
              <a:gd name="connsiteY47" fmla="*/ 172720 h 232410"/>
              <a:gd name="connsiteX48" fmla="*/ 76200 w 302260"/>
              <a:gd name="connsiteY48" fmla="*/ 182880 h 232410"/>
              <a:gd name="connsiteX49" fmla="*/ 66040 w 302260"/>
              <a:gd name="connsiteY49" fmla="*/ 172720 h 232410"/>
              <a:gd name="connsiteX50" fmla="*/ 66040 w 302260"/>
              <a:gd name="connsiteY50" fmla="*/ 162560 h 232410"/>
              <a:gd name="connsiteX51" fmla="*/ 55880 w 302260"/>
              <a:gd name="connsiteY51" fmla="*/ 162560 h 232410"/>
              <a:gd name="connsiteX52" fmla="*/ 45720 w 302260"/>
              <a:gd name="connsiteY52" fmla="*/ 152400 h 232410"/>
              <a:gd name="connsiteX53" fmla="*/ 55880 w 302260"/>
              <a:gd name="connsiteY53" fmla="*/ 142240 h 232410"/>
              <a:gd name="connsiteX54" fmla="*/ 66040 w 302260"/>
              <a:gd name="connsiteY54" fmla="*/ 142240 h 232410"/>
              <a:gd name="connsiteX55" fmla="*/ 66040 w 302260"/>
              <a:gd name="connsiteY55" fmla="*/ 132080 h 232410"/>
              <a:gd name="connsiteX56" fmla="*/ 76200 w 302260"/>
              <a:gd name="connsiteY56" fmla="*/ 121920 h 232410"/>
              <a:gd name="connsiteX57" fmla="*/ 203200 w 302260"/>
              <a:gd name="connsiteY57" fmla="*/ 152400 h 232410"/>
              <a:gd name="connsiteX58" fmla="*/ 193040 w 302260"/>
              <a:gd name="connsiteY58" fmla="*/ 162560 h 232410"/>
              <a:gd name="connsiteX59" fmla="*/ 182880 w 302260"/>
              <a:gd name="connsiteY59" fmla="*/ 152400 h 232410"/>
              <a:gd name="connsiteX60" fmla="*/ 193040 w 302260"/>
              <a:gd name="connsiteY60" fmla="*/ 142240 h 232410"/>
              <a:gd name="connsiteX61" fmla="*/ 203200 w 302260"/>
              <a:gd name="connsiteY61" fmla="*/ 152400 h 232410"/>
              <a:gd name="connsiteX62" fmla="*/ 223520 w 302260"/>
              <a:gd name="connsiteY62" fmla="*/ 137160 h 232410"/>
              <a:gd name="connsiteX63" fmla="*/ 233680 w 302260"/>
              <a:gd name="connsiteY63" fmla="*/ 127000 h 232410"/>
              <a:gd name="connsiteX64" fmla="*/ 223520 w 302260"/>
              <a:gd name="connsiteY64" fmla="*/ 116840 h 232410"/>
              <a:gd name="connsiteX65" fmla="*/ 213360 w 302260"/>
              <a:gd name="connsiteY65" fmla="*/ 127000 h 232410"/>
              <a:gd name="connsiteX66" fmla="*/ 223520 w 302260"/>
              <a:gd name="connsiteY66" fmla="*/ 137160 h 232410"/>
              <a:gd name="connsiteX67" fmla="*/ 233680 w 302260"/>
              <a:gd name="connsiteY67" fmla="*/ 177800 h 232410"/>
              <a:gd name="connsiteX68" fmla="*/ 223520 w 302260"/>
              <a:gd name="connsiteY68" fmla="*/ 187960 h 232410"/>
              <a:gd name="connsiteX69" fmla="*/ 213360 w 302260"/>
              <a:gd name="connsiteY69" fmla="*/ 177800 h 232410"/>
              <a:gd name="connsiteX70" fmla="*/ 223520 w 302260"/>
              <a:gd name="connsiteY70" fmla="*/ 167640 h 232410"/>
              <a:gd name="connsiteX71" fmla="*/ 233680 w 302260"/>
              <a:gd name="connsiteY71" fmla="*/ 177800 h 232410"/>
              <a:gd name="connsiteX72" fmla="*/ 254000 w 302260"/>
              <a:gd name="connsiteY72" fmla="*/ 162560 h 232410"/>
              <a:gd name="connsiteX73" fmla="*/ 264160 w 302260"/>
              <a:gd name="connsiteY73" fmla="*/ 152400 h 232410"/>
              <a:gd name="connsiteX74" fmla="*/ 254000 w 302260"/>
              <a:gd name="connsiteY74" fmla="*/ 142240 h 232410"/>
              <a:gd name="connsiteX75" fmla="*/ 243840 w 302260"/>
              <a:gd name="connsiteY75" fmla="*/ 152400 h 232410"/>
              <a:gd name="connsiteX76" fmla="*/ 254000 w 302260"/>
              <a:gd name="connsiteY76" fmla="*/ 162560 h 232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302260" h="232410">
                <a:moveTo>
                  <a:pt x="223520" y="10160"/>
                </a:moveTo>
                <a:cubicBezTo>
                  <a:pt x="223520" y="5080"/>
                  <a:pt x="218440" y="0"/>
                  <a:pt x="213360" y="0"/>
                </a:cubicBezTo>
                <a:cubicBezTo>
                  <a:pt x="208280" y="0"/>
                  <a:pt x="203200" y="5080"/>
                  <a:pt x="203200" y="10160"/>
                </a:cubicBezTo>
                <a:lnTo>
                  <a:pt x="203200" y="16510"/>
                </a:lnTo>
                <a:cubicBezTo>
                  <a:pt x="203200" y="25400"/>
                  <a:pt x="196850" y="34290"/>
                  <a:pt x="187960" y="35560"/>
                </a:cubicBezTo>
                <a:lnTo>
                  <a:pt x="172720" y="39370"/>
                </a:lnTo>
                <a:cubicBezTo>
                  <a:pt x="157480" y="43180"/>
                  <a:pt x="146050" y="55880"/>
                  <a:pt x="143510" y="69850"/>
                </a:cubicBezTo>
                <a:lnTo>
                  <a:pt x="81280" y="69850"/>
                </a:lnTo>
                <a:cubicBezTo>
                  <a:pt x="36830" y="69850"/>
                  <a:pt x="0" y="106680"/>
                  <a:pt x="0" y="151130"/>
                </a:cubicBezTo>
                <a:lnTo>
                  <a:pt x="0" y="154940"/>
                </a:lnTo>
                <a:cubicBezTo>
                  <a:pt x="0" y="198120"/>
                  <a:pt x="34290" y="232410"/>
                  <a:pt x="77470" y="232410"/>
                </a:cubicBezTo>
                <a:cubicBezTo>
                  <a:pt x="105410" y="232410"/>
                  <a:pt x="130810" y="217170"/>
                  <a:pt x="142240" y="191770"/>
                </a:cubicBezTo>
                <a:lnTo>
                  <a:pt x="142240" y="191770"/>
                </a:lnTo>
                <a:lnTo>
                  <a:pt x="160020" y="191770"/>
                </a:lnTo>
                <a:lnTo>
                  <a:pt x="160020" y="191770"/>
                </a:lnTo>
                <a:cubicBezTo>
                  <a:pt x="172720" y="215900"/>
                  <a:pt x="198120" y="232410"/>
                  <a:pt x="224790" y="232410"/>
                </a:cubicBezTo>
                <a:cubicBezTo>
                  <a:pt x="267970" y="232410"/>
                  <a:pt x="302260" y="198120"/>
                  <a:pt x="302260" y="154940"/>
                </a:cubicBezTo>
                <a:lnTo>
                  <a:pt x="302260" y="151130"/>
                </a:lnTo>
                <a:cubicBezTo>
                  <a:pt x="302260" y="106680"/>
                  <a:pt x="265430" y="69850"/>
                  <a:pt x="220980" y="69850"/>
                </a:cubicBezTo>
                <a:lnTo>
                  <a:pt x="162560" y="69850"/>
                </a:lnTo>
                <a:cubicBezTo>
                  <a:pt x="165100" y="64770"/>
                  <a:pt x="170180" y="59690"/>
                  <a:pt x="176530" y="58420"/>
                </a:cubicBezTo>
                <a:lnTo>
                  <a:pt x="191770" y="54610"/>
                </a:lnTo>
                <a:cubicBezTo>
                  <a:pt x="209550" y="49530"/>
                  <a:pt x="222250" y="34290"/>
                  <a:pt x="222250" y="15240"/>
                </a:cubicBezTo>
                <a:lnTo>
                  <a:pt x="222250" y="10160"/>
                </a:lnTo>
                <a:close/>
                <a:moveTo>
                  <a:pt x="152400" y="91440"/>
                </a:moveTo>
                <a:lnTo>
                  <a:pt x="81280" y="91440"/>
                </a:lnTo>
                <a:cubicBezTo>
                  <a:pt x="48260" y="91440"/>
                  <a:pt x="20320" y="118110"/>
                  <a:pt x="20320" y="152400"/>
                </a:cubicBezTo>
                <a:lnTo>
                  <a:pt x="20320" y="156210"/>
                </a:lnTo>
                <a:cubicBezTo>
                  <a:pt x="20320" y="187960"/>
                  <a:pt x="45720" y="213360"/>
                  <a:pt x="77470" y="213360"/>
                </a:cubicBezTo>
                <a:cubicBezTo>
                  <a:pt x="97790" y="213360"/>
                  <a:pt x="115570" y="201930"/>
                  <a:pt x="124460" y="184150"/>
                </a:cubicBezTo>
                <a:lnTo>
                  <a:pt x="125730" y="181610"/>
                </a:lnTo>
                <a:cubicBezTo>
                  <a:pt x="128270" y="176530"/>
                  <a:pt x="133350" y="172720"/>
                  <a:pt x="139700" y="172720"/>
                </a:cubicBezTo>
                <a:lnTo>
                  <a:pt x="162560" y="172720"/>
                </a:lnTo>
                <a:cubicBezTo>
                  <a:pt x="168910" y="172720"/>
                  <a:pt x="173990" y="176530"/>
                  <a:pt x="176530" y="181610"/>
                </a:cubicBezTo>
                <a:lnTo>
                  <a:pt x="177800" y="184150"/>
                </a:lnTo>
                <a:cubicBezTo>
                  <a:pt x="186690" y="201930"/>
                  <a:pt x="204470" y="213360"/>
                  <a:pt x="224790" y="213360"/>
                </a:cubicBezTo>
                <a:cubicBezTo>
                  <a:pt x="256540" y="213360"/>
                  <a:pt x="281940" y="187960"/>
                  <a:pt x="281940" y="156210"/>
                </a:cubicBezTo>
                <a:lnTo>
                  <a:pt x="281940" y="152400"/>
                </a:lnTo>
                <a:cubicBezTo>
                  <a:pt x="281940" y="119380"/>
                  <a:pt x="255270" y="91440"/>
                  <a:pt x="220980" y="91440"/>
                </a:cubicBezTo>
                <a:lnTo>
                  <a:pt x="152400" y="91440"/>
                </a:lnTo>
                <a:close/>
                <a:moveTo>
                  <a:pt x="76200" y="121920"/>
                </a:moveTo>
                <a:cubicBezTo>
                  <a:pt x="81280" y="121920"/>
                  <a:pt x="86360" y="127000"/>
                  <a:pt x="86360" y="132080"/>
                </a:cubicBezTo>
                <a:lnTo>
                  <a:pt x="86360" y="142240"/>
                </a:lnTo>
                <a:lnTo>
                  <a:pt x="96520" y="142240"/>
                </a:lnTo>
                <a:cubicBezTo>
                  <a:pt x="101600" y="142240"/>
                  <a:pt x="106680" y="147320"/>
                  <a:pt x="106680" y="152400"/>
                </a:cubicBezTo>
                <a:cubicBezTo>
                  <a:pt x="106680" y="157480"/>
                  <a:pt x="101600" y="162560"/>
                  <a:pt x="96520" y="162560"/>
                </a:cubicBezTo>
                <a:lnTo>
                  <a:pt x="86360" y="162560"/>
                </a:lnTo>
                <a:lnTo>
                  <a:pt x="86360" y="172720"/>
                </a:lnTo>
                <a:cubicBezTo>
                  <a:pt x="86360" y="177800"/>
                  <a:pt x="81280" y="182880"/>
                  <a:pt x="76200" y="182880"/>
                </a:cubicBezTo>
                <a:cubicBezTo>
                  <a:pt x="71120" y="182880"/>
                  <a:pt x="66040" y="177800"/>
                  <a:pt x="66040" y="172720"/>
                </a:cubicBezTo>
                <a:lnTo>
                  <a:pt x="66040" y="162560"/>
                </a:lnTo>
                <a:lnTo>
                  <a:pt x="55880" y="162560"/>
                </a:lnTo>
                <a:cubicBezTo>
                  <a:pt x="50800" y="162560"/>
                  <a:pt x="45720" y="157480"/>
                  <a:pt x="45720" y="152400"/>
                </a:cubicBezTo>
                <a:cubicBezTo>
                  <a:pt x="45720" y="147320"/>
                  <a:pt x="50800" y="142240"/>
                  <a:pt x="55880" y="142240"/>
                </a:cubicBezTo>
                <a:lnTo>
                  <a:pt x="66040" y="142240"/>
                </a:lnTo>
                <a:lnTo>
                  <a:pt x="66040" y="132080"/>
                </a:lnTo>
                <a:cubicBezTo>
                  <a:pt x="67310" y="125730"/>
                  <a:pt x="71120" y="121920"/>
                  <a:pt x="76200" y="121920"/>
                </a:cubicBezTo>
                <a:close/>
                <a:moveTo>
                  <a:pt x="203200" y="152400"/>
                </a:moveTo>
                <a:cubicBezTo>
                  <a:pt x="203200" y="157480"/>
                  <a:pt x="198120" y="162560"/>
                  <a:pt x="193040" y="162560"/>
                </a:cubicBezTo>
                <a:cubicBezTo>
                  <a:pt x="187960" y="162560"/>
                  <a:pt x="182880" y="157480"/>
                  <a:pt x="182880" y="152400"/>
                </a:cubicBezTo>
                <a:cubicBezTo>
                  <a:pt x="182880" y="147320"/>
                  <a:pt x="187960" y="142240"/>
                  <a:pt x="193040" y="142240"/>
                </a:cubicBezTo>
                <a:cubicBezTo>
                  <a:pt x="199390" y="142240"/>
                  <a:pt x="203200" y="146050"/>
                  <a:pt x="203200" y="152400"/>
                </a:cubicBezTo>
                <a:close/>
                <a:moveTo>
                  <a:pt x="223520" y="137160"/>
                </a:moveTo>
                <a:cubicBezTo>
                  <a:pt x="228600" y="137160"/>
                  <a:pt x="233680" y="132080"/>
                  <a:pt x="233680" y="127000"/>
                </a:cubicBezTo>
                <a:cubicBezTo>
                  <a:pt x="233680" y="121920"/>
                  <a:pt x="228600" y="116840"/>
                  <a:pt x="223520" y="116840"/>
                </a:cubicBezTo>
                <a:cubicBezTo>
                  <a:pt x="218440" y="116840"/>
                  <a:pt x="213360" y="121920"/>
                  <a:pt x="213360" y="127000"/>
                </a:cubicBezTo>
                <a:cubicBezTo>
                  <a:pt x="213360" y="132080"/>
                  <a:pt x="218440" y="137160"/>
                  <a:pt x="223520" y="137160"/>
                </a:cubicBezTo>
                <a:close/>
                <a:moveTo>
                  <a:pt x="233680" y="177800"/>
                </a:moveTo>
                <a:cubicBezTo>
                  <a:pt x="233680" y="182880"/>
                  <a:pt x="228600" y="187960"/>
                  <a:pt x="223520" y="187960"/>
                </a:cubicBezTo>
                <a:cubicBezTo>
                  <a:pt x="218440" y="187960"/>
                  <a:pt x="213360" y="182880"/>
                  <a:pt x="213360" y="177800"/>
                </a:cubicBezTo>
                <a:cubicBezTo>
                  <a:pt x="213360" y="172720"/>
                  <a:pt x="218440" y="167640"/>
                  <a:pt x="223520" y="167640"/>
                </a:cubicBezTo>
                <a:cubicBezTo>
                  <a:pt x="229870" y="167640"/>
                  <a:pt x="233680" y="171450"/>
                  <a:pt x="233680" y="177800"/>
                </a:cubicBezTo>
                <a:close/>
                <a:moveTo>
                  <a:pt x="254000" y="162560"/>
                </a:moveTo>
                <a:cubicBezTo>
                  <a:pt x="259080" y="162560"/>
                  <a:pt x="264160" y="157480"/>
                  <a:pt x="264160" y="152400"/>
                </a:cubicBezTo>
                <a:cubicBezTo>
                  <a:pt x="264160" y="147320"/>
                  <a:pt x="259080" y="142240"/>
                  <a:pt x="254000" y="142240"/>
                </a:cubicBezTo>
                <a:cubicBezTo>
                  <a:pt x="248920" y="142240"/>
                  <a:pt x="243840" y="147320"/>
                  <a:pt x="243840" y="152400"/>
                </a:cubicBezTo>
                <a:cubicBezTo>
                  <a:pt x="243840" y="157480"/>
                  <a:pt x="248920" y="162560"/>
                  <a:pt x="254000" y="1625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6" name="Полилиния: фигура 238">
            <a:extLst>
              <a:ext uri="{FF2B5EF4-FFF2-40B4-BE49-F238E27FC236}">
                <a16:creationId xmlns:a16="http://schemas.microsoft.com/office/drawing/2014/main" id="{1409B628-DDA5-8742-897B-1D34B2D1FE98}"/>
              </a:ext>
            </a:extLst>
          </p:cNvPr>
          <p:cNvSpPr/>
          <p:nvPr/>
        </p:nvSpPr>
        <p:spPr>
          <a:xfrm>
            <a:off x="1655954" y="5397469"/>
            <a:ext cx="243839" cy="203200"/>
          </a:xfrm>
          <a:custGeom>
            <a:avLst/>
            <a:gdLst>
              <a:gd name="connsiteX0" fmla="*/ 71120 w 243839"/>
              <a:gd name="connsiteY0" fmla="*/ 30480 h 203200"/>
              <a:gd name="connsiteX1" fmla="*/ 81280 w 243839"/>
              <a:gd name="connsiteY1" fmla="*/ 20320 h 203200"/>
              <a:gd name="connsiteX2" fmla="*/ 162560 w 243839"/>
              <a:gd name="connsiteY2" fmla="*/ 20320 h 203200"/>
              <a:gd name="connsiteX3" fmla="*/ 172720 w 243839"/>
              <a:gd name="connsiteY3" fmla="*/ 30480 h 203200"/>
              <a:gd name="connsiteX4" fmla="*/ 172720 w 243839"/>
              <a:gd name="connsiteY4" fmla="*/ 39370 h 203200"/>
              <a:gd name="connsiteX5" fmla="*/ 184150 w 243839"/>
              <a:gd name="connsiteY5" fmla="*/ 50800 h 203200"/>
              <a:gd name="connsiteX6" fmla="*/ 213360 w 243839"/>
              <a:gd name="connsiteY6" fmla="*/ 50800 h 203200"/>
              <a:gd name="connsiteX7" fmla="*/ 223520 w 243839"/>
              <a:gd name="connsiteY7" fmla="*/ 60960 h 203200"/>
              <a:gd name="connsiteX8" fmla="*/ 223520 w 243839"/>
              <a:gd name="connsiteY8" fmla="*/ 172720 h 203200"/>
              <a:gd name="connsiteX9" fmla="*/ 213360 w 243839"/>
              <a:gd name="connsiteY9" fmla="*/ 182880 h 203200"/>
              <a:gd name="connsiteX10" fmla="*/ 30480 w 243839"/>
              <a:gd name="connsiteY10" fmla="*/ 182880 h 203200"/>
              <a:gd name="connsiteX11" fmla="*/ 20320 w 243839"/>
              <a:gd name="connsiteY11" fmla="*/ 172720 h 203200"/>
              <a:gd name="connsiteX12" fmla="*/ 20320 w 243839"/>
              <a:gd name="connsiteY12" fmla="*/ 60960 h 203200"/>
              <a:gd name="connsiteX13" fmla="*/ 30480 w 243839"/>
              <a:gd name="connsiteY13" fmla="*/ 50800 h 203200"/>
              <a:gd name="connsiteX14" fmla="*/ 59690 w 243839"/>
              <a:gd name="connsiteY14" fmla="*/ 50800 h 203200"/>
              <a:gd name="connsiteX15" fmla="*/ 71120 w 243839"/>
              <a:gd name="connsiteY15" fmla="*/ 39370 h 203200"/>
              <a:gd name="connsiteX16" fmla="*/ 71120 w 243839"/>
              <a:gd name="connsiteY16" fmla="*/ 30480 h 203200"/>
              <a:gd name="connsiteX17" fmla="*/ 81280 w 243839"/>
              <a:gd name="connsiteY17" fmla="*/ 0 h 203200"/>
              <a:gd name="connsiteX18" fmla="*/ 50800 w 243839"/>
              <a:gd name="connsiteY18" fmla="*/ 30480 h 203200"/>
              <a:gd name="connsiteX19" fmla="*/ 30480 w 243839"/>
              <a:gd name="connsiteY19" fmla="*/ 30480 h 203200"/>
              <a:gd name="connsiteX20" fmla="*/ 0 w 243839"/>
              <a:gd name="connsiteY20" fmla="*/ 60960 h 203200"/>
              <a:gd name="connsiteX21" fmla="*/ 0 w 243839"/>
              <a:gd name="connsiteY21" fmla="*/ 172720 h 203200"/>
              <a:gd name="connsiteX22" fmla="*/ 30480 w 243839"/>
              <a:gd name="connsiteY22" fmla="*/ 203200 h 203200"/>
              <a:gd name="connsiteX23" fmla="*/ 213360 w 243839"/>
              <a:gd name="connsiteY23" fmla="*/ 203200 h 203200"/>
              <a:gd name="connsiteX24" fmla="*/ 243840 w 243839"/>
              <a:gd name="connsiteY24" fmla="*/ 172720 h 203200"/>
              <a:gd name="connsiteX25" fmla="*/ 243840 w 243839"/>
              <a:gd name="connsiteY25" fmla="*/ 60960 h 203200"/>
              <a:gd name="connsiteX26" fmla="*/ 213360 w 243839"/>
              <a:gd name="connsiteY26" fmla="*/ 30480 h 203200"/>
              <a:gd name="connsiteX27" fmla="*/ 193040 w 243839"/>
              <a:gd name="connsiteY27" fmla="*/ 30480 h 203200"/>
              <a:gd name="connsiteX28" fmla="*/ 162560 w 243839"/>
              <a:gd name="connsiteY28" fmla="*/ 0 h 203200"/>
              <a:gd name="connsiteX29" fmla="*/ 81280 w 243839"/>
              <a:gd name="connsiteY29" fmla="*/ 0 h 203200"/>
              <a:gd name="connsiteX30" fmla="*/ 152400 w 243839"/>
              <a:gd name="connsiteY30" fmla="*/ 111760 h 203200"/>
              <a:gd name="connsiteX31" fmla="*/ 121920 w 243839"/>
              <a:gd name="connsiteY31" fmla="*/ 142240 h 203200"/>
              <a:gd name="connsiteX32" fmla="*/ 91440 w 243839"/>
              <a:gd name="connsiteY32" fmla="*/ 111760 h 203200"/>
              <a:gd name="connsiteX33" fmla="*/ 121920 w 243839"/>
              <a:gd name="connsiteY33" fmla="*/ 81280 h 203200"/>
              <a:gd name="connsiteX34" fmla="*/ 152400 w 243839"/>
              <a:gd name="connsiteY34" fmla="*/ 111760 h 203200"/>
              <a:gd name="connsiteX35" fmla="*/ 172720 w 243839"/>
              <a:gd name="connsiteY35" fmla="*/ 111760 h 203200"/>
              <a:gd name="connsiteX36" fmla="*/ 121920 w 243839"/>
              <a:gd name="connsiteY36" fmla="*/ 162560 h 203200"/>
              <a:gd name="connsiteX37" fmla="*/ 71120 w 243839"/>
              <a:gd name="connsiteY37" fmla="*/ 111760 h 203200"/>
              <a:gd name="connsiteX38" fmla="*/ 121920 w 243839"/>
              <a:gd name="connsiteY38" fmla="*/ 60960 h 203200"/>
              <a:gd name="connsiteX39" fmla="*/ 172720 w 243839"/>
              <a:gd name="connsiteY39" fmla="*/ 11176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43839" h="203200">
                <a:moveTo>
                  <a:pt x="71120" y="30480"/>
                </a:moveTo>
                <a:cubicBezTo>
                  <a:pt x="71120" y="25400"/>
                  <a:pt x="76200" y="20320"/>
                  <a:pt x="81280" y="20320"/>
                </a:cubicBezTo>
                <a:lnTo>
                  <a:pt x="162560" y="20320"/>
                </a:lnTo>
                <a:cubicBezTo>
                  <a:pt x="167640" y="20320"/>
                  <a:pt x="172720" y="25400"/>
                  <a:pt x="172720" y="30480"/>
                </a:cubicBezTo>
                <a:lnTo>
                  <a:pt x="172720" y="39370"/>
                </a:lnTo>
                <a:cubicBezTo>
                  <a:pt x="172720" y="45720"/>
                  <a:pt x="177800" y="50800"/>
                  <a:pt x="184150" y="50800"/>
                </a:cubicBezTo>
                <a:lnTo>
                  <a:pt x="213360" y="50800"/>
                </a:lnTo>
                <a:cubicBezTo>
                  <a:pt x="218440" y="50800"/>
                  <a:pt x="223520" y="55880"/>
                  <a:pt x="223520" y="60960"/>
                </a:cubicBezTo>
                <a:lnTo>
                  <a:pt x="223520" y="172720"/>
                </a:lnTo>
                <a:cubicBezTo>
                  <a:pt x="223520" y="177800"/>
                  <a:pt x="218440" y="182880"/>
                  <a:pt x="213360" y="182880"/>
                </a:cubicBezTo>
                <a:lnTo>
                  <a:pt x="30480" y="182880"/>
                </a:lnTo>
                <a:cubicBezTo>
                  <a:pt x="25400" y="182880"/>
                  <a:pt x="20320" y="177800"/>
                  <a:pt x="20320" y="172720"/>
                </a:cubicBezTo>
                <a:lnTo>
                  <a:pt x="20320" y="60960"/>
                </a:lnTo>
                <a:cubicBezTo>
                  <a:pt x="20320" y="55880"/>
                  <a:pt x="25400" y="50800"/>
                  <a:pt x="30480" y="50800"/>
                </a:cubicBezTo>
                <a:lnTo>
                  <a:pt x="59690" y="50800"/>
                </a:lnTo>
                <a:cubicBezTo>
                  <a:pt x="66040" y="50800"/>
                  <a:pt x="71120" y="45720"/>
                  <a:pt x="71120" y="39370"/>
                </a:cubicBezTo>
                <a:lnTo>
                  <a:pt x="71120" y="30480"/>
                </a:lnTo>
                <a:close/>
                <a:moveTo>
                  <a:pt x="81280" y="0"/>
                </a:moveTo>
                <a:cubicBezTo>
                  <a:pt x="64770" y="0"/>
                  <a:pt x="50800" y="13970"/>
                  <a:pt x="50800" y="30480"/>
                </a:cubicBezTo>
                <a:lnTo>
                  <a:pt x="30480" y="30480"/>
                </a:lnTo>
                <a:cubicBezTo>
                  <a:pt x="13970" y="30480"/>
                  <a:pt x="0" y="44450"/>
                  <a:pt x="0" y="60960"/>
                </a:cubicBezTo>
                <a:lnTo>
                  <a:pt x="0" y="172720"/>
                </a:lnTo>
                <a:cubicBezTo>
                  <a:pt x="0" y="189230"/>
                  <a:pt x="13970" y="203200"/>
                  <a:pt x="30480" y="203200"/>
                </a:cubicBezTo>
                <a:lnTo>
                  <a:pt x="213360" y="203200"/>
                </a:lnTo>
                <a:cubicBezTo>
                  <a:pt x="229870" y="203200"/>
                  <a:pt x="243840" y="189230"/>
                  <a:pt x="243840" y="172720"/>
                </a:cubicBezTo>
                <a:lnTo>
                  <a:pt x="243840" y="60960"/>
                </a:lnTo>
                <a:cubicBezTo>
                  <a:pt x="243840" y="44450"/>
                  <a:pt x="229870" y="30480"/>
                  <a:pt x="213360" y="30480"/>
                </a:cubicBezTo>
                <a:lnTo>
                  <a:pt x="193040" y="30480"/>
                </a:lnTo>
                <a:cubicBezTo>
                  <a:pt x="193040" y="13970"/>
                  <a:pt x="179070" y="0"/>
                  <a:pt x="162560" y="0"/>
                </a:cubicBezTo>
                <a:lnTo>
                  <a:pt x="81280" y="0"/>
                </a:lnTo>
                <a:close/>
                <a:moveTo>
                  <a:pt x="152400" y="111760"/>
                </a:moveTo>
                <a:cubicBezTo>
                  <a:pt x="152400" y="128270"/>
                  <a:pt x="138430" y="142240"/>
                  <a:pt x="121920" y="142240"/>
                </a:cubicBezTo>
                <a:cubicBezTo>
                  <a:pt x="105410" y="142240"/>
                  <a:pt x="91440" y="128270"/>
                  <a:pt x="91440" y="111760"/>
                </a:cubicBezTo>
                <a:cubicBezTo>
                  <a:pt x="91440" y="95250"/>
                  <a:pt x="105410" y="81280"/>
                  <a:pt x="121920" y="81280"/>
                </a:cubicBezTo>
                <a:cubicBezTo>
                  <a:pt x="138430" y="81280"/>
                  <a:pt x="152400" y="93980"/>
                  <a:pt x="152400" y="111760"/>
                </a:cubicBezTo>
                <a:close/>
                <a:moveTo>
                  <a:pt x="172720" y="111760"/>
                </a:moveTo>
                <a:cubicBezTo>
                  <a:pt x="172720" y="139700"/>
                  <a:pt x="149860" y="162560"/>
                  <a:pt x="121920" y="162560"/>
                </a:cubicBezTo>
                <a:cubicBezTo>
                  <a:pt x="93980" y="162560"/>
                  <a:pt x="71120" y="139700"/>
                  <a:pt x="71120" y="111760"/>
                </a:cubicBezTo>
                <a:cubicBezTo>
                  <a:pt x="71120" y="83820"/>
                  <a:pt x="93980" y="60960"/>
                  <a:pt x="121920" y="60960"/>
                </a:cubicBezTo>
                <a:cubicBezTo>
                  <a:pt x="149860" y="60960"/>
                  <a:pt x="172720" y="83820"/>
                  <a:pt x="172720" y="1117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7" name="Полилиния: фигура 240">
            <a:extLst>
              <a:ext uri="{FF2B5EF4-FFF2-40B4-BE49-F238E27FC236}">
                <a16:creationId xmlns:a16="http://schemas.microsoft.com/office/drawing/2014/main" id="{3AEF2D40-DDFA-2CDA-99D0-4EF43B2A1A7A}"/>
              </a:ext>
            </a:extLst>
          </p:cNvPr>
          <p:cNvSpPr/>
          <p:nvPr/>
        </p:nvSpPr>
        <p:spPr>
          <a:xfrm>
            <a:off x="9466892" y="5422869"/>
            <a:ext cx="284872" cy="152400"/>
          </a:xfrm>
          <a:custGeom>
            <a:avLst/>
            <a:gdLst>
              <a:gd name="connsiteX0" fmla="*/ 21151 w 284872"/>
              <a:gd name="connsiteY0" fmla="*/ 118110 h 152400"/>
              <a:gd name="connsiteX1" fmla="*/ 57981 w 284872"/>
              <a:gd name="connsiteY1" fmla="*/ 26670 h 152400"/>
              <a:gd name="connsiteX2" fmla="*/ 66872 w 284872"/>
              <a:gd name="connsiteY2" fmla="*/ 20320 h 152400"/>
              <a:gd name="connsiteX3" fmla="*/ 218001 w 284872"/>
              <a:gd name="connsiteY3" fmla="*/ 20320 h 152400"/>
              <a:gd name="connsiteX4" fmla="*/ 226891 w 284872"/>
              <a:gd name="connsiteY4" fmla="*/ 26670 h 152400"/>
              <a:gd name="connsiteX5" fmla="*/ 244672 w 284872"/>
              <a:gd name="connsiteY5" fmla="*/ 19050 h 152400"/>
              <a:gd name="connsiteX6" fmla="*/ 226891 w 284872"/>
              <a:gd name="connsiteY6" fmla="*/ 26670 h 152400"/>
              <a:gd name="connsiteX7" fmla="*/ 263722 w 284872"/>
              <a:gd name="connsiteY7" fmla="*/ 118110 h 152400"/>
              <a:gd name="connsiteX8" fmla="*/ 254831 w 284872"/>
              <a:gd name="connsiteY8" fmla="*/ 132080 h 152400"/>
              <a:gd name="connsiteX9" fmla="*/ 30041 w 284872"/>
              <a:gd name="connsiteY9" fmla="*/ 132080 h 152400"/>
              <a:gd name="connsiteX10" fmla="*/ 21151 w 284872"/>
              <a:gd name="connsiteY10" fmla="*/ 118110 h 152400"/>
              <a:gd name="connsiteX11" fmla="*/ 2101 w 284872"/>
              <a:gd name="connsiteY11" fmla="*/ 110490 h 152400"/>
              <a:gd name="connsiteX12" fmla="*/ 38931 w 284872"/>
              <a:gd name="connsiteY12" fmla="*/ 19050 h 152400"/>
              <a:gd name="connsiteX13" fmla="*/ 66872 w 284872"/>
              <a:gd name="connsiteY13" fmla="*/ 0 h 152400"/>
              <a:gd name="connsiteX14" fmla="*/ 218001 w 284872"/>
              <a:gd name="connsiteY14" fmla="*/ 0 h 152400"/>
              <a:gd name="connsiteX15" fmla="*/ 245941 w 284872"/>
              <a:gd name="connsiteY15" fmla="*/ 19050 h 152400"/>
              <a:gd name="connsiteX16" fmla="*/ 282772 w 284872"/>
              <a:gd name="connsiteY16" fmla="*/ 110490 h 152400"/>
              <a:gd name="connsiteX17" fmla="*/ 254831 w 284872"/>
              <a:gd name="connsiteY17" fmla="*/ 152400 h 152400"/>
              <a:gd name="connsiteX18" fmla="*/ 30041 w 284872"/>
              <a:gd name="connsiteY18" fmla="*/ 152400 h 152400"/>
              <a:gd name="connsiteX19" fmla="*/ 2101 w 284872"/>
              <a:gd name="connsiteY19" fmla="*/ 110490 h 152400"/>
              <a:gd name="connsiteX20" fmla="*/ 102431 w 284872"/>
              <a:gd name="connsiteY20" fmla="*/ 55880 h 152400"/>
              <a:gd name="connsiteX21" fmla="*/ 112591 w 284872"/>
              <a:gd name="connsiteY21" fmla="*/ 45720 h 152400"/>
              <a:gd name="connsiteX22" fmla="*/ 143072 w 284872"/>
              <a:gd name="connsiteY22" fmla="*/ 45720 h 152400"/>
              <a:gd name="connsiteX23" fmla="*/ 173551 w 284872"/>
              <a:gd name="connsiteY23" fmla="*/ 45720 h 152400"/>
              <a:gd name="connsiteX24" fmla="*/ 183711 w 284872"/>
              <a:gd name="connsiteY24" fmla="*/ 55880 h 152400"/>
              <a:gd name="connsiteX25" fmla="*/ 173551 w 284872"/>
              <a:gd name="connsiteY25" fmla="*/ 66040 h 152400"/>
              <a:gd name="connsiteX26" fmla="*/ 153231 w 284872"/>
              <a:gd name="connsiteY26" fmla="*/ 66040 h 152400"/>
              <a:gd name="connsiteX27" fmla="*/ 153231 w 284872"/>
              <a:gd name="connsiteY27" fmla="*/ 96520 h 152400"/>
              <a:gd name="connsiteX28" fmla="*/ 143072 w 284872"/>
              <a:gd name="connsiteY28" fmla="*/ 106680 h 152400"/>
              <a:gd name="connsiteX29" fmla="*/ 132911 w 284872"/>
              <a:gd name="connsiteY29" fmla="*/ 96520 h 152400"/>
              <a:gd name="connsiteX30" fmla="*/ 132911 w 284872"/>
              <a:gd name="connsiteY30" fmla="*/ 66040 h 152400"/>
              <a:gd name="connsiteX31" fmla="*/ 112591 w 284872"/>
              <a:gd name="connsiteY31" fmla="*/ 66040 h 152400"/>
              <a:gd name="connsiteX32" fmla="*/ 102431 w 284872"/>
              <a:gd name="connsiteY32" fmla="*/ 55880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84872" h="152400">
                <a:moveTo>
                  <a:pt x="21151" y="118110"/>
                </a:moveTo>
                <a:lnTo>
                  <a:pt x="57981" y="26670"/>
                </a:lnTo>
                <a:cubicBezTo>
                  <a:pt x="59251" y="22860"/>
                  <a:pt x="63061" y="20320"/>
                  <a:pt x="66872" y="20320"/>
                </a:cubicBezTo>
                <a:lnTo>
                  <a:pt x="218001" y="20320"/>
                </a:lnTo>
                <a:cubicBezTo>
                  <a:pt x="221811" y="20320"/>
                  <a:pt x="225622" y="22860"/>
                  <a:pt x="226891" y="26670"/>
                </a:cubicBezTo>
                <a:lnTo>
                  <a:pt x="244672" y="19050"/>
                </a:lnTo>
                <a:lnTo>
                  <a:pt x="226891" y="26670"/>
                </a:lnTo>
                <a:lnTo>
                  <a:pt x="263722" y="118110"/>
                </a:lnTo>
                <a:cubicBezTo>
                  <a:pt x="266261" y="124460"/>
                  <a:pt x="261181" y="132080"/>
                  <a:pt x="254831" y="132080"/>
                </a:cubicBezTo>
                <a:lnTo>
                  <a:pt x="30041" y="132080"/>
                </a:lnTo>
                <a:cubicBezTo>
                  <a:pt x="23691" y="132080"/>
                  <a:pt x="18611" y="124460"/>
                  <a:pt x="21151" y="118110"/>
                </a:cubicBezTo>
                <a:close/>
                <a:moveTo>
                  <a:pt x="2101" y="110490"/>
                </a:moveTo>
                <a:lnTo>
                  <a:pt x="38931" y="19050"/>
                </a:lnTo>
                <a:cubicBezTo>
                  <a:pt x="44011" y="7620"/>
                  <a:pt x="54172" y="0"/>
                  <a:pt x="66872" y="0"/>
                </a:cubicBezTo>
                <a:lnTo>
                  <a:pt x="218001" y="0"/>
                </a:lnTo>
                <a:cubicBezTo>
                  <a:pt x="230701" y="0"/>
                  <a:pt x="242131" y="7620"/>
                  <a:pt x="245941" y="19050"/>
                </a:cubicBezTo>
                <a:lnTo>
                  <a:pt x="282772" y="110490"/>
                </a:lnTo>
                <a:cubicBezTo>
                  <a:pt x="290391" y="130810"/>
                  <a:pt x="276422" y="152400"/>
                  <a:pt x="254831" y="152400"/>
                </a:cubicBezTo>
                <a:lnTo>
                  <a:pt x="30041" y="152400"/>
                </a:lnTo>
                <a:cubicBezTo>
                  <a:pt x="8451" y="152400"/>
                  <a:pt x="-5519" y="130810"/>
                  <a:pt x="2101" y="110490"/>
                </a:cubicBezTo>
                <a:close/>
                <a:moveTo>
                  <a:pt x="102431" y="55880"/>
                </a:moveTo>
                <a:cubicBezTo>
                  <a:pt x="102431" y="50800"/>
                  <a:pt x="107511" y="45720"/>
                  <a:pt x="112591" y="45720"/>
                </a:cubicBezTo>
                <a:lnTo>
                  <a:pt x="143072" y="45720"/>
                </a:lnTo>
                <a:lnTo>
                  <a:pt x="173551" y="45720"/>
                </a:lnTo>
                <a:cubicBezTo>
                  <a:pt x="178631" y="45720"/>
                  <a:pt x="183711" y="50800"/>
                  <a:pt x="183711" y="55880"/>
                </a:cubicBezTo>
                <a:cubicBezTo>
                  <a:pt x="183711" y="60960"/>
                  <a:pt x="178631" y="66040"/>
                  <a:pt x="173551" y="66040"/>
                </a:cubicBezTo>
                <a:lnTo>
                  <a:pt x="153231" y="66040"/>
                </a:lnTo>
                <a:lnTo>
                  <a:pt x="153231" y="96520"/>
                </a:lnTo>
                <a:cubicBezTo>
                  <a:pt x="153231" y="101600"/>
                  <a:pt x="148151" y="106680"/>
                  <a:pt x="143072" y="106680"/>
                </a:cubicBezTo>
                <a:cubicBezTo>
                  <a:pt x="137991" y="106680"/>
                  <a:pt x="132911" y="101600"/>
                  <a:pt x="132911" y="96520"/>
                </a:cubicBezTo>
                <a:lnTo>
                  <a:pt x="132911" y="66040"/>
                </a:lnTo>
                <a:lnTo>
                  <a:pt x="112591" y="66040"/>
                </a:lnTo>
                <a:cubicBezTo>
                  <a:pt x="106241" y="66040"/>
                  <a:pt x="102431" y="60960"/>
                  <a:pt x="102431" y="55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8" name="Полилиния: фигура 243">
            <a:extLst>
              <a:ext uri="{FF2B5EF4-FFF2-40B4-BE49-F238E27FC236}">
                <a16:creationId xmlns:a16="http://schemas.microsoft.com/office/drawing/2014/main" id="{D7C6B622-D2C1-683C-88E8-2C1EC50D6DDB}"/>
              </a:ext>
            </a:extLst>
          </p:cNvPr>
          <p:cNvSpPr/>
          <p:nvPr/>
        </p:nvSpPr>
        <p:spPr>
          <a:xfrm>
            <a:off x="6131434" y="5387308"/>
            <a:ext cx="243840" cy="223520"/>
          </a:xfrm>
          <a:custGeom>
            <a:avLst/>
            <a:gdLst>
              <a:gd name="connsiteX0" fmla="*/ 60960 w 243840"/>
              <a:gd name="connsiteY0" fmla="*/ 0 h 223520"/>
              <a:gd name="connsiteX1" fmla="*/ 71120 w 243840"/>
              <a:gd name="connsiteY1" fmla="*/ 10160 h 223520"/>
              <a:gd name="connsiteX2" fmla="*/ 71120 w 243840"/>
              <a:gd name="connsiteY2" fmla="*/ 20320 h 223520"/>
              <a:gd name="connsiteX3" fmla="*/ 172720 w 243840"/>
              <a:gd name="connsiteY3" fmla="*/ 20320 h 223520"/>
              <a:gd name="connsiteX4" fmla="*/ 172720 w 243840"/>
              <a:gd name="connsiteY4" fmla="*/ 10160 h 223520"/>
              <a:gd name="connsiteX5" fmla="*/ 182880 w 243840"/>
              <a:gd name="connsiteY5" fmla="*/ 0 h 223520"/>
              <a:gd name="connsiteX6" fmla="*/ 193040 w 243840"/>
              <a:gd name="connsiteY6" fmla="*/ 10160 h 223520"/>
              <a:gd name="connsiteX7" fmla="*/ 193040 w 243840"/>
              <a:gd name="connsiteY7" fmla="*/ 20320 h 223520"/>
              <a:gd name="connsiteX8" fmla="*/ 223520 w 243840"/>
              <a:gd name="connsiteY8" fmla="*/ 20320 h 223520"/>
              <a:gd name="connsiteX9" fmla="*/ 243840 w 243840"/>
              <a:gd name="connsiteY9" fmla="*/ 40640 h 223520"/>
              <a:gd name="connsiteX10" fmla="*/ 243840 w 243840"/>
              <a:gd name="connsiteY10" fmla="*/ 91440 h 223520"/>
              <a:gd name="connsiteX11" fmla="*/ 243840 w 243840"/>
              <a:gd name="connsiteY11" fmla="*/ 203200 h 223520"/>
              <a:gd name="connsiteX12" fmla="*/ 223520 w 243840"/>
              <a:gd name="connsiteY12" fmla="*/ 223520 h 223520"/>
              <a:gd name="connsiteX13" fmla="*/ 20320 w 243840"/>
              <a:gd name="connsiteY13" fmla="*/ 223520 h 223520"/>
              <a:gd name="connsiteX14" fmla="*/ 0 w 243840"/>
              <a:gd name="connsiteY14" fmla="*/ 203200 h 223520"/>
              <a:gd name="connsiteX15" fmla="*/ 0 w 243840"/>
              <a:gd name="connsiteY15" fmla="*/ 91440 h 223520"/>
              <a:gd name="connsiteX16" fmla="*/ 0 w 243840"/>
              <a:gd name="connsiteY16" fmla="*/ 40640 h 223520"/>
              <a:gd name="connsiteX17" fmla="*/ 20320 w 243840"/>
              <a:gd name="connsiteY17" fmla="*/ 20320 h 223520"/>
              <a:gd name="connsiteX18" fmla="*/ 50800 w 243840"/>
              <a:gd name="connsiteY18" fmla="*/ 20320 h 223520"/>
              <a:gd name="connsiteX19" fmla="*/ 50800 w 243840"/>
              <a:gd name="connsiteY19" fmla="*/ 10160 h 223520"/>
              <a:gd name="connsiteX20" fmla="*/ 60960 w 243840"/>
              <a:gd name="connsiteY20" fmla="*/ 0 h 223520"/>
              <a:gd name="connsiteX21" fmla="*/ 172720 w 243840"/>
              <a:gd name="connsiteY21" fmla="*/ 40640 h 223520"/>
              <a:gd name="connsiteX22" fmla="*/ 172720 w 243840"/>
              <a:gd name="connsiteY22" fmla="*/ 50800 h 223520"/>
              <a:gd name="connsiteX23" fmla="*/ 182880 w 243840"/>
              <a:gd name="connsiteY23" fmla="*/ 60960 h 223520"/>
              <a:gd name="connsiteX24" fmla="*/ 193040 w 243840"/>
              <a:gd name="connsiteY24" fmla="*/ 50800 h 223520"/>
              <a:gd name="connsiteX25" fmla="*/ 193040 w 243840"/>
              <a:gd name="connsiteY25" fmla="*/ 40640 h 223520"/>
              <a:gd name="connsiteX26" fmla="*/ 223520 w 243840"/>
              <a:gd name="connsiteY26" fmla="*/ 40640 h 223520"/>
              <a:gd name="connsiteX27" fmla="*/ 223520 w 243840"/>
              <a:gd name="connsiteY27" fmla="*/ 81280 h 223520"/>
              <a:gd name="connsiteX28" fmla="*/ 20320 w 243840"/>
              <a:gd name="connsiteY28" fmla="*/ 81280 h 223520"/>
              <a:gd name="connsiteX29" fmla="*/ 20320 w 243840"/>
              <a:gd name="connsiteY29" fmla="*/ 40640 h 223520"/>
              <a:gd name="connsiteX30" fmla="*/ 50800 w 243840"/>
              <a:gd name="connsiteY30" fmla="*/ 40640 h 223520"/>
              <a:gd name="connsiteX31" fmla="*/ 50800 w 243840"/>
              <a:gd name="connsiteY31" fmla="*/ 50800 h 223520"/>
              <a:gd name="connsiteX32" fmla="*/ 60960 w 243840"/>
              <a:gd name="connsiteY32" fmla="*/ 60960 h 223520"/>
              <a:gd name="connsiteX33" fmla="*/ 71120 w 243840"/>
              <a:gd name="connsiteY33" fmla="*/ 50800 h 223520"/>
              <a:gd name="connsiteX34" fmla="*/ 71120 w 243840"/>
              <a:gd name="connsiteY34" fmla="*/ 40640 h 223520"/>
              <a:gd name="connsiteX35" fmla="*/ 172720 w 243840"/>
              <a:gd name="connsiteY35" fmla="*/ 40640 h 223520"/>
              <a:gd name="connsiteX36" fmla="*/ 223520 w 243840"/>
              <a:gd name="connsiteY36" fmla="*/ 101600 h 223520"/>
              <a:gd name="connsiteX37" fmla="*/ 223520 w 243840"/>
              <a:gd name="connsiteY37" fmla="*/ 203200 h 223520"/>
              <a:gd name="connsiteX38" fmla="*/ 20320 w 243840"/>
              <a:gd name="connsiteY38" fmla="*/ 203200 h 223520"/>
              <a:gd name="connsiteX39" fmla="*/ 20320 w 243840"/>
              <a:gd name="connsiteY39" fmla="*/ 101600 h 223520"/>
              <a:gd name="connsiteX40" fmla="*/ 223520 w 243840"/>
              <a:gd name="connsiteY40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3840" h="223520">
                <a:moveTo>
                  <a:pt x="60960" y="0"/>
                </a:moveTo>
                <a:cubicBezTo>
                  <a:pt x="66040" y="0"/>
                  <a:pt x="71120" y="5080"/>
                  <a:pt x="71120" y="10160"/>
                </a:cubicBez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ubicBezTo>
                  <a:pt x="187960" y="0"/>
                  <a:pt x="193040" y="5080"/>
                  <a:pt x="193040" y="10160"/>
                </a:cubicBez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91440"/>
                </a:ln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91440"/>
                </a:ln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3810"/>
                  <a:pt x="54610" y="0"/>
                  <a:pt x="60960" y="0"/>
                </a:cubicBezTo>
                <a:close/>
                <a:moveTo>
                  <a:pt x="172720" y="40640"/>
                </a:moveTo>
                <a:lnTo>
                  <a:pt x="172720" y="50800"/>
                </a:lnTo>
                <a:cubicBezTo>
                  <a:pt x="172720" y="5588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1280"/>
                </a:lnTo>
                <a:lnTo>
                  <a:pt x="20320" y="81280"/>
                </a:lnTo>
                <a:lnTo>
                  <a:pt x="20320" y="40640"/>
                </a:lnTo>
                <a:lnTo>
                  <a:pt x="50800" y="40640"/>
                </a:ln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close/>
                <a:moveTo>
                  <a:pt x="223520" y="101600"/>
                </a:moveTo>
                <a:lnTo>
                  <a:pt x="223520" y="203200"/>
                </a:lnTo>
                <a:lnTo>
                  <a:pt x="20320" y="203200"/>
                </a:lnTo>
                <a:lnTo>
                  <a:pt x="20320" y="101600"/>
                </a:lnTo>
                <a:lnTo>
                  <a:pt x="223520" y="1016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79" name="Полилиния: фигура 246">
            <a:extLst>
              <a:ext uri="{FF2B5EF4-FFF2-40B4-BE49-F238E27FC236}">
                <a16:creationId xmlns:a16="http://schemas.microsoft.com/office/drawing/2014/main" id="{DDBF93CC-742A-6177-F597-118029169CB2}"/>
              </a:ext>
            </a:extLst>
          </p:cNvPr>
          <p:cNvSpPr/>
          <p:nvPr/>
        </p:nvSpPr>
        <p:spPr>
          <a:xfrm>
            <a:off x="7230619" y="5362047"/>
            <a:ext cx="284162" cy="274816"/>
          </a:xfrm>
          <a:custGeom>
            <a:avLst/>
            <a:gdLst>
              <a:gd name="connsiteX0" fmla="*/ 205105 w 284162"/>
              <a:gd name="connsiteY0" fmla="*/ 26531 h 274816"/>
              <a:gd name="connsiteX1" fmla="*/ 111125 w 284162"/>
              <a:gd name="connsiteY1" fmla="*/ 4942 h 274816"/>
              <a:gd name="connsiteX2" fmla="*/ 99695 w 284162"/>
              <a:gd name="connsiteY2" fmla="*/ 8751 h 274816"/>
              <a:gd name="connsiteX3" fmla="*/ 95884 w 284162"/>
              <a:gd name="connsiteY3" fmla="*/ 27801 h 274816"/>
              <a:gd name="connsiteX4" fmla="*/ 133984 w 284162"/>
              <a:gd name="connsiteY4" fmla="*/ 65901 h 274816"/>
              <a:gd name="connsiteX5" fmla="*/ 133984 w 284162"/>
              <a:gd name="connsiteY5" fmla="*/ 95111 h 274816"/>
              <a:gd name="connsiteX6" fmla="*/ 5715 w 284162"/>
              <a:gd name="connsiteY6" fmla="*/ 223381 h 274816"/>
              <a:gd name="connsiteX7" fmla="*/ 5715 w 284162"/>
              <a:gd name="connsiteY7" fmla="*/ 252592 h 274816"/>
              <a:gd name="connsiteX8" fmla="*/ 22225 w 284162"/>
              <a:gd name="connsiteY8" fmla="*/ 269101 h 274816"/>
              <a:gd name="connsiteX9" fmla="*/ 51434 w 284162"/>
              <a:gd name="connsiteY9" fmla="*/ 269101 h 274816"/>
              <a:gd name="connsiteX10" fmla="*/ 179705 w 284162"/>
              <a:gd name="connsiteY10" fmla="*/ 140831 h 274816"/>
              <a:gd name="connsiteX11" fmla="*/ 208915 w 284162"/>
              <a:gd name="connsiteY11" fmla="*/ 140831 h 274816"/>
              <a:gd name="connsiteX12" fmla="*/ 226695 w 284162"/>
              <a:gd name="connsiteY12" fmla="*/ 158611 h 274816"/>
              <a:gd name="connsiteX13" fmla="*/ 241934 w 284162"/>
              <a:gd name="connsiteY13" fmla="*/ 158611 h 274816"/>
              <a:gd name="connsiteX14" fmla="*/ 281305 w 284162"/>
              <a:gd name="connsiteY14" fmla="*/ 119242 h 274816"/>
              <a:gd name="connsiteX15" fmla="*/ 281305 w 284162"/>
              <a:gd name="connsiteY15" fmla="*/ 104001 h 274816"/>
              <a:gd name="connsiteX16" fmla="*/ 205105 w 284162"/>
              <a:gd name="connsiteY16" fmla="*/ 26531 h 274816"/>
              <a:gd name="connsiteX17" fmla="*/ 147955 w 284162"/>
              <a:gd name="connsiteY17" fmla="*/ 50661 h 274816"/>
              <a:gd name="connsiteX18" fmla="*/ 120015 w 284162"/>
              <a:gd name="connsiteY18" fmla="*/ 22722 h 274816"/>
              <a:gd name="connsiteX19" fmla="*/ 189865 w 284162"/>
              <a:gd name="connsiteY19" fmla="*/ 40501 h 274816"/>
              <a:gd name="connsiteX20" fmla="*/ 258445 w 284162"/>
              <a:gd name="connsiteY20" fmla="*/ 109081 h 274816"/>
              <a:gd name="connsiteX21" fmla="*/ 231775 w 284162"/>
              <a:gd name="connsiteY21" fmla="*/ 135751 h 274816"/>
              <a:gd name="connsiteX22" fmla="*/ 220345 w 284162"/>
              <a:gd name="connsiteY22" fmla="*/ 124322 h 274816"/>
              <a:gd name="connsiteX23" fmla="*/ 172084 w 284162"/>
              <a:gd name="connsiteY23" fmla="*/ 116701 h 274816"/>
              <a:gd name="connsiteX24" fmla="*/ 153034 w 284162"/>
              <a:gd name="connsiteY24" fmla="*/ 97651 h 274816"/>
              <a:gd name="connsiteX25" fmla="*/ 147955 w 284162"/>
              <a:gd name="connsiteY25" fmla="*/ 50661 h 274816"/>
              <a:gd name="connsiteX26" fmla="*/ 141605 w 284162"/>
              <a:gd name="connsiteY26" fmla="*/ 114161 h 274816"/>
              <a:gd name="connsiteX27" fmla="*/ 18415 w 284162"/>
              <a:gd name="connsiteY27" fmla="*/ 237351 h 274816"/>
              <a:gd name="connsiteX28" fmla="*/ 34925 w 284162"/>
              <a:gd name="connsiteY28" fmla="*/ 253861 h 274816"/>
              <a:gd name="connsiteX29" fmla="*/ 158115 w 284162"/>
              <a:gd name="connsiteY29" fmla="*/ 130672 h 274816"/>
              <a:gd name="connsiteX30" fmla="*/ 141605 w 284162"/>
              <a:gd name="connsiteY30" fmla="*/ 114161 h 274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84162" h="274816">
                <a:moveTo>
                  <a:pt x="205105" y="26531"/>
                </a:moveTo>
                <a:cubicBezTo>
                  <a:pt x="180975" y="2401"/>
                  <a:pt x="144145" y="-6489"/>
                  <a:pt x="111125" y="4942"/>
                </a:cubicBezTo>
                <a:lnTo>
                  <a:pt x="99695" y="8751"/>
                </a:lnTo>
                <a:cubicBezTo>
                  <a:pt x="92075" y="11292"/>
                  <a:pt x="89534" y="21451"/>
                  <a:pt x="95884" y="27801"/>
                </a:cubicBezTo>
                <a:lnTo>
                  <a:pt x="133984" y="65901"/>
                </a:lnTo>
                <a:cubicBezTo>
                  <a:pt x="141605" y="73522"/>
                  <a:pt x="141605" y="86222"/>
                  <a:pt x="133984" y="95111"/>
                </a:cubicBezTo>
                <a:lnTo>
                  <a:pt x="5715" y="223381"/>
                </a:lnTo>
                <a:cubicBezTo>
                  <a:pt x="-1905" y="231001"/>
                  <a:pt x="-1905" y="243701"/>
                  <a:pt x="5715" y="252592"/>
                </a:cubicBezTo>
                <a:lnTo>
                  <a:pt x="22225" y="269101"/>
                </a:lnTo>
                <a:cubicBezTo>
                  <a:pt x="29845" y="276722"/>
                  <a:pt x="42545" y="276722"/>
                  <a:pt x="51434" y="269101"/>
                </a:cubicBezTo>
                <a:lnTo>
                  <a:pt x="179705" y="140831"/>
                </a:lnTo>
                <a:cubicBezTo>
                  <a:pt x="187325" y="133211"/>
                  <a:pt x="200025" y="133211"/>
                  <a:pt x="208915" y="140831"/>
                </a:cubicBezTo>
                <a:lnTo>
                  <a:pt x="226695" y="158611"/>
                </a:lnTo>
                <a:cubicBezTo>
                  <a:pt x="230505" y="162422"/>
                  <a:pt x="238125" y="162422"/>
                  <a:pt x="241934" y="158611"/>
                </a:cubicBezTo>
                <a:lnTo>
                  <a:pt x="281305" y="119242"/>
                </a:lnTo>
                <a:cubicBezTo>
                  <a:pt x="285115" y="115431"/>
                  <a:pt x="285115" y="107811"/>
                  <a:pt x="281305" y="104001"/>
                </a:cubicBezTo>
                <a:lnTo>
                  <a:pt x="205105" y="26531"/>
                </a:lnTo>
                <a:close/>
                <a:moveTo>
                  <a:pt x="147955" y="50661"/>
                </a:moveTo>
                <a:lnTo>
                  <a:pt x="120015" y="22722"/>
                </a:lnTo>
                <a:cubicBezTo>
                  <a:pt x="145415" y="15101"/>
                  <a:pt x="172084" y="22722"/>
                  <a:pt x="189865" y="40501"/>
                </a:cubicBezTo>
                <a:lnTo>
                  <a:pt x="258445" y="109081"/>
                </a:lnTo>
                <a:lnTo>
                  <a:pt x="231775" y="135751"/>
                </a:lnTo>
                <a:lnTo>
                  <a:pt x="220345" y="124322"/>
                </a:lnTo>
                <a:cubicBezTo>
                  <a:pt x="207645" y="111622"/>
                  <a:pt x="187325" y="109081"/>
                  <a:pt x="172084" y="116701"/>
                </a:cubicBezTo>
                <a:lnTo>
                  <a:pt x="153034" y="97651"/>
                </a:lnTo>
                <a:cubicBezTo>
                  <a:pt x="163195" y="83681"/>
                  <a:pt x="160655" y="63361"/>
                  <a:pt x="147955" y="50661"/>
                </a:cubicBezTo>
                <a:close/>
                <a:moveTo>
                  <a:pt x="141605" y="114161"/>
                </a:moveTo>
                <a:lnTo>
                  <a:pt x="18415" y="237351"/>
                </a:lnTo>
                <a:lnTo>
                  <a:pt x="34925" y="253861"/>
                </a:lnTo>
                <a:lnTo>
                  <a:pt x="158115" y="130672"/>
                </a:lnTo>
                <a:lnTo>
                  <a:pt x="141605" y="114161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0" name="Полилиния: фигура 249">
            <a:extLst>
              <a:ext uri="{FF2B5EF4-FFF2-40B4-BE49-F238E27FC236}">
                <a16:creationId xmlns:a16="http://schemas.microsoft.com/office/drawing/2014/main" id="{BA454A1B-5360-51F9-1B8A-302239486042}"/>
              </a:ext>
            </a:extLst>
          </p:cNvPr>
          <p:cNvSpPr/>
          <p:nvPr/>
        </p:nvSpPr>
        <p:spPr>
          <a:xfrm>
            <a:off x="8359014" y="5382228"/>
            <a:ext cx="264159" cy="232936"/>
          </a:xfrm>
          <a:custGeom>
            <a:avLst/>
            <a:gdLst>
              <a:gd name="connsiteX0" fmla="*/ 243839 w 264159"/>
              <a:gd name="connsiteY0" fmla="*/ 132080 h 232936"/>
              <a:gd name="connsiteX1" fmla="*/ 142239 w 264159"/>
              <a:gd name="connsiteY1" fmla="*/ 21590 h 232936"/>
              <a:gd name="connsiteX2" fmla="*/ 142239 w 264159"/>
              <a:gd name="connsiteY2" fmla="*/ 41910 h 232936"/>
              <a:gd name="connsiteX3" fmla="*/ 132080 w 264159"/>
              <a:gd name="connsiteY3" fmla="*/ 52070 h 232936"/>
              <a:gd name="connsiteX4" fmla="*/ 121920 w 264159"/>
              <a:gd name="connsiteY4" fmla="*/ 41910 h 232936"/>
              <a:gd name="connsiteX5" fmla="*/ 121920 w 264159"/>
              <a:gd name="connsiteY5" fmla="*/ 21590 h 232936"/>
              <a:gd name="connsiteX6" fmla="*/ 20320 w 264159"/>
              <a:gd name="connsiteY6" fmla="*/ 132080 h 232936"/>
              <a:gd name="connsiteX7" fmla="*/ 40639 w 264159"/>
              <a:gd name="connsiteY7" fmla="*/ 132080 h 232936"/>
              <a:gd name="connsiteX8" fmla="*/ 50800 w 264159"/>
              <a:gd name="connsiteY8" fmla="*/ 142240 h 232936"/>
              <a:gd name="connsiteX9" fmla="*/ 40639 w 264159"/>
              <a:gd name="connsiteY9" fmla="*/ 152400 h 232936"/>
              <a:gd name="connsiteX10" fmla="*/ 22860 w 264159"/>
              <a:gd name="connsiteY10" fmla="*/ 152400 h 232936"/>
              <a:gd name="connsiteX11" fmla="*/ 54610 w 264159"/>
              <a:gd name="connsiteY11" fmla="*/ 210820 h 232936"/>
              <a:gd name="connsiteX12" fmla="*/ 132080 w 264159"/>
              <a:gd name="connsiteY12" fmla="*/ 198120 h 232936"/>
              <a:gd name="connsiteX13" fmla="*/ 209550 w 264159"/>
              <a:gd name="connsiteY13" fmla="*/ 210820 h 232936"/>
              <a:gd name="connsiteX14" fmla="*/ 241300 w 264159"/>
              <a:gd name="connsiteY14" fmla="*/ 152400 h 232936"/>
              <a:gd name="connsiteX15" fmla="*/ 223520 w 264159"/>
              <a:gd name="connsiteY15" fmla="*/ 152400 h 232936"/>
              <a:gd name="connsiteX16" fmla="*/ 213360 w 264159"/>
              <a:gd name="connsiteY16" fmla="*/ 142240 h 232936"/>
              <a:gd name="connsiteX17" fmla="*/ 223520 w 264159"/>
              <a:gd name="connsiteY17" fmla="*/ 132080 h 232936"/>
              <a:gd name="connsiteX18" fmla="*/ 243839 w 264159"/>
              <a:gd name="connsiteY18" fmla="*/ 132080 h 232936"/>
              <a:gd name="connsiteX19" fmla="*/ 217170 w 264159"/>
              <a:gd name="connsiteY19" fmla="*/ 231140 h 232936"/>
              <a:gd name="connsiteX20" fmla="*/ 208280 w 264159"/>
              <a:gd name="connsiteY20" fmla="*/ 232410 h 232936"/>
              <a:gd name="connsiteX21" fmla="*/ 132080 w 264159"/>
              <a:gd name="connsiteY21" fmla="*/ 218440 h 232936"/>
              <a:gd name="connsiteX22" fmla="*/ 55880 w 264159"/>
              <a:gd name="connsiteY22" fmla="*/ 232410 h 232936"/>
              <a:gd name="connsiteX23" fmla="*/ 46989 w 264159"/>
              <a:gd name="connsiteY23" fmla="*/ 231140 h 232936"/>
              <a:gd name="connsiteX24" fmla="*/ 0 w 264159"/>
              <a:gd name="connsiteY24" fmla="*/ 132080 h 232936"/>
              <a:gd name="connsiteX25" fmla="*/ 132080 w 264159"/>
              <a:gd name="connsiteY25" fmla="*/ 0 h 232936"/>
              <a:gd name="connsiteX26" fmla="*/ 264160 w 264159"/>
              <a:gd name="connsiteY26" fmla="*/ 132080 h 232936"/>
              <a:gd name="connsiteX27" fmla="*/ 217170 w 264159"/>
              <a:gd name="connsiteY27" fmla="*/ 231140 h 232936"/>
              <a:gd name="connsiteX28" fmla="*/ 152400 w 264159"/>
              <a:gd name="connsiteY28" fmla="*/ 157480 h 232936"/>
              <a:gd name="connsiteX29" fmla="*/ 132080 w 264159"/>
              <a:gd name="connsiteY29" fmla="*/ 177800 h 232936"/>
              <a:gd name="connsiteX30" fmla="*/ 111760 w 264159"/>
              <a:gd name="connsiteY30" fmla="*/ 157480 h 232936"/>
              <a:gd name="connsiteX31" fmla="*/ 127000 w 264159"/>
              <a:gd name="connsiteY31" fmla="*/ 88900 h 232936"/>
              <a:gd name="connsiteX32" fmla="*/ 137160 w 264159"/>
              <a:gd name="connsiteY32" fmla="*/ 88900 h 232936"/>
              <a:gd name="connsiteX33" fmla="*/ 152400 w 264159"/>
              <a:gd name="connsiteY33" fmla="*/ 157480 h 2329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64159" h="232936">
                <a:moveTo>
                  <a:pt x="243839" y="132080"/>
                </a:moveTo>
                <a:cubicBezTo>
                  <a:pt x="243839" y="73660"/>
                  <a:pt x="199389" y="26670"/>
                  <a:pt x="142239" y="21590"/>
                </a:cubicBezTo>
                <a:lnTo>
                  <a:pt x="142239" y="41910"/>
                </a:lnTo>
                <a:cubicBezTo>
                  <a:pt x="142239" y="46990"/>
                  <a:pt x="137160" y="52070"/>
                  <a:pt x="132080" y="52070"/>
                </a:cubicBezTo>
                <a:cubicBezTo>
                  <a:pt x="127000" y="52070"/>
                  <a:pt x="121920" y="46990"/>
                  <a:pt x="121920" y="41910"/>
                </a:cubicBezTo>
                <a:lnTo>
                  <a:pt x="121920" y="21590"/>
                </a:lnTo>
                <a:cubicBezTo>
                  <a:pt x="64770" y="26670"/>
                  <a:pt x="20320" y="74930"/>
                  <a:pt x="20320" y="132080"/>
                </a:cubicBezTo>
                <a:lnTo>
                  <a:pt x="40639" y="132080"/>
                </a:lnTo>
                <a:cubicBezTo>
                  <a:pt x="45720" y="132080"/>
                  <a:pt x="50800" y="137160"/>
                  <a:pt x="50800" y="142240"/>
                </a:cubicBezTo>
                <a:cubicBezTo>
                  <a:pt x="50800" y="147320"/>
                  <a:pt x="45720" y="152400"/>
                  <a:pt x="40639" y="152400"/>
                </a:cubicBezTo>
                <a:lnTo>
                  <a:pt x="22860" y="152400"/>
                </a:lnTo>
                <a:cubicBezTo>
                  <a:pt x="27939" y="176530"/>
                  <a:pt x="39370" y="196850"/>
                  <a:pt x="54610" y="210820"/>
                </a:cubicBezTo>
                <a:cubicBezTo>
                  <a:pt x="78739" y="203200"/>
                  <a:pt x="102870" y="198120"/>
                  <a:pt x="132080" y="198120"/>
                </a:cubicBezTo>
                <a:cubicBezTo>
                  <a:pt x="161289" y="198120"/>
                  <a:pt x="185420" y="203200"/>
                  <a:pt x="209550" y="210820"/>
                </a:cubicBezTo>
                <a:cubicBezTo>
                  <a:pt x="224789" y="196850"/>
                  <a:pt x="237489" y="175260"/>
                  <a:pt x="241300" y="152400"/>
                </a:cubicBezTo>
                <a:lnTo>
                  <a:pt x="223520" y="152400"/>
                </a:lnTo>
                <a:cubicBezTo>
                  <a:pt x="218439" y="152400"/>
                  <a:pt x="213360" y="147320"/>
                  <a:pt x="213360" y="142240"/>
                </a:cubicBezTo>
                <a:cubicBezTo>
                  <a:pt x="213360" y="137160"/>
                  <a:pt x="218439" y="132080"/>
                  <a:pt x="223520" y="132080"/>
                </a:cubicBezTo>
                <a:lnTo>
                  <a:pt x="243839" y="132080"/>
                </a:lnTo>
                <a:close/>
                <a:moveTo>
                  <a:pt x="217170" y="231140"/>
                </a:moveTo>
                <a:cubicBezTo>
                  <a:pt x="214630" y="232410"/>
                  <a:pt x="210820" y="233680"/>
                  <a:pt x="208280" y="232410"/>
                </a:cubicBezTo>
                <a:cubicBezTo>
                  <a:pt x="184150" y="224790"/>
                  <a:pt x="160020" y="218440"/>
                  <a:pt x="132080" y="218440"/>
                </a:cubicBezTo>
                <a:cubicBezTo>
                  <a:pt x="104139" y="218440"/>
                  <a:pt x="80010" y="223520"/>
                  <a:pt x="55880" y="232410"/>
                </a:cubicBezTo>
                <a:cubicBezTo>
                  <a:pt x="53339" y="233680"/>
                  <a:pt x="49530" y="232410"/>
                  <a:pt x="46989" y="231140"/>
                </a:cubicBezTo>
                <a:cubicBezTo>
                  <a:pt x="19050" y="209550"/>
                  <a:pt x="0" y="171450"/>
                  <a:pt x="0" y="132080"/>
                </a:cubicBezTo>
                <a:cubicBezTo>
                  <a:pt x="0" y="59690"/>
                  <a:pt x="58420" y="0"/>
                  <a:pt x="132080" y="0"/>
                </a:cubicBezTo>
                <a:cubicBezTo>
                  <a:pt x="204470" y="0"/>
                  <a:pt x="264160" y="59690"/>
                  <a:pt x="264160" y="132080"/>
                </a:cubicBezTo>
                <a:cubicBezTo>
                  <a:pt x="264160" y="171450"/>
                  <a:pt x="245110" y="209550"/>
                  <a:pt x="217170" y="231140"/>
                </a:cubicBezTo>
                <a:close/>
                <a:moveTo>
                  <a:pt x="152400" y="157480"/>
                </a:moveTo>
                <a:cubicBezTo>
                  <a:pt x="152400" y="168910"/>
                  <a:pt x="143510" y="177800"/>
                  <a:pt x="132080" y="177800"/>
                </a:cubicBezTo>
                <a:cubicBezTo>
                  <a:pt x="120650" y="177800"/>
                  <a:pt x="111760" y="168910"/>
                  <a:pt x="111760" y="157480"/>
                </a:cubicBezTo>
                <a:cubicBezTo>
                  <a:pt x="111760" y="149860"/>
                  <a:pt x="120650" y="111760"/>
                  <a:pt x="127000" y="88900"/>
                </a:cubicBezTo>
                <a:cubicBezTo>
                  <a:pt x="128270" y="83820"/>
                  <a:pt x="135889" y="83820"/>
                  <a:pt x="137160" y="88900"/>
                </a:cubicBezTo>
                <a:cubicBezTo>
                  <a:pt x="142239" y="113030"/>
                  <a:pt x="152400" y="149860"/>
                  <a:pt x="152400" y="1574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1" name="Полилиния: фигура 253">
            <a:extLst>
              <a:ext uri="{FF2B5EF4-FFF2-40B4-BE49-F238E27FC236}">
                <a16:creationId xmlns:a16="http://schemas.microsoft.com/office/drawing/2014/main" id="{81CFFFDF-1F1E-E8D2-F433-329D087AC995}"/>
              </a:ext>
            </a:extLst>
          </p:cNvPr>
          <p:cNvSpPr/>
          <p:nvPr/>
        </p:nvSpPr>
        <p:spPr>
          <a:xfrm>
            <a:off x="11186034" y="5387308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40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40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40 w 203200"/>
              <a:gd name="connsiteY16" fmla="*/ 203200 h 223520"/>
              <a:gd name="connsiteX17" fmla="*/ 40640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78740 w 203200"/>
              <a:gd name="connsiteY24" fmla="*/ 63500 h 223520"/>
              <a:gd name="connsiteX25" fmla="*/ 64770 w 203200"/>
              <a:gd name="connsiteY25" fmla="*/ 63500 h 223520"/>
              <a:gd name="connsiteX26" fmla="*/ 64770 w 203200"/>
              <a:gd name="connsiteY26" fmla="*/ 77470 h 223520"/>
              <a:gd name="connsiteX27" fmla="*/ 87630 w 203200"/>
              <a:gd name="connsiteY27" fmla="*/ 100330 h 223520"/>
              <a:gd name="connsiteX28" fmla="*/ 64770 w 203200"/>
              <a:gd name="connsiteY28" fmla="*/ 123190 h 223520"/>
              <a:gd name="connsiteX29" fmla="*/ 64770 w 203200"/>
              <a:gd name="connsiteY29" fmla="*/ 137160 h 223520"/>
              <a:gd name="connsiteX30" fmla="*/ 78740 w 203200"/>
              <a:gd name="connsiteY30" fmla="*/ 137160 h 223520"/>
              <a:gd name="connsiteX31" fmla="*/ 101600 w 203200"/>
              <a:gd name="connsiteY31" fmla="*/ 114300 h 223520"/>
              <a:gd name="connsiteX32" fmla="*/ 124460 w 203200"/>
              <a:gd name="connsiteY32" fmla="*/ 137160 h 223520"/>
              <a:gd name="connsiteX33" fmla="*/ 138430 w 203200"/>
              <a:gd name="connsiteY33" fmla="*/ 137160 h 223520"/>
              <a:gd name="connsiteX34" fmla="*/ 138430 w 203200"/>
              <a:gd name="connsiteY34" fmla="*/ 123190 h 223520"/>
              <a:gd name="connsiteX35" fmla="*/ 115570 w 203200"/>
              <a:gd name="connsiteY35" fmla="*/ 100330 h 223520"/>
              <a:gd name="connsiteX36" fmla="*/ 138430 w 203200"/>
              <a:gd name="connsiteY36" fmla="*/ 77470 h 223520"/>
              <a:gd name="connsiteX37" fmla="*/ 138430 w 203200"/>
              <a:gd name="connsiteY37" fmla="*/ 63500 h 223520"/>
              <a:gd name="connsiteX38" fmla="*/ 124460 w 203200"/>
              <a:gd name="connsiteY38" fmla="*/ 63500 h 223520"/>
              <a:gd name="connsiteX39" fmla="*/ 101600 w 203200"/>
              <a:gd name="connsiteY39" fmla="*/ 86360 h 223520"/>
              <a:gd name="connsiteX40" fmla="*/ 78740 w 203200"/>
              <a:gd name="connsiteY40" fmla="*/ 635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40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40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40" y="203200"/>
                </a:lnTo>
                <a:lnTo>
                  <a:pt x="40640" y="213360"/>
                </a:lnTo>
                <a:cubicBezTo>
                  <a:pt x="40640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78740" y="63500"/>
                </a:moveTo>
                <a:cubicBezTo>
                  <a:pt x="74930" y="59690"/>
                  <a:pt x="68580" y="59690"/>
                  <a:pt x="64770" y="63500"/>
                </a:cubicBezTo>
                <a:cubicBezTo>
                  <a:pt x="60960" y="67310"/>
                  <a:pt x="60960" y="73660"/>
                  <a:pt x="64770" y="77470"/>
                </a:cubicBezTo>
                <a:lnTo>
                  <a:pt x="87630" y="100330"/>
                </a:lnTo>
                <a:lnTo>
                  <a:pt x="64770" y="123190"/>
                </a:lnTo>
                <a:cubicBezTo>
                  <a:pt x="60960" y="127000"/>
                  <a:pt x="60960" y="133350"/>
                  <a:pt x="64770" y="137160"/>
                </a:cubicBezTo>
                <a:cubicBezTo>
                  <a:pt x="68580" y="140970"/>
                  <a:pt x="74930" y="140970"/>
                  <a:pt x="78740" y="137160"/>
                </a:cubicBezTo>
                <a:lnTo>
                  <a:pt x="101600" y="114300"/>
                </a:lnTo>
                <a:lnTo>
                  <a:pt x="124460" y="137160"/>
                </a:lnTo>
                <a:cubicBezTo>
                  <a:pt x="128270" y="140970"/>
                  <a:pt x="134620" y="140970"/>
                  <a:pt x="138430" y="137160"/>
                </a:cubicBezTo>
                <a:cubicBezTo>
                  <a:pt x="142240" y="133350"/>
                  <a:pt x="142240" y="127000"/>
                  <a:pt x="138430" y="123190"/>
                </a:cubicBezTo>
                <a:lnTo>
                  <a:pt x="115570" y="100330"/>
                </a:lnTo>
                <a:lnTo>
                  <a:pt x="138430" y="77470"/>
                </a:lnTo>
                <a:cubicBezTo>
                  <a:pt x="142240" y="73660"/>
                  <a:pt x="142240" y="67310"/>
                  <a:pt x="138430" y="63500"/>
                </a:cubicBezTo>
                <a:cubicBezTo>
                  <a:pt x="134620" y="59690"/>
                  <a:pt x="128270" y="59690"/>
                  <a:pt x="124460" y="63500"/>
                </a:cubicBezTo>
                <a:lnTo>
                  <a:pt x="101600" y="86360"/>
                </a:lnTo>
                <a:lnTo>
                  <a:pt x="78740" y="635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2" name="Полилиния: фигура 256">
            <a:extLst>
              <a:ext uri="{FF2B5EF4-FFF2-40B4-BE49-F238E27FC236}">
                <a16:creationId xmlns:a16="http://schemas.microsoft.com/office/drawing/2014/main" id="{DDD97475-BCE5-219C-91AD-3FD4C157352A}"/>
              </a:ext>
            </a:extLst>
          </p:cNvPr>
          <p:cNvSpPr/>
          <p:nvPr/>
        </p:nvSpPr>
        <p:spPr>
          <a:xfrm>
            <a:off x="10627234" y="5387308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40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40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40 w 203200"/>
              <a:gd name="connsiteY16" fmla="*/ 203200 h 223520"/>
              <a:gd name="connsiteX17" fmla="*/ 40640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158750 w 203200"/>
              <a:gd name="connsiteY24" fmla="*/ 87630 h 223520"/>
              <a:gd name="connsiteX25" fmla="*/ 158750 w 203200"/>
              <a:gd name="connsiteY25" fmla="*/ 73660 h 223520"/>
              <a:gd name="connsiteX26" fmla="*/ 144780 w 203200"/>
              <a:gd name="connsiteY26" fmla="*/ 73660 h 223520"/>
              <a:gd name="connsiteX27" fmla="*/ 111760 w 203200"/>
              <a:gd name="connsiteY27" fmla="*/ 106680 h 223520"/>
              <a:gd name="connsiteX28" fmla="*/ 88900 w 203200"/>
              <a:gd name="connsiteY28" fmla="*/ 83820 h 223520"/>
              <a:gd name="connsiteX29" fmla="*/ 73660 w 203200"/>
              <a:gd name="connsiteY29" fmla="*/ 83820 h 223520"/>
              <a:gd name="connsiteX30" fmla="*/ 44450 w 203200"/>
              <a:gd name="connsiteY30" fmla="*/ 113030 h 223520"/>
              <a:gd name="connsiteX31" fmla="*/ 44450 w 203200"/>
              <a:gd name="connsiteY31" fmla="*/ 127000 h 223520"/>
              <a:gd name="connsiteX32" fmla="*/ 58420 w 203200"/>
              <a:gd name="connsiteY32" fmla="*/ 127000 h 223520"/>
              <a:gd name="connsiteX33" fmla="*/ 81280 w 203200"/>
              <a:gd name="connsiteY33" fmla="*/ 104140 h 223520"/>
              <a:gd name="connsiteX34" fmla="*/ 104140 w 203200"/>
              <a:gd name="connsiteY34" fmla="*/ 127000 h 223520"/>
              <a:gd name="connsiteX35" fmla="*/ 119380 w 203200"/>
              <a:gd name="connsiteY35" fmla="*/ 127000 h 223520"/>
              <a:gd name="connsiteX36" fmla="*/ 158750 w 203200"/>
              <a:gd name="connsiteY36" fmla="*/ 8763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40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40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40" y="203200"/>
                </a:lnTo>
                <a:lnTo>
                  <a:pt x="40640" y="213360"/>
                </a:lnTo>
                <a:cubicBezTo>
                  <a:pt x="40640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158750" y="87630"/>
                </a:moveTo>
                <a:cubicBezTo>
                  <a:pt x="162560" y="83820"/>
                  <a:pt x="162560" y="77470"/>
                  <a:pt x="158750" y="73660"/>
                </a:cubicBezTo>
                <a:cubicBezTo>
                  <a:pt x="154940" y="69850"/>
                  <a:pt x="148590" y="69850"/>
                  <a:pt x="144780" y="73660"/>
                </a:cubicBezTo>
                <a:lnTo>
                  <a:pt x="111760" y="106680"/>
                </a:lnTo>
                <a:lnTo>
                  <a:pt x="88900" y="83820"/>
                </a:lnTo>
                <a:cubicBezTo>
                  <a:pt x="85090" y="80010"/>
                  <a:pt x="77470" y="80010"/>
                  <a:pt x="73660" y="83820"/>
                </a:cubicBezTo>
                <a:lnTo>
                  <a:pt x="44450" y="113030"/>
                </a:lnTo>
                <a:cubicBezTo>
                  <a:pt x="40640" y="116840"/>
                  <a:pt x="40640" y="123190"/>
                  <a:pt x="44450" y="127000"/>
                </a:cubicBezTo>
                <a:cubicBezTo>
                  <a:pt x="48260" y="130810"/>
                  <a:pt x="54610" y="130810"/>
                  <a:pt x="58420" y="127000"/>
                </a:cubicBezTo>
                <a:lnTo>
                  <a:pt x="81280" y="104140"/>
                </a:lnTo>
                <a:lnTo>
                  <a:pt x="104140" y="127000"/>
                </a:lnTo>
                <a:cubicBezTo>
                  <a:pt x="107950" y="130810"/>
                  <a:pt x="115570" y="130810"/>
                  <a:pt x="119380" y="127000"/>
                </a:cubicBezTo>
                <a:lnTo>
                  <a:pt x="158750" y="8763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3" name="Полилиния: фигура 259">
            <a:extLst>
              <a:ext uri="{FF2B5EF4-FFF2-40B4-BE49-F238E27FC236}">
                <a16:creationId xmlns:a16="http://schemas.microsoft.com/office/drawing/2014/main" id="{E75A0099-4C22-6C31-4BDF-C146EA7D0515}"/>
              </a:ext>
            </a:extLst>
          </p:cNvPr>
          <p:cNvSpPr/>
          <p:nvPr/>
        </p:nvSpPr>
        <p:spPr>
          <a:xfrm>
            <a:off x="6690234" y="5387308"/>
            <a:ext cx="243840" cy="223520"/>
          </a:xfrm>
          <a:custGeom>
            <a:avLst/>
            <a:gdLst>
              <a:gd name="connsiteX0" fmla="*/ 71120 w 243840"/>
              <a:gd name="connsiteY0" fmla="*/ 10160 h 223520"/>
              <a:gd name="connsiteX1" fmla="*/ 60960 w 243840"/>
              <a:gd name="connsiteY1" fmla="*/ 0 h 223520"/>
              <a:gd name="connsiteX2" fmla="*/ 50800 w 243840"/>
              <a:gd name="connsiteY2" fmla="*/ 10160 h 223520"/>
              <a:gd name="connsiteX3" fmla="*/ 50800 w 243840"/>
              <a:gd name="connsiteY3" fmla="*/ 20320 h 223520"/>
              <a:gd name="connsiteX4" fmla="*/ 20320 w 243840"/>
              <a:gd name="connsiteY4" fmla="*/ 20320 h 223520"/>
              <a:gd name="connsiteX5" fmla="*/ 0 w 243840"/>
              <a:gd name="connsiteY5" fmla="*/ 40640 h 223520"/>
              <a:gd name="connsiteX6" fmla="*/ 0 w 243840"/>
              <a:gd name="connsiteY6" fmla="*/ 91440 h 223520"/>
              <a:gd name="connsiteX7" fmla="*/ 0 w 243840"/>
              <a:gd name="connsiteY7" fmla="*/ 203200 h 223520"/>
              <a:gd name="connsiteX8" fmla="*/ 20320 w 243840"/>
              <a:gd name="connsiteY8" fmla="*/ 223520 h 223520"/>
              <a:gd name="connsiteX9" fmla="*/ 223520 w 243840"/>
              <a:gd name="connsiteY9" fmla="*/ 223520 h 223520"/>
              <a:gd name="connsiteX10" fmla="*/ 243840 w 243840"/>
              <a:gd name="connsiteY10" fmla="*/ 203200 h 223520"/>
              <a:gd name="connsiteX11" fmla="*/ 243840 w 243840"/>
              <a:gd name="connsiteY11" fmla="*/ 91440 h 223520"/>
              <a:gd name="connsiteX12" fmla="*/ 243840 w 243840"/>
              <a:gd name="connsiteY12" fmla="*/ 40640 h 223520"/>
              <a:gd name="connsiteX13" fmla="*/ 223520 w 243840"/>
              <a:gd name="connsiteY13" fmla="*/ 20320 h 223520"/>
              <a:gd name="connsiteX14" fmla="*/ 193040 w 243840"/>
              <a:gd name="connsiteY14" fmla="*/ 20320 h 223520"/>
              <a:gd name="connsiteX15" fmla="*/ 193040 w 243840"/>
              <a:gd name="connsiteY15" fmla="*/ 10160 h 223520"/>
              <a:gd name="connsiteX16" fmla="*/ 182880 w 243840"/>
              <a:gd name="connsiteY16" fmla="*/ 0 h 223520"/>
              <a:gd name="connsiteX17" fmla="*/ 172720 w 243840"/>
              <a:gd name="connsiteY17" fmla="*/ 10160 h 223520"/>
              <a:gd name="connsiteX18" fmla="*/ 172720 w 243840"/>
              <a:gd name="connsiteY18" fmla="*/ 20320 h 223520"/>
              <a:gd name="connsiteX19" fmla="*/ 71120 w 243840"/>
              <a:gd name="connsiteY19" fmla="*/ 20320 h 223520"/>
              <a:gd name="connsiteX20" fmla="*/ 71120 w 243840"/>
              <a:gd name="connsiteY20" fmla="*/ 10160 h 223520"/>
              <a:gd name="connsiteX21" fmla="*/ 172720 w 243840"/>
              <a:gd name="connsiteY21" fmla="*/ 50800 h 223520"/>
              <a:gd name="connsiteX22" fmla="*/ 172720 w 243840"/>
              <a:gd name="connsiteY22" fmla="*/ 40640 h 223520"/>
              <a:gd name="connsiteX23" fmla="*/ 71120 w 243840"/>
              <a:gd name="connsiteY23" fmla="*/ 40640 h 223520"/>
              <a:gd name="connsiteX24" fmla="*/ 71120 w 243840"/>
              <a:gd name="connsiteY24" fmla="*/ 50800 h 223520"/>
              <a:gd name="connsiteX25" fmla="*/ 60960 w 243840"/>
              <a:gd name="connsiteY25" fmla="*/ 60960 h 223520"/>
              <a:gd name="connsiteX26" fmla="*/ 50800 w 243840"/>
              <a:gd name="connsiteY26" fmla="*/ 50800 h 223520"/>
              <a:gd name="connsiteX27" fmla="*/ 50800 w 243840"/>
              <a:gd name="connsiteY27" fmla="*/ 40640 h 223520"/>
              <a:gd name="connsiteX28" fmla="*/ 20320 w 243840"/>
              <a:gd name="connsiteY28" fmla="*/ 40640 h 223520"/>
              <a:gd name="connsiteX29" fmla="*/ 20320 w 243840"/>
              <a:gd name="connsiteY29" fmla="*/ 81280 h 223520"/>
              <a:gd name="connsiteX30" fmla="*/ 223520 w 243840"/>
              <a:gd name="connsiteY30" fmla="*/ 81280 h 223520"/>
              <a:gd name="connsiteX31" fmla="*/ 223520 w 243840"/>
              <a:gd name="connsiteY31" fmla="*/ 40640 h 223520"/>
              <a:gd name="connsiteX32" fmla="*/ 193040 w 243840"/>
              <a:gd name="connsiteY32" fmla="*/ 40640 h 223520"/>
              <a:gd name="connsiteX33" fmla="*/ 193040 w 243840"/>
              <a:gd name="connsiteY33" fmla="*/ 50800 h 223520"/>
              <a:gd name="connsiteX34" fmla="*/ 182880 w 243840"/>
              <a:gd name="connsiteY34" fmla="*/ 60960 h 223520"/>
              <a:gd name="connsiteX35" fmla="*/ 172720 w 243840"/>
              <a:gd name="connsiteY35" fmla="*/ 50800 h 223520"/>
              <a:gd name="connsiteX36" fmla="*/ 223520 w 243840"/>
              <a:gd name="connsiteY36" fmla="*/ 203200 h 223520"/>
              <a:gd name="connsiteX37" fmla="*/ 223520 w 243840"/>
              <a:gd name="connsiteY37" fmla="*/ 101600 h 223520"/>
              <a:gd name="connsiteX38" fmla="*/ 20320 w 243840"/>
              <a:gd name="connsiteY38" fmla="*/ 101600 h 223520"/>
              <a:gd name="connsiteX39" fmla="*/ 20320 w 243840"/>
              <a:gd name="connsiteY39" fmla="*/ 203200 h 223520"/>
              <a:gd name="connsiteX40" fmla="*/ 223520 w 243840"/>
              <a:gd name="connsiteY40" fmla="*/ 203200 h 223520"/>
              <a:gd name="connsiteX41" fmla="*/ 165100 w 243840"/>
              <a:gd name="connsiteY41" fmla="*/ 133350 h 223520"/>
              <a:gd name="connsiteX42" fmla="*/ 165100 w 243840"/>
              <a:gd name="connsiteY42" fmla="*/ 119380 h 223520"/>
              <a:gd name="connsiteX43" fmla="*/ 151130 w 243840"/>
              <a:gd name="connsiteY43" fmla="*/ 119380 h 223520"/>
              <a:gd name="connsiteX44" fmla="*/ 113030 w 243840"/>
              <a:gd name="connsiteY44" fmla="*/ 157480 h 223520"/>
              <a:gd name="connsiteX45" fmla="*/ 95250 w 243840"/>
              <a:gd name="connsiteY45" fmla="*/ 139700 h 223520"/>
              <a:gd name="connsiteX46" fmla="*/ 81280 w 243840"/>
              <a:gd name="connsiteY46" fmla="*/ 139700 h 223520"/>
              <a:gd name="connsiteX47" fmla="*/ 81280 w 243840"/>
              <a:gd name="connsiteY47" fmla="*/ 153670 h 223520"/>
              <a:gd name="connsiteX48" fmla="*/ 105410 w 243840"/>
              <a:gd name="connsiteY48" fmla="*/ 177800 h 223520"/>
              <a:gd name="connsiteX49" fmla="*/ 120650 w 243840"/>
              <a:gd name="connsiteY49" fmla="*/ 177800 h 223520"/>
              <a:gd name="connsiteX50" fmla="*/ 165100 w 243840"/>
              <a:gd name="connsiteY50" fmla="*/ 13335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43840" h="223520">
                <a:moveTo>
                  <a:pt x="71120" y="10160"/>
                </a:moveTo>
                <a:cubicBezTo>
                  <a:pt x="71120" y="5080"/>
                  <a:pt x="66040" y="0"/>
                  <a:pt x="60960" y="0"/>
                </a:cubicBezTo>
                <a:cubicBezTo>
                  <a:pt x="55880" y="0"/>
                  <a:pt x="50800" y="5080"/>
                  <a:pt x="50800" y="10160"/>
                </a:cubicBezTo>
                <a:lnTo>
                  <a:pt x="50800" y="20320"/>
                </a:lnTo>
                <a:lnTo>
                  <a:pt x="20320" y="20320"/>
                </a:lnTo>
                <a:cubicBezTo>
                  <a:pt x="8890" y="20320"/>
                  <a:pt x="0" y="29210"/>
                  <a:pt x="0" y="40640"/>
                </a:cubicBezTo>
                <a:lnTo>
                  <a:pt x="0" y="91440"/>
                </a:ln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223520" y="223520"/>
                </a:lnTo>
                <a:cubicBezTo>
                  <a:pt x="234950" y="223520"/>
                  <a:pt x="243840" y="214630"/>
                  <a:pt x="243840" y="203200"/>
                </a:cubicBezTo>
                <a:lnTo>
                  <a:pt x="243840" y="91440"/>
                </a:lnTo>
                <a:lnTo>
                  <a:pt x="243840" y="40640"/>
                </a:lnTo>
                <a:cubicBezTo>
                  <a:pt x="243840" y="29210"/>
                  <a:pt x="234950" y="20320"/>
                  <a:pt x="223520" y="20320"/>
                </a:cubicBezTo>
                <a:lnTo>
                  <a:pt x="193040" y="20320"/>
                </a:lnTo>
                <a:lnTo>
                  <a:pt x="193040" y="10160"/>
                </a:lnTo>
                <a:cubicBezTo>
                  <a:pt x="193040" y="5080"/>
                  <a:pt x="187960" y="0"/>
                  <a:pt x="182880" y="0"/>
                </a:cubicBezTo>
                <a:cubicBezTo>
                  <a:pt x="177800" y="0"/>
                  <a:pt x="172720" y="5080"/>
                  <a:pt x="172720" y="10160"/>
                </a:cubicBezTo>
                <a:lnTo>
                  <a:pt x="172720" y="20320"/>
                </a:lnTo>
                <a:lnTo>
                  <a:pt x="71120" y="20320"/>
                </a:lnTo>
                <a:lnTo>
                  <a:pt x="71120" y="10160"/>
                </a:lnTo>
                <a:close/>
                <a:moveTo>
                  <a:pt x="172720" y="50800"/>
                </a:moveTo>
                <a:lnTo>
                  <a:pt x="172720" y="40640"/>
                </a:lnTo>
                <a:lnTo>
                  <a:pt x="71120" y="40640"/>
                </a:lnTo>
                <a:lnTo>
                  <a:pt x="71120" y="50800"/>
                </a:lnTo>
                <a:cubicBezTo>
                  <a:pt x="71120" y="55880"/>
                  <a:pt x="66040" y="60960"/>
                  <a:pt x="60960" y="60960"/>
                </a:cubicBezTo>
                <a:cubicBezTo>
                  <a:pt x="55880" y="60960"/>
                  <a:pt x="50800" y="55880"/>
                  <a:pt x="50800" y="50800"/>
                </a:cubicBezTo>
                <a:lnTo>
                  <a:pt x="50800" y="40640"/>
                </a:lnTo>
                <a:lnTo>
                  <a:pt x="20320" y="40640"/>
                </a:lnTo>
                <a:lnTo>
                  <a:pt x="20320" y="81280"/>
                </a:lnTo>
                <a:lnTo>
                  <a:pt x="223520" y="81280"/>
                </a:lnTo>
                <a:lnTo>
                  <a:pt x="223520" y="40640"/>
                </a:lnTo>
                <a:lnTo>
                  <a:pt x="193040" y="40640"/>
                </a:lnTo>
                <a:lnTo>
                  <a:pt x="193040" y="50800"/>
                </a:lnTo>
                <a:cubicBezTo>
                  <a:pt x="193040" y="55880"/>
                  <a:pt x="187960" y="60960"/>
                  <a:pt x="182880" y="60960"/>
                </a:cubicBezTo>
                <a:cubicBezTo>
                  <a:pt x="177800" y="60960"/>
                  <a:pt x="172720" y="55880"/>
                  <a:pt x="172720" y="50800"/>
                </a:cubicBezTo>
                <a:close/>
                <a:moveTo>
                  <a:pt x="223520" y="203200"/>
                </a:moveTo>
                <a:lnTo>
                  <a:pt x="223520" y="101600"/>
                </a:lnTo>
                <a:lnTo>
                  <a:pt x="20320" y="101600"/>
                </a:lnTo>
                <a:lnTo>
                  <a:pt x="20320" y="203200"/>
                </a:lnTo>
                <a:lnTo>
                  <a:pt x="223520" y="203200"/>
                </a:lnTo>
                <a:close/>
                <a:moveTo>
                  <a:pt x="165100" y="133350"/>
                </a:moveTo>
                <a:cubicBezTo>
                  <a:pt x="168910" y="129540"/>
                  <a:pt x="168910" y="123190"/>
                  <a:pt x="165100" y="119380"/>
                </a:cubicBezTo>
                <a:cubicBezTo>
                  <a:pt x="161290" y="115570"/>
                  <a:pt x="154940" y="115570"/>
                  <a:pt x="151130" y="119380"/>
                </a:cubicBezTo>
                <a:lnTo>
                  <a:pt x="113030" y="157480"/>
                </a:lnTo>
                <a:lnTo>
                  <a:pt x="95250" y="139700"/>
                </a:lnTo>
                <a:cubicBezTo>
                  <a:pt x="91440" y="135890"/>
                  <a:pt x="85090" y="135890"/>
                  <a:pt x="81280" y="139700"/>
                </a:cubicBezTo>
                <a:cubicBezTo>
                  <a:pt x="77470" y="143510"/>
                  <a:pt x="77470" y="149860"/>
                  <a:pt x="81280" y="153670"/>
                </a:cubicBezTo>
                <a:lnTo>
                  <a:pt x="105410" y="177800"/>
                </a:lnTo>
                <a:cubicBezTo>
                  <a:pt x="109220" y="181610"/>
                  <a:pt x="116840" y="181610"/>
                  <a:pt x="120650" y="177800"/>
                </a:cubicBezTo>
                <a:lnTo>
                  <a:pt x="165100" y="1333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4" name="Полилиния: фигура 262">
            <a:extLst>
              <a:ext uri="{FF2B5EF4-FFF2-40B4-BE49-F238E27FC236}">
                <a16:creationId xmlns:a16="http://schemas.microsoft.com/office/drawing/2014/main" id="{53F8D5F8-7040-BEB9-C78B-3CC7B2773544}"/>
              </a:ext>
            </a:extLst>
          </p:cNvPr>
          <p:cNvSpPr/>
          <p:nvPr/>
        </p:nvSpPr>
        <p:spPr>
          <a:xfrm>
            <a:off x="7803071" y="5370799"/>
            <a:ext cx="256222" cy="256222"/>
          </a:xfrm>
          <a:custGeom>
            <a:avLst/>
            <a:gdLst>
              <a:gd name="connsiteX0" fmla="*/ 174943 w 256222"/>
              <a:gd name="connsiteY0" fmla="*/ 0 h 256222"/>
              <a:gd name="connsiteX1" fmla="*/ 185102 w 256222"/>
              <a:gd name="connsiteY1" fmla="*/ 10160 h 256222"/>
              <a:gd name="connsiteX2" fmla="*/ 185102 w 256222"/>
              <a:gd name="connsiteY2" fmla="*/ 30480 h 256222"/>
              <a:gd name="connsiteX3" fmla="*/ 174943 w 256222"/>
              <a:gd name="connsiteY3" fmla="*/ 40640 h 256222"/>
              <a:gd name="connsiteX4" fmla="*/ 164782 w 256222"/>
              <a:gd name="connsiteY4" fmla="*/ 30480 h 256222"/>
              <a:gd name="connsiteX5" fmla="*/ 164782 w 256222"/>
              <a:gd name="connsiteY5" fmla="*/ 10160 h 256222"/>
              <a:gd name="connsiteX6" fmla="*/ 174943 w 256222"/>
              <a:gd name="connsiteY6" fmla="*/ 0 h 256222"/>
              <a:gd name="connsiteX7" fmla="*/ 243522 w 256222"/>
              <a:gd name="connsiteY7" fmla="*/ 26670 h 256222"/>
              <a:gd name="connsiteX8" fmla="*/ 243522 w 256222"/>
              <a:gd name="connsiteY8" fmla="*/ 12700 h 256222"/>
              <a:gd name="connsiteX9" fmla="*/ 229552 w 256222"/>
              <a:gd name="connsiteY9" fmla="*/ 12700 h 256222"/>
              <a:gd name="connsiteX10" fmla="*/ 209232 w 256222"/>
              <a:gd name="connsiteY10" fmla="*/ 33020 h 256222"/>
              <a:gd name="connsiteX11" fmla="*/ 209232 w 256222"/>
              <a:gd name="connsiteY11" fmla="*/ 46990 h 256222"/>
              <a:gd name="connsiteX12" fmla="*/ 223202 w 256222"/>
              <a:gd name="connsiteY12" fmla="*/ 46990 h 256222"/>
              <a:gd name="connsiteX13" fmla="*/ 243522 w 256222"/>
              <a:gd name="connsiteY13" fmla="*/ 26670 h 256222"/>
              <a:gd name="connsiteX14" fmla="*/ 145732 w 256222"/>
              <a:gd name="connsiteY14" fmla="*/ 71120 h 256222"/>
              <a:gd name="connsiteX15" fmla="*/ 185102 w 256222"/>
              <a:gd name="connsiteY15" fmla="*/ 71120 h 256222"/>
              <a:gd name="connsiteX16" fmla="*/ 185102 w 256222"/>
              <a:gd name="connsiteY16" fmla="*/ 110490 h 256222"/>
              <a:gd name="connsiteX17" fmla="*/ 47943 w 256222"/>
              <a:gd name="connsiteY17" fmla="*/ 247650 h 256222"/>
              <a:gd name="connsiteX18" fmla="*/ 8572 w 256222"/>
              <a:gd name="connsiteY18" fmla="*/ 247650 h 256222"/>
              <a:gd name="connsiteX19" fmla="*/ 8572 w 256222"/>
              <a:gd name="connsiteY19" fmla="*/ 208280 h 256222"/>
              <a:gd name="connsiteX20" fmla="*/ 145732 w 256222"/>
              <a:gd name="connsiteY20" fmla="*/ 71120 h 256222"/>
              <a:gd name="connsiteX21" fmla="*/ 171132 w 256222"/>
              <a:gd name="connsiteY21" fmla="*/ 85090 h 256222"/>
              <a:gd name="connsiteX22" fmla="*/ 159702 w 256222"/>
              <a:gd name="connsiteY22" fmla="*/ 85090 h 256222"/>
              <a:gd name="connsiteX23" fmla="*/ 126682 w 256222"/>
              <a:gd name="connsiteY23" fmla="*/ 118110 h 256222"/>
              <a:gd name="connsiteX24" fmla="*/ 138112 w 256222"/>
              <a:gd name="connsiteY24" fmla="*/ 129540 h 256222"/>
              <a:gd name="connsiteX25" fmla="*/ 171132 w 256222"/>
              <a:gd name="connsiteY25" fmla="*/ 96520 h 256222"/>
              <a:gd name="connsiteX26" fmla="*/ 171132 w 256222"/>
              <a:gd name="connsiteY26" fmla="*/ 85090 h 256222"/>
              <a:gd name="connsiteX27" fmla="*/ 22543 w 256222"/>
              <a:gd name="connsiteY27" fmla="*/ 222250 h 256222"/>
              <a:gd name="connsiteX28" fmla="*/ 111443 w 256222"/>
              <a:gd name="connsiteY28" fmla="*/ 133350 h 256222"/>
              <a:gd name="connsiteX29" fmla="*/ 122872 w 256222"/>
              <a:gd name="connsiteY29" fmla="*/ 144780 h 256222"/>
              <a:gd name="connsiteX30" fmla="*/ 33972 w 256222"/>
              <a:gd name="connsiteY30" fmla="*/ 233680 h 256222"/>
              <a:gd name="connsiteX31" fmla="*/ 22543 w 256222"/>
              <a:gd name="connsiteY31" fmla="*/ 233680 h 256222"/>
              <a:gd name="connsiteX32" fmla="*/ 22543 w 256222"/>
              <a:gd name="connsiteY32" fmla="*/ 222250 h 256222"/>
              <a:gd name="connsiteX33" fmla="*/ 121602 w 256222"/>
              <a:gd name="connsiteY33" fmla="*/ 12700 h 256222"/>
              <a:gd name="connsiteX34" fmla="*/ 107632 w 256222"/>
              <a:gd name="connsiteY34" fmla="*/ 12700 h 256222"/>
              <a:gd name="connsiteX35" fmla="*/ 107632 w 256222"/>
              <a:gd name="connsiteY35" fmla="*/ 26670 h 256222"/>
              <a:gd name="connsiteX36" fmla="*/ 127952 w 256222"/>
              <a:gd name="connsiteY36" fmla="*/ 46990 h 256222"/>
              <a:gd name="connsiteX37" fmla="*/ 141922 w 256222"/>
              <a:gd name="connsiteY37" fmla="*/ 46990 h 256222"/>
              <a:gd name="connsiteX38" fmla="*/ 141922 w 256222"/>
              <a:gd name="connsiteY38" fmla="*/ 33020 h 256222"/>
              <a:gd name="connsiteX39" fmla="*/ 121602 w 256222"/>
              <a:gd name="connsiteY39" fmla="*/ 12700 h 256222"/>
              <a:gd name="connsiteX40" fmla="*/ 215582 w 256222"/>
              <a:gd name="connsiteY40" fmla="*/ 81280 h 256222"/>
              <a:gd name="connsiteX41" fmla="*/ 225743 w 256222"/>
              <a:gd name="connsiteY41" fmla="*/ 71120 h 256222"/>
              <a:gd name="connsiteX42" fmla="*/ 246062 w 256222"/>
              <a:gd name="connsiteY42" fmla="*/ 71120 h 256222"/>
              <a:gd name="connsiteX43" fmla="*/ 256222 w 256222"/>
              <a:gd name="connsiteY43" fmla="*/ 81280 h 256222"/>
              <a:gd name="connsiteX44" fmla="*/ 246062 w 256222"/>
              <a:gd name="connsiteY44" fmla="*/ 91440 h 256222"/>
              <a:gd name="connsiteX45" fmla="*/ 225743 w 256222"/>
              <a:gd name="connsiteY45" fmla="*/ 91440 h 256222"/>
              <a:gd name="connsiteX46" fmla="*/ 215582 w 256222"/>
              <a:gd name="connsiteY46" fmla="*/ 81280 h 256222"/>
              <a:gd name="connsiteX47" fmla="*/ 243522 w 256222"/>
              <a:gd name="connsiteY47" fmla="*/ 134620 h 256222"/>
              <a:gd name="connsiteX48" fmla="*/ 223202 w 256222"/>
              <a:gd name="connsiteY48" fmla="*/ 114300 h 256222"/>
              <a:gd name="connsiteX49" fmla="*/ 209232 w 256222"/>
              <a:gd name="connsiteY49" fmla="*/ 114300 h 256222"/>
              <a:gd name="connsiteX50" fmla="*/ 209232 w 256222"/>
              <a:gd name="connsiteY50" fmla="*/ 128270 h 256222"/>
              <a:gd name="connsiteX51" fmla="*/ 229552 w 256222"/>
              <a:gd name="connsiteY51" fmla="*/ 148590 h 256222"/>
              <a:gd name="connsiteX52" fmla="*/ 243522 w 256222"/>
              <a:gd name="connsiteY52" fmla="*/ 148590 h 256222"/>
              <a:gd name="connsiteX53" fmla="*/ 243522 w 256222"/>
              <a:gd name="connsiteY53" fmla="*/ 134620 h 256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56222" h="256222">
                <a:moveTo>
                  <a:pt x="174943" y="0"/>
                </a:moveTo>
                <a:cubicBezTo>
                  <a:pt x="180022" y="0"/>
                  <a:pt x="185102" y="5080"/>
                  <a:pt x="185102" y="10160"/>
                </a:cubicBezTo>
                <a:lnTo>
                  <a:pt x="185102" y="30480"/>
                </a:lnTo>
                <a:cubicBezTo>
                  <a:pt x="185102" y="35560"/>
                  <a:pt x="180022" y="40640"/>
                  <a:pt x="174943" y="40640"/>
                </a:cubicBezTo>
                <a:cubicBezTo>
                  <a:pt x="169862" y="40640"/>
                  <a:pt x="164782" y="35560"/>
                  <a:pt x="164782" y="30480"/>
                </a:cubicBezTo>
                <a:lnTo>
                  <a:pt x="164782" y="10160"/>
                </a:lnTo>
                <a:cubicBezTo>
                  <a:pt x="164782" y="3810"/>
                  <a:pt x="169862" y="0"/>
                  <a:pt x="174943" y="0"/>
                </a:cubicBezTo>
                <a:close/>
                <a:moveTo>
                  <a:pt x="243522" y="26670"/>
                </a:moveTo>
                <a:cubicBezTo>
                  <a:pt x="247332" y="22860"/>
                  <a:pt x="247332" y="16510"/>
                  <a:pt x="243522" y="12700"/>
                </a:cubicBezTo>
                <a:cubicBezTo>
                  <a:pt x="239712" y="8890"/>
                  <a:pt x="233362" y="8890"/>
                  <a:pt x="229552" y="12700"/>
                </a:cubicBezTo>
                <a:lnTo>
                  <a:pt x="209232" y="33020"/>
                </a:lnTo>
                <a:cubicBezTo>
                  <a:pt x="205422" y="36830"/>
                  <a:pt x="205422" y="43180"/>
                  <a:pt x="209232" y="46990"/>
                </a:cubicBezTo>
                <a:cubicBezTo>
                  <a:pt x="213043" y="50800"/>
                  <a:pt x="219393" y="50800"/>
                  <a:pt x="223202" y="46990"/>
                </a:cubicBezTo>
                <a:lnTo>
                  <a:pt x="243522" y="26670"/>
                </a:lnTo>
                <a:close/>
                <a:moveTo>
                  <a:pt x="145732" y="71120"/>
                </a:moveTo>
                <a:cubicBezTo>
                  <a:pt x="157162" y="59690"/>
                  <a:pt x="174943" y="59690"/>
                  <a:pt x="185102" y="71120"/>
                </a:cubicBezTo>
                <a:cubicBezTo>
                  <a:pt x="196532" y="82550"/>
                  <a:pt x="196532" y="100330"/>
                  <a:pt x="185102" y="110490"/>
                </a:cubicBezTo>
                <a:lnTo>
                  <a:pt x="47943" y="247650"/>
                </a:lnTo>
                <a:cubicBezTo>
                  <a:pt x="36512" y="259080"/>
                  <a:pt x="18732" y="259080"/>
                  <a:pt x="8572" y="247650"/>
                </a:cubicBezTo>
                <a:cubicBezTo>
                  <a:pt x="-2857" y="236220"/>
                  <a:pt x="-2857" y="218440"/>
                  <a:pt x="8572" y="208280"/>
                </a:cubicBezTo>
                <a:lnTo>
                  <a:pt x="145732" y="71120"/>
                </a:lnTo>
                <a:close/>
                <a:moveTo>
                  <a:pt x="171132" y="85090"/>
                </a:moveTo>
                <a:cubicBezTo>
                  <a:pt x="168593" y="82550"/>
                  <a:pt x="163512" y="82550"/>
                  <a:pt x="159702" y="85090"/>
                </a:cubicBezTo>
                <a:lnTo>
                  <a:pt x="126682" y="118110"/>
                </a:lnTo>
                <a:lnTo>
                  <a:pt x="138112" y="129540"/>
                </a:lnTo>
                <a:lnTo>
                  <a:pt x="171132" y="96520"/>
                </a:lnTo>
                <a:cubicBezTo>
                  <a:pt x="173672" y="93980"/>
                  <a:pt x="173672" y="88900"/>
                  <a:pt x="171132" y="85090"/>
                </a:cubicBezTo>
                <a:close/>
                <a:moveTo>
                  <a:pt x="22543" y="222250"/>
                </a:moveTo>
                <a:lnTo>
                  <a:pt x="111443" y="133350"/>
                </a:lnTo>
                <a:lnTo>
                  <a:pt x="122872" y="144780"/>
                </a:lnTo>
                <a:lnTo>
                  <a:pt x="33972" y="233680"/>
                </a:lnTo>
                <a:cubicBezTo>
                  <a:pt x="31432" y="236220"/>
                  <a:pt x="26352" y="236220"/>
                  <a:pt x="22543" y="233680"/>
                </a:cubicBezTo>
                <a:cubicBezTo>
                  <a:pt x="20002" y="229870"/>
                  <a:pt x="20002" y="226060"/>
                  <a:pt x="22543" y="222250"/>
                </a:cubicBezTo>
                <a:close/>
                <a:moveTo>
                  <a:pt x="121602" y="12700"/>
                </a:moveTo>
                <a:cubicBezTo>
                  <a:pt x="117793" y="8890"/>
                  <a:pt x="111443" y="8890"/>
                  <a:pt x="107632" y="12700"/>
                </a:cubicBezTo>
                <a:cubicBezTo>
                  <a:pt x="103822" y="16510"/>
                  <a:pt x="103822" y="22860"/>
                  <a:pt x="107632" y="26670"/>
                </a:cubicBezTo>
                <a:lnTo>
                  <a:pt x="127952" y="46990"/>
                </a:lnTo>
                <a:cubicBezTo>
                  <a:pt x="131762" y="50800"/>
                  <a:pt x="138112" y="50800"/>
                  <a:pt x="141922" y="46990"/>
                </a:cubicBezTo>
                <a:cubicBezTo>
                  <a:pt x="145732" y="43180"/>
                  <a:pt x="145732" y="36830"/>
                  <a:pt x="141922" y="33020"/>
                </a:cubicBezTo>
                <a:lnTo>
                  <a:pt x="121602" y="12700"/>
                </a:lnTo>
                <a:close/>
                <a:moveTo>
                  <a:pt x="215582" y="81280"/>
                </a:moveTo>
                <a:cubicBezTo>
                  <a:pt x="215582" y="76200"/>
                  <a:pt x="220662" y="71120"/>
                  <a:pt x="225743" y="71120"/>
                </a:cubicBezTo>
                <a:lnTo>
                  <a:pt x="246062" y="71120"/>
                </a:lnTo>
                <a:cubicBezTo>
                  <a:pt x="251143" y="71120"/>
                  <a:pt x="256222" y="76200"/>
                  <a:pt x="256222" y="81280"/>
                </a:cubicBezTo>
                <a:cubicBezTo>
                  <a:pt x="256222" y="86360"/>
                  <a:pt x="251143" y="91440"/>
                  <a:pt x="246062" y="91440"/>
                </a:cubicBezTo>
                <a:lnTo>
                  <a:pt x="225743" y="91440"/>
                </a:lnTo>
                <a:cubicBezTo>
                  <a:pt x="220662" y="91440"/>
                  <a:pt x="215582" y="86360"/>
                  <a:pt x="215582" y="81280"/>
                </a:cubicBezTo>
                <a:close/>
                <a:moveTo>
                  <a:pt x="243522" y="134620"/>
                </a:moveTo>
                <a:lnTo>
                  <a:pt x="223202" y="114300"/>
                </a:lnTo>
                <a:cubicBezTo>
                  <a:pt x="219393" y="110490"/>
                  <a:pt x="213043" y="110490"/>
                  <a:pt x="209232" y="114300"/>
                </a:cubicBezTo>
                <a:cubicBezTo>
                  <a:pt x="205422" y="118110"/>
                  <a:pt x="205422" y="124460"/>
                  <a:pt x="209232" y="128270"/>
                </a:cubicBezTo>
                <a:lnTo>
                  <a:pt x="229552" y="148590"/>
                </a:lnTo>
                <a:cubicBezTo>
                  <a:pt x="233362" y="152400"/>
                  <a:pt x="239712" y="152400"/>
                  <a:pt x="243522" y="148590"/>
                </a:cubicBezTo>
                <a:cubicBezTo>
                  <a:pt x="247332" y="144780"/>
                  <a:pt x="247332" y="138430"/>
                  <a:pt x="243522" y="1346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85" name="Рисунок 2">
            <a:extLst>
              <a:ext uri="{FF2B5EF4-FFF2-40B4-BE49-F238E27FC236}">
                <a16:creationId xmlns:a16="http://schemas.microsoft.com/office/drawing/2014/main" id="{419495E7-15EC-FEB0-023A-F74541FB5592}"/>
              </a:ext>
            </a:extLst>
          </p:cNvPr>
          <p:cNvGrpSpPr/>
          <p:nvPr/>
        </p:nvGrpSpPr>
        <p:grpSpPr>
          <a:xfrm>
            <a:off x="2238884" y="2168525"/>
            <a:ext cx="200660" cy="242252"/>
            <a:chOff x="2387600" y="1125219"/>
            <a:chExt cx="200660" cy="242252"/>
          </a:xfrm>
          <a:solidFill>
            <a:schemeClr val="bg1"/>
          </a:solidFill>
        </p:grpSpPr>
        <p:sp>
          <p:nvSpPr>
            <p:cNvPr id="286" name="Полилиния: фигура 6">
              <a:extLst>
                <a:ext uri="{FF2B5EF4-FFF2-40B4-BE49-F238E27FC236}">
                  <a16:creationId xmlns:a16="http://schemas.microsoft.com/office/drawing/2014/main" id="{3B7FED9F-45F6-7CB4-73B4-ADA1BEA7DE98}"/>
                </a:ext>
              </a:extLst>
            </p:cNvPr>
            <p:cNvSpPr/>
            <p:nvPr/>
          </p:nvSpPr>
          <p:spPr>
            <a:xfrm>
              <a:off x="2425700" y="1165860"/>
              <a:ext cx="121920" cy="20319"/>
            </a:xfrm>
            <a:custGeom>
              <a:avLst/>
              <a:gdLst>
                <a:gd name="connsiteX0" fmla="*/ 121920 w 121920"/>
                <a:gd name="connsiteY0" fmla="*/ 20320 h 20319"/>
                <a:gd name="connsiteX1" fmla="*/ 0 w 121920"/>
                <a:gd name="connsiteY1" fmla="*/ 20320 h 20319"/>
                <a:gd name="connsiteX2" fmla="*/ 0 w 121920"/>
                <a:gd name="connsiteY2" fmla="*/ 0 h 20319"/>
                <a:gd name="connsiteX3" fmla="*/ 121920 w 121920"/>
                <a:gd name="connsiteY3" fmla="*/ 0 h 20319"/>
                <a:gd name="connsiteX4" fmla="*/ 121920 w 1219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" h="20319">
                  <a:moveTo>
                    <a:pt x="12192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121920" y="0"/>
                  </a:lnTo>
                  <a:lnTo>
                    <a:pt x="1219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7" name="Полилиния: фигура 7">
              <a:extLst>
                <a:ext uri="{FF2B5EF4-FFF2-40B4-BE49-F238E27FC236}">
                  <a16:creationId xmlns:a16="http://schemas.microsoft.com/office/drawing/2014/main" id="{8A7930EA-697C-7C9E-9C85-8215AEBA6F05}"/>
                </a:ext>
              </a:extLst>
            </p:cNvPr>
            <p:cNvSpPr/>
            <p:nvPr/>
          </p:nvSpPr>
          <p:spPr>
            <a:xfrm>
              <a:off x="2425700" y="1206500"/>
              <a:ext cx="121920" cy="20319"/>
            </a:xfrm>
            <a:custGeom>
              <a:avLst/>
              <a:gdLst>
                <a:gd name="connsiteX0" fmla="*/ 0 w 121920"/>
                <a:gd name="connsiteY0" fmla="*/ 20320 h 20319"/>
                <a:gd name="connsiteX1" fmla="*/ 121920 w 121920"/>
                <a:gd name="connsiteY1" fmla="*/ 20320 h 20319"/>
                <a:gd name="connsiteX2" fmla="*/ 121920 w 121920"/>
                <a:gd name="connsiteY2" fmla="*/ 0 h 20319"/>
                <a:gd name="connsiteX3" fmla="*/ 0 w 121920"/>
                <a:gd name="connsiteY3" fmla="*/ 0 h 20319"/>
                <a:gd name="connsiteX4" fmla="*/ 0 w 1219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" h="20319">
                  <a:moveTo>
                    <a:pt x="0" y="20320"/>
                  </a:moveTo>
                  <a:lnTo>
                    <a:pt x="121920" y="20320"/>
                  </a:lnTo>
                  <a:lnTo>
                    <a:pt x="121920" y="0"/>
                  </a:lnTo>
                  <a:lnTo>
                    <a:pt x="0" y="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8" name="Полилиния: фигура 9">
              <a:extLst>
                <a:ext uri="{FF2B5EF4-FFF2-40B4-BE49-F238E27FC236}">
                  <a16:creationId xmlns:a16="http://schemas.microsoft.com/office/drawing/2014/main" id="{A8EDAA1F-42F2-ECF2-B579-F1B70347A380}"/>
                </a:ext>
              </a:extLst>
            </p:cNvPr>
            <p:cNvSpPr/>
            <p:nvPr/>
          </p:nvSpPr>
          <p:spPr>
            <a:xfrm>
              <a:off x="2425700" y="1247139"/>
              <a:ext cx="81279" cy="20320"/>
            </a:xfrm>
            <a:custGeom>
              <a:avLst/>
              <a:gdLst>
                <a:gd name="connsiteX0" fmla="*/ 81280 w 81279"/>
                <a:gd name="connsiteY0" fmla="*/ 20320 h 20320"/>
                <a:gd name="connsiteX1" fmla="*/ 0 w 81279"/>
                <a:gd name="connsiteY1" fmla="*/ 20320 h 20320"/>
                <a:gd name="connsiteX2" fmla="*/ 0 w 81279"/>
                <a:gd name="connsiteY2" fmla="*/ 0 h 20320"/>
                <a:gd name="connsiteX3" fmla="*/ 81280 w 81279"/>
                <a:gd name="connsiteY3" fmla="*/ 0 h 20320"/>
                <a:gd name="connsiteX4" fmla="*/ 81280 w 81279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1279" h="20320">
                  <a:moveTo>
                    <a:pt x="8128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81280" y="0"/>
                  </a:lnTo>
                  <a:lnTo>
                    <a:pt x="812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9" name="Полилиния: фигура 11">
              <a:extLst>
                <a:ext uri="{FF2B5EF4-FFF2-40B4-BE49-F238E27FC236}">
                  <a16:creationId xmlns:a16="http://schemas.microsoft.com/office/drawing/2014/main" id="{C28DA56A-BB72-D3AB-EB34-30EA0A490273}"/>
                </a:ext>
              </a:extLst>
            </p:cNvPr>
            <p:cNvSpPr/>
            <p:nvPr/>
          </p:nvSpPr>
          <p:spPr>
            <a:xfrm>
              <a:off x="2387600" y="1125219"/>
              <a:ext cx="200660" cy="242252"/>
            </a:xfrm>
            <a:custGeom>
              <a:avLst/>
              <a:gdLst>
                <a:gd name="connsiteX0" fmla="*/ 199390 w 200660"/>
                <a:gd name="connsiteY0" fmla="*/ 149860 h 242252"/>
                <a:gd name="connsiteX1" fmla="*/ 199390 w 200660"/>
                <a:gd name="connsiteY1" fmla="*/ 152400 h 242252"/>
                <a:gd name="connsiteX2" fmla="*/ 156210 w 200660"/>
                <a:gd name="connsiteY2" fmla="*/ 213360 h 242252"/>
                <a:gd name="connsiteX3" fmla="*/ 105410 w 200660"/>
                <a:gd name="connsiteY3" fmla="*/ 241300 h 242252"/>
                <a:gd name="connsiteX4" fmla="*/ 95250 w 200660"/>
                <a:gd name="connsiteY4" fmla="*/ 241300 h 242252"/>
                <a:gd name="connsiteX5" fmla="*/ 44450 w 200660"/>
                <a:gd name="connsiteY5" fmla="*/ 213360 h 242252"/>
                <a:gd name="connsiteX6" fmla="*/ 1270 w 200660"/>
                <a:gd name="connsiteY6" fmla="*/ 152400 h 242252"/>
                <a:gd name="connsiteX7" fmla="*/ 1270 w 200660"/>
                <a:gd name="connsiteY7" fmla="*/ 149860 h 242252"/>
                <a:gd name="connsiteX8" fmla="*/ 0 w 200660"/>
                <a:gd name="connsiteY8" fmla="*/ 133350 h 242252"/>
                <a:gd name="connsiteX9" fmla="*/ 0 w 200660"/>
                <a:gd name="connsiteY9" fmla="*/ 10160 h 242252"/>
                <a:gd name="connsiteX10" fmla="*/ 10160 w 200660"/>
                <a:gd name="connsiteY10" fmla="*/ 0 h 242252"/>
                <a:gd name="connsiteX11" fmla="*/ 190500 w 200660"/>
                <a:gd name="connsiteY11" fmla="*/ 0 h 242252"/>
                <a:gd name="connsiteX12" fmla="*/ 200660 w 200660"/>
                <a:gd name="connsiteY12" fmla="*/ 10160 h 242252"/>
                <a:gd name="connsiteX13" fmla="*/ 200660 w 200660"/>
                <a:gd name="connsiteY13" fmla="*/ 133350 h 242252"/>
                <a:gd name="connsiteX14" fmla="*/ 199390 w 200660"/>
                <a:gd name="connsiteY14" fmla="*/ 149860 h 242252"/>
                <a:gd name="connsiteX15" fmla="*/ 17780 w 200660"/>
                <a:gd name="connsiteY15" fmla="*/ 20320 h 242252"/>
                <a:gd name="connsiteX16" fmla="*/ 17780 w 200660"/>
                <a:gd name="connsiteY16" fmla="*/ 134620 h 242252"/>
                <a:gd name="connsiteX17" fmla="*/ 19050 w 200660"/>
                <a:gd name="connsiteY17" fmla="*/ 146050 h 242252"/>
                <a:gd name="connsiteX18" fmla="*/ 19050 w 200660"/>
                <a:gd name="connsiteY18" fmla="*/ 148590 h 242252"/>
                <a:gd name="connsiteX19" fmla="*/ 52070 w 200660"/>
                <a:gd name="connsiteY19" fmla="*/ 195580 h 242252"/>
                <a:gd name="connsiteX20" fmla="*/ 97790 w 200660"/>
                <a:gd name="connsiteY20" fmla="*/ 220980 h 242252"/>
                <a:gd name="connsiteX21" fmla="*/ 143510 w 200660"/>
                <a:gd name="connsiteY21" fmla="*/ 195580 h 242252"/>
                <a:gd name="connsiteX22" fmla="*/ 176530 w 200660"/>
                <a:gd name="connsiteY22" fmla="*/ 148590 h 242252"/>
                <a:gd name="connsiteX23" fmla="*/ 176530 w 200660"/>
                <a:gd name="connsiteY23" fmla="*/ 146050 h 242252"/>
                <a:gd name="connsiteX24" fmla="*/ 177800 w 200660"/>
                <a:gd name="connsiteY24" fmla="*/ 134620 h 242252"/>
                <a:gd name="connsiteX25" fmla="*/ 177800 w 200660"/>
                <a:gd name="connsiteY25" fmla="*/ 20320 h 242252"/>
                <a:gd name="connsiteX26" fmla="*/ 17780 w 200660"/>
                <a:gd name="connsiteY26" fmla="*/ 203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0660" h="242252">
                  <a:moveTo>
                    <a:pt x="199390" y="149860"/>
                  </a:moveTo>
                  <a:lnTo>
                    <a:pt x="199390" y="152400"/>
                  </a:lnTo>
                  <a:cubicBezTo>
                    <a:pt x="194310" y="177800"/>
                    <a:pt x="177800" y="199390"/>
                    <a:pt x="156210" y="213360"/>
                  </a:cubicBezTo>
                  <a:lnTo>
                    <a:pt x="105410" y="241300"/>
                  </a:lnTo>
                  <a:cubicBezTo>
                    <a:pt x="102870" y="242570"/>
                    <a:pt x="99060" y="242570"/>
                    <a:pt x="95250" y="241300"/>
                  </a:cubicBezTo>
                  <a:lnTo>
                    <a:pt x="44450" y="213360"/>
                  </a:lnTo>
                  <a:cubicBezTo>
                    <a:pt x="21590" y="200660"/>
                    <a:pt x="6350" y="179070"/>
                    <a:pt x="1270" y="152400"/>
                  </a:cubicBezTo>
                  <a:lnTo>
                    <a:pt x="1270" y="149860"/>
                  </a:lnTo>
                  <a:cubicBezTo>
                    <a:pt x="0" y="144780"/>
                    <a:pt x="0" y="139700"/>
                    <a:pt x="0" y="13335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lnTo>
                    <a:pt x="190500" y="0"/>
                  </a:lnTo>
                  <a:cubicBezTo>
                    <a:pt x="195580" y="0"/>
                    <a:pt x="200660" y="5080"/>
                    <a:pt x="200660" y="10160"/>
                  </a:cubicBezTo>
                  <a:lnTo>
                    <a:pt x="200660" y="133350"/>
                  </a:lnTo>
                  <a:cubicBezTo>
                    <a:pt x="200660" y="139700"/>
                    <a:pt x="200660" y="144780"/>
                    <a:pt x="199390" y="149860"/>
                  </a:cubicBezTo>
                  <a:close/>
                  <a:moveTo>
                    <a:pt x="17780" y="20320"/>
                  </a:moveTo>
                  <a:lnTo>
                    <a:pt x="17780" y="134620"/>
                  </a:lnTo>
                  <a:cubicBezTo>
                    <a:pt x="17780" y="138430"/>
                    <a:pt x="17780" y="142240"/>
                    <a:pt x="19050" y="146050"/>
                  </a:cubicBezTo>
                  <a:lnTo>
                    <a:pt x="19050" y="148590"/>
                  </a:lnTo>
                  <a:cubicBezTo>
                    <a:pt x="22860" y="167640"/>
                    <a:pt x="35560" y="185420"/>
                    <a:pt x="52070" y="195580"/>
                  </a:cubicBezTo>
                  <a:lnTo>
                    <a:pt x="97790" y="220980"/>
                  </a:lnTo>
                  <a:lnTo>
                    <a:pt x="143510" y="195580"/>
                  </a:lnTo>
                  <a:cubicBezTo>
                    <a:pt x="161290" y="185420"/>
                    <a:pt x="172720" y="168910"/>
                    <a:pt x="176530" y="148590"/>
                  </a:cubicBezTo>
                  <a:lnTo>
                    <a:pt x="176530" y="146050"/>
                  </a:lnTo>
                  <a:cubicBezTo>
                    <a:pt x="177800" y="142240"/>
                    <a:pt x="177800" y="138430"/>
                    <a:pt x="177800" y="134620"/>
                  </a:cubicBezTo>
                  <a:lnTo>
                    <a:pt x="177800" y="20320"/>
                  </a:lnTo>
                  <a:lnTo>
                    <a:pt x="177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90" name="Полилиния: фигура 160">
            <a:extLst>
              <a:ext uri="{FF2B5EF4-FFF2-40B4-BE49-F238E27FC236}">
                <a16:creationId xmlns:a16="http://schemas.microsoft.com/office/drawing/2014/main" id="{206EFA53-0468-AC5C-AAB9-53477211A7CA}"/>
              </a:ext>
            </a:extLst>
          </p:cNvPr>
          <p:cNvSpPr/>
          <p:nvPr/>
        </p:nvSpPr>
        <p:spPr>
          <a:xfrm>
            <a:off x="6150484" y="2204086"/>
            <a:ext cx="203200" cy="171450"/>
          </a:xfrm>
          <a:custGeom>
            <a:avLst/>
            <a:gdLst>
              <a:gd name="connsiteX0" fmla="*/ 110490 w 203200"/>
              <a:gd name="connsiteY0" fmla="*/ 3810 h 171450"/>
              <a:gd name="connsiteX1" fmla="*/ 92710 w 203200"/>
              <a:gd name="connsiteY1" fmla="*/ 3810 h 171450"/>
              <a:gd name="connsiteX2" fmla="*/ 59690 w 203200"/>
              <a:gd name="connsiteY2" fmla="*/ 44450 h 171450"/>
              <a:gd name="connsiteX3" fmla="*/ 19050 w 203200"/>
              <a:gd name="connsiteY3" fmla="*/ 3810 h 171450"/>
              <a:gd name="connsiteX4" fmla="*/ 0 w 203200"/>
              <a:gd name="connsiteY4" fmla="*/ 11430 h 171450"/>
              <a:gd name="connsiteX5" fmla="*/ 0 w 203200"/>
              <a:gd name="connsiteY5" fmla="*/ 119380 h 171450"/>
              <a:gd name="connsiteX6" fmla="*/ 11430 w 203200"/>
              <a:gd name="connsiteY6" fmla="*/ 130810 h 171450"/>
              <a:gd name="connsiteX7" fmla="*/ 191770 w 203200"/>
              <a:gd name="connsiteY7" fmla="*/ 130810 h 171450"/>
              <a:gd name="connsiteX8" fmla="*/ 203200 w 203200"/>
              <a:gd name="connsiteY8" fmla="*/ 119380 h 171450"/>
              <a:gd name="connsiteX9" fmla="*/ 203200 w 203200"/>
              <a:gd name="connsiteY9" fmla="*/ 11430 h 171450"/>
              <a:gd name="connsiteX10" fmla="*/ 184150 w 203200"/>
              <a:gd name="connsiteY10" fmla="*/ 3810 h 171450"/>
              <a:gd name="connsiteX11" fmla="*/ 143510 w 203200"/>
              <a:gd name="connsiteY11" fmla="*/ 44450 h 171450"/>
              <a:gd name="connsiteX12" fmla="*/ 110490 w 203200"/>
              <a:gd name="connsiteY12" fmla="*/ 3810 h 171450"/>
              <a:gd name="connsiteX13" fmla="*/ 20320 w 203200"/>
              <a:gd name="connsiteY13" fmla="*/ 110490 h 171450"/>
              <a:gd name="connsiteX14" fmla="*/ 20320 w 203200"/>
              <a:gd name="connsiteY14" fmla="*/ 33020 h 171450"/>
              <a:gd name="connsiteX15" fmla="*/ 53340 w 203200"/>
              <a:gd name="connsiteY15" fmla="*/ 66040 h 171450"/>
              <a:gd name="connsiteX16" fmla="*/ 69850 w 203200"/>
              <a:gd name="connsiteY16" fmla="*/ 64770 h 171450"/>
              <a:gd name="connsiteX17" fmla="*/ 101600 w 203200"/>
              <a:gd name="connsiteY17" fmla="*/ 25400 h 171450"/>
              <a:gd name="connsiteX18" fmla="*/ 133350 w 203200"/>
              <a:gd name="connsiteY18" fmla="*/ 64770 h 171450"/>
              <a:gd name="connsiteX19" fmla="*/ 149860 w 203200"/>
              <a:gd name="connsiteY19" fmla="*/ 66040 h 171450"/>
              <a:gd name="connsiteX20" fmla="*/ 182880 w 203200"/>
              <a:gd name="connsiteY20" fmla="*/ 33020 h 171450"/>
              <a:gd name="connsiteX21" fmla="*/ 182880 w 203200"/>
              <a:gd name="connsiteY21" fmla="*/ 110490 h 171450"/>
              <a:gd name="connsiteX22" fmla="*/ 20320 w 203200"/>
              <a:gd name="connsiteY22" fmla="*/ 110490 h 171450"/>
              <a:gd name="connsiteX23" fmla="*/ 10160 w 203200"/>
              <a:gd name="connsiteY23" fmla="*/ 151130 h 171450"/>
              <a:gd name="connsiteX24" fmla="*/ 0 w 203200"/>
              <a:gd name="connsiteY24" fmla="*/ 161290 h 171450"/>
              <a:gd name="connsiteX25" fmla="*/ 10160 w 203200"/>
              <a:gd name="connsiteY25" fmla="*/ 171450 h 171450"/>
              <a:gd name="connsiteX26" fmla="*/ 193040 w 203200"/>
              <a:gd name="connsiteY26" fmla="*/ 171450 h 171450"/>
              <a:gd name="connsiteX27" fmla="*/ 203200 w 203200"/>
              <a:gd name="connsiteY27" fmla="*/ 161290 h 171450"/>
              <a:gd name="connsiteX28" fmla="*/ 193040 w 203200"/>
              <a:gd name="connsiteY28" fmla="*/ 151130 h 171450"/>
              <a:gd name="connsiteX29" fmla="*/ 10160 w 203200"/>
              <a:gd name="connsiteY29" fmla="*/ 151130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03200" h="171450">
                <a:moveTo>
                  <a:pt x="110490" y="3810"/>
                </a:moveTo>
                <a:cubicBezTo>
                  <a:pt x="105410" y="-1270"/>
                  <a:pt x="97790" y="-1270"/>
                  <a:pt x="92710" y="3810"/>
                </a:cubicBezTo>
                <a:lnTo>
                  <a:pt x="59690" y="44450"/>
                </a:lnTo>
                <a:lnTo>
                  <a:pt x="19050" y="3810"/>
                </a:lnTo>
                <a:cubicBezTo>
                  <a:pt x="11430" y="-3810"/>
                  <a:pt x="0" y="1270"/>
                  <a:pt x="0" y="11430"/>
                </a:cubicBezTo>
                <a:lnTo>
                  <a:pt x="0" y="119380"/>
                </a:lnTo>
                <a:cubicBezTo>
                  <a:pt x="0" y="125730"/>
                  <a:pt x="5080" y="130810"/>
                  <a:pt x="11430" y="130810"/>
                </a:cubicBezTo>
                <a:lnTo>
                  <a:pt x="191770" y="130810"/>
                </a:lnTo>
                <a:cubicBezTo>
                  <a:pt x="198120" y="130810"/>
                  <a:pt x="203200" y="125730"/>
                  <a:pt x="203200" y="119380"/>
                </a:cubicBezTo>
                <a:lnTo>
                  <a:pt x="203200" y="11430"/>
                </a:lnTo>
                <a:cubicBezTo>
                  <a:pt x="203200" y="1270"/>
                  <a:pt x="191770" y="-3810"/>
                  <a:pt x="184150" y="3810"/>
                </a:cubicBezTo>
                <a:lnTo>
                  <a:pt x="143510" y="44450"/>
                </a:lnTo>
                <a:lnTo>
                  <a:pt x="110490" y="3810"/>
                </a:lnTo>
                <a:close/>
                <a:moveTo>
                  <a:pt x="20320" y="110490"/>
                </a:moveTo>
                <a:lnTo>
                  <a:pt x="20320" y="33020"/>
                </a:lnTo>
                <a:lnTo>
                  <a:pt x="53340" y="66040"/>
                </a:lnTo>
                <a:cubicBezTo>
                  <a:pt x="58420" y="71120"/>
                  <a:pt x="66040" y="69850"/>
                  <a:pt x="69850" y="64770"/>
                </a:cubicBezTo>
                <a:lnTo>
                  <a:pt x="101600" y="25400"/>
                </a:lnTo>
                <a:lnTo>
                  <a:pt x="133350" y="64770"/>
                </a:lnTo>
                <a:cubicBezTo>
                  <a:pt x="137160" y="69850"/>
                  <a:pt x="144780" y="69850"/>
                  <a:pt x="149860" y="66040"/>
                </a:cubicBezTo>
                <a:lnTo>
                  <a:pt x="182880" y="33020"/>
                </a:lnTo>
                <a:lnTo>
                  <a:pt x="182880" y="110490"/>
                </a:lnTo>
                <a:lnTo>
                  <a:pt x="20320" y="110490"/>
                </a:lnTo>
                <a:close/>
                <a:moveTo>
                  <a:pt x="10160" y="151130"/>
                </a:moveTo>
                <a:cubicBezTo>
                  <a:pt x="5080" y="151130"/>
                  <a:pt x="0" y="156210"/>
                  <a:pt x="0" y="161290"/>
                </a:cubicBezTo>
                <a:cubicBezTo>
                  <a:pt x="0" y="166370"/>
                  <a:pt x="5080" y="171450"/>
                  <a:pt x="10160" y="171450"/>
                </a:cubicBezTo>
                <a:lnTo>
                  <a:pt x="193040" y="171450"/>
                </a:lnTo>
                <a:cubicBezTo>
                  <a:pt x="198120" y="171450"/>
                  <a:pt x="203200" y="166370"/>
                  <a:pt x="203200" y="161290"/>
                </a:cubicBezTo>
                <a:cubicBezTo>
                  <a:pt x="203200" y="156210"/>
                  <a:pt x="198120" y="151130"/>
                  <a:pt x="193040" y="151130"/>
                </a:cubicBezTo>
                <a:lnTo>
                  <a:pt x="10160" y="15113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1" name="Полилиния: фигура 265">
            <a:extLst>
              <a:ext uri="{FF2B5EF4-FFF2-40B4-BE49-F238E27FC236}">
                <a16:creationId xmlns:a16="http://schemas.microsoft.com/office/drawing/2014/main" id="{44D225A6-9474-BAF3-003A-F31ED5FAD102}"/>
              </a:ext>
            </a:extLst>
          </p:cNvPr>
          <p:cNvSpPr/>
          <p:nvPr/>
        </p:nvSpPr>
        <p:spPr>
          <a:xfrm>
            <a:off x="7806564" y="2167256"/>
            <a:ext cx="243839" cy="243839"/>
          </a:xfrm>
          <a:custGeom>
            <a:avLst/>
            <a:gdLst>
              <a:gd name="connsiteX0" fmla="*/ 210820 w 243839"/>
              <a:gd name="connsiteY0" fmla="*/ 171450 h 243839"/>
              <a:gd name="connsiteX1" fmla="*/ 223520 w 243839"/>
              <a:gd name="connsiteY1" fmla="*/ 121920 h 243839"/>
              <a:gd name="connsiteX2" fmla="*/ 210820 w 243839"/>
              <a:gd name="connsiteY2" fmla="*/ 72390 h 243839"/>
              <a:gd name="connsiteX3" fmla="*/ 165100 w 243839"/>
              <a:gd name="connsiteY3" fmla="*/ 93980 h 243839"/>
              <a:gd name="connsiteX4" fmla="*/ 165100 w 243839"/>
              <a:gd name="connsiteY4" fmla="*/ 149860 h 243839"/>
              <a:gd name="connsiteX5" fmla="*/ 210820 w 243839"/>
              <a:gd name="connsiteY5" fmla="*/ 171450 h 243839"/>
              <a:gd name="connsiteX6" fmla="*/ 201930 w 243839"/>
              <a:gd name="connsiteY6" fmla="*/ 184150 h 243839"/>
              <a:gd name="connsiteX7" fmla="*/ 161289 w 243839"/>
              <a:gd name="connsiteY7" fmla="*/ 165100 h 243839"/>
              <a:gd name="connsiteX8" fmla="*/ 142239 w 243839"/>
              <a:gd name="connsiteY8" fmla="*/ 220980 h 243839"/>
              <a:gd name="connsiteX9" fmla="*/ 201930 w 243839"/>
              <a:gd name="connsiteY9" fmla="*/ 184150 h 243839"/>
              <a:gd name="connsiteX10" fmla="*/ 149860 w 243839"/>
              <a:gd name="connsiteY10" fmla="*/ 147320 h 243839"/>
              <a:gd name="connsiteX11" fmla="*/ 149860 w 243839"/>
              <a:gd name="connsiteY11" fmla="*/ 97790 h 243839"/>
              <a:gd name="connsiteX12" fmla="*/ 95250 w 243839"/>
              <a:gd name="connsiteY12" fmla="*/ 97790 h 243839"/>
              <a:gd name="connsiteX13" fmla="*/ 95250 w 243839"/>
              <a:gd name="connsiteY13" fmla="*/ 147320 h 243839"/>
              <a:gd name="connsiteX14" fmla="*/ 149860 w 243839"/>
              <a:gd name="connsiteY14" fmla="*/ 147320 h 243839"/>
              <a:gd name="connsiteX15" fmla="*/ 147320 w 243839"/>
              <a:gd name="connsiteY15" fmla="*/ 162560 h 243839"/>
              <a:gd name="connsiteX16" fmla="*/ 97789 w 243839"/>
              <a:gd name="connsiteY16" fmla="*/ 162560 h 243839"/>
              <a:gd name="connsiteX17" fmla="*/ 120650 w 243839"/>
              <a:gd name="connsiteY17" fmla="*/ 224790 h 243839"/>
              <a:gd name="connsiteX18" fmla="*/ 123189 w 243839"/>
              <a:gd name="connsiteY18" fmla="*/ 224790 h 243839"/>
              <a:gd name="connsiteX19" fmla="*/ 125730 w 243839"/>
              <a:gd name="connsiteY19" fmla="*/ 224790 h 243839"/>
              <a:gd name="connsiteX20" fmla="*/ 147320 w 243839"/>
              <a:gd name="connsiteY20" fmla="*/ 162560 h 243839"/>
              <a:gd name="connsiteX21" fmla="*/ 80010 w 243839"/>
              <a:gd name="connsiteY21" fmla="*/ 151130 h 243839"/>
              <a:gd name="connsiteX22" fmla="*/ 80010 w 243839"/>
              <a:gd name="connsiteY22" fmla="*/ 95250 h 243839"/>
              <a:gd name="connsiteX23" fmla="*/ 34289 w 243839"/>
              <a:gd name="connsiteY23" fmla="*/ 73660 h 243839"/>
              <a:gd name="connsiteX24" fmla="*/ 21589 w 243839"/>
              <a:gd name="connsiteY24" fmla="*/ 123190 h 243839"/>
              <a:gd name="connsiteX25" fmla="*/ 34289 w 243839"/>
              <a:gd name="connsiteY25" fmla="*/ 172720 h 243839"/>
              <a:gd name="connsiteX26" fmla="*/ 80010 w 243839"/>
              <a:gd name="connsiteY26" fmla="*/ 151130 h 243839"/>
              <a:gd name="connsiteX27" fmla="*/ 41910 w 243839"/>
              <a:gd name="connsiteY27" fmla="*/ 184150 h 243839"/>
              <a:gd name="connsiteX28" fmla="*/ 82550 w 243839"/>
              <a:gd name="connsiteY28" fmla="*/ 165100 h 243839"/>
              <a:gd name="connsiteX29" fmla="*/ 101600 w 243839"/>
              <a:gd name="connsiteY29" fmla="*/ 220980 h 243839"/>
              <a:gd name="connsiteX30" fmla="*/ 41910 w 243839"/>
              <a:gd name="connsiteY30" fmla="*/ 184150 h 243839"/>
              <a:gd name="connsiteX31" fmla="*/ 143510 w 243839"/>
              <a:gd name="connsiteY31" fmla="*/ 22860 h 243839"/>
              <a:gd name="connsiteX32" fmla="*/ 201930 w 243839"/>
              <a:gd name="connsiteY32" fmla="*/ 59690 h 243839"/>
              <a:gd name="connsiteX33" fmla="*/ 161289 w 243839"/>
              <a:gd name="connsiteY33" fmla="*/ 78740 h 243839"/>
              <a:gd name="connsiteX34" fmla="*/ 143510 w 243839"/>
              <a:gd name="connsiteY34" fmla="*/ 22860 h 243839"/>
              <a:gd name="connsiteX35" fmla="*/ 124460 w 243839"/>
              <a:gd name="connsiteY35" fmla="*/ 21590 h 243839"/>
              <a:gd name="connsiteX36" fmla="*/ 147320 w 243839"/>
              <a:gd name="connsiteY36" fmla="*/ 83820 h 243839"/>
              <a:gd name="connsiteX37" fmla="*/ 96520 w 243839"/>
              <a:gd name="connsiteY37" fmla="*/ 83820 h 243839"/>
              <a:gd name="connsiteX38" fmla="*/ 119380 w 243839"/>
              <a:gd name="connsiteY38" fmla="*/ 21590 h 243839"/>
              <a:gd name="connsiteX39" fmla="*/ 121920 w 243839"/>
              <a:gd name="connsiteY39" fmla="*/ 21590 h 243839"/>
              <a:gd name="connsiteX40" fmla="*/ 124460 w 243839"/>
              <a:gd name="connsiteY40" fmla="*/ 21590 h 243839"/>
              <a:gd name="connsiteX41" fmla="*/ 101600 w 243839"/>
              <a:gd name="connsiteY41" fmla="*/ 22860 h 243839"/>
              <a:gd name="connsiteX42" fmla="*/ 82550 w 243839"/>
              <a:gd name="connsiteY42" fmla="*/ 78740 h 243839"/>
              <a:gd name="connsiteX43" fmla="*/ 41910 w 243839"/>
              <a:gd name="connsiteY43" fmla="*/ 59690 h 243839"/>
              <a:gd name="connsiteX44" fmla="*/ 101600 w 243839"/>
              <a:gd name="connsiteY44" fmla="*/ 22860 h 243839"/>
              <a:gd name="connsiteX45" fmla="*/ 121920 w 243839"/>
              <a:gd name="connsiteY45" fmla="*/ 243840 h 243839"/>
              <a:gd name="connsiteX46" fmla="*/ 243839 w 243839"/>
              <a:gd name="connsiteY46" fmla="*/ 121920 h 243839"/>
              <a:gd name="connsiteX47" fmla="*/ 121920 w 243839"/>
              <a:gd name="connsiteY47" fmla="*/ 0 h 243839"/>
              <a:gd name="connsiteX48" fmla="*/ 0 w 243839"/>
              <a:gd name="connsiteY48" fmla="*/ 121920 h 243839"/>
              <a:gd name="connsiteX49" fmla="*/ 121920 w 243839"/>
              <a:gd name="connsiteY49" fmla="*/ 24384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43839" h="243839">
                <a:moveTo>
                  <a:pt x="210820" y="171450"/>
                </a:moveTo>
                <a:cubicBezTo>
                  <a:pt x="218439" y="156210"/>
                  <a:pt x="223520" y="139700"/>
                  <a:pt x="223520" y="121920"/>
                </a:cubicBezTo>
                <a:cubicBezTo>
                  <a:pt x="223520" y="104140"/>
                  <a:pt x="218439" y="86360"/>
                  <a:pt x="210820" y="72390"/>
                </a:cubicBezTo>
                <a:cubicBezTo>
                  <a:pt x="195580" y="82550"/>
                  <a:pt x="180339" y="90170"/>
                  <a:pt x="165100" y="93980"/>
                </a:cubicBezTo>
                <a:cubicBezTo>
                  <a:pt x="167639" y="111760"/>
                  <a:pt x="167639" y="129540"/>
                  <a:pt x="165100" y="149860"/>
                </a:cubicBezTo>
                <a:cubicBezTo>
                  <a:pt x="182880" y="156210"/>
                  <a:pt x="199389" y="163830"/>
                  <a:pt x="210820" y="171450"/>
                </a:cubicBezTo>
                <a:close/>
                <a:moveTo>
                  <a:pt x="201930" y="184150"/>
                </a:moveTo>
                <a:cubicBezTo>
                  <a:pt x="191770" y="177800"/>
                  <a:pt x="177800" y="170180"/>
                  <a:pt x="161289" y="165100"/>
                </a:cubicBezTo>
                <a:cubicBezTo>
                  <a:pt x="157480" y="182880"/>
                  <a:pt x="151130" y="201930"/>
                  <a:pt x="142239" y="220980"/>
                </a:cubicBezTo>
                <a:cubicBezTo>
                  <a:pt x="166370" y="217170"/>
                  <a:pt x="187960" y="203200"/>
                  <a:pt x="201930" y="184150"/>
                </a:cubicBezTo>
                <a:close/>
                <a:moveTo>
                  <a:pt x="149860" y="147320"/>
                </a:moveTo>
                <a:cubicBezTo>
                  <a:pt x="152400" y="129540"/>
                  <a:pt x="152400" y="113030"/>
                  <a:pt x="149860" y="97790"/>
                </a:cubicBezTo>
                <a:cubicBezTo>
                  <a:pt x="130810" y="101600"/>
                  <a:pt x="111760" y="100330"/>
                  <a:pt x="95250" y="97790"/>
                </a:cubicBezTo>
                <a:cubicBezTo>
                  <a:pt x="93980" y="113030"/>
                  <a:pt x="92710" y="129540"/>
                  <a:pt x="95250" y="147320"/>
                </a:cubicBezTo>
                <a:cubicBezTo>
                  <a:pt x="114300" y="143510"/>
                  <a:pt x="132080" y="144780"/>
                  <a:pt x="149860" y="147320"/>
                </a:cubicBezTo>
                <a:close/>
                <a:moveTo>
                  <a:pt x="147320" y="162560"/>
                </a:moveTo>
                <a:cubicBezTo>
                  <a:pt x="132080" y="160020"/>
                  <a:pt x="115570" y="158750"/>
                  <a:pt x="97789" y="162560"/>
                </a:cubicBezTo>
                <a:cubicBezTo>
                  <a:pt x="101600" y="182880"/>
                  <a:pt x="109220" y="203200"/>
                  <a:pt x="120650" y="224790"/>
                </a:cubicBezTo>
                <a:cubicBezTo>
                  <a:pt x="120650" y="224790"/>
                  <a:pt x="121920" y="224790"/>
                  <a:pt x="123189" y="224790"/>
                </a:cubicBezTo>
                <a:cubicBezTo>
                  <a:pt x="124460" y="224790"/>
                  <a:pt x="124460" y="224790"/>
                  <a:pt x="125730" y="224790"/>
                </a:cubicBezTo>
                <a:cubicBezTo>
                  <a:pt x="135889" y="203200"/>
                  <a:pt x="143510" y="181610"/>
                  <a:pt x="147320" y="162560"/>
                </a:cubicBezTo>
                <a:close/>
                <a:moveTo>
                  <a:pt x="80010" y="151130"/>
                </a:moveTo>
                <a:cubicBezTo>
                  <a:pt x="77470" y="130810"/>
                  <a:pt x="77470" y="113030"/>
                  <a:pt x="80010" y="95250"/>
                </a:cubicBezTo>
                <a:cubicBezTo>
                  <a:pt x="60960" y="90170"/>
                  <a:pt x="45720" y="81280"/>
                  <a:pt x="34289" y="73660"/>
                </a:cubicBezTo>
                <a:cubicBezTo>
                  <a:pt x="26670" y="88900"/>
                  <a:pt x="21589" y="105410"/>
                  <a:pt x="21589" y="123190"/>
                </a:cubicBezTo>
                <a:cubicBezTo>
                  <a:pt x="21589" y="140970"/>
                  <a:pt x="26670" y="158750"/>
                  <a:pt x="34289" y="172720"/>
                </a:cubicBezTo>
                <a:cubicBezTo>
                  <a:pt x="49530" y="161290"/>
                  <a:pt x="64770" y="154940"/>
                  <a:pt x="80010" y="151130"/>
                </a:cubicBezTo>
                <a:close/>
                <a:moveTo>
                  <a:pt x="41910" y="184150"/>
                </a:moveTo>
                <a:cubicBezTo>
                  <a:pt x="55880" y="175260"/>
                  <a:pt x="68580" y="168910"/>
                  <a:pt x="82550" y="165100"/>
                </a:cubicBezTo>
                <a:cubicBezTo>
                  <a:pt x="86360" y="182880"/>
                  <a:pt x="92710" y="201930"/>
                  <a:pt x="101600" y="220980"/>
                </a:cubicBezTo>
                <a:cubicBezTo>
                  <a:pt x="77470" y="217170"/>
                  <a:pt x="57150" y="203200"/>
                  <a:pt x="41910" y="184150"/>
                </a:cubicBezTo>
                <a:close/>
                <a:moveTo>
                  <a:pt x="143510" y="22860"/>
                </a:moveTo>
                <a:cubicBezTo>
                  <a:pt x="167639" y="27940"/>
                  <a:pt x="187960" y="41910"/>
                  <a:pt x="201930" y="59690"/>
                </a:cubicBezTo>
                <a:cubicBezTo>
                  <a:pt x="187960" y="68580"/>
                  <a:pt x="175260" y="74930"/>
                  <a:pt x="161289" y="78740"/>
                </a:cubicBezTo>
                <a:cubicBezTo>
                  <a:pt x="157480" y="57150"/>
                  <a:pt x="151130" y="38100"/>
                  <a:pt x="143510" y="22860"/>
                </a:cubicBezTo>
                <a:close/>
                <a:moveTo>
                  <a:pt x="124460" y="21590"/>
                </a:moveTo>
                <a:cubicBezTo>
                  <a:pt x="133350" y="35560"/>
                  <a:pt x="142239" y="57150"/>
                  <a:pt x="147320" y="83820"/>
                </a:cubicBezTo>
                <a:cubicBezTo>
                  <a:pt x="129539" y="87630"/>
                  <a:pt x="111760" y="86360"/>
                  <a:pt x="96520" y="83820"/>
                </a:cubicBezTo>
                <a:cubicBezTo>
                  <a:pt x="101600" y="58420"/>
                  <a:pt x="110489" y="36830"/>
                  <a:pt x="119380" y="21590"/>
                </a:cubicBezTo>
                <a:cubicBezTo>
                  <a:pt x="120650" y="21590"/>
                  <a:pt x="120650" y="21590"/>
                  <a:pt x="121920" y="21590"/>
                </a:cubicBezTo>
                <a:cubicBezTo>
                  <a:pt x="123189" y="21590"/>
                  <a:pt x="124460" y="21590"/>
                  <a:pt x="124460" y="21590"/>
                </a:cubicBezTo>
                <a:close/>
                <a:moveTo>
                  <a:pt x="101600" y="22860"/>
                </a:moveTo>
                <a:cubicBezTo>
                  <a:pt x="93980" y="38100"/>
                  <a:pt x="86360" y="57150"/>
                  <a:pt x="82550" y="78740"/>
                </a:cubicBezTo>
                <a:cubicBezTo>
                  <a:pt x="66039" y="73660"/>
                  <a:pt x="52070" y="67310"/>
                  <a:pt x="41910" y="59690"/>
                </a:cubicBezTo>
                <a:cubicBezTo>
                  <a:pt x="55880" y="41910"/>
                  <a:pt x="77470" y="27940"/>
                  <a:pt x="101600" y="22860"/>
                </a:cubicBezTo>
                <a:close/>
                <a:moveTo>
                  <a:pt x="121920" y="243840"/>
                </a:moveTo>
                <a:cubicBezTo>
                  <a:pt x="189230" y="243840"/>
                  <a:pt x="243839" y="189230"/>
                  <a:pt x="243839" y="121920"/>
                </a:cubicBezTo>
                <a:cubicBezTo>
                  <a:pt x="243839" y="54610"/>
                  <a:pt x="189230" y="0"/>
                  <a:pt x="121920" y="0"/>
                </a:cubicBezTo>
                <a:cubicBezTo>
                  <a:pt x="54610" y="0"/>
                  <a:pt x="0" y="54610"/>
                  <a:pt x="0" y="121920"/>
                </a:cubicBezTo>
                <a:cubicBezTo>
                  <a:pt x="0" y="189230"/>
                  <a:pt x="54610" y="243840"/>
                  <a:pt x="121920" y="24384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2" name="Полилиния: фигура 268">
            <a:extLst>
              <a:ext uri="{FF2B5EF4-FFF2-40B4-BE49-F238E27FC236}">
                <a16:creationId xmlns:a16="http://schemas.microsoft.com/office/drawing/2014/main" id="{C6BDAC60-B0D9-0CB1-DEEA-67495048A92E}"/>
              </a:ext>
            </a:extLst>
          </p:cNvPr>
          <p:cNvSpPr/>
          <p:nvPr/>
        </p:nvSpPr>
        <p:spPr>
          <a:xfrm>
            <a:off x="4452493" y="2168525"/>
            <a:ext cx="243840" cy="241321"/>
          </a:xfrm>
          <a:custGeom>
            <a:avLst/>
            <a:gdLst>
              <a:gd name="connsiteX0" fmla="*/ 121920 w 243840"/>
              <a:gd name="connsiteY0" fmla="*/ 0 h 241321"/>
              <a:gd name="connsiteX1" fmla="*/ 111760 w 243840"/>
              <a:gd name="connsiteY1" fmla="*/ 10160 h 241321"/>
              <a:gd name="connsiteX2" fmla="*/ 121920 w 243840"/>
              <a:gd name="connsiteY2" fmla="*/ 20320 h 241321"/>
              <a:gd name="connsiteX3" fmla="*/ 161290 w 243840"/>
              <a:gd name="connsiteY3" fmla="*/ 27940 h 241321"/>
              <a:gd name="connsiteX4" fmla="*/ 173990 w 243840"/>
              <a:gd name="connsiteY4" fmla="*/ 22860 h 241321"/>
              <a:gd name="connsiteX5" fmla="*/ 168910 w 243840"/>
              <a:gd name="connsiteY5" fmla="*/ 10160 h 241321"/>
              <a:gd name="connsiteX6" fmla="*/ 121920 w 243840"/>
              <a:gd name="connsiteY6" fmla="*/ 0 h 241321"/>
              <a:gd name="connsiteX7" fmla="*/ 82550 w 243840"/>
              <a:gd name="connsiteY7" fmla="*/ 27940 h 241321"/>
              <a:gd name="connsiteX8" fmla="*/ 87630 w 243840"/>
              <a:gd name="connsiteY8" fmla="*/ 15240 h 241321"/>
              <a:gd name="connsiteX9" fmla="*/ 73660 w 243840"/>
              <a:gd name="connsiteY9" fmla="*/ 10160 h 241321"/>
              <a:gd name="connsiteX10" fmla="*/ 0 w 243840"/>
              <a:gd name="connsiteY10" fmla="*/ 121920 h 241321"/>
              <a:gd name="connsiteX11" fmla="*/ 10160 w 243840"/>
              <a:gd name="connsiteY11" fmla="*/ 132080 h 241321"/>
              <a:gd name="connsiteX12" fmla="*/ 20320 w 243840"/>
              <a:gd name="connsiteY12" fmla="*/ 121920 h 241321"/>
              <a:gd name="connsiteX13" fmla="*/ 82550 w 243840"/>
              <a:gd name="connsiteY13" fmla="*/ 27940 h 241321"/>
              <a:gd name="connsiteX14" fmla="*/ 208280 w 243840"/>
              <a:gd name="connsiteY14" fmla="*/ 35560 h 241321"/>
              <a:gd name="connsiteX15" fmla="*/ 194310 w 243840"/>
              <a:gd name="connsiteY15" fmla="*/ 35560 h 241321"/>
              <a:gd name="connsiteX16" fmla="*/ 194310 w 243840"/>
              <a:gd name="connsiteY16" fmla="*/ 49530 h 241321"/>
              <a:gd name="connsiteX17" fmla="*/ 215900 w 243840"/>
              <a:gd name="connsiteY17" fmla="*/ 81280 h 241321"/>
              <a:gd name="connsiteX18" fmla="*/ 228600 w 243840"/>
              <a:gd name="connsiteY18" fmla="*/ 86360 h 241321"/>
              <a:gd name="connsiteX19" fmla="*/ 233680 w 243840"/>
              <a:gd name="connsiteY19" fmla="*/ 73660 h 241321"/>
              <a:gd name="connsiteX20" fmla="*/ 208280 w 243840"/>
              <a:gd name="connsiteY20" fmla="*/ 35560 h 241321"/>
              <a:gd name="connsiteX21" fmla="*/ 243840 w 243840"/>
              <a:gd name="connsiteY21" fmla="*/ 120650 h 241321"/>
              <a:gd name="connsiteX22" fmla="*/ 233680 w 243840"/>
              <a:gd name="connsiteY22" fmla="*/ 110490 h 241321"/>
              <a:gd name="connsiteX23" fmla="*/ 223520 w 243840"/>
              <a:gd name="connsiteY23" fmla="*/ 120650 h 241321"/>
              <a:gd name="connsiteX24" fmla="*/ 121920 w 243840"/>
              <a:gd name="connsiteY24" fmla="*/ 222250 h 241321"/>
              <a:gd name="connsiteX25" fmla="*/ 83820 w 243840"/>
              <a:gd name="connsiteY25" fmla="*/ 214630 h 241321"/>
              <a:gd name="connsiteX26" fmla="*/ 71120 w 243840"/>
              <a:gd name="connsiteY26" fmla="*/ 219710 h 241321"/>
              <a:gd name="connsiteX27" fmla="*/ 76200 w 243840"/>
              <a:gd name="connsiteY27" fmla="*/ 232410 h 241321"/>
              <a:gd name="connsiteX28" fmla="*/ 123190 w 243840"/>
              <a:gd name="connsiteY28" fmla="*/ 241300 h 241321"/>
              <a:gd name="connsiteX29" fmla="*/ 243840 w 243840"/>
              <a:gd name="connsiteY29" fmla="*/ 120650 h 241321"/>
              <a:gd name="connsiteX30" fmla="*/ 29210 w 243840"/>
              <a:gd name="connsiteY30" fmla="*/ 161290 h 241321"/>
              <a:gd name="connsiteX31" fmla="*/ 16510 w 243840"/>
              <a:gd name="connsiteY31" fmla="*/ 156210 h 241321"/>
              <a:gd name="connsiteX32" fmla="*/ 11430 w 243840"/>
              <a:gd name="connsiteY32" fmla="*/ 170180 h 241321"/>
              <a:gd name="connsiteX33" fmla="*/ 36830 w 243840"/>
              <a:gd name="connsiteY33" fmla="*/ 207010 h 241321"/>
              <a:gd name="connsiteX34" fmla="*/ 50800 w 243840"/>
              <a:gd name="connsiteY34" fmla="*/ 207010 h 241321"/>
              <a:gd name="connsiteX35" fmla="*/ 50800 w 243840"/>
              <a:gd name="connsiteY35" fmla="*/ 193040 h 241321"/>
              <a:gd name="connsiteX36" fmla="*/ 29210 w 243840"/>
              <a:gd name="connsiteY36" fmla="*/ 161290 h 241321"/>
              <a:gd name="connsiteX37" fmla="*/ 71120 w 243840"/>
              <a:gd name="connsiteY37" fmla="*/ 120650 h 241321"/>
              <a:gd name="connsiteX38" fmla="*/ 121920 w 243840"/>
              <a:gd name="connsiteY38" fmla="*/ 69850 h 241321"/>
              <a:gd name="connsiteX39" fmla="*/ 172720 w 243840"/>
              <a:gd name="connsiteY39" fmla="*/ 120650 h 241321"/>
              <a:gd name="connsiteX40" fmla="*/ 121920 w 243840"/>
              <a:gd name="connsiteY40" fmla="*/ 171450 h 241321"/>
              <a:gd name="connsiteX41" fmla="*/ 71120 w 243840"/>
              <a:gd name="connsiteY41" fmla="*/ 120650 h 241321"/>
              <a:gd name="connsiteX42" fmla="*/ 121920 w 243840"/>
              <a:gd name="connsiteY42" fmla="*/ 50800 h 241321"/>
              <a:gd name="connsiteX43" fmla="*/ 50800 w 243840"/>
              <a:gd name="connsiteY43" fmla="*/ 121920 h 241321"/>
              <a:gd name="connsiteX44" fmla="*/ 121920 w 243840"/>
              <a:gd name="connsiteY44" fmla="*/ 193040 h 241321"/>
              <a:gd name="connsiteX45" fmla="*/ 193040 w 243840"/>
              <a:gd name="connsiteY45" fmla="*/ 121920 h 241321"/>
              <a:gd name="connsiteX46" fmla="*/ 121920 w 243840"/>
              <a:gd name="connsiteY46" fmla="*/ 50800 h 241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3840" h="241321">
                <a:moveTo>
                  <a:pt x="121920" y="0"/>
                </a:moveTo>
                <a:cubicBezTo>
                  <a:pt x="116840" y="0"/>
                  <a:pt x="111760" y="5080"/>
                  <a:pt x="111760" y="10160"/>
                </a:cubicBezTo>
                <a:cubicBezTo>
                  <a:pt x="111760" y="15240"/>
                  <a:pt x="116840" y="20320"/>
                  <a:pt x="121920" y="20320"/>
                </a:cubicBezTo>
                <a:cubicBezTo>
                  <a:pt x="135890" y="20320"/>
                  <a:pt x="148590" y="22860"/>
                  <a:pt x="161290" y="27940"/>
                </a:cubicBezTo>
                <a:cubicBezTo>
                  <a:pt x="166370" y="30480"/>
                  <a:pt x="172720" y="27940"/>
                  <a:pt x="173990" y="22860"/>
                </a:cubicBezTo>
                <a:cubicBezTo>
                  <a:pt x="176530" y="17780"/>
                  <a:pt x="173990" y="11430"/>
                  <a:pt x="168910" y="10160"/>
                </a:cubicBezTo>
                <a:cubicBezTo>
                  <a:pt x="153670" y="2540"/>
                  <a:pt x="138430" y="0"/>
                  <a:pt x="121920" y="0"/>
                </a:cubicBezTo>
                <a:close/>
                <a:moveTo>
                  <a:pt x="82550" y="27940"/>
                </a:moveTo>
                <a:cubicBezTo>
                  <a:pt x="87630" y="25400"/>
                  <a:pt x="90170" y="20320"/>
                  <a:pt x="87630" y="15240"/>
                </a:cubicBezTo>
                <a:cubicBezTo>
                  <a:pt x="85090" y="10160"/>
                  <a:pt x="80010" y="7620"/>
                  <a:pt x="73660" y="10160"/>
                </a:cubicBezTo>
                <a:cubicBezTo>
                  <a:pt x="30480" y="29210"/>
                  <a:pt x="0" y="72390"/>
                  <a:pt x="0" y="121920"/>
                </a:cubicBezTo>
                <a:cubicBezTo>
                  <a:pt x="0" y="127000"/>
                  <a:pt x="5080" y="132080"/>
                  <a:pt x="10160" y="132080"/>
                </a:cubicBezTo>
                <a:cubicBezTo>
                  <a:pt x="15240" y="132080"/>
                  <a:pt x="20320" y="127000"/>
                  <a:pt x="20320" y="121920"/>
                </a:cubicBezTo>
                <a:cubicBezTo>
                  <a:pt x="20320" y="80010"/>
                  <a:pt x="45720" y="43180"/>
                  <a:pt x="82550" y="27940"/>
                </a:cubicBezTo>
                <a:close/>
                <a:moveTo>
                  <a:pt x="208280" y="35560"/>
                </a:moveTo>
                <a:cubicBezTo>
                  <a:pt x="204470" y="31750"/>
                  <a:pt x="198120" y="31750"/>
                  <a:pt x="194310" y="35560"/>
                </a:cubicBezTo>
                <a:cubicBezTo>
                  <a:pt x="190500" y="39370"/>
                  <a:pt x="190500" y="45720"/>
                  <a:pt x="194310" y="49530"/>
                </a:cubicBezTo>
                <a:cubicBezTo>
                  <a:pt x="203200" y="58420"/>
                  <a:pt x="210820" y="68580"/>
                  <a:pt x="215900" y="81280"/>
                </a:cubicBezTo>
                <a:cubicBezTo>
                  <a:pt x="218440" y="86360"/>
                  <a:pt x="223520" y="88900"/>
                  <a:pt x="228600" y="86360"/>
                </a:cubicBezTo>
                <a:cubicBezTo>
                  <a:pt x="233680" y="83820"/>
                  <a:pt x="236220" y="78740"/>
                  <a:pt x="233680" y="73660"/>
                </a:cubicBezTo>
                <a:cubicBezTo>
                  <a:pt x="227330" y="59690"/>
                  <a:pt x="219710" y="46990"/>
                  <a:pt x="208280" y="35560"/>
                </a:cubicBezTo>
                <a:close/>
                <a:moveTo>
                  <a:pt x="243840" y="120650"/>
                </a:moveTo>
                <a:cubicBezTo>
                  <a:pt x="243840" y="115570"/>
                  <a:pt x="238760" y="110490"/>
                  <a:pt x="233680" y="110490"/>
                </a:cubicBezTo>
                <a:cubicBezTo>
                  <a:pt x="228600" y="110490"/>
                  <a:pt x="223520" y="115570"/>
                  <a:pt x="223520" y="120650"/>
                </a:cubicBezTo>
                <a:cubicBezTo>
                  <a:pt x="223520" y="176530"/>
                  <a:pt x="177800" y="222250"/>
                  <a:pt x="121920" y="222250"/>
                </a:cubicBezTo>
                <a:cubicBezTo>
                  <a:pt x="107950" y="222250"/>
                  <a:pt x="95250" y="219710"/>
                  <a:pt x="83820" y="214630"/>
                </a:cubicBezTo>
                <a:cubicBezTo>
                  <a:pt x="78740" y="212090"/>
                  <a:pt x="72390" y="214630"/>
                  <a:pt x="71120" y="219710"/>
                </a:cubicBezTo>
                <a:cubicBezTo>
                  <a:pt x="68580" y="224790"/>
                  <a:pt x="71120" y="231140"/>
                  <a:pt x="76200" y="232410"/>
                </a:cubicBezTo>
                <a:cubicBezTo>
                  <a:pt x="90170" y="238760"/>
                  <a:pt x="106680" y="241300"/>
                  <a:pt x="123190" y="241300"/>
                </a:cubicBezTo>
                <a:cubicBezTo>
                  <a:pt x="189230" y="242570"/>
                  <a:pt x="243840" y="187960"/>
                  <a:pt x="243840" y="120650"/>
                </a:cubicBezTo>
                <a:close/>
                <a:moveTo>
                  <a:pt x="29210" y="161290"/>
                </a:moveTo>
                <a:cubicBezTo>
                  <a:pt x="26670" y="156210"/>
                  <a:pt x="21590" y="153670"/>
                  <a:pt x="16510" y="156210"/>
                </a:cubicBezTo>
                <a:cubicBezTo>
                  <a:pt x="11430" y="158750"/>
                  <a:pt x="8890" y="163830"/>
                  <a:pt x="11430" y="170180"/>
                </a:cubicBezTo>
                <a:cubicBezTo>
                  <a:pt x="17780" y="184150"/>
                  <a:pt x="25400" y="196850"/>
                  <a:pt x="36830" y="207010"/>
                </a:cubicBezTo>
                <a:cubicBezTo>
                  <a:pt x="40640" y="210820"/>
                  <a:pt x="46990" y="210820"/>
                  <a:pt x="50800" y="207010"/>
                </a:cubicBezTo>
                <a:cubicBezTo>
                  <a:pt x="54610" y="203200"/>
                  <a:pt x="54610" y="196850"/>
                  <a:pt x="50800" y="193040"/>
                </a:cubicBezTo>
                <a:cubicBezTo>
                  <a:pt x="40640" y="182880"/>
                  <a:pt x="34290" y="172720"/>
                  <a:pt x="29210" y="161290"/>
                </a:cubicBezTo>
                <a:close/>
                <a:moveTo>
                  <a:pt x="71120" y="120650"/>
                </a:moveTo>
                <a:cubicBezTo>
                  <a:pt x="71120" y="92710"/>
                  <a:pt x="93980" y="69850"/>
                  <a:pt x="121920" y="69850"/>
                </a:cubicBezTo>
                <a:cubicBezTo>
                  <a:pt x="149860" y="69850"/>
                  <a:pt x="172720" y="92710"/>
                  <a:pt x="172720" y="120650"/>
                </a:cubicBezTo>
                <a:cubicBezTo>
                  <a:pt x="172720" y="148590"/>
                  <a:pt x="149860" y="171450"/>
                  <a:pt x="121920" y="171450"/>
                </a:cubicBezTo>
                <a:cubicBezTo>
                  <a:pt x="93980" y="171450"/>
                  <a:pt x="71120" y="148590"/>
                  <a:pt x="71120" y="120650"/>
                </a:cubicBezTo>
                <a:close/>
                <a:moveTo>
                  <a:pt x="121920" y="50800"/>
                </a:moveTo>
                <a:cubicBezTo>
                  <a:pt x="82550" y="50800"/>
                  <a:pt x="50800" y="82550"/>
                  <a:pt x="50800" y="121920"/>
                </a:cubicBezTo>
                <a:cubicBezTo>
                  <a:pt x="50800" y="161290"/>
                  <a:pt x="82550" y="193040"/>
                  <a:pt x="121920" y="193040"/>
                </a:cubicBezTo>
                <a:cubicBezTo>
                  <a:pt x="161290" y="193040"/>
                  <a:pt x="193040" y="161290"/>
                  <a:pt x="193040" y="121920"/>
                </a:cubicBezTo>
                <a:cubicBezTo>
                  <a:pt x="193040" y="82550"/>
                  <a:pt x="161290" y="50800"/>
                  <a:pt x="121920" y="508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3" name="Полилиния: фигура 277">
            <a:extLst>
              <a:ext uri="{FF2B5EF4-FFF2-40B4-BE49-F238E27FC236}">
                <a16:creationId xmlns:a16="http://schemas.microsoft.com/office/drawing/2014/main" id="{FA6F6E62-82C8-A03B-33A1-70410BA7B11F}"/>
              </a:ext>
            </a:extLst>
          </p:cNvPr>
          <p:cNvSpPr/>
          <p:nvPr/>
        </p:nvSpPr>
        <p:spPr>
          <a:xfrm>
            <a:off x="3888613" y="2197736"/>
            <a:ext cx="254000" cy="182880"/>
          </a:xfrm>
          <a:custGeom>
            <a:avLst/>
            <a:gdLst>
              <a:gd name="connsiteX0" fmla="*/ 198120 w 254000"/>
              <a:gd name="connsiteY0" fmla="*/ 142240 h 182880"/>
              <a:gd name="connsiteX1" fmla="*/ 187960 w 254000"/>
              <a:gd name="connsiteY1" fmla="*/ 152400 h 182880"/>
              <a:gd name="connsiteX2" fmla="*/ 177800 w 254000"/>
              <a:gd name="connsiteY2" fmla="*/ 142240 h 182880"/>
              <a:gd name="connsiteX3" fmla="*/ 177800 w 254000"/>
              <a:gd name="connsiteY3" fmla="*/ 11430 h 182880"/>
              <a:gd name="connsiteX4" fmla="*/ 189230 w 254000"/>
              <a:gd name="connsiteY4" fmla="*/ 0 h 182880"/>
              <a:gd name="connsiteX5" fmla="*/ 227330 w 254000"/>
              <a:gd name="connsiteY5" fmla="*/ 0 h 182880"/>
              <a:gd name="connsiteX6" fmla="*/ 238760 w 254000"/>
              <a:gd name="connsiteY6" fmla="*/ 11430 h 182880"/>
              <a:gd name="connsiteX7" fmla="*/ 238760 w 254000"/>
              <a:gd name="connsiteY7" fmla="*/ 142240 h 182880"/>
              <a:gd name="connsiteX8" fmla="*/ 228600 w 254000"/>
              <a:gd name="connsiteY8" fmla="*/ 152400 h 182880"/>
              <a:gd name="connsiteX9" fmla="*/ 218440 w 254000"/>
              <a:gd name="connsiteY9" fmla="*/ 142240 h 182880"/>
              <a:gd name="connsiteX10" fmla="*/ 218440 w 254000"/>
              <a:gd name="connsiteY10" fmla="*/ 20320 h 182880"/>
              <a:gd name="connsiteX11" fmla="*/ 198120 w 254000"/>
              <a:gd name="connsiteY11" fmla="*/ 20320 h 182880"/>
              <a:gd name="connsiteX12" fmla="*/ 198120 w 254000"/>
              <a:gd name="connsiteY12" fmla="*/ 142240 h 182880"/>
              <a:gd name="connsiteX13" fmla="*/ 106680 w 254000"/>
              <a:gd name="connsiteY13" fmla="*/ 152400 h 182880"/>
              <a:gd name="connsiteX14" fmla="*/ 116840 w 254000"/>
              <a:gd name="connsiteY14" fmla="*/ 142240 h 182880"/>
              <a:gd name="connsiteX15" fmla="*/ 116840 w 254000"/>
              <a:gd name="connsiteY15" fmla="*/ 60960 h 182880"/>
              <a:gd name="connsiteX16" fmla="*/ 137160 w 254000"/>
              <a:gd name="connsiteY16" fmla="*/ 60960 h 182880"/>
              <a:gd name="connsiteX17" fmla="*/ 137160 w 254000"/>
              <a:gd name="connsiteY17" fmla="*/ 142240 h 182880"/>
              <a:gd name="connsiteX18" fmla="*/ 147320 w 254000"/>
              <a:gd name="connsiteY18" fmla="*/ 152400 h 182880"/>
              <a:gd name="connsiteX19" fmla="*/ 157480 w 254000"/>
              <a:gd name="connsiteY19" fmla="*/ 142240 h 182880"/>
              <a:gd name="connsiteX20" fmla="*/ 157480 w 254000"/>
              <a:gd name="connsiteY20" fmla="*/ 52070 h 182880"/>
              <a:gd name="connsiteX21" fmla="*/ 146050 w 254000"/>
              <a:gd name="connsiteY21" fmla="*/ 40640 h 182880"/>
              <a:gd name="connsiteX22" fmla="*/ 107950 w 254000"/>
              <a:gd name="connsiteY22" fmla="*/ 40640 h 182880"/>
              <a:gd name="connsiteX23" fmla="*/ 96520 w 254000"/>
              <a:gd name="connsiteY23" fmla="*/ 52070 h 182880"/>
              <a:gd name="connsiteX24" fmla="*/ 96520 w 254000"/>
              <a:gd name="connsiteY24" fmla="*/ 142240 h 182880"/>
              <a:gd name="connsiteX25" fmla="*/ 106680 w 254000"/>
              <a:gd name="connsiteY25" fmla="*/ 152400 h 182880"/>
              <a:gd name="connsiteX26" fmla="*/ 35560 w 254000"/>
              <a:gd name="connsiteY26" fmla="*/ 142240 h 182880"/>
              <a:gd name="connsiteX27" fmla="*/ 35560 w 254000"/>
              <a:gd name="connsiteY27" fmla="*/ 101600 h 182880"/>
              <a:gd name="connsiteX28" fmla="*/ 55880 w 254000"/>
              <a:gd name="connsiteY28" fmla="*/ 101600 h 182880"/>
              <a:gd name="connsiteX29" fmla="*/ 55880 w 254000"/>
              <a:gd name="connsiteY29" fmla="*/ 142240 h 182880"/>
              <a:gd name="connsiteX30" fmla="*/ 66040 w 254000"/>
              <a:gd name="connsiteY30" fmla="*/ 152400 h 182880"/>
              <a:gd name="connsiteX31" fmla="*/ 76200 w 254000"/>
              <a:gd name="connsiteY31" fmla="*/ 142240 h 182880"/>
              <a:gd name="connsiteX32" fmla="*/ 76200 w 254000"/>
              <a:gd name="connsiteY32" fmla="*/ 92710 h 182880"/>
              <a:gd name="connsiteX33" fmla="*/ 64770 w 254000"/>
              <a:gd name="connsiteY33" fmla="*/ 81280 h 182880"/>
              <a:gd name="connsiteX34" fmla="*/ 26670 w 254000"/>
              <a:gd name="connsiteY34" fmla="*/ 81280 h 182880"/>
              <a:gd name="connsiteX35" fmla="*/ 15240 w 254000"/>
              <a:gd name="connsiteY35" fmla="*/ 92710 h 182880"/>
              <a:gd name="connsiteX36" fmla="*/ 15240 w 254000"/>
              <a:gd name="connsiteY36" fmla="*/ 142240 h 182880"/>
              <a:gd name="connsiteX37" fmla="*/ 25400 w 254000"/>
              <a:gd name="connsiteY37" fmla="*/ 152400 h 182880"/>
              <a:gd name="connsiteX38" fmla="*/ 35560 w 254000"/>
              <a:gd name="connsiteY38" fmla="*/ 142240 h 182880"/>
              <a:gd name="connsiteX39" fmla="*/ 10160 w 254000"/>
              <a:gd name="connsiteY39" fmla="*/ 162560 h 182880"/>
              <a:gd name="connsiteX40" fmla="*/ 0 w 254000"/>
              <a:gd name="connsiteY40" fmla="*/ 172720 h 182880"/>
              <a:gd name="connsiteX41" fmla="*/ 10160 w 254000"/>
              <a:gd name="connsiteY41" fmla="*/ 182880 h 182880"/>
              <a:gd name="connsiteX42" fmla="*/ 243840 w 254000"/>
              <a:gd name="connsiteY42" fmla="*/ 182880 h 182880"/>
              <a:gd name="connsiteX43" fmla="*/ 254000 w 254000"/>
              <a:gd name="connsiteY43" fmla="*/ 172720 h 182880"/>
              <a:gd name="connsiteX44" fmla="*/ 243840 w 254000"/>
              <a:gd name="connsiteY44" fmla="*/ 162560 h 182880"/>
              <a:gd name="connsiteX45" fmla="*/ 10160 w 254000"/>
              <a:gd name="connsiteY45" fmla="*/ 162560 h 182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54000" h="182880">
                <a:moveTo>
                  <a:pt x="198120" y="142240"/>
                </a:moveTo>
                <a:cubicBezTo>
                  <a:pt x="198120" y="147320"/>
                  <a:pt x="193040" y="152400"/>
                  <a:pt x="187960" y="152400"/>
                </a:cubicBezTo>
                <a:cubicBezTo>
                  <a:pt x="182880" y="152400"/>
                  <a:pt x="177800" y="147320"/>
                  <a:pt x="177800" y="142240"/>
                </a:cubicBezTo>
                <a:lnTo>
                  <a:pt x="177800" y="11430"/>
                </a:lnTo>
                <a:cubicBezTo>
                  <a:pt x="177800" y="5080"/>
                  <a:pt x="182880" y="0"/>
                  <a:pt x="189230" y="0"/>
                </a:cubicBezTo>
                <a:lnTo>
                  <a:pt x="227330" y="0"/>
                </a:lnTo>
                <a:cubicBezTo>
                  <a:pt x="233680" y="0"/>
                  <a:pt x="238760" y="5080"/>
                  <a:pt x="238760" y="11430"/>
                </a:cubicBezTo>
                <a:lnTo>
                  <a:pt x="238760" y="142240"/>
                </a:lnTo>
                <a:cubicBezTo>
                  <a:pt x="238760" y="147320"/>
                  <a:pt x="233680" y="152400"/>
                  <a:pt x="228600" y="152400"/>
                </a:cubicBezTo>
                <a:cubicBezTo>
                  <a:pt x="223520" y="152400"/>
                  <a:pt x="218440" y="147320"/>
                  <a:pt x="218440" y="142240"/>
                </a:cubicBezTo>
                <a:lnTo>
                  <a:pt x="218440" y="20320"/>
                </a:lnTo>
                <a:lnTo>
                  <a:pt x="198120" y="20320"/>
                </a:lnTo>
                <a:lnTo>
                  <a:pt x="198120" y="142240"/>
                </a:lnTo>
                <a:close/>
                <a:moveTo>
                  <a:pt x="106680" y="152400"/>
                </a:moveTo>
                <a:cubicBezTo>
                  <a:pt x="111760" y="152400"/>
                  <a:pt x="116840" y="147320"/>
                  <a:pt x="116840" y="142240"/>
                </a:cubicBezTo>
                <a:lnTo>
                  <a:pt x="116840" y="60960"/>
                </a:lnTo>
                <a:lnTo>
                  <a:pt x="137160" y="60960"/>
                </a:lnTo>
                <a:lnTo>
                  <a:pt x="137160" y="142240"/>
                </a:lnTo>
                <a:cubicBezTo>
                  <a:pt x="137160" y="147320"/>
                  <a:pt x="142240" y="152400"/>
                  <a:pt x="147320" y="152400"/>
                </a:cubicBezTo>
                <a:cubicBezTo>
                  <a:pt x="152400" y="152400"/>
                  <a:pt x="157480" y="147320"/>
                  <a:pt x="157480" y="142240"/>
                </a:cubicBezTo>
                <a:lnTo>
                  <a:pt x="157480" y="52070"/>
                </a:lnTo>
                <a:cubicBezTo>
                  <a:pt x="157480" y="45720"/>
                  <a:pt x="152400" y="40640"/>
                  <a:pt x="146050" y="40640"/>
                </a:cubicBezTo>
                <a:lnTo>
                  <a:pt x="107950" y="40640"/>
                </a:lnTo>
                <a:cubicBezTo>
                  <a:pt x="101600" y="40640"/>
                  <a:pt x="96520" y="45720"/>
                  <a:pt x="96520" y="52070"/>
                </a:cubicBezTo>
                <a:lnTo>
                  <a:pt x="96520" y="142240"/>
                </a:lnTo>
                <a:cubicBezTo>
                  <a:pt x="96520" y="148590"/>
                  <a:pt x="101600" y="152400"/>
                  <a:pt x="106680" y="152400"/>
                </a:cubicBezTo>
                <a:close/>
                <a:moveTo>
                  <a:pt x="35560" y="142240"/>
                </a:moveTo>
                <a:lnTo>
                  <a:pt x="35560" y="101600"/>
                </a:lnTo>
                <a:lnTo>
                  <a:pt x="55880" y="101600"/>
                </a:lnTo>
                <a:lnTo>
                  <a:pt x="55880" y="142240"/>
                </a:lnTo>
                <a:cubicBezTo>
                  <a:pt x="55880" y="147320"/>
                  <a:pt x="60960" y="152400"/>
                  <a:pt x="66040" y="152400"/>
                </a:cubicBezTo>
                <a:cubicBezTo>
                  <a:pt x="71120" y="152400"/>
                  <a:pt x="76200" y="147320"/>
                  <a:pt x="76200" y="142240"/>
                </a:cubicBezTo>
                <a:lnTo>
                  <a:pt x="76200" y="92710"/>
                </a:lnTo>
                <a:cubicBezTo>
                  <a:pt x="76200" y="86360"/>
                  <a:pt x="71120" y="81280"/>
                  <a:pt x="64770" y="81280"/>
                </a:cubicBezTo>
                <a:lnTo>
                  <a:pt x="26670" y="81280"/>
                </a:lnTo>
                <a:cubicBezTo>
                  <a:pt x="20320" y="81280"/>
                  <a:pt x="15240" y="86360"/>
                  <a:pt x="15240" y="92710"/>
                </a:cubicBezTo>
                <a:lnTo>
                  <a:pt x="15240" y="142240"/>
                </a:lnTo>
                <a:cubicBezTo>
                  <a:pt x="15240" y="147320"/>
                  <a:pt x="20320" y="152400"/>
                  <a:pt x="25400" y="152400"/>
                </a:cubicBezTo>
                <a:cubicBezTo>
                  <a:pt x="30480" y="152400"/>
                  <a:pt x="35560" y="148590"/>
                  <a:pt x="35560" y="142240"/>
                </a:cubicBezTo>
                <a:close/>
                <a:moveTo>
                  <a:pt x="10160" y="162560"/>
                </a:moveTo>
                <a:cubicBezTo>
                  <a:pt x="5080" y="162560"/>
                  <a:pt x="0" y="167640"/>
                  <a:pt x="0" y="172720"/>
                </a:cubicBezTo>
                <a:cubicBezTo>
                  <a:pt x="0" y="177800"/>
                  <a:pt x="5080" y="182880"/>
                  <a:pt x="10160" y="182880"/>
                </a:cubicBezTo>
                <a:lnTo>
                  <a:pt x="243840" y="182880"/>
                </a:lnTo>
                <a:cubicBezTo>
                  <a:pt x="248920" y="182880"/>
                  <a:pt x="254000" y="177800"/>
                  <a:pt x="254000" y="172720"/>
                </a:cubicBezTo>
                <a:cubicBezTo>
                  <a:pt x="254000" y="167640"/>
                  <a:pt x="248920" y="162560"/>
                  <a:pt x="243840" y="162560"/>
                </a:cubicBezTo>
                <a:lnTo>
                  <a:pt x="10160" y="1625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4" name="Полилиния: фигура 280">
            <a:extLst>
              <a:ext uri="{FF2B5EF4-FFF2-40B4-BE49-F238E27FC236}">
                <a16:creationId xmlns:a16="http://schemas.microsoft.com/office/drawing/2014/main" id="{E3C4D635-8780-61EE-D6E2-7959B550CC7A}"/>
              </a:ext>
            </a:extLst>
          </p:cNvPr>
          <p:cNvSpPr/>
          <p:nvPr/>
        </p:nvSpPr>
        <p:spPr>
          <a:xfrm>
            <a:off x="5011293" y="2167256"/>
            <a:ext cx="243840" cy="243839"/>
          </a:xfrm>
          <a:custGeom>
            <a:avLst/>
            <a:gdLst>
              <a:gd name="connsiteX0" fmla="*/ 30480 w 243840"/>
              <a:gd name="connsiteY0" fmla="*/ 11430 h 243839"/>
              <a:gd name="connsiteX1" fmla="*/ 41910 w 243840"/>
              <a:gd name="connsiteY1" fmla="*/ 0 h 243839"/>
              <a:gd name="connsiteX2" fmla="*/ 80010 w 243840"/>
              <a:gd name="connsiteY2" fmla="*/ 0 h 243839"/>
              <a:gd name="connsiteX3" fmla="*/ 91440 w 243840"/>
              <a:gd name="connsiteY3" fmla="*/ 11430 h 243839"/>
              <a:gd name="connsiteX4" fmla="*/ 91440 w 243840"/>
              <a:gd name="connsiteY4" fmla="*/ 71120 h 243839"/>
              <a:gd name="connsiteX5" fmla="*/ 121920 w 243840"/>
              <a:gd name="connsiteY5" fmla="*/ 101600 h 243839"/>
              <a:gd name="connsiteX6" fmla="*/ 152400 w 243840"/>
              <a:gd name="connsiteY6" fmla="*/ 71120 h 243839"/>
              <a:gd name="connsiteX7" fmla="*/ 152400 w 243840"/>
              <a:gd name="connsiteY7" fmla="*/ 11430 h 243839"/>
              <a:gd name="connsiteX8" fmla="*/ 163830 w 243840"/>
              <a:gd name="connsiteY8" fmla="*/ 0 h 243839"/>
              <a:gd name="connsiteX9" fmla="*/ 201930 w 243840"/>
              <a:gd name="connsiteY9" fmla="*/ 0 h 243839"/>
              <a:gd name="connsiteX10" fmla="*/ 213360 w 243840"/>
              <a:gd name="connsiteY10" fmla="*/ 11430 h 243839"/>
              <a:gd name="connsiteX11" fmla="*/ 213360 w 243840"/>
              <a:gd name="connsiteY11" fmla="*/ 113030 h 243839"/>
              <a:gd name="connsiteX12" fmla="*/ 232410 w 243840"/>
              <a:gd name="connsiteY12" fmla="*/ 132080 h 243839"/>
              <a:gd name="connsiteX13" fmla="*/ 243840 w 243840"/>
              <a:gd name="connsiteY13" fmla="*/ 143510 h 243839"/>
              <a:gd name="connsiteX14" fmla="*/ 243840 w 243840"/>
              <a:gd name="connsiteY14" fmla="*/ 232410 h 243839"/>
              <a:gd name="connsiteX15" fmla="*/ 232410 w 243840"/>
              <a:gd name="connsiteY15" fmla="*/ 243840 h 243839"/>
              <a:gd name="connsiteX16" fmla="*/ 11430 w 243840"/>
              <a:gd name="connsiteY16" fmla="*/ 243840 h 243839"/>
              <a:gd name="connsiteX17" fmla="*/ 0 w 243840"/>
              <a:gd name="connsiteY17" fmla="*/ 232410 h 243839"/>
              <a:gd name="connsiteX18" fmla="*/ 0 w 243840"/>
              <a:gd name="connsiteY18" fmla="*/ 143510 h 243839"/>
              <a:gd name="connsiteX19" fmla="*/ 11430 w 243840"/>
              <a:gd name="connsiteY19" fmla="*/ 132080 h 243839"/>
              <a:gd name="connsiteX20" fmla="*/ 30480 w 243840"/>
              <a:gd name="connsiteY20" fmla="*/ 113030 h 243839"/>
              <a:gd name="connsiteX21" fmla="*/ 30480 w 243840"/>
              <a:gd name="connsiteY21" fmla="*/ 11430 h 243839"/>
              <a:gd name="connsiteX22" fmla="*/ 223520 w 243840"/>
              <a:gd name="connsiteY22" fmla="*/ 152400 h 243839"/>
              <a:gd name="connsiteX23" fmla="*/ 223520 w 243840"/>
              <a:gd name="connsiteY23" fmla="*/ 224790 h 243839"/>
              <a:gd name="connsiteX24" fmla="*/ 20320 w 243840"/>
              <a:gd name="connsiteY24" fmla="*/ 224790 h 243839"/>
              <a:gd name="connsiteX25" fmla="*/ 20320 w 243840"/>
              <a:gd name="connsiteY25" fmla="*/ 152400 h 243839"/>
              <a:gd name="connsiteX26" fmla="*/ 50800 w 243840"/>
              <a:gd name="connsiteY26" fmla="*/ 114300 h 243839"/>
              <a:gd name="connsiteX27" fmla="*/ 50800 w 243840"/>
              <a:gd name="connsiteY27" fmla="*/ 21590 h 243839"/>
              <a:gd name="connsiteX28" fmla="*/ 71120 w 243840"/>
              <a:gd name="connsiteY28" fmla="*/ 21590 h 243839"/>
              <a:gd name="connsiteX29" fmla="*/ 71120 w 243840"/>
              <a:gd name="connsiteY29" fmla="*/ 72390 h 243839"/>
              <a:gd name="connsiteX30" fmla="*/ 121920 w 243840"/>
              <a:gd name="connsiteY30" fmla="*/ 123190 h 243839"/>
              <a:gd name="connsiteX31" fmla="*/ 172720 w 243840"/>
              <a:gd name="connsiteY31" fmla="*/ 72390 h 243839"/>
              <a:gd name="connsiteX32" fmla="*/ 172720 w 243840"/>
              <a:gd name="connsiteY32" fmla="*/ 21590 h 243839"/>
              <a:gd name="connsiteX33" fmla="*/ 193040 w 243840"/>
              <a:gd name="connsiteY33" fmla="*/ 21590 h 243839"/>
              <a:gd name="connsiteX34" fmla="*/ 193040 w 243840"/>
              <a:gd name="connsiteY34" fmla="*/ 114300 h 243839"/>
              <a:gd name="connsiteX35" fmla="*/ 223520 w 243840"/>
              <a:gd name="connsiteY35" fmla="*/ 1524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3840" h="243839">
                <a:moveTo>
                  <a:pt x="30480" y="11430"/>
                </a:moveTo>
                <a:cubicBezTo>
                  <a:pt x="30480" y="5080"/>
                  <a:pt x="35560" y="0"/>
                  <a:pt x="41910" y="0"/>
                </a:cubicBezTo>
                <a:lnTo>
                  <a:pt x="80010" y="0"/>
                </a:lnTo>
                <a:cubicBezTo>
                  <a:pt x="86360" y="0"/>
                  <a:pt x="91440" y="5080"/>
                  <a:pt x="91440" y="11430"/>
                </a:cubicBezTo>
                <a:lnTo>
                  <a:pt x="91440" y="71120"/>
                </a:lnTo>
                <a:cubicBezTo>
                  <a:pt x="91440" y="87630"/>
                  <a:pt x="105410" y="101600"/>
                  <a:pt x="121920" y="101600"/>
                </a:cubicBezTo>
                <a:cubicBezTo>
                  <a:pt x="138430" y="101600"/>
                  <a:pt x="152400" y="87630"/>
                  <a:pt x="152400" y="71120"/>
                </a:cubicBezTo>
                <a:lnTo>
                  <a:pt x="152400" y="11430"/>
                </a:lnTo>
                <a:cubicBezTo>
                  <a:pt x="152400" y="5080"/>
                  <a:pt x="157480" y="0"/>
                  <a:pt x="163830" y="0"/>
                </a:cubicBezTo>
                <a:lnTo>
                  <a:pt x="201930" y="0"/>
                </a:lnTo>
                <a:cubicBezTo>
                  <a:pt x="208280" y="0"/>
                  <a:pt x="213360" y="5080"/>
                  <a:pt x="213360" y="11430"/>
                </a:cubicBezTo>
                <a:lnTo>
                  <a:pt x="213360" y="113030"/>
                </a:lnTo>
                <a:cubicBezTo>
                  <a:pt x="213360" y="123190"/>
                  <a:pt x="222250" y="132080"/>
                  <a:pt x="232410" y="132080"/>
                </a:cubicBezTo>
                <a:cubicBezTo>
                  <a:pt x="238760" y="132080"/>
                  <a:pt x="243840" y="137160"/>
                  <a:pt x="243840" y="143510"/>
                </a:cubicBezTo>
                <a:lnTo>
                  <a:pt x="243840" y="232410"/>
                </a:lnTo>
                <a:cubicBezTo>
                  <a:pt x="243840" y="238760"/>
                  <a:pt x="238760" y="243840"/>
                  <a:pt x="232410" y="243840"/>
                </a:cubicBezTo>
                <a:lnTo>
                  <a:pt x="11430" y="243840"/>
                </a:lnTo>
                <a:cubicBezTo>
                  <a:pt x="5080" y="243840"/>
                  <a:pt x="0" y="238760"/>
                  <a:pt x="0" y="232410"/>
                </a:cubicBezTo>
                <a:lnTo>
                  <a:pt x="0" y="143510"/>
                </a:lnTo>
                <a:cubicBezTo>
                  <a:pt x="0" y="137160"/>
                  <a:pt x="5080" y="132080"/>
                  <a:pt x="11430" y="132080"/>
                </a:cubicBezTo>
                <a:cubicBezTo>
                  <a:pt x="21590" y="132080"/>
                  <a:pt x="30480" y="123190"/>
                  <a:pt x="30480" y="113030"/>
                </a:cubicBezTo>
                <a:lnTo>
                  <a:pt x="30480" y="11430"/>
                </a:lnTo>
                <a:close/>
                <a:moveTo>
                  <a:pt x="223520" y="152400"/>
                </a:moveTo>
                <a:lnTo>
                  <a:pt x="223520" y="224790"/>
                </a:lnTo>
                <a:lnTo>
                  <a:pt x="20320" y="224790"/>
                </a:lnTo>
                <a:lnTo>
                  <a:pt x="20320" y="152400"/>
                </a:lnTo>
                <a:cubicBezTo>
                  <a:pt x="38100" y="148590"/>
                  <a:pt x="50800" y="132080"/>
                  <a:pt x="50800" y="114300"/>
                </a:cubicBezTo>
                <a:lnTo>
                  <a:pt x="50800" y="21590"/>
                </a:lnTo>
                <a:lnTo>
                  <a:pt x="71120" y="21590"/>
                </a:lnTo>
                <a:lnTo>
                  <a:pt x="71120" y="72390"/>
                </a:lnTo>
                <a:cubicBezTo>
                  <a:pt x="71120" y="100330"/>
                  <a:pt x="93980" y="123190"/>
                  <a:pt x="121920" y="123190"/>
                </a:cubicBezTo>
                <a:cubicBezTo>
                  <a:pt x="149860" y="123190"/>
                  <a:pt x="172720" y="100330"/>
                  <a:pt x="172720" y="72390"/>
                </a:cubicBezTo>
                <a:lnTo>
                  <a:pt x="172720" y="21590"/>
                </a:lnTo>
                <a:lnTo>
                  <a:pt x="193040" y="21590"/>
                </a:lnTo>
                <a:lnTo>
                  <a:pt x="193040" y="114300"/>
                </a:lnTo>
                <a:cubicBezTo>
                  <a:pt x="193040" y="132080"/>
                  <a:pt x="205740" y="147320"/>
                  <a:pt x="2235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95" name="Полилиния: фигура 283">
            <a:extLst>
              <a:ext uri="{FF2B5EF4-FFF2-40B4-BE49-F238E27FC236}">
                <a16:creationId xmlns:a16="http://schemas.microsoft.com/office/drawing/2014/main" id="{117583E7-03F5-2EA5-3AEE-214E6B25FC0E}"/>
              </a:ext>
            </a:extLst>
          </p:cNvPr>
          <p:cNvSpPr/>
          <p:nvPr/>
        </p:nvSpPr>
        <p:spPr>
          <a:xfrm>
            <a:off x="6704203" y="2182495"/>
            <a:ext cx="212407" cy="212407"/>
          </a:xfrm>
          <a:custGeom>
            <a:avLst/>
            <a:gdLst>
              <a:gd name="connsiteX0" fmla="*/ 86361 w 212407"/>
              <a:gd name="connsiteY0" fmla="*/ 152400 h 212407"/>
              <a:gd name="connsiteX1" fmla="*/ 152400 w 212407"/>
              <a:gd name="connsiteY1" fmla="*/ 86360 h 212407"/>
              <a:gd name="connsiteX2" fmla="*/ 86361 w 212407"/>
              <a:gd name="connsiteY2" fmla="*/ 20320 h 212407"/>
              <a:gd name="connsiteX3" fmla="*/ 20320 w 212407"/>
              <a:gd name="connsiteY3" fmla="*/ 86360 h 212407"/>
              <a:gd name="connsiteX4" fmla="*/ 86361 w 212407"/>
              <a:gd name="connsiteY4" fmla="*/ 152400 h 212407"/>
              <a:gd name="connsiteX5" fmla="*/ 153670 w 212407"/>
              <a:gd name="connsiteY5" fmla="*/ 139700 h 212407"/>
              <a:gd name="connsiteX6" fmla="*/ 172720 w 212407"/>
              <a:gd name="connsiteY6" fmla="*/ 86360 h 212407"/>
              <a:gd name="connsiteX7" fmla="*/ 86361 w 212407"/>
              <a:gd name="connsiteY7" fmla="*/ 0 h 212407"/>
              <a:gd name="connsiteX8" fmla="*/ 0 w 212407"/>
              <a:gd name="connsiteY8" fmla="*/ 86360 h 212407"/>
              <a:gd name="connsiteX9" fmla="*/ 86361 w 212407"/>
              <a:gd name="connsiteY9" fmla="*/ 172720 h 212407"/>
              <a:gd name="connsiteX10" fmla="*/ 139700 w 212407"/>
              <a:gd name="connsiteY10" fmla="*/ 153670 h 212407"/>
              <a:gd name="connsiteX11" fmla="*/ 195580 w 212407"/>
              <a:gd name="connsiteY11" fmla="*/ 209550 h 212407"/>
              <a:gd name="connsiteX12" fmla="*/ 209550 w 212407"/>
              <a:gd name="connsiteY12" fmla="*/ 209550 h 212407"/>
              <a:gd name="connsiteX13" fmla="*/ 209550 w 212407"/>
              <a:gd name="connsiteY13" fmla="*/ 195580 h 212407"/>
              <a:gd name="connsiteX14" fmla="*/ 153670 w 212407"/>
              <a:gd name="connsiteY14" fmla="*/ 139700 h 212407"/>
              <a:gd name="connsiteX15" fmla="*/ 76200 w 212407"/>
              <a:gd name="connsiteY15" fmla="*/ 46990 h 212407"/>
              <a:gd name="connsiteX16" fmla="*/ 86361 w 212407"/>
              <a:gd name="connsiteY16" fmla="*/ 36830 h 212407"/>
              <a:gd name="connsiteX17" fmla="*/ 121920 w 212407"/>
              <a:gd name="connsiteY17" fmla="*/ 52070 h 212407"/>
              <a:gd name="connsiteX18" fmla="*/ 137161 w 212407"/>
              <a:gd name="connsiteY18" fmla="*/ 87630 h 212407"/>
              <a:gd name="connsiteX19" fmla="*/ 127000 w 212407"/>
              <a:gd name="connsiteY19" fmla="*/ 97790 h 212407"/>
              <a:gd name="connsiteX20" fmla="*/ 116840 w 212407"/>
              <a:gd name="connsiteY20" fmla="*/ 87630 h 212407"/>
              <a:gd name="connsiteX21" fmla="*/ 106680 w 212407"/>
              <a:gd name="connsiteY21" fmla="*/ 67310 h 212407"/>
              <a:gd name="connsiteX22" fmla="*/ 86361 w 212407"/>
              <a:gd name="connsiteY22" fmla="*/ 57150 h 212407"/>
              <a:gd name="connsiteX23" fmla="*/ 76200 w 212407"/>
              <a:gd name="connsiteY23" fmla="*/ 46990 h 212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12407" h="212407">
                <a:moveTo>
                  <a:pt x="86361" y="152400"/>
                </a:moveTo>
                <a:cubicBezTo>
                  <a:pt x="123190" y="152400"/>
                  <a:pt x="152400" y="123190"/>
                  <a:pt x="152400" y="86360"/>
                </a:cubicBezTo>
                <a:cubicBezTo>
                  <a:pt x="152400" y="49530"/>
                  <a:pt x="123190" y="20320"/>
                  <a:pt x="86361" y="20320"/>
                </a:cubicBezTo>
                <a:cubicBezTo>
                  <a:pt x="49530" y="20320"/>
                  <a:pt x="20320" y="49530"/>
                  <a:pt x="20320" y="86360"/>
                </a:cubicBezTo>
                <a:cubicBezTo>
                  <a:pt x="20320" y="123190"/>
                  <a:pt x="49530" y="152400"/>
                  <a:pt x="86361" y="152400"/>
                </a:cubicBezTo>
                <a:close/>
                <a:moveTo>
                  <a:pt x="153670" y="139700"/>
                </a:moveTo>
                <a:cubicBezTo>
                  <a:pt x="165100" y="124460"/>
                  <a:pt x="172720" y="106680"/>
                  <a:pt x="172720" y="86360"/>
                </a:cubicBezTo>
                <a:cubicBezTo>
                  <a:pt x="172720" y="39370"/>
                  <a:pt x="134620" y="0"/>
                  <a:pt x="86361" y="0"/>
                </a:cubicBezTo>
                <a:cubicBezTo>
                  <a:pt x="38100" y="0"/>
                  <a:pt x="0" y="38100"/>
                  <a:pt x="0" y="86360"/>
                </a:cubicBezTo>
                <a:cubicBezTo>
                  <a:pt x="0" y="134620"/>
                  <a:pt x="38100" y="172720"/>
                  <a:pt x="86361" y="172720"/>
                </a:cubicBezTo>
                <a:cubicBezTo>
                  <a:pt x="106680" y="172720"/>
                  <a:pt x="124461" y="166370"/>
                  <a:pt x="139700" y="153670"/>
                </a:cubicBezTo>
                <a:lnTo>
                  <a:pt x="195580" y="209550"/>
                </a:lnTo>
                <a:cubicBezTo>
                  <a:pt x="199390" y="213360"/>
                  <a:pt x="205740" y="213360"/>
                  <a:pt x="209550" y="209550"/>
                </a:cubicBezTo>
                <a:cubicBezTo>
                  <a:pt x="213361" y="205740"/>
                  <a:pt x="213361" y="199390"/>
                  <a:pt x="209550" y="195580"/>
                </a:cubicBezTo>
                <a:lnTo>
                  <a:pt x="153670" y="139700"/>
                </a:lnTo>
                <a:close/>
                <a:moveTo>
                  <a:pt x="76200" y="46990"/>
                </a:moveTo>
                <a:cubicBezTo>
                  <a:pt x="76200" y="41910"/>
                  <a:pt x="81280" y="36830"/>
                  <a:pt x="86361" y="36830"/>
                </a:cubicBezTo>
                <a:cubicBezTo>
                  <a:pt x="100330" y="36830"/>
                  <a:pt x="113030" y="43180"/>
                  <a:pt x="121920" y="52070"/>
                </a:cubicBezTo>
                <a:cubicBezTo>
                  <a:pt x="130811" y="60960"/>
                  <a:pt x="137161" y="73660"/>
                  <a:pt x="137161" y="87630"/>
                </a:cubicBezTo>
                <a:cubicBezTo>
                  <a:pt x="137161" y="92710"/>
                  <a:pt x="132080" y="97790"/>
                  <a:pt x="127000" y="97790"/>
                </a:cubicBezTo>
                <a:cubicBezTo>
                  <a:pt x="121920" y="97790"/>
                  <a:pt x="116840" y="92710"/>
                  <a:pt x="116840" y="87630"/>
                </a:cubicBezTo>
                <a:cubicBezTo>
                  <a:pt x="116840" y="81280"/>
                  <a:pt x="113030" y="73660"/>
                  <a:pt x="106680" y="67310"/>
                </a:cubicBezTo>
                <a:cubicBezTo>
                  <a:pt x="100330" y="60960"/>
                  <a:pt x="92711" y="57150"/>
                  <a:pt x="86361" y="57150"/>
                </a:cubicBezTo>
                <a:cubicBezTo>
                  <a:pt x="80011" y="57150"/>
                  <a:pt x="76200" y="52070"/>
                  <a:pt x="76200" y="4699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96" name="Рисунок 2">
            <a:extLst>
              <a:ext uri="{FF2B5EF4-FFF2-40B4-BE49-F238E27FC236}">
                <a16:creationId xmlns:a16="http://schemas.microsoft.com/office/drawing/2014/main" id="{97A5B9B7-7567-C091-45D2-6A4EEDCB95BA}"/>
              </a:ext>
            </a:extLst>
          </p:cNvPr>
          <p:cNvGrpSpPr/>
          <p:nvPr/>
        </p:nvGrpSpPr>
        <p:grpSpPr>
          <a:xfrm>
            <a:off x="5610734" y="2166481"/>
            <a:ext cx="162559" cy="248424"/>
            <a:chOff x="5759450" y="1123175"/>
            <a:chExt cx="162559" cy="248424"/>
          </a:xfrm>
          <a:solidFill>
            <a:schemeClr val="bg1"/>
          </a:solidFill>
        </p:grpSpPr>
        <p:sp>
          <p:nvSpPr>
            <p:cNvPr id="297" name="Полилиния: фигура 289">
              <a:extLst>
                <a:ext uri="{FF2B5EF4-FFF2-40B4-BE49-F238E27FC236}">
                  <a16:creationId xmlns:a16="http://schemas.microsoft.com/office/drawing/2014/main" id="{22497DB3-DADD-6C74-0EC9-3CECCD0BB75A}"/>
                </a:ext>
              </a:extLst>
            </p:cNvPr>
            <p:cNvSpPr/>
            <p:nvPr/>
          </p:nvSpPr>
          <p:spPr>
            <a:xfrm>
              <a:off x="5759450" y="1123175"/>
              <a:ext cx="162559" cy="207784"/>
            </a:xfrm>
            <a:custGeom>
              <a:avLst/>
              <a:gdLst>
                <a:gd name="connsiteX0" fmla="*/ 81280 w 162559"/>
                <a:gd name="connsiteY0" fmla="*/ 207785 h 207784"/>
                <a:gd name="connsiteX1" fmla="*/ 162560 w 162559"/>
                <a:gd name="connsiteY1" fmla="*/ 126505 h 207784"/>
                <a:gd name="connsiteX2" fmla="*/ 154940 w 162559"/>
                <a:gd name="connsiteY2" fmla="*/ 82055 h 207784"/>
                <a:gd name="connsiteX3" fmla="*/ 138430 w 162559"/>
                <a:gd name="connsiteY3" fmla="*/ 82055 h 207784"/>
                <a:gd name="connsiteX4" fmla="*/ 116840 w 162559"/>
                <a:gd name="connsiteY4" fmla="*/ 92215 h 207784"/>
                <a:gd name="connsiteX5" fmla="*/ 91440 w 162559"/>
                <a:gd name="connsiteY5" fmla="*/ 66815 h 207784"/>
                <a:gd name="connsiteX6" fmla="*/ 91440 w 162559"/>
                <a:gd name="connsiteY6" fmla="*/ 9665 h 207784"/>
                <a:gd name="connsiteX7" fmla="*/ 76200 w 162559"/>
                <a:gd name="connsiteY7" fmla="*/ 2045 h 207784"/>
                <a:gd name="connsiteX8" fmla="*/ 0 w 162559"/>
                <a:gd name="connsiteY8" fmla="*/ 129045 h 207784"/>
                <a:gd name="connsiteX9" fmla="*/ 81280 w 162559"/>
                <a:gd name="connsiteY9" fmla="*/ 207785 h 207784"/>
                <a:gd name="connsiteX10" fmla="*/ 142240 w 162559"/>
                <a:gd name="connsiteY10" fmla="*/ 126505 h 207784"/>
                <a:gd name="connsiteX11" fmla="*/ 81280 w 162559"/>
                <a:gd name="connsiteY11" fmla="*/ 187465 h 207784"/>
                <a:gd name="connsiteX12" fmla="*/ 20320 w 162559"/>
                <a:gd name="connsiteY12" fmla="*/ 126505 h 207784"/>
                <a:gd name="connsiteX13" fmla="*/ 71120 w 162559"/>
                <a:gd name="connsiteY13" fmla="*/ 31255 h 207784"/>
                <a:gd name="connsiteX14" fmla="*/ 71120 w 162559"/>
                <a:gd name="connsiteY14" fmla="*/ 65545 h 207784"/>
                <a:gd name="connsiteX15" fmla="*/ 80010 w 162559"/>
                <a:gd name="connsiteY15" fmla="*/ 94755 h 207784"/>
                <a:gd name="connsiteX16" fmla="*/ 116840 w 162559"/>
                <a:gd name="connsiteY16" fmla="*/ 111265 h 207784"/>
                <a:gd name="connsiteX17" fmla="*/ 139700 w 162559"/>
                <a:gd name="connsiteY17" fmla="*/ 104915 h 207784"/>
                <a:gd name="connsiteX18" fmla="*/ 142240 w 162559"/>
                <a:gd name="connsiteY18" fmla="*/ 126505 h 20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559" h="207784">
                  <a:moveTo>
                    <a:pt x="81280" y="207785"/>
                  </a:moveTo>
                  <a:cubicBezTo>
                    <a:pt x="125730" y="207785"/>
                    <a:pt x="162560" y="170955"/>
                    <a:pt x="162560" y="126505"/>
                  </a:cubicBezTo>
                  <a:cubicBezTo>
                    <a:pt x="162560" y="109995"/>
                    <a:pt x="158750" y="93485"/>
                    <a:pt x="154940" y="82055"/>
                  </a:cubicBezTo>
                  <a:cubicBezTo>
                    <a:pt x="152400" y="74435"/>
                    <a:pt x="143510" y="75705"/>
                    <a:pt x="138430" y="82055"/>
                  </a:cubicBezTo>
                  <a:cubicBezTo>
                    <a:pt x="133350" y="87135"/>
                    <a:pt x="127000" y="92215"/>
                    <a:pt x="116840" y="92215"/>
                  </a:cubicBezTo>
                  <a:cubicBezTo>
                    <a:pt x="96520" y="92215"/>
                    <a:pt x="91440" y="76975"/>
                    <a:pt x="91440" y="66815"/>
                  </a:cubicBezTo>
                  <a:lnTo>
                    <a:pt x="91440" y="9665"/>
                  </a:lnTo>
                  <a:cubicBezTo>
                    <a:pt x="91440" y="2045"/>
                    <a:pt x="82550" y="-3035"/>
                    <a:pt x="76200" y="2045"/>
                  </a:cubicBezTo>
                  <a:cubicBezTo>
                    <a:pt x="29210" y="37605"/>
                    <a:pt x="0" y="88405"/>
                    <a:pt x="0" y="129045"/>
                  </a:cubicBezTo>
                  <a:cubicBezTo>
                    <a:pt x="1270" y="170955"/>
                    <a:pt x="36830" y="207785"/>
                    <a:pt x="81280" y="207785"/>
                  </a:cubicBezTo>
                  <a:close/>
                  <a:moveTo>
                    <a:pt x="142240" y="126505"/>
                  </a:moveTo>
                  <a:cubicBezTo>
                    <a:pt x="142240" y="159525"/>
                    <a:pt x="115570" y="187465"/>
                    <a:pt x="81280" y="187465"/>
                  </a:cubicBezTo>
                  <a:cubicBezTo>
                    <a:pt x="46990" y="187465"/>
                    <a:pt x="20320" y="160795"/>
                    <a:pt x="20320" y="126505"/>
                  </a:cubicBezTo>
                  <a:cubicBezTo>
                    <a:pt x="20320" y="98565"/>
                    <a:pt x="38100" y="61735"/>
                    <a:pt x="71120" y="31255"/>
                  </a:cubicBezTo>
                  <a:lnTo>
                    <a:pt x="71120" y="65545"/>
                  </a:lnTo>
                  <a:cubicBezTo>
                    <a:pt x="71120" y="73165"/>
                    <a:pt x="73660" y="84595"/>
                    <a:pt x="80010" y="94755"/>
                  </a:cubicBezTo>
                  <a:cubicBezTo>
                    <a:pt x="87630" y="104915"/>
                    <a:pt x="100330" y="111265"/>
                    <a:pt x="116840" y="111265"/>
                  </a:cubicBezTo>
                  <a:cubicBezTo>
                    <a:pt x="125730" y="111265"/>
                    <a:pt x="133350" y="108725"/>
                    <a:pt x="139700" y="104915"/>
                  </a:cubicBezTo>
                  <a:cubicBezTo>
                    <a:pt x="142240" y="112535"/>
                    <a:pt x="142240" y="118885"/>
                    <a:pt x="142240" y="12650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8" name="Полилиния: фигура 290">
              <a:extLst>
                <a:ext uri="{FF2B5EF4-FFF2-40B4-BE49-F238E27FC236}">
                  <a16:creationId xmlns:a16="http://schemas.microsoft.com/office/drawing/2014/main" id="{5C738E81-5300-DAB5-6998-A73CEF8D7D49}"/>
                </a:ext>
              </a:extLst>
            </p:cNvPr>
            <p:cNvSpPr/>
            <p:nvPr/>
          </p:nvSpPr>
          <p:spPr>
            <a:xfrm>
              <a:off x="5781040" y="1351280"/>
              <a:ext cx="111759" cy="20319"/>
            </a:xfrm>
            <a:custGeom>
              <a:avLst/>
              <a:gdLst>
                <a:gd name="connsiteX0" fmla="*/ 10160 w 111759"/>
                <a:gd name="connsiteY0" fmla="*/ 0 h 20319"/>
                <a:gd name="connsiteX1" fmla="*/ 0 w 111759"/>
                <a:gd name="connsiteY1" fmla="*/ 10160 h 20319"/>
                <a:gd name="connsiteX2" fmla="*/ 10160 w 111759"/>
                <a:gd name="connsiteY2" fmla="*/ 20320 h 20319"/>
                <a:gd name="connsiteX3" fmla="*/ 101600 w 111759"/>
                <a:gd name="connsiteY3" fmla="*/ 20320 h 20319"/>
                <a:gd name="connsiteX4" fmla="*/ 111760 w 111759"/>
                <a:gd name="connsiteY4" fmla="*/ 10160 h 20319"/>
                <a:gd name="connsiteX5" fmla="*/ 101600 w 111759"/>
                <a:gd name="connsiteY5" fmla="*/ 0 h 20319"/>
                <a:gd name="connsiteX6" fmla="*/ 10160 w 11175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75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0" y="20320"/>
                  </a:lnTo>
                  <a:cubicBezTo>
                    <a:pt x="106680" y="20320"/>
                    <a:pt x="111760" y="15240"/>
                    <a:pt x="111760" y="10160"/>
                  </a:cubicBezTo>
                  <a:cubicBezTo>
                    <a:pt x="111760" y="5080"/>
                    <a:pt x="106680" y="0"/>
                    <a:pt x="10160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99" name="Полилиния: фигура 291">
            <a:extLst>
              <a:ext uri="{FF2B5EF4-FFF2-40B4-BE49-F238E27FC236}">
                <a16:creationId xmlns:a16="http://schemas.microsoft.com/office/drawing/2014/main" id="{6DEB02E3-8376-74D5-F379-E82C5D7A3069}"/>
              </a:ext>
            </a:extLst>
          </p:cNvPr>
          <p:cNvSpPr/>
          <p:nvPr/>
        </p:nvSpPr>
        <p:spPr>
          <a:xfrm>
            <a:off x="559943" y="2178686"/>
            <a:ext cx="203200" cy="223519"/>
          </a:xfrm>
          <a:custGeom>
            <a:avLst/>
            <a:gdLst>
              <a:gd name="connsiteX0" fmla="*/ 20320 w 203200"/>
              <a:gd name="connsiteY0" fmla="*/ 20320 h 223519"/>
              <a:gd name="connsiteX1" fmla="*/ 20320 w 203200"/>
              <a:gd name="connsiteY1" fmla="*/ 182880 h 223519"/>
              <a:gd name="connsiteX2" fmla="*/ 182880 w 203200"/>
              <a:gd name="connsiteY2" fmla="*/ 182880 h 223519"/>
              <a:gd name="connsiteX3" fmla="*/ 182880 w 203200"/>
              <a:gd name="connsiteY3" fmla="*/ 20320 h 223519"/>
              <a:gd name="connsiteX4" fmla="*/ 20320 w 203200"/>
              <a:gd name="connsiteY4" fmla="*/ 20320 h 223519"/>
              <a:gd name="connsiteX5" fmla="*/ 10160 w 203200"/>
              <a:gd name="connsiteY5" fmla="*/ 0 h 223519"/>
              <a:gd name="connsiteX6" fmla="*/ 0 w 203200"/>
              <a:gd name="connsiteY6" fmla="*/ 10160 h 223519"/>
              <a:gd name="connsiteX7" fmla="*/ 0 w 203200"/>
              <a:gd name="connsiteY7" fmla="*/ 193040 h 223519"/>
              <a:gd name="connsiteX8" fmla="*/ 10160 w 203200"/>
              <a:gd name="connsiteY8" fmla="*/ 203200 h 223519"/>
              <a:gd name="connsiteX9" fmla="*/ 20320 w 203200"/>
              <a:gd name="connsiteY9" fmla="*/ 203200 h 223519"/>
              <a:gd name="connsiteX10" fmla="*/ 20320 w 203200"/>
              <a:gd name="connsiteY10" fmla="*/ 213360 h 223519"/>
              <a:gd name="connsiteX11" fmla="*/ 30480 w 203200"/>
              <a:gd name="connsiteY11" fmla="*/ 223520 h 223519"/>
              <a:gd name="connsiteX12" fmla="*/ 40640 w 203200"/>
              <a:gd name="connsiteY12" fmla="*/ 213360 h 223519"/>
              <a:gd name="connsiteX13" fmla="*/ 40640 w 203200"/>
              <a:gd name="connsiteY13" fmla="*/ 203200 h 223519"/>
              <a:gd name="connsiteX14" fmla="*/ 162560 w 203200"/>
              <a:gd name="connsiteY14" fmla="*/ 203200 h 223519"/>
              <a:gd name="connsiteX15" fmla="*/ 162560 w 203200"/>
              <a:gd name="connsiteY15" fmla="*/ 213360 h 223519"/>
              <a:gd name="connsiteX16" fmla="*/ 172720 w 203200"/>
              <a:gd name="connsiteY16" fmla="*/ 223520 h 223519"/>
              <a:gd name="connsiteX17" fmla="*/ 182880 w 203200"/>
              <a:gd name="connsiteY17" fmla="*/ 213360 h 223519"/>
              <a:gd name="connsiteX18" fmla="*/ 182880 w 203200"/>
              <a:gd name="connsiteY18" fmla="*/ 203200 h 223519"/>
              <a:gd name="connsiteX19" fmla="*/ 193040 w 203200"/>
              <a:gd name="connsiteY19" fmla="*/ 203200 h 223519"/>
              <a:gd name="connsiteX20" fmla="*/ 203200 w 203200"/>
              <a:gd name="connsiteY20" fmla="*/ 193040 h 223519"/>
              <a:gd name="connsiteX21" fmla="*/ 203200 w 203200"/>
              <a:gd name="connsiteY21" fmla="*/ 10160 h 223519"/>
              <a:gd name="connsiteX22" fmla="*/ 193040 w 203200"/>
              <a:gd name="connsiteY22" fmla="*/ 0 h 223519"/>
              <a:gd name="connsiteX23" fmla="*/ 10160 w 203200"/>
              <a:gd name="connsiteY23" fmla="*/ 0 h 223519"/>
              <a:gd name="connsiteX24" fmla="*/ 107950 w 203200"/>
              <a:gd name="connsiteY24" fmla="*/ 80010 h 223519"/>
              <a:gd name="connsiteX25" fmla="*/ 64770 w 203200"/>
              <a:gd name="connsiteY25" fmla="*/ 123190 h 223519"/>
              <a:gd name="connsiteX26" fmla="*/ 64770 w 203200"/>
              <a:gd name="connsiteY26" fmla="*/ 137160 h 223519"/>
              <a:gd name="connsiteX27" fmla="*/ 78740 w 203200"/>
              <a:gd name="connsiteY27" fmla="*/ 137160 h 223519"/>
              <a:gd name="connsiteX28" fmla="*/ 121920 w 203200"/>
              <a:gd name="connsiteY28" fmla="*/ 93980 h 223519"/>
              <a:gd name="connsiteX29" fmla="*/ 121920 w 203200"/>
              <a:gd name="connsiteY29" fmla="*/ 125730 h 223519"/>
              <a:gd name="connsiteX30" fmla="*/ 132080 w 203200"/>
              <a:gd name="connsiteY30" fmla="*/ 135890 h 223519"/>
              <a:gd name="connsiteX31" fmla="*/ 142240 w 203200"/>
              <a:gd name="connsiteY31" fmla="*/ 125730 h 223519"/>
              <a:gd name="connsiteX32" fmla="*/ 142240 w 203200"/>
              <a:gd name="connsiteY32" fmla="*/ 71120 h 223519"/>
              <a:gd name="connsiteX33" fmla="*/ 142240 w 203200"/>
              <a:gd name="connsiteY33" fmla="*/ 71120 h 223519"/>
              <a:gd name="connsiteX34" fmla="*/ 139700 w 203200"/>
              <a:gd name="connsiteY34" fmla="*/ 63500 h 223519"/>
              <a:gd name="connsiteX35" fmla="*/ 132080 w 203200"/>
              <a:gd name="connsiteY35" fmla="*/ 60960 h 223519"/>
              <a:gd name="connsiteX36" fmla="*/ 132080 w 203200"/>
              <a:gd name="connsiteY36" fmla="*/ 60960 h 223519"/>
              <a:gd name="connsiteX37" fmla="*/ 77470 w 203200"/>
              <a:gd name="connsiteY37" fmla="*/ 60960 h 223519"/>
              <a:gd name="connsiteX38" fmla="*/ 67310 w 203200"/>
              <a:gd name="connsiteY38" fmla="*/ 71120 h 223519"/>
              <a:gd name="connsiteX39" fmla="*/ 77470 w 203200"/>
              <a:gd name="connsiteY39" fmla="*/ 81280 h 223519"/>
              <a:gd name="connsiteX40" fmla="*/ 107950 w 203200"/>
              <a:gd name="connsiteY40" fmla="*/ 8128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19">
                <a:moveTo>
                  <a:pt x="20320" y="20320"/>
                </a:moveTo>
                <a:lnTo>
                  <a:pt x="20320" y="182880"/>
                </a:lnTo>
                <a:lnTo>
                  <a:pt x="182880" y="182880"/>
                </a:lnTo>
                <a:lnTo>
                  <a:pt x="18288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93040"/>
                </a:lnTo>
                <a:cubicBezTo>
                  <a:pt x="0" y="198120"/>
                  <a:pt x="5080" y="203200"/>
                  <a:pt x="10160" y="203200"/>
                </a:cubicBezTo>
                <a:lnTo>
                  <a:pt x="20320" y="203200"/>
                </a:ln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cubicBezTo>
                  <a:pt x="35560" y="223520"/>
                  <a:pt x="40640" y="218440"/>
                  <a:pt x="40640" y="213360"/>
                </a:cubicBezTo>
                <a:lnTo>
                  <a:pt x="40640" y="203200"/>
                </a:lnTo>
                <a:lnTo>
                  <a:pt x="162560" y="203200"/>
                </a:lnTo>
                <a:lnTo>
                  <a:pt x="162560" y="213360"/>
                </a:lnTo>
                <a:cubicBezTo>
                  <a:pt x="162560" y="218440"/>
                  <a:pt x="167640" y="223520"/>
                  <a:pt x="172720" y="223520"/>
                </a:cubicBezTo>
                <a:cubicBezTo>
                  <a:pt x="177800" y="223520"/>
                  <a:pt x="182880" y="218440"/>
                  <a:pt x="182880" y="21336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lose/>
                <a:moveTo>
                  <a:pt x="107950" y="80010"/>
                </a:moveTo>
                <a:lnTo>
                  <a:pt x="64770" y="123190"/>
                </a:lnTo>
                <a:cubicBezTo>
                  <a:pt x="60960" y="127000"/>
                  <a:pt x="60960" y="133350"/>
                  <a:pt x="64770" y="137160"/>
                </a:cubicBezTo>
                <a:cubicBezTo>
                  <a:pt x="68580" y="140970"/>
                  <a:pt x="74930" y="140970"/>
                  <a:pt x="78740" y="137160"/>
                </a:cubicBezTo>
                <a:lnTo>
                  <a:pt x="121920" y="93980"/>
                </a:lnTo>
                <a:lnTo>
                  <a:pt x="121920" y="125730"/>
                </a:lnTo>
                <a:cubicBezTo>
                  <a:pt x="121920" y="130810"/>
                  <a:pt x="127000" y="135890"/>
                  <a:pt x="132080" y="135890"/>
                </a:cubicBezTo>
                <a:cubicBezTo>
                  <a:pt x="137160" y="135890"/>
                  <a:pt x="142240" y="130810"/>
                  <a:pt x="142240" y="125730"/>
                </a:cubicBezTo>
                <a:lnTo>
                  <a:pt x="142240" y="71120"/>
                </a:lnTo>
                <a:cubicBezTo>
                  <a:pt x="142240" y="71120"/>
                  <a:pt x="142240" y="71120"/>
                  <a:pt x="142240" y="71120"/>
                </a:cubicBezTo>
                <a:cubicBezTo>
                  <a:pt x="142240" y="68580"/>
                  <a:pt x="140970" y="66040"/>
                  <a:pt x="139700" y="63500"/>
                </a:cubicBezTo>
                <a:cubicBezTo>
                  <a:pt x="137160" y="60960"/>
                  <a:pt x="134620" y="60960"/>
                  <a:pt x="132080" y="60960"/>
                </a:cubicBezTo>
                <a:cubicBezTo>
                  <a:pt x="132080" y="60960"/>
                  <a:pt x="132080" y="60960"/>
                  <a:pt x="132080" y="60960"/>
                </a:cubicBezTo>
                <a:lnTo>
                  <a:pt x="77470" y="60960"/>
                </a:lnTo>
                <a:cubicBezTo>
                  <a:pt x="72390" y="60960"/>
                  <a:pt x="67310" y="66040"/>
                  <a:pt x="67310" y="71120"/>
                </a:cubicBezTo>
                <a:cubicBezTo>
                  <a:pt x="67310" y="76200"/>
                  <a:pt x="72390" y="81280"/>
                  <a:pt x="77470" y="81280"/>
                </a:cubicBezTo>
                <a:lnTo>
                  <a:pt x="107950" y="812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0" name="Полилиния: фигура 294">
            <a:extLst>
              <a:ext uri="{FF2B5EF4-FFF2-40B4-BE49-F238E27FC236}">
                <a16:creationId xmlns:a16="http://schemas.microsoft.com/office/drawing/2014/main" id="{C2E4B7E7-C898-B608-9AAC-D0BB439BE121}"/>
              </a:ext>
            </a:extLst>
          </p:cNvPr>
          <p:cNvSpPr/>
          <p:nvPr/>
        </p:nvSpPr>
        <p:spPr>
          <a:xfrm>
            <a:off x="1118744" y="2178686"/>
            <a:ext cx="203200" cy="223519"/>
          </a:xfrm>
          <a:custGeom>
            <a:avLst/>
            <a:gdLst>
              <a:gd name="connsiteX0" fmla="*/ 20320 w 203200"/>
              <a:gd name="connsiteY0" fmla="*/ 20320 h 223519"/>
              <a:gd name="connsiteX1" fmla="*/ 20320 w 203200"/>
              <a:gd name="connsiteY1" fmla="*/ 182880 h 223519"/>
              <a:gd name="connsiteX2" fmla="*/ 182880 w 203200"/>
              <a:gd name="connsiteY2" fmla="*/ 182880 h 223519"/>
              <a:gd name="connsiteX3" fmla="*/ 182880 w 203200"/>
              <a:gd name="connsiteY3" fmla="*/ 20320 h 223519"/>
              <a:gd name="connsiteX4" fmla="*/ 20320 w 203200"/>
              <a:gd name="connsiteY4" fmla="*/ 20320 h 223519"/>
              <a:gd name="connsiteX5" fmla="*/ 10160 w 203200"/>
              <a:gd name="connsiteY5" fmla="*/ 0 h 223519"/>
              <a:gd name="connsiteX6" fmla="*/ 0 w 203200"/>
              <a:gd name="connsiteY6" fmla="*/ 10160 h 223519"/>
              <a:gd name="connsiteX7" fmla="*/ 0 w 203200"/>
              <a:gd name="connsiteY7" fmla="*/ 193040 h 223519"/>
              <a:gd name="connsiteX8" fmla="*/ 10160 w 203200"/>
              <a:gd name="connsiteY8" fmla="*/ 203200 h 223519"/>
              <a:gd name="connsiteX9" fmla="*/ 20320 w 203200"/>
              <a:gd name="connsiteY9" fmla="*/ 203200 h 223519"/>
              <a:gd name="connsiteX10" fmla="*/ 20320 w 203200"/>
              <a:gd name="connsiteY10" fmla="*/ 213360 h 223519"/>
              <a:gd name="connsiteX11" fmla="*/ 30480 w 203200"/>
              <a:gd name="connsiteY11" fmla="*/ 223520 h 223519"/>
              <a:gd name="connsiteX12" fmla="*/ 40640 w 203200"/>
              <a:gd name="connsiteY12" fmla="*/ 213360 h 223519"/>
              <a:gd name="connsiteX13" fmla="*/ 40640 w 203200"/>
              <a:gd name="connsiteY13" fmla="*/ 203200 h 223519"/>
              <a:gd name="connsiteX14" fmla="*/ 162560 w 203200"/>
              <a:gd name="connsiteY14" fmla="*/ 203200 h 223519"/>
              <a:gd name="connsiteX15" fmla="*/ 162560 w 203200"/>
              <a:gd name="connsiteY15" fmla="*/ 213360 h 223519"/>
              <a:gd name="connsiteX16" fmla="*/ 172720 w 203200"/>
              <a:gd name="connsiteY16" fmla="*/ 223520 h 223519"/>
              <a:gd name="connsiteX17" fmla="*/ 182880 w 203200"/>
              <a:gd name="connsiteY17" fmla="*/ 213360 h 223519"/>
              <a:gd name="connsiteX18" fmla="*/ 182880 w 203200"/>
              <a:gd name="connsiteY18" fmla="*/ 203200 h 223519"/>
              <a:gd name="connsiteX19" fmla="*/ 193040 w 203200"/>
              <a:gd name="connsiteY19" fmla="*/ 203200 h 223519"/>
              <a:gd name="connsiteX20" fmla="*/ 203200 w 203200"/>
              <a:gd name="connsiteY20" fmla="*/ 193040 h 223519"/>
              <a:gd name="connsiteX21" fmla="*/ 203200 w 203200"/>
              <a:gd name="connsiteY21" fmla="*/ 10160 h 223519"/>
              <a:gd name="connsiteX22" fmla="*/ 193040 w 203200"/>
              <a:gd name="connsiteY22" fmla="*/ 0 h 223519"/>
              <a:gd name="connsiteX23" fmla="*/ 10160 w 203200"/>
              <a:gd name="connsiteY23" fmla="*/ 0 h 223519"/>
              <a:gd name="connsiteX24" fmla="*/ 81280 w 203200"/>
              <a:gd name="connsiteY24" fmla="*/ 106680 h 223519"/>
              <a:gd name="connsiteX25" fmla="*/ 81280 w 203200"/>
              <a:gd name="connsiteY25" fmla="*/ 74930 h 223519"/>
              <a:gd name="connsiteX26" fmla="*/ 71120 w 203200"/>
              <a:gd name="connsiteY26" fmla="*/ 64770 h 223519"/>
              <a:gd name="connsiteX27" fmla="*/ 60960 w 203200"/>
              <a:gd name="connsiteY27" fmla="*/ 74930 h 223519"/>
              <a:gd name="connsiteX28" fmla="*/ 60960 w 203200"/>
              <a:gd name="connsiteY28" fmla="*/ 129540 h 223519"/>
              <a:gd name="connsiteX29" fmla="*/ 60960 w 203200"/>
              <a:gd name="connsiteY29" fmla="*/ 129540 h 223519"/>
              <a:gd name="connsiteX30" fmla="*/ 63500 w 203200"/>
              <a:gd name="connsiteY30" fmla="*/ 137160 h 223519"/>
              <a:gd name="connsiteX31" fmla="*/ 71120 w 203200"/>
              <a:gd name="connsiteY31" fmla="*/ 139700 h 223519"/>
              <a:gd name="connsiteX32" fmla="*/ 71120 w 203200"/>
              <a:gd name="connsiteY32" fmla="*/ 139700 h 223519"/>
              <a:gd name="connsiteX33" fmla="*/ 125730 w 203200"/>
              <a:gd name="connsiteY33" fmla="*/ 139700 h 223519"/>
              <a:gd name="connsiteX34" fmla="*/ 135890 w 203200"/>
              <a:gd name="connsiteY34" fmla="*/ 129540 h 223519"/>
              <a:gd name="connsiteX35" fmla="*/ 125730 w 203200"/>
              <a:gd name="connsiteY35" fmla="*/ 119380 h 223519"/>
              <a:gd name="connsiteX36" fmla="*/ 93980 w 203200"/>
              <a:gd name="connsiteY36" fmla="*/ 119380 h 223519"/>
              <a:gd name="connsiteX37" fmla="*/ 137160 w 203200"/>
              <a:gd name="connsiteY37" fmla="*/ 76200 h 223519"/>
              <a:gd name="connsiteX38" fmla="*/ 137160 w 203200"/>
              <a:gd name="connsiteY38" fmla="*/ 62230 h 223519"/>
              <a:gd name="connsiteX39" fmla="*/ 123190 w 203200"/>
              <a:gd name="connsiteY39" fmla="*/ 62230 h 223519"/>
              <a:gd name="connsiteX40" fmla="*/ 81280 w 203200"/>
              <a:gd name="connsiteY40" fmla="*/ 10668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19">
                <a:moveTo>
                  <a:pt x="20320" y="20320"/>
                </a:moveTo>
                <a:lnTo>
                  <a:pt x="20320" y="182880"/>
                </a:lnTo>
                <a:lnTo>
                  <a:pt x="182880" y="182880"/>
                </a:lnTo>
                <a:lnTo>
                  <a:pt x="18288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93040"/>
                </a:lnTo>
                <a:cubicBezTo>
                  <a:pt x="0" y="198120"/>
                  <a:pt x="5080" y="203200"/>
                  <a:pt x="10160" y="203200"/>
                </a:cubicBezTo>
                <a:lnTo>
                  <a:pt x="20320" y="203200"/>
                </a:ln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cubicBezTo>
                  <a:pt x="35560" y="223520"/>
                  <a:pt x="40640" y="218440"/>
                  <a:pt x="40640" y="213360"/>
                </a:cubicBezTo>
                <a:lnTo>
                  <a:pt x="40640" y="203200"/>
                </a:lnTo>
                <a:lnTo>
                  <a:pt x="162560" y="203200"/>
                </a:lnTo>
                <a:lnTo>
                  <a:pt x="162560" y="213360"/>
                </a:lnTo>
                <a:cubicBezTo>
                  <a:pt x="162560" y="218440"/>
                  <a:pt x="167640" y="223520"/>
                  <a:pt x="172720" y="223520"/>
                </a:cubicBezTo>
                <a:cubicBezTo>
                  <a:pt x="177800" y="223520"/>
                  <a:pt x="182880" y="218440"/>
                  <a:pt x="182880" y="21336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lose/>
                <a:moveTo>
                  <a:pt x="81280" y="106680"/>
                </a:moveTo>
                <a:lnTo>
                  <a:pt x="81280" y="74930"/>
                </a:lnTo>
                <a:cubicBezTo>
                  <a:pt x="81280" y="69850"/>
                  <a:pt x="76200" y="64770"/>
                  <a:pt x="71120" y="64770"/>
                </a:cubicBezTo>
                <a:cubicBezTo>
                  <a:pt x="66040" y="64770"/>
                  <a:pt x="60960" y="69850"/>
                  <a:pt x="60960" y="74930"/>
                </a:cubicBezTo>
                <a:lnTo>
                  <a:pt x="60960" y="129540"/>
                </a:lnTo>
                <a:cubicBezTo>
                  <a:pt x="60960" y="129540"/>
                  <a:pt x="60960" y="129540"/>
                  <a:pt x="60960" y="129540"/>
                </a:cubicBezTo>
                <a:cubicBezTo>
                  <a:pt x="60960" y="132080"/>
                  <a:pt x="62230" y="134620"/>
                  <a:pt x="63500" y="137160"/>
                </a:cubicBezTo>
                <a:cubicBezTo>
                  <a:pt x="66040" y="139700"/>
                  <a:pt x="68580" y="139700"/>
                  <a:pt x="71120" y="139700"/>
                </a:cubicBezTo>
                <a:cubicBezTo>
                  <a:pt x="71120" y="139700"/>
                  <a:pt x="71120" y="139700"/>
                  <a:pt x="71120" y="139700"/>
                </a:cubicBezTo>
                <a:lnTo>
                  <a:pt x="125730" y="139700"/>
                </a:lnTo>
                <a:cubicBezTo>
                  <a:pt x="130810" y="139700"/>
                  <a:pt x="135890" y="134620"/>
                  <a:pt x="135890" y="129540"/>
                </a:cubicBezTo>
                <a:cubicBezTo>
                  <a:pt x="135890" y="124460"/>
                  <a:pt x="130810" y="119380"/>
                  <a:pt x="125730" y="119380"/>
                </a:cubicBezTo>
                <a:lnTo>
                  <a:pt x="93980" y="119380"/>
                </a:lnTo>
                <a:lnTo>
                  <a:pt x="137160" y="76200"/>
                </a:lnTo>
                <a:cubicBezTo>
                  <a:pt x="140970" y="72390"/>
                  <a:pt x="140970" y="66040"/>
                  <a:pt x="137160" y="62230"/>
                </a:cubicBezTo>
                <a:cubicBezTo>
                  <a:pt x="133350" y="58420"/>
                  <a:pt x="127000" y="58420"/>
                  <a:pt x="123190" y="62230"/>
                </a:cubicBezTo>
                <a:lnTo>
                  <a:pt x="81280" y="1066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1" name="Полилиния: фигура 297">
            <a:extLst>
              <a:ext uri="{FF2B5EF4-FFF2-40B4-BE49-F238E27FC236}">
                <a16:creationId xmlns:a16="http://schemas.microsoft.com/office/drawing/2014/main" id="{73173ED4-7BEA-70EB-B579-772100CF5882}"/>
              </a:ext>
            </a:extLst>
          </p:cNvPr>
          <p:cNvSpPr/>
          <p:nvPr/>
        </p:nvSpPr>
        <p:spPr>
          <a:xfrm>
            <a:off x="2805304" y="2163445"/>
            <a:ext cx="182879" cy="252739"/>
          </a:xfrm>
          <a:custGeom>
            <a:avLst/>
            <a:gdLst>
              <a:gd name="connsiteX0" fmla="*/ 92710 w 182879"/>
              <a:gd name="connsiteY0" fmla="*/ 162560 h 252739"/>
              <a:gd name="connsiteX1" fmla="*/ 163830 w 182879"/>
              <a:gd name="connsiteY1" fmla="*/ 91440 h 252739"/>
              <a:gd name="connsiteX2" fmla="*/ 92710 w 182879"/>
              <a:gd name="connsiteY2" fmla="*/ 20320 h 252739"/>
              <a:gd name="connsiteX3" fmla="*/ 21590 w 182879"/>
              <a:gd name="connsiteY3" fmla="*/ 91440 h 252739"/>
              <a:gd name="connsiteX4" fmla="*/ 92710 w 182879"/>
              <a:gd name="connsiteY4" fmla="*/ 162560 h 252739"/>
              <a:gd name="connsiteX5" fmla="*/ 162560 w 182879"/>
              <a:gd name="connsiteY5" fmla="*/ 148590 h 252739"/>
              <a:gd name="connsiteX6" fmla="*/ 182880 w 182879"/>
              <a:gd name="connsiteY6" fmla="*/ 91440 h 252739"/>
              <a:gd name="connsiteX7" fmla="*/ 91440 w 182879"/>
              <a:gd name="connsiteY7" fmla="*/ 0 h 252739"/>
              <a:gd name="connsiteX8" fmla="*/ 0 w 182879"/>
              <a:gd name="connsiteY8" fmla="*/ 91440 h 252739"/>
              <a:gd name="connsiteX9" fmla="*/ 20320 w 182879"/>
              <a:gd name="connsiteY9" fmla="*/ 148590 h 252739"/>
              <a:gd name="connsiteX10" fmla="*/ 20320 w 182879"/>
              <a:gd name="connsiteY10" fmla="*/ 241300 h 252739"/>
              <a:gd name="connsiteX11" fmla="*/ 36830 w 182879"/>
              <a:gd name="connsiteY11" fmla="*/ 251460 h 252739"/>
              <a:gd name="connsiteX12" fmla="*/ 91440 w 182879"/>
              <a:gd name="connsiteY12" fmla="*/ 223520 h 252739"/>
              <a:gd name="connsiteX13" fmla="*/ 146050 w 182879"/>
              <a:gd name="connsiteY13" fmla="*/ 251460 h 252739"/>
              <a:gd name="connsiteX14" fmla="*/ 162560 w 182879"/>
              <a:gd name="connsiteY14" fmla="*/ 241300 h 252739"/>
              <a:gd name="connsiteX15" fmla="*/ 162560 w 182879"/>
              <a:gd name="connsiteY15" fmla="*/ 148590 h 252739"/>
              <a:gd name="connsiteX16" fmla="*/ 142240 w 182879"/>
              <a:gd name="connsiteY16" fmla="*/ 167640 h 252739"/>
              <a:gd name="connsiteX17" fmla="*/ 91440 w 182879"/>
              <a:gd name="connsiteY17" fmla="*/ 182880 h 252739"/>
              <a:gd name="connsiteX18" fmla="*/ 40640 w 182879"/>
              <a:gd name="connsiteY18" fmla="*/ 167640 h 252739"/>
              <a:gd name="connsiteX19" fmla="*/ 40640 w 182879"/>
              <a:gd name="connsiteY19" fmla="*/ 227330 h 252739"/>
              <a:gd name="connsiteX20" fmla="*/ 86360 w 182879"/>
              <a:gd name="connsiteY20" fmla="*/ 204470 h 252739"/>
              <a:gd name="connsiteX21" fmla="*/ 96520 w 182879"/>
              <a:gd name="connsiteY21" fmla="*/ 204470 h 252739"/>
              <a:gd name="connsiteX22" fmla="*/ 142240 w 182879"/>
              <a:gd name="connsiteY22" fmla="*/ 227330 h 252739"/>
              <a:gd name="connsiteX23" fmla="*/ 142240 w 182879"/>
              <a:gd name="connsiteY23" fmla="*/ 167640 h 252739"/>
              <a:gd name="connsiteX24" fmla="*/ 92710 w 182879"/>
              <a:gd name="connsiteY24" fmla="*/ 55880 h 252739"/>
              <a:gd name="connsiteX25" fmla="*/ 57150 w 182879"/>
              <a:gd name="connsiteY25" fmla="*/ 91440 h 252739"/>
              <a:gd name="connsiteX26" fmla="*/ 46990 w 182879"/>
              <a:gd name="connsiteY26" fmla="*/ 101600 h 252739"/>
              <a:gd name="connsiteX27" fmla="*/ 36830 w 182879"/>
              <a:gd name="connsiteY27" fmla="*/ 91440 h 252739"/>
              <a:gd name="connsiteX28" fmla="*/ 92710 w 182879"/>
              <a:gd name="connsiteY28" fmla="*/ 35560 h 252739"/>
              <a:gd name="connsiteX29" fmla="*/ 102870 w 182879"/>
              <a:gd name="connsiteY29" fmla="*/ 45720 h 252739"/>
              <a:gd name="connsiteX30" fmla="*/ 92710 w 182879"/>
              <a:gd name="connsiteY30" fmla="*/ 55880 h 25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82879" h="252739">
                <a:moveTo>
                  <a:pt x="92710" y="162560"/>
                </a:moveTo>
                <a:cubicBezTo>
                  <a:pt x="132080" y="162560"/>
                  <a:pt x="163830" y="130810"/>
                  <a:pt x="163830" y="91440"/>
                </a:cubicBezTo>
                <a:cubicBezTo>
                  <a:pt x="163830" y="52070"/>
                  <a:pt x="132080" y="20320"/>
                  <a:pt x="92710" y="20320"/>
                </a:cubicBezTo>
                <a:cubicBezTo>
                  <a:pt x="53340" y="20320"/>
                  <a:pt x="21590" y="52070"/>
                  <a:pt x="21590" y="91440"/>
                </a:cubicBezTo>
                <a:cubicBezTo>
                  <a:pt x="21590" y="130810"/>
                  <a:pt x="53340" y="162560"/>
                  <a:pt x="92710" y="162560"/>
                </a:cubicBezTo>
                <a:close/>
                <a:moveTo>
                  <a:pt x="162560" y="148590"/>
                </a:moveTo>
                <a:cubicBezTo>
                  <a:pt x="175260" y="133350"/>
                  <a:pt x="182880" y="113030"/>
                  <a:pt x="182880" y="91440"/>
                </a:cubicBezTo>
                <a:cubicBezTo>
                  <a:pt x="182880" y="40640"/>
                  <a:pt x="142240" y="0"/>
                  <a:pt x="91440" y="0"/>
                </a:cubicBezTo>
                <a:cubicBezTo>
                  <a:pt x="40640" y="0"/>
                  <a:pt x="0" y="40640"/>
                  <a:pt x="0" y="91440"/>
                </a:cubicBezTo>
                <a:cubicBezTo>
                  <a:pt x="0" y="113030"/>
                  <a:pt x="7620" y="133350"/>
                  <a:pt x="20320" y="148590"/>
                </a:cubicBezTo>
                <a:lnTo>
                  <a:pt x="20320" y="241300"/>
                </a:lnTo>
                <a:cubicBezTo>
                  <a:pt x="20320" y="250190"/>
                  <a:pt x="29210" y="255270"/>
                  <a:pt x="36830" y="251460"/>
                </a:cubicBezTo>
                <a:lnTo>
                  <a:pt x="91440" y="223520"/>
                </a:lnTo>
                <a:lnTo>
                  <a:pt x="146050" y="251460"/>
                </a:lnTo>
                <a:cubicBezTo>
                  <a:pt x="153670" y="255270"/>
                  <a:pt x="162560" y="250190"/>
                  <a:pt x="162560" y="241300"/>
                </a:cubicBezTo>
                <a:lnTo>
                  <a:pt x="162560" y="148590"/>
                </a:lnTo>
                <a:close/>
                <a:moveTo>
                  <a:pt x="142240" y="167640"/>
                </a:moveTo>
                <a:cubicBezTo>
                  <a:pt x="128270" y="177800"/>
                  <a:pt x="110490" y="182880"/>
                  <a:pt x="91440" y="182880"/>
                </a:cubicBezTo>
                <a:cubicBezTo>
                  <a:pt x="72390" y="182880"/>
                  <a:pt x="54610" y="177800"/>
                  <a:pt x="40640" y="167640"/>
                </a:cubicBezTo>
                <a:lnTo>
                  <a:pt x="40640" y="227330"/>
                </a:lnTo>
                <a:lnTo>
                  <a:pt x="86360" y="204470"/>
                </a:lnTo>
                <a:cubicBezTo>
                  <a:pt x="88900" y="203200"/>
                  <a:pt x="92710" y="203200"/>
                  <a:pt x="96520" y="204470"/>
                </a:cubicBezTo>
                <a:lnTo>
                  <a:pt x="142240" y="227330"/>
                </a:lnTo>
                <a:lnTo>
                  <a:pt x="142240" y="167640"/>
                </a:lnTo>
                <a:close/>
                <a:moveTo>
                  <a:pt x="92710" y="55880"/>
                </a:moveTo>
                <a:cubicBezTo>
                  <a:pt x="72390" y="55880"/>
                  <a:pt x="57150" y="71120"/>
                  <a:pt x="57150" y="91440"/>
                </a:cubicBezTo>
                <a:cubicBezTo>
                  <a:pt x="57150" y="96520"/>
                  <a:pt x="52070" y="101600"/>
                  <a:pt x="46990" y="101600"/>
                </a:cubicBezTo>
                <a:cubicBezTo>
                  <a:pt x="41910" y="101600"/>
                  <a:pt x="36830" y="96520"/>
                  <a:pt x="36830" y="91440"/>
                </a:cubicBezTo>
                <a:cubicBezTo>
                  <a:pt x="36830" y="60960"/>
                  <a:pt x="62230" y="35560"/>
                  <a:pt x="92710" y="35560"/>
                </a:cubicBezTo>
                <a:cubicBezTo>
                  <a:pt x="97790" y="35560"/>
                  <a:pt x="102870" y="40640"/>
                  <a:pt x="102870" y="45720"/>
                </a:cubicBezTo>
                <a:cubicBezTo>
                  <a:pt x="102870" y="50800"/>
                  <a:pt x="97790" y="55880"/>
                  <a:pt x="92710" y="55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2" name="Полилиния: фигура 300">
            <a:extLst>
              <a:ext uri="{FF2B5EF4-FFF2-40B4-BE49-F238E27FC236}">
                <a16:creationId xmlns:a16="http://schemas.microsoft.com/office/drawing/2014/main" id="{5C9E3A56-382D-1743-1B6D-A2A395200E46}"/>
              </a:ext>
            </a:extLst>
          </p:cNvPr>
          <p:cNvSpPr/>
          <p:nvPr/>
        </p:nvSpPr>
        <p:spPr>
          <a:xfrm>
            <a:off x="3314617" y="2152333"/>
            <a:ext cx="284162" cy="275272"/>
          </a:xfrm>
          <a:custGeom>
            <a:avLst/>
            <a:gdLst>
              <a:gd name="connsiteX0" fmla="*/ 142196 w 284162"/>
              <a:gd name="connsiteY0" fmla="*/ 20003 h 275272"/>
              <a:gd name="connsiteX1" fmla="*/ 163787 w 284162"/>
              <a:gd name="connsiteY1" fmla="*/ 73342 h 275272"/>
              <a:gd name="connsiteX2" fmla="*/ 181566 w 284162"/>
              <a:gd name="connsiteY2" fmla="*/ 86042 h 275272"/>
              <a:gd name="connsiteX3" fmla="*/ 243796 w 284162"/>
              <a:gd name="connsiteY3" fmla="*/ 92392 h 275272"/>
              <a:gd name="connsiteX4" fmla="*/ 195537 w 284162"/>
              <a:gd name="connsiteY4" fmla="*/ 131762 h 275272"/>
              <a:gd name="connsiteX5" fmla="*/ 187916 w 284162"/>
              <a:gd name="connsiteY5" fmla="*/ 153353 h 275272"/>
              <a:gd name="connsiteX6" fmla="*/ 200616 w 284162"/>
              <a:gd name="connsiteY6" fmla="*/ 206692 h 275272"/>
              <a:gd name="connsiteX7" fmla="*/ 152357 w 284162"/>
              <a:gd name="connsiteY7" fmla="*/ 177483 h 275272"/>
              <a:gd name="connsiteX8" fmla="*/ 130766 w 284162"/>
              <a:gd name="connsiteY8" fmla="*/ 177483 h 275272"/>
              <a:gd name="connsiteX9" fmla="*/ 82507 w 284162"/>
              <a:gd name="connsiteY9" fmla="*/ 206692 h 275272"/>
              <a:gd name="connsiteX10" fmla="*/ 95207 w 284162"/>
              <a:gd name="connsiteY10" fmla="*/ 153353 h 275272"/>
              <a:gd name="connsiteX11" fmla="*/ 87587 w 284162"/>
              <a:gd name="connsiteY11" fmla="*/ 131762 h 275272"/>
              <a:gd name="connsiteX12" fmla="*/ 39326 w 284162"/>
              <a:gd name="connsiteY12" fmla="*/ 92392 h 275272"/>
              <a:gd name="connsiteX13" fmla="*/ 101557 w 284162"/>
              <a:gd name="connsiteY13" fmla="*/ 86042 h 275272"/>
              <a:gd name="connsiteX14" fmla="*/ 119337 w 284162"/>
              <a:gd name="connsiteY14" fmla="*/ 73342 h 275272"/>
              <a:gd name="connsiteX15" fmla="*/ 142196 w 284162"/>
              <a:gd name="connsiteY15" fmla="*/ 20003 h 275272"/>
              <a:gd name="connsiteX16" fmla="*/ 123146 w 284162"/>
              <a:gd name="connsiteY16" fmla="*/ 12383 h 275272"/>
              <a:gd name="connsiteX17" fmla="*/ 161246 w 284162"/>
              <a:gd name="connsiteY17" fmla="*/ 12383 h 275272"/>
              <a:gd name="connsiteX18" fmla="*/ 182837 w 284162"/>
              <a:gd name="connsiteY18" fmla="*/ 65722 h 275272"/>
              <a:gd name="connsiteX19" fmla="*/ 184107 w 284162"/>
              <a:gd name="connsiteY19" fmla="*/ 65722 h 275272"/>
              <a:gd name="connsiteX20" fmla="*/ 245066 w 284162"/>
              <a:gd name="connsiteY20" fmla="*/ 72072 h 275272"/>
              <a:gd name="connsiteX21" fmla="*/ 256496 w 284162"/>
              <a:gd name="connsiteY21" fmla="*/ 107633 h 275272"/>
              <a:gd name="connsiteX22" fmla="*/ 208237 w 284162"/>
              <a:gd name="connsiteY22" fmla="*/ 147003 h 275272"/>
              <a:gd name="connsiteX23" fmla="*/ 208237 w 284162"/>
              <a:gd name="connsiteY23" fmla="*/ 148272 h 275272"/>
              <a:gd name="connsiteX24" fmla="*/ 220937 w 284162"/>
              <a:gd name="connsiteY24" fmla="*/ 201612 h 275272"/>
              <a:gd name="connsiteX25" fmla="*/ 190457 w 284162"/>
              <a:gd name="connsiteY25" fmla="*/ 224472 h 275272"/>
              <a:gd name="connsiteX26" fmla="*/ 142196 w 284162"/>
              <a:gd name="connsiteY26" fmla="*/ 195262 h 275272"/>
              <a:gd name="connsiteX27" fmla="*/ 140926 w 284162"/>
              <a:gd name="connsiteY27" fmla="*/ 195262 h 275272"/>
              <a:gd name="connsiteX28" fmla="*/ 92666 w 284162"/>
              <a:gd name="connsiteY28" fmla="*/ 224472 h 275272"/>
              <a:gd name="connsiteX29" fmla="*/ 62187 w 284162"/>
              <a:gd name="connsiteY29" fmla="*/ 201612 h 275272"/>
              <a:gd name="connsiteX30" fmla="*/ 74887 w 284162"/>
              <a:gd name="connsiteY30" fmla="*/ 148272 h 275272"/>
              <a:gd name="connsiteX31" fmla="*/ 74887 w 284162"/>
              <a:gd name="connsiteY31" fmla="*/ 147003 h 275272"/>
              <a:gd name="connsiteX32" fmla="*/ 26626 w 284162"/>
              <a:gd name="connsiteY32" fmla="*/ 107633 h 275272"/>
              <a:gd name="connsiteX33" fmla="*/ 38057 w 284162"/>
              <a:gd name="connsiteY33" fmla="*/ 72072 h 275272"/>
              <a:gd name="connsiteX34" fmla="*/ 100287 w 284162"/>
              <a:gd name="connsiteY34" fmla="*/ 65722 h 275272"/>
              <a:gd name="connsiteX35" fmla="*/ 101557 w 284162"/>
              <a:gd name="connsiteY35" fmla="*/ 65722 h 275272"/>
              <a:gd name="connsiteX36" fmla="*/ 123146 w 284162"/>
              <a:gd name="connsiteY36" fmla="*/ 12383 h 275272"/>
              <a:gd name="connsiteX37" fmla="*/ 53296 w 284162"/>
              <a:gd name="connsiteY37" fmla="*/ 9842 h 275272"/>
              <a:gd name="connsiteX38" fmla="*/ 39326 w 284162"/>
              <a:gd name="connsiteY38" fmla="*/ 9842 h 275272"/>
              <a:gd name="connsiteX39" fmla="*/ 39326 w 284162"/>
              <a:gd name="connsiteY39" fmla="*/ 23812 h 275272"/>
              <a:gd name="connsiteX40" fmla="*/ 44407 w 284162"/>
              <a:gd name="connsiteY40" fmla="*/ 28892 h 275272"/>
              <a:gd name="connsiteX41" fmla="*/ 58376 w 284162"/>
              <a:gd name="connsiteY41" fmla="*/ 28892 h 275272"/>
              <a:gd name="connsiteX42" fmla="*/ 58376 w 284162"/>
              <a:gd name="connsiteY42" fmla="*/ 14922 h 275272"/>
              <a:gd name="connsiteX43" fmla="*/ 53296 w 284162"/>
              <a:gd name="connsiteY43" fmla="*/ 9842 h 275272"/>
              <a:gd name="connsiteX44" fmla="*/ 1226 w 284162"/>
              <a:gd name="connsiteY44" fmla="*/ 178753 h 275272"/>
              <a:gd name="connsiteX45" fmla="*/ 15196 w 284162"/>
              <a:gd name="connsiteY45" fmla="*/ 183833 h 275272"/>
              <a:gd name="connsiteX46" fmla="*/ 25357 w 284162"/>
              <a:gd name="connsiteY46" fmla="*/ 178753 h 275272"/>
              <a:gd name="connsiteX47" fmla="*/ 30437 w 284162"/>
              <a:gd name="connsiteY47" fmla="*/ 164783 h 275272"/>
              <a:gd name="connsiteX48" fmla="*/ 16466 w 284162"/>
              <a:gd name="connsiteY48" fmla="*/ 159703 h 275272"/>
              <a:gd name="connsiteX49" fmla="*/ 6307 w 284162"/>
              <a:gd name="connsiteY49" fmla="*/ 164783 h 275272"/>
              <a:gd name="connsiteX50" fmla="*/ 1226 w 284162"/>
              <a:gd name="connsiteY50" fmla="*/ 178753 h 275272"/>
              <a:gd name="connsiteX51" fmla="*/ 269196 w 284162"/>
              <a:gd name="connsiteY51" fmla="*/ 182562 h 275272"/>
              <a:gd name="connsiteX52" fmla="*/ 283166 w 284162"/>
              <a:gd name="connsiteY52" fmla="*/ 177483 h 275272"/>
              <a:gd name="connsiteX53" fmla="*/ 278087 w 284162"/>
              <a:gd name="connsiteY53" fmla="*/ 163512 h 275272"/>
              <a:gd name="connsiteX54" fmla="*/ 267926 w 284162"/>
              <a:gd name="connsiteY54" fmla="*/ 158433 h 275272"/>
              <a:gd name="connsiteX55" fmla="*/ 253957 w 284162"/>
              <a:gd name="connsiteY55" fmla="*/ 163512 h 275272"/>
              <a:gd name="connsiteX56" fmla="*/ 259037 w 284162"/>
              <a:gd name="connsiteY56" fmla="*/ 177483 h 275272"/>
              <a:gd name="connsiteX57" fmla="*/ 269196 w 284162"/>
              <a:gd name="connsiteY57" fmla="*/ 182562 h 275272"/>
              <a:gd name="connsiteX58" fmla="*/ 245066 w 284162"/>
              <a:gd name="connsiteY58" fmla="*/ 9842 h 275272"/>
              <a:gd name="connsiteX59" fmla="*/ 231096 w 284162"/>
              <a:gd name="connsiteY59" fmla="*/ 9842 h 275272"/>
              <a:gd name="connsiteX60" fmla="*/ 226016 w 284162"/>
              <a:gd name="connsiteY60" fmla="*/ 14922 h 275272"/>
              <a:gd name="connsiteX61" fmla="*/ 226016 w 284162"/>
              <a:gd name="connsiteY61" fmla="*/ 28892 h 275272"/>
              <a:gd name="connsiteX62" fmla="*/ 239987 w 284162"/>
              <a:gd name="connsiteY62" fmla="*/ 28892 h 275272"/>
              <a:gd name="connsiteX63" fmla="*/ 245066 w 284162"/>
              <a:gd name="connsiteY63" fmla="*/ 23812 h 275272"/>
              <a:gd name="connsiteX64" fmla="*/ 245066 w 284162"/>
              <a:gd name="connsiteY64" fmla="*/ 9842 h 275272"/>
              <a:gd name="connsiteX65" fmla="*/ 152357 w 284162"/>
              <a:gd name="connsiteY65" fmla="*/ 254953 h 275272"/>
              <a:gd name="connsiteX66" fmla="*/ 142196 w 284162"/>
              <a:gd name="connsiteY66" fmla="*/ 244792 h 275272"/>
              <a:gd name="connsiteX67" fmla="*/ 132037 w 284162"/>
              <a:gd name="connsiteY67" fmla="*/ 254953 h 275272"/>
              <a:gd name="connsiteX68" fmla="*/ 132037 w 284162"/>
              <a:gd name="connsiteY68" fmla="*/ 265112 h 275272"/>
              <a:gd name="connsiteX69" fmla="*/ 142196 w 284162"/>
              <a:gd name="connsiteY69" fmla="*/ 275273 h 275272"/>
              <a:gd name="connsiteX70" fmla="*/ 152357 w 284162"/>
              <a:gd name="connsiteY70" fmla="*/ 265112 h 275272"/>
              <a:gd name="connsiteX71" fmla="*/ 152357 w 284162"/>
              <a:gd name="connsiteY71" fmla="*/ 254953 h 2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84162" h="275272">
                <a:moveTo>
                  <a:pt x="142196" y="20003"/>
                </a:moveTo>
                <a:lnTo>
                  <a:pt x="163787" y="73342"/>
                </a:lnTo>
                <a:cubicBezTo>
                  <a:pt x="166326" y="80962"/>
                  <a:pt x="173946" y="86042"/>
                  <a:pt x="181566" y="86042"/>
                </a:cubicBezTo>
                <a:lnTo>
                  <a:pt x="243796" y="92392"/>
                </a:lnTo>
                <a:lnTo>
                  <a:pt x="195537" y="131762"/>
                </a:lnTo>
                <a:cubicBezTo>
                  <a:pt x="189187" y="136842"/>
                  <a:pt x="186646" y="145733"/>
                  <a:pt x="187916" y="153353"/>
                </a:cubicBezTo>
                <a:lnTo>
                  <a:pt x="200616" y="206692"/>
                </a:lnTo>
                <a:lnTo>
                  <a:pt x="152357" y="177483"/>
                </a:lnTo>
                <a:cubicBezTo>
                  <a:pt x="146007" y="173672"/>
                  <a:pt x="137116" y="173672"/>
                  <a:pt x="130766" y="177483"/>
                </a:cubicBezTo>
                <a:lnTo>
                  <a:pt x="82507" y="206692"/>
                </a:lnTo>
                <a:lnTo>
                  <a:pt x="95207" y="153353"/>
                </a:lnTo>
                <a:cubicBezTo>
                  <a:pt x="97746" y="145733"/>
                  <a:pt x="93937" y="136842"/>
                  <a:pt x="87587" y="131762"/>
                </a:cubicBezTo>
                <a:lnTo>
                  <a:pt x="39326" y="92392"/>
                </a:lnTo>
                <a:lnTo>
                  <a:pt x="101557" y="86042"/>
                </a:lnTo>
                <a:cubicBezTo>
                  <a:pt x="109176" y="84772"/>
                  <a:pt x="116796" y="79692"/>
                  <a:pt x="119337" y="73342"/>
                </a:cubicBezTo>
                <a:lnTo>
                  <a:pt x="142196" y="20003"/>
                </a:lnTo>
                <a:close/>
                <a:moveTo>
                  <a:pt x="123146" y="12383"/>
                </a:moveTo>
                <a:cubicBezTo>
                  <a:pt x="129496" y="-4128"/>
                  <a:pt x="153626" y="-4128"/>
                  <a:pt x="161246" y="12383"/>
                </a:cubicBezTo>
                <a:lnTo>
                  <a:pt x="182837" y="65722"/>
                </a:lnTo>
                <a:cubicBezTo>
                  <a:pt x="182837" y="65722"/>
                  <a:pt x="182837" y="65722"/>
                  <a:pt x="184107" y="65722"/>
                </a:cubicBezTo>
                <a:lnTo>
                  <a:pt x="245066" y="72072"/>
                </a:lnTo>
                <a:cubicBezTo>
                  <a:pt x="262846" y="73342"/>
                  <a:pt x="270466" y="96203"/>
                  <a:pt x="256496" y="107633"/>
                </a:cubicBezTo>
                <a:lnTo>
                  <a:pt x="208237" y="147003"/>
                </a:lnTo>
                <a:cubicBezTo>
                  <a:pt x="208237" y="147003"/>
                  <a:pt x="208237" y="148272"/>
                  <a:pt x="208237" y="148272"/>
                </a:cubicBezTo>
                <a:lnTo>
                  <a:pt x="220937" y="201612"/>
                </a:lnTo>
                <a:cubicBezTo>
                  <a:pt x="224746" y="219392"/>
                  <a:pt x="205696" y="233362"/>
                  <a:pt x="190457" y="224472"/>
                </a:cubicBezTo>
                <a:lnTo>
                  <a:pt x="142196" y="195262"/>
                </a:lnTo>
                <a:cubicBezTo>
                  <a:pt x="142196" y="195262"/>
                  <a:pt x="140926" y="195262"/>
                  <a:pt x="140926" y="195262"/>
                </a:cubicBezTo>
                <a:lnTo>
                  <a:pt x="92666" y="224472"/>
                </a:lnTo>
                <a:cubicBezTo>
                  <a:pt x="77426" y="233362"/>
                  <a:pt x="58376" y="219392"/>
                  <a:pt x="62187" y="201612"/>
                </a:cubicBezTo>
                <a:lnTo>
                  <a:pt x="74887" y="148272"/>
                </a:lnTo>
                <a:cubicBezTo>
                  <a:pt x="74887" y="148272"/>
                  <a:pt x="74887" y="147003"/>
                  <a:pt x="74887" y="147003"/>
                </a:cubicBezTo>
                <a:lnTo>
                  <a:pt x="26626" y="107633"/>
                </a:lnTo>
                <a:cubicBezTo>
                  <a:pt x="12657" y="96203"/>
                  <a:pt x="19007" y="73342"/>
                  <a:pt x="38057" y="72072"/>
                </a:cubicBezTo>
                <a:lnTo>
                  <a:pt x="100287" y="65722"/>
                </a:lnTo>
                <a:cubicBezTo>
                  <a:pt x="100287" y="65722"/>
                  <a:pt x="101557" y="65722"/>
                  <a:pt x="101557" y="65722"/>
                </a:cubicBezTo>
                <a:lnTo>
                  <a:pt x="123146" y="12383"/>
                </a:lnTo>
                <a:close/>
                <a:moveTo>
                  <a:pt x="53296" y="9842"/>
                </a:moveTo>
                <a:cubicBezTo>
                  <a:pt x="49487" y="6033"/>
                  <a:pt x="43137" y="6033"/>
                  <a:pt x="39326" y="9842"/>
                </a:cubicBezTo>
                <a:cubicBezTo>
                  <a:pt x="35516" y="13653"/>
                  <a:pt x="35516" y="20003"/>
                  <a:pt x="39326" y="23812"/>
                </a:cubicBezTo>
                <a:lnTo>
                  <a:pt x="44407" y="28892"/>
                </a:lnTo>
                <a:cubicBezTo>
                  <a:pt x="48216" y="32703"/>
                  <a:pt x="54566" y="32703"/>
                  <a:pt x="58376" y="28892"/>
                </a:cubicBezTo>
                <a:cubicBezTo>
                  <a:pt x="62187" y="25083"/>
                  <a:pt x="62187" y="18733"/>
                  <a:pt x="58376" y="14922"/>
                </a:cubicBezTo>
                <a:lnTo>
                  <a:pt x="53296" y="9842"/>
                </a:lnTo>
                <a:close/>
                <a:moveTo>
                  <a:pt x="1226" y="178753"/>
                </a:moveTo>
                <a:cubicBezTo>
                  <a:pt x="3766" y="183833"/>
                  <a:pt x="10116" y="186372"/>
                  <a:pt x="15196" y="183833"/>
                </a:cubicBezTo>
                <a:lnTo>
                  <a:pt x="25357" y="178753"/>
                </a:lnTo>
                <a:cubicBezTo>
                  <a:pt x="30437" y="176212"/>
                  <a:pt x="32976" y="169862"/>
                  <a:pt x="30437" y="164783"/>
                </a:cubicBezTo>
                <a:cubicBezTo>
                  <a:pt x="27896" y="159703"/>
                  <a:pt x="21546" y="157162"/>
                  <a:pt x="16466" y="159703"/>
                </a:cubicBezTo>
                <a:lnTo>
                  <a:pt x="6307" y="164783"/>
                </a:lnTo>
                <a:cubicBezTo>
                  <a:pt x="-43" y="167322"/>
                  <a:pt x="-1313" y="173672"/>
                  <a:pt x="1226" y="178753"/>
                </a:cubicBezTo>
                <a:close/>
                <a:moveTo>
                  <a:pt x="269196" y="182562"/>
                </a:moveTo>
                <a:cubicBezTo>
                  <a:pt x="274276" y="185103"/>
                  <a:pt x="280626" y="182562"/>
                  <a:pt x="283166" y="177483"/>
                </a:cubicBezTo>
                <a:cubicBezTo>
                  <a:pt x="285707" y="172403"/>
                  <a:pt x="283166" y="166053"/>
                  <a:pt x="278087" y="163512"/>
                </a:cubicBezTo>
                <a:lnTo>
                  <a:pt x="267926" y="158433"/>
                </a:lnTo>
                <a:cubicBezTo>
                  <a:pt x="262846" y="155892"/>
                  <a:pt x="256496" y="158433"/>
                  <a:pt x="253957" y="163512"/>
                </a:cubicBezTo>
                <a:cubicBezTo>
                  <a:pt x="251416" y="168592"/>
                  <a:pt x="253957" y="174942"/>
                  <a:pt x="259037" y="177483"/>
                </a:cubicBezTo>
                <a:lnTo>
                  <a:pt x="269196" y="182562"/>
                </a:lnTo>
                <a:close/>
                <a:moveTo>
                  <a:pt x="245066" y="9842"/>
                </a:moveTo>
                <a:cubicBezTo>
                  <a:pt x="241257" y="6033"/>
                  <a:pt x="234907" y="6033"/>
                  <a:pt x="231096" y="9842"/>
                </a:cubicBezTo>
                <a:lnTo>
                  <a:pt x="226016" y="14922"/>
                </a:lnTo>
                <a:cubicBezTo>
                  <a:pt x="222207" y="18733"/>
                  <a:pt x="222207" y="25083"/>
                  <a:pt x="226016" y="28892"/>
                </a:cubicBezTo>
                <a:cubicBezTo>
                  <a:pt x="229826" y="32703"/>
                  <a:pt x="236176" y="32703"/>
                  <a:pt x="239987" y="28892"/>
                </a:cubicBezTo>
                <a:lnTo>
                  <a:pt x="245066" y="23812"/>
                </a:lnTo>
                <a:cubicBezTo>
                  <a:pt x="248876" y="20003"/>
                  <a:pt x="248876" y="13653"/>
                  <a:pt x="245066" y="9842"/>
                </a:cubicBezTo>
                <a:close/>
                <a:moveTo>
                  <a:pt x="152357" y="254953"/>
                </a:moveTo>
                <a:cubicBezTo>
                  <a:pt x="152357" y="249872"/>
                  <a:pt x="147276" y="244792"/>
                  <a:pt x="142196" y="244792"/>
                </a:cubicBezTo>
                <a:cubicBezTo>
                  <a:pt x="137116" y="244792"/>
                  <a:pt x="132037" y="249872"/>
                  <a:pt x="132037" y="254953"/>
                </a:cubicBezTo>
                <a:lnTo>
                  <a:pt x="132037" y="265112"/>
                </a:lnTo>
                <a:cubicBezTo>
                  <a:pt x="132037" y="270192"/>
                  <a:pt x="137116" y="275273"/>
                  <a:pt x="142196" y="275273"/>
                </a:cubicBezTo>
                <a:cubicBezTo>
                  <a:pt x="147276" y="275273"/>
                  <a:pt x="152357" y="270192"/>
                  <a:pt x="152357" y="265112"/>
                </a:cubicBezTo>
                <a:lnTo>
                  <a:pt x="152357" y="254953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3" name="Полилиния: фигура 309">
            <a:extLst>
              <a:ext uri="{FF2B5EF4-FFF2-40B4-BE49-F238E27FC236}">
                <a16:creationId xmlns:a16="http://schemas.microsoft.com/office/drawing/2014/main" id="{D6B00383-ED7E-820E-625E-FAA1391FDDB9}"/>
              </a:ext>
            </a:extLst>
          </p:cNvPr>
          <p:cNvSpPr/>
          <p:nvPr/>
        </p:nvSpPr>
        <p:spPr>
          <a:xfrm>
            <a:off x="1647195" y="2178686"/>
            <a:ext cx="263897" cy="223519"/>
          </a:xfrm>
          <a:custGeom>
            <a:avLst/>
            <a:gdLst>
              <a:gd name="connsiteX0" fmla="*/ 40509 w 263897"/>
              <a:gd name="connsiteY0" fmla="*/ 10160 h 223519"/>
              <a:gd name="connsiteX1" fmla="*/ 50669 w 263897"/>
              <a:gd name="connsiteY1" fmla="*/ 0 h 223519"/>
              <a:gd name="connsiteX2" fmla="*/ 131949 w 263897"/>
              <a:gd name="connsiteY2" fmla="*/ 0 h 223519"/>
              <a:gd name="connsiteX3" fmla="*/ 213229 w 263897"/>
              <a:gd name="connsiteY3" fmla="*/ 0 h 223519"/>
              <a:gd name="connsiteX4" fmla="*/ 223389 w 263897"/>
              <a:gd name="connsiteY4" fmla="*/ 10160 h 223519"/>
              <a:gd name="connsiteX5" fmla="*/ 213229 w 263897"/>
              <a:gd name="connsiteY5" fmla="*/ 20320 h 223519"/>
              <a:gd name="connsiteX6" fmla="*/ 142109 w 263897"/>
              <a:gd name="connsiteY6" fmla="*/ 20320 h 223519"/>
              <a:gd name="connsiteX7" fmla="*/ 142109 w 263897"/>
              <a:gd name="connsiteY7" fmla="*/ 203200 h 223519"/>
              <a:gd name="connsiteX8" fmla="*/ 233549 w 263897"/>
              <a:gd name="connsiteY8" fmla="*/ 203200 h 223519"/>
              <a:gd name="connsiteX9" fmla="*/ 243709 w 263897"/>
              <a:gd name="connsiteY9" fmla="*/ 213360 h 223519"/>
              <a:gd name="connsiteX10" fmla="*/ 233549 w 263897"/>
              <a:gd name="connsiteY10" fmla="*/ 223520 h 223519"/>
              <a:gd name="connsiteX11" fmla="*/ 131949 w 263897"/>
              <a:gd name="connsiteY11" fmla="*/ 223520 h 223519"/>
              <a:gd name="connsiteX12" fmla="*/ 30349 w 263897"/>
              <a:gd name="connsiteY12" fmla="*/ 223520 h 223519"/>
              <a:gd name="connsiteX13" fmla="*/ 20189 w 263897"/>
              <a:gd name="connsiteY13" fmla="*/ 213360 h 223519"/>
              <a:gd name="connsiteX14" fmla="*/ 30349 w 263897"/>
              <a:gd name="connsiteY14" fmla="*/ 203200 h 223519"/>
              <a:gd name="connsiteX15" fmla="*/ 121789 w 263897"/>
              <a:gd name="connsiteY15" fmla="*/ 203200 h 223519"/>
              <a:gd name="connsiteX16" fmla="*/ 121789 w 263897"/>
              <a:gd name="connsiteY16" fmla="*/ 20320 h 223519"/>
              <a:gd name="connsiteX17" fmla="*/ 50669 w 263897"/>
              <a:gd name="connsiteY17" fmla="*/ 20320 h 223519"/>
              <a:gd name="connsiteX18" fmla="*/ 40509 w 263897"/>
              <a:gd name="connsiteY18" fmla="*/ 10160 h 223519"/>
              <a:gd name="connsiteX19" fmla="*/ 45589 w 263897"/>
              <a:gd name="connsiteY19" fmla="*/ 80010 h 223519"/>
              <a:gd name="connsiteX20" fmla="*/ 25269 w 263897"/>
              <a:gd name="connsiteY20" fmla="*/ 125730 h 223519"/>
              <a:gd name="connsiteX21" fmla="*/ 64639 w 263897"/>
              <a:gd name="connsiteY21" fmla="*/ 125730 h 223519"/>
              <a:gd name="connsiteX22" fmla="*/ 45589 w 263897"/>
              <a:gd name="connsiteY22" fmla="*/ 80010 h 223519"/>
              <a:gd name="connsiteX23" fmla="*/ 35429 w 263897"/>
              <a:gd name="connsiteY23" fmla="*/ 53340 h 223519"/>
              <a:gd name="connsiteX24" fmla="*/ 55749 w 263897"/>
              <a:gd name="connsiteY24" fmla="*/ 53340 h 223519"/>
              <a:gd name="connsiteX25" fmla="*/ 90039 w 263897"/>
              <a:gd name="connsiteY25" fmla="*/ 130810 h 223519"/>
              <a:gd name="connsiteX26" fmla="*/ 79879 w 263897"/>
              <a:gd name="connsiteY26" fmla="*/ 146050 h 223519"/>
              <a:gd name="connsiteX27" fmla="*/ 11299 w 263897"/>
              <a:gd name="connsiteY27" fmla="*/ 146050 h 223519"/>
              <a:gd name="connsiteX28" fmla="*/ 1139 w 263897"/>
              <a:gd name="connsiteY28" fmla="*/ 130810 h 223519"/>
              <a:gd name="connsiteX29" fmla="*/ 35429 w 263897"/>
              <a:gd name="connsiteY29" fmla="*/ 53340 h 223519"/>
              <a:gd name="connsiteX30" fmla="*/ 197989 w 263897"/>
              <a:gd name="connsiteY30" fmla="*/ 125730 h 223519"/>
              <a:gd name="connsiteX31" fmla="*/ 218309 w 263897"/>
              <a:gd name="connsiteY31" fmla="*/ 80010 h 223519"/>
              <a:gd name="connsiteX32" fmla="*/ 238629 w 263897"/>
              <a:gd name="connsiteY32" fmla="*/ 125730 h 223519"/>
              <a:gd name="connsiteX33" fmla="*/ 197989 w 263897"/>
              <a:gd name="connsiteY33" fmla="*/ 125730 h 223519"/>
              <a:gd name="connsiteX34" fmla="*/ 228469 w 263897"/>
              <a:gd name="connsiteY34" fmla="*/ 53340 h 223519"/>
              <a:gd name="connsiteX35" fmla="*/ 208149 w 263897"/>
              <a:gd name="connsiteY35" fmla="*/ 53340 h 223519"/>
              <a:gd name="connsiteX36" fmla="*/ 173859 w 263897"/>
              <a:gd name="connsiteY36" fmla="*/ 130810 h 223519"/>
              <a:gd name="connsiteX37" fmla="*/ 184019 w 263897"/>
              <a:gd name="connsiteY37" fmla="*/ 146050 h 223519"/>
              <a:gd name="connsiteX38" fmla="*/ 252599 w 263897"/>
              <a:gd name="connsiteY38" fmla="*/ 146050 h 223519"/>
              <a:gd name="connsiteX39" fmla="*/ 262759 w 263897"/>
              <a:gd name="connsiteY39" fmla="*/ 130810 h 223519"/>
              <a:gd name="connsiteX40" fmla="*/ 228469 w 263897"/>
              <a:gd name="connsiteY40" fmla="*/ 5334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63897" h="223519">
                <a:moveTo>
                  <a:pt x="40509" y="10160"/>
                </a:moveTo>
                <a:cubicBezTo>
                  <a:pt x="40509" y="5080"/>
                  <a:pt x="45589" y="0"/>
                  <a:pt x="50669" y="0"/>
                </a:cubicBezTo>
                <a:lnTo>
                  <a:pt x="131949" y="0"/>
                </a:lnTo>
                <a:lnTo>
                  <a:pt x="213229" y="0"/>
                </a:lnTo>
                <a:cubicBezTo>
                  <a:pt x="218309" y="0"/>
                  <a:pt x="223389" y="5080"/>
                  <a:pt x="223389" y="10160"/>
                </a:cubicBezTo>
                <a:cubicBezTo>
                  <a:pt x="223389" y="15240"/>
                  <a:pt x="218309" y="20320"/>
                  <a:pt x="213229" y="20320"/>
                </a:cubicBezTo>
                <a:lnTo>
                  <a:pt x="142109" y="20320"/>
                </a:lnTo>
                <a:lnTo>
                  <a:pt x="142109" y="203200"/>
                </a:lnTo>
                <a:lnTo>
                  <a:pt x="233549" y="203200"/>
                </a:lnTo>
                <a:cubicBezTo>
                  <a:pt x="238629" y="203200"/>
                  <a:pt x="243709" y="208280"/>
                  <a:pt x="243709" y="213360"/>
                </a:cubicBezTo>
                <a:cubicBezTo>
                  <a:pt x="243709" y="218440"/>
                  <a:pt x="238629" y="223520"/>
                  <a:pt x="233549" y="223520"/>
                </a:cubicBezTo>
                <a:lnTo>
                  <a:pt x="131949" y="223520"/>
                </a:lnTo>
                <a:lnTo>
                  <a:pt x="30349" y="223520"/>
                </a:lnTo>
                <a:cubicBezTo>
                  <a:pt x="25269" y="223520"/>
                  <a:pt x="20189" y="218440"/>
                  <a:pt x="20189" y="213360"/>
                </a:cubicBezTo>
                <a:cubicBezTo>
                  <a:pt x="20189" y="208280"/>
                  <a:pt x="25269" y="203200"/>
                  <a:pt x="30349" y="203200"/>
                </a:cubicBezTo>
                <a:lnTo>
                  <a:pt x="121789" y="203200"/>
                </a:lnTo>
                <a:lnTo>
                  <a:pt x="121789" y="20320"/>
                </a:lnTo>
                <a:lnTo>
                  <a:pt x="50669" y="20320"/>
                </a:lnTo>
                <a:cubicBezTo>
                  <a:pt x="45589" y="20320"/>
                  <a:pt x="40509" y="15240"/>
                  <a:pt x="40509" y="10160"/>
                </a:cubicBezTo>
                <a:close/>
                <a:moveTo>
                  <a:pt x="45589" y="80010"/>
                </a:moveTo>
                <a:lnTo>
                  <a:pt x="25269" y="125730"/>
                </a:lnTo>
                <a:lnTo>
                  <a:pt x="64639" y="125730"/>
                </a:lnTo>
                <a:lnTo>
                  <a:pt x="45589" y="80010"/>
                </a:lnTo>
                <a:close/>
                <a:moveTo>
                  <a:pt x="35429" y="53340"/>
                </a:moveTo>
                <a:cubicBezTo>
                  <a:pt x="39239" y="44450"/>
                  <a:pt x="51939" y="44450"/>
                  <a:pt x="55749" y="53340"/>
                </a:cubicBezTo>
                <a:lnTo>
                  <a:pt x="90039" y="130810"/>
                </a:lnTo>
                <a:cubicBezTo>
                  <a:pt x="93849" y="138430"/>
                  <a:pt x="87499" y="146050"/>
                  <a:pt x="79879" y="146050"/>
                </a:cubicBezTo>
                <a:lnTo>
                  <a:pt x="11299" y="146050"/>
                </a:lnTo>
                <a:cubicBezTo>
                  <a:pt x="3679" y="146050"/>
                  <a:pt x="-2671" y="137160"/>
                  <a:pt x="1139" y="130810"/>
                </a:cubicBezTo>
                <a:lnTo>
                  <a:pt x="35429" y="53340"/>
                </a:lnTo>
                <a:close/>
                <a:moveTo>
                  <a:pt x="197989" y="125730"/>
                </a:moveTo>
                <a:lnTo>
                  <a:pt x="218309" y="80010"/>
                </a:lnTo>
                <a:lnTo>
                  <a:pt x="238629" y="125730"/>
                </a:lnTo>
                <a:lnTo>
                  <a:pt x="197989" y="125730"/>
                </a:lnTo>
                <a:close/>
                <a:moveTo>
                  <a:pt x="228469" y="53340"/>
                </a:moveTo>
                <a:cubicBezTo>
                  <a:pt x="224659" y="44450"/>
                  <a:pt x="211959" y="44450"/>
                  <a:pt x="208149" y="53340"/>
                </a:cubicBezTo>
                <a:lnTo>
                  <a:pt x="173859" y="130810"/>
                </a:lnTo>
                <a:cubicBezTo>
                  <a:pt x="170049" y="138430"/>
                  <a:pt x="176399" y="146050"/>
                  <a:pt x="184019" y="146050"/>
                </a:cubicBezTo>
                <a:lnTo>
                  <a:pt x="252599" y="146050"/>
                </a:lnTo>
                <a:cubicBezTo>
                  <a:pt x="260219" y="146050"/>
                  <a:pt x="266569" y="137160"/>
                  <a:pt x="262759" y="130810"/>
                </a:cubicBezTo>
                <a:lnTo>
                  <a:pt x="228469" y="533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4" name="Полилиния: фигура 311">
            <a:extLst>
              <a:ext uri="{FF2B5EF4-FFF2-40B4-BE49-F238E27FC236}">
                <a16:creationId xmlns:a16="http://schemas.microsoft.com/office/drawing/2014/main" id="{B35BA7B3-DD5F-CF0D-899D-D78689C8F8E5}"/>
              </a:ext>
            </a:extLst>
          </p:cNvPr>
          <p:cNvSpPr/>
          <p:nvPr/>
        </p:nvSpPr>
        <p:spPr>
          <a:xfrm>
            <a:off x="7247919" y="2168681"/>
            <a:ext cx="242258" cy="242258"/>
          </a:xfrm>
          <a:custGeom>
            <a:avLst/>
            <a:gdLst>
              <a:gd name="connsiteX0" fmla="*/ 150974 w 242258"/>
              <a:gd name="connsiteY0" fmla="*/ 32864 h 242258"/>
              <a:gd name="connsiteX1" fmla="*/ 208124 w 242258"/>
              <a:gd name="connsiteY1" fmla="*/ 32864 h 242258"/>
              <a:gd name="connsiteX2" fmla="*/ 209395 w 242258"/>
              <a:gd name="connsiteY2" fmla="*/ 34135 h 242258"/>
              <a:gd name="connsiteX3" fmla="*/ 209395 w 242258"/>
              <a:gd name="connsiteY3" fmla="*/ 91285 h 242258"/>
              <a:gd name="connsiteX4" fmla="*/ 163674 w 242258"/>
              <a:gd name="connsiteY4" fmla="*/ 137005 h 242258"/>
              <a:gd name="connsiteX5" fmla="*/ 106524 w 242258"/>
              <a:gd name="connsiteY5" fmla="*/ 137005 h 242258"/>
              <a:gd name="connsiteX6" fmla="*/ 105255 w 242258"/>
              <a:gd name="connsiteY6" fmla="*/ 135735 h 242258"/>
              <a:gd name="connsiteX7" fmla="*/ 91284 w 242258"/>
              <a:gd name="connsiteY7" fmla="*/ 135735 h 242258"/>
              <a:gd name="connsiteX8" fmla="*/ 91284 w 242258"/>
              <a:gd name="connsiteY8" fmla="*/ 149705 h 242258"/>
              <a:gd name="connsiteX9" fmla="*/ 92555 w 242258"/>
              <a:gd name="connsiteY9" fmla="*/ 150974 h 242258"/>
              <a:gd name="connsiteX10" fmla="*/ 178914 w 242258"/>
              <a:gd name="connsiteY10" fmla="*/ 150974 h 242258"/>
              <a:gd name="connsiteX11" fmla="*/ 224634 w 242258"/>
              <a:gd name="connsiteY11" fmla="*/ 105255 h 242258"/>
              <a:gd name="connsiteX12" fmla="*/ 224634 w 242258"/>
              <a:gd name="connsiteY12" fmla="*/ 18894 h 242258"/>
              <a:gd name="connsiteX13" fmla="*/ 223364 w 242258"/>
              <a:gd name="connsiteY13" fmla="*/ 17624 h 242258"/>
              <a:gd name="connsiteX14" fmla="*/ 137005 w 242258"/>
              <a:gd name="connsiteY14" fmla="*/ 17624 h 242258"/>
              <a:gd name="connsiteX15" fmla="*/ 121764 w 242258"/>
              <a:gd name="connsiteY15" fmla="*/ 32864 h 242258"/>
              <a:gd name="connsiteX16" fmla="*/ 121764 w 242258"/>
              <a:gd name="connsiteY16" fmla="*/ 46835 h 242258"/>
              <a:gd name="connsiteX17" fmla="*/ 135734 w 242258"/>
              <a:gd name="connsiteY17" fmla="*/ 46835 h 242258"/>
              <a:gd name="connsiteX18" fmla="*/ 150974 w 242258"/>
              <a:gd name="connsiteY18" fmla="*/ 32864 h 242258"/>
              <a:gd name="connsiteX19" fmla="*/ 92555 w 242258"/>
              <a:gd name="connsiteY19" fmla="*/ 209394 h 242258"/>
              <a:gd name="connsiteX20" fmla="*/ 35405 w 242258"/>
              <a:gd name="connsiteY20" fmla="*/ 209394 h 242258"/>
              <a:gd name="connsiteX21" fmla="*/ 32864 w 242258"/>
              <a:gd name="connsiteY21" fmla="*/ 208124 h 242258"/>
              <a:gd name="connsiteX22" fmla="*/ 32864 w 242258"/>
              <a:gd name="connsiteY22" fmla="*/ 150974 h 242258"/>
              <a:gd name="connsiteX23" fmla="*/ 78584 w 242258"/>
              <a:gd name="connsiteY23" fmla="*/ 105255 h 242258"/>
              <a:gd name="connsiteX24" fmla="*/ 135734 w 242258"/>
              <a:gd name="connsiteY24" fmla="*/ 105255 h 242258"/>
              <a:gd name="connsiteX25" fmla="*/ 137005 w 242258"/>
              <a:gd name="connsiteY25" fmla="*/ 106524 h 242258"/>
              <a:gd name="connsiteX26" fmla="*/ 150974 w 242258"/>
              <a:gd name="connsiteY26" fmla="*/ 106524 h 242258"/>
              <a:gd name="connsiteX27" fmla="*/ 150974 w 242258"/>
              <a:gd name="connsiteY27" fmla="*/ 92555 h 242258"/>
              <a:gd name="connsiteX28" fmla="*/ 149705 w 242258"/>
              <a:gd name="connsiteY28" fmla="*/ 91285 h 242258"/>
              <a:gd name="connsiteX29" fmla="*/ 63345 w 242258"/>
              <a:gd name="connsiteY29" fmla="*/ 91285 h 242258"/>
              <a:gd name="connsiteX30" fmla="*/ 17624 w 242258"/>
              <a:gd name="connsiteY30" fmla="*/ 137005 h 242258"/>
              <a:gd name="connsiteX31" fmla="*/ 17624 w 242258"/>
              <a:gd name="connsiteY31" fmla="*/ 223364 h 242258"/>
              <a:gd name="connsiteX32" fmla="*/ 18895 w 242258"/>
              <a:gd name="connsiteY32" fmla="*/ 224635 h 242258"/>
              <a:gd name="connsiteX33" fmla="*/ 105255 w 242258"/>
              <a:gd name="connsiteY33" fmla="*/ 224635 h 242258"/>
              <a:gd name="connsiteX34" fmla="*/ 120495 w 242258"/>
              <a:gd name="connsiteY34" fmla="*/ 209394 h 242258"/>
              <a:gd name="connsiteX35" fmla="*/ 120495 w 242258"/>
              <a:gd name="connsiteY35" fmla="*/ 195424 h 242258"/>
              <a:gd name="connsiteX36" fmla="*/ 106524 w 242258"/>
              <a:gd name="connsiteY36" fmla="*/ 195424 h 242258"/>
              <a:gd name="connsiteX37" fmla="*/ 92555 w 242258"/>
              <a:gd name="connsiteY37" fmla="*/ 209394 h 2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42258" h="242258">
                <a:moveTo>
                  <a:pt x="150974" y="32864"/>
                </a:moveTo>
                <a:cubicBezTo>
                  <a:pt x="166214" y="16355"/>
                  <a:pt x="192884" y="16355"/>
                  <a:pt x="208124" y="32864"/>
                </a:cubicBezTo>
                <a:lnTo>
                  <a:pt x="209395" y="34135"/>
                </a:lnTo>
                <a:cubicBezTo>
                  <a:pt x="225905" y="49374"/>
                  <a:pt x="225905" y="76044"/>
                  <a:pt x="209395" y="91285"/>
                </a:cubicBezTo>
                <a:lnTo>
                  <a:pt x="163674" y="137005"/>
                </a:lnTo>
                <a:cubicBezTo>
                  <a:pt x="148434" y="153514"/>
                  <a:pt x="121764" y="153514"/>
                  <a:pt x="106524" y="137005"/>
                </a:cubicBezTo>
                <a:lnTo>
                  <a:pt x="105255" y="135735"/>
                </a:lnTo>
                <a:cubicBezTo>
                  <a:pt x="101445" y="131924"/>
                  <a:pt x="95095" y="131924"/>
                  <a:pt x="91284" y="135735"/>
                </a:cubicBezTo>
                <a:cubicBezTo>
                  <a:pt x="87474" y="139544"/>
                  <a:pt x="87474" y="145894"/>
                  <a:pt x="91284" y="149705"/>
                </a:cubicBezTo>
                <a:lnTo>
                  <a:pt x="92555" y="150974"/>
                </a:lnTo>
                <a:cubicBezTo>
                  <a:pt x="116684" y="175105"/>
                  <a:pt x="154784" y="173835"/>
                  <a:pt x="178914" y="150974"/>
                </a:cubicBezTo>
                <a:lnTo>
                  <a:pt x="224634" y="105255"/>
                </a:lnTo>
                <a:cubicBezTo>
                  <a:pt x="248764" y="81124"/>
                  <a:pt x="247495" y="43024"/>
                  <a:pt x="224634" y="18894"/>
                </a:cubicBezTo>
                <a:lnTo>
                  <a:pt x="223364" y="17624"/>
                </a:lnTo>
                <a:cubicBezTo>
                  <a:pt x="199234" y="-6506"/>
                  <a:pt x="161134" y="-5236"/>
                  <a:pt x="137005" y="17624"/>
                </a:cubicBezTo>
                <a:lnTo>
                  <a:pt x="121764" y="32864"/>
                </a:lnTo>
                <a:cubicBezTo>
                  <a:pt x="117955" y="36674"/>
                  <a:pt x="117955" y="43024"/>
                  <a:pt x="121764" y="46835"/>
                </a:cubicBezTo>
                <a:cubicBezTo>
                  <a:pt x="125574" y="50644"/>
                  <a:pt x="131924" y="50644"/>
                  <a:pt x="135734" y="46835"/>
                </a:cubicBezTo>
                <a:lnTo>
                  <a:pt x="150974" y="32864"/>
                </a:lnTo>
                <a:close/>
                <a:moveTo>
                  <a:pt x="92555" y="209394"/>
                </a:moveTo>
                <a:cubicBezTo>
                  <a:pt x="77314" y="225905"/>
                  <a:pt x="50645" y="225905"/>
                  <a:pt x="35405" y="209394"/>
                </a:cubicBezTo>
                <a:lnTo>
                  <a:pt x="32864" y="208124"/>
                </a:lnTo>
                <a:cubicBezTo>
                  <a:pt x="16355" y="192885"/>
                  <a:pt x="16355" y="166214"/>
                  <a:pt x="32864" y="150974"/>
                </a:cubicBezTo>
                <a:lnTo>
                  <a:pt x="78584" y="105255"/>
                </a:lnTo>
                <a:cubicBezTo>
                  <a:pt x="93824" y="88744"/>
                  <a:pt x="120495" y="88744"/>
                  <a:pt x="135734" y="105255"/>
                </a:cubicBezTo>
                <a:lnTo>
                  <a:pt x="137005" y="106524"/>
                </a:lnTo>
                <a:cubicBezTo>
                  <a:pt x="140814" y="110335"/>
                  <a:pt x="147164" y="110335"/>
                  <a:pt x="150974" y="106524"/>
                </a:cubicBezTo>
                <a:cubicBezTo>
                  <a:pt x="154784" y="102714"/>
                  <a:pt x="154784" y="96364"/>
                  <a:pt x="150974" y="92555"/>
                </a:cubicBezTo>
                <a:lnTo>
                  <a:pt x="149705" y="91285"/>
                </a:lnTo>
                <a:cubicBezTo>
                  <a:pt x="125574" y="67155"/>
                  <a:pt x="87474" y="68424"/>
                  <a:pt x="63345" y="91285"/>
                </a:cubicBezTo>
                <a:lnTo>
                  <a:pt x="17624" y="137005"/>
                </a:lnTo>
                <a:cubicBezTo>
                  <a:pt x="-6505" y="161135"/>
                  <a:pt x="-5236" y="199235"/>
                  <a:pt x="17624" y="223364"/>
                </a:cubicBezTo>
                <a:lnTo>
                  <a:pt x="18895" y="224635"/>
                </a:lnTo>
                <a:cubicBezTo>
                  <a:pt x="43024" y="248764"/>
                  <a:pt x="81124" y="247494"/>
                  <a:pt x="105255" y="224635"/>
                </a:cubicBezTo>
                <a:lnTo>
                  <a:pt x="120495" y="209394"/>
                </a:lnTo>
                <a:cubicBezTo>
                  <a:pt x="124305" y="205585"/>
                  <a:pt x="124305" y="199235"/>
                  <a:pt x="120495" y="195424"/>
                </a:cubicBezTo>
                <a:cubicBezTo>
                  <a:pt x="116684" y="191614"/>
                  <a:pt x="110334" y="191614"/>
                  <a:pt x="106524" y="195424"/>
                </a:cubicBezTo>
                <a:lnTo>
                  <a:pt x="92555" y="209394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05" name="Полилиния: фигура 314">
            <a:extLst>
              <a:ext uri="{FF2B5EF4-FFF2-40B4-BE49-F238E27FC236}">
                <a16:creationId xmlns:a16="http://schemas.microsoft.com/office/drawing/2014/main" id="{65FFB3F5-015F-8B35-1EA1-C48E59BB2B4B}"/>
              </a:ext>
            </a:extLst>
          </p:cNvPr>
          <p:cNvSpPr/>
          <p:nvPr/>
        </p:nvSpPr>
        <p:spPr>
          <a:xfrm>
            <a:off x="8386636" y="2187575"/>
            <a:ext cx="202564" cy="203517"/>
          </a:xfrm>
          <a:custGeom>
            <a:avLst/>
            <a:gdLst>
              <a:gd name="connsiteX0" fmla="*/ 199707 w 202564"/>
              <a:gd name="connsiteY0" fmla="*/ 3810 h 203517"/>
              <a:gd name="connsiteX1" fmla="*/ 199707 w 202564"/>
              <a:gd name="connsiteY1" fmla="*/ 17780 h 203517"/>
              <a:gd name="connsiteX2" fmla="*/ 16828 w 202564"/>
              <a:gd name="connsiteY2" fmla="*/ 200660 h 203517"/>
              <a:gd name="connsiteX3" fmla="*/ 2857 w 202564"/>
              <a:gd name="connsiteY3" fmla="*/ 200660 h 203517"/>
              <a:gd name="connsiteX4" fmla="*/ 2857 w 202564"/>
              <a:gd name="connsiteY4" fmla="*/ 186690 h 203517"/>
              <a:gd name="connsiteX5" fmla="*/ 185738 w 202564"/>
              <a:gd name="connsiteY5" fmla="*/ 3810 h 203517"/>
              <a:gd name="connsiteX6" fmla="*/ 199707 w 202564"/>
              <a:gd name="connsiteY6" fmla="*/ 3810 h 203517"/>
              <a:gd name="connsiteX7" fmla="*/ 46038 w 202564"/>
              <a:gd name="connsiteY7" fmla="*/ 71120 h 203517"/>
              <a:gd name="connsiteX8" fmla="*/ 71438 w 202564"/>
              <a:gd name="connsiteY8" fmla="*/ 45720 h 203517"/>
              <a:gd name="connsiteX9" fmla="*/ 46038 w 202564"/>
              <a:gd name="connsiteY9" fmla="*/ 20320 h 203517"/>
              <a:gd name="connsiteX10" fmla="*/ 20638 w 202564"/>
              <a:gd name="connsiteY10" fmla="*/ 45720 h 203517"/>
              <a:gd name="connsiteX11" fmla="*/ 46038 w 202564"/>
              <a:gd name="connsiteY11" fmla="*/ 71120 h 203517"/>
              <a:gd name="connsiteX12" fmla="*/ 46038 w 202564"/>
              <a:gd name="connsiteY12" fmla="*/ 91440 h 203517"/>
              <a:gd name="connsiteX13" fmla="*/ 91757 w 202564"/>
              <a:gd name="connsiteY13" fmla="*/ 45720 h 203517"/>
              <a:gd name="connsiteX14" fmla="*/ 46038 w 202564"/>
              <a:gd name="connsiteY14" fmla="*/ 0 h 203517"/>
              <a:gd name="connsiteX15" fmla="*/ 317 w 202564"/>
              <a:gd name="connsiteY15" fmla="*/ 45720 h 203517"/>
              <a:gd name="connsiteX16" fmla="*/ 46038 w 202564"/>
              <a:gd name="connsiteY16" fmla="*/ 91440 h 203517"/>
              <a:gd name="connsiteX17" fmla="*/ 181928 w 202564"/>
              <a:gd name="connsiteY17" fmla="*/ 157480 h 203517"/>
              <a:gd name="connsiteX18" fmla="*/ 156528 w 202564"/>
              <a:gd name="connsiteY18" fmla="*/ 182880 h 203517"/>
              <a:gd name="connsiteX19" fmla="*/ 131128 w 202564"/>
              <a:gd name="connsiteY19" fmla="*/ 157480 h 203517"/>
              <a:gd name="connsiteX20" fmla="*/ 156528 w 202564"/>
              <a:gd name="connsiteY20" fmla="*/ 132080 h 203517"/>
              <a:gd name="connsiteX21" fmla="*/ 181928 w 202564"/>
              <a:gd name="connsiteY21" fmla="*/ 157480 h 203517"/>
              <a:gd name="connsiteX22" fmla="*/ 202248 w 202564"/>
              <a:gd name="connsiteY22" fmla="*/ 157480 h 203517"/>
              <a:gd name="connsiteX23" fmla="*/ 156528 w 202564"/>
              <a:gd name="connsiteY23" fmla="*/ 203200 h 203517"/>
              <a:gd name="connsiteX24" fmla="*/ 110807 w 202564"/>
              <a:gd name="connsiteY24" fmla="*/ 157480 h 203517"/>
              <a:gd name="connsiteX25" fmla="*/ 156528 w 202564"/>
              <a:gd name="connsiteY25" fmla="*/ 111760 h 203517"/>
              <a:gd name="connsiteX26" fmla="*/ 202248 w 202564"/>
              <a:gd name="connsiteY26" fmla="*/ 157480 h 203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02564" h="203517">
                <a:moveTo>
                  <a:pt x="199707" y="3810"/>
                </a:moveTo>
                <a:cubicBezTo>
                  <a:pt x="203517" y="7620"/>
                  <a:pt x="203517" y="13970"/>
                  <a:pt x="199707" y="17780"/>
                </a:cubicBezTo>
                <a:lnTo>
                  <a:pt x="16828" y="200660"/>
                </a:lnTo>
                <a:cubicBezTo>
                  <a:pt x="13017" y="204470"/>
                  <a:pt x="6667" y="204470"/>
                  <a:pt x="2857" y="200660"/>
                </a:cubicBezTo>
                <a:cubicBezTo>
                  <a:pt x="-952" y="196850"/>
                  <a:pt x="-952" y="190500"/>
                  <a:pt x="2857" y="186690"/>
                </a:cubicBezTo>
                <a:lnTo>
                  <a:pt x="185738" y="3810"/>
                </a:lnTo>
                <a:cubicBezTo>
                  <a:pt x="189548" y="0"/>
                  <a:pt x="195898" y="0"/>
                  <a:pt x="199707" y="3810"/>
                </a:cubicBezTo>
                <a:close/>
                <a:moveTo>
                  <a:pt x="46038" y="71120"/>
                </a:moveTo>
                <a:cubicBezTo>
                  <a:pt x="60007" y="71120"/>
                  <a:pt x="71438" y="59690"/>
                  <a:pt x="71438" y="45720"/>
                </a:cubicBezTo>
                <a:cubicBezTo>
                  <a:pt x="71438" y="31750"/>
                  <a:pt x="60007" y="20320"/>
                  <a:pt x="46038" y="20320"/>
                </a:cubicBezTo>
                <a:cubicBezTo>
                  <a:pt x="32067" y="20320"/>
                  <a:pt x="20638" y="31750"/>
                  <a:pt x="20638" y="45720"/>
                </a:cubicBezTo>
                <a:cubicBezTo>
                  <a:pt x="20638" y="60960"/>
                  <a:pt x="30798" y="71120"/>
                  <a:pt x="46038" y="71120"/>
                </a:cubicBezTo>
                <a:close/>
                <a:moveTo>
                  <a:pt x="46038" y="91440"/>
                </a:moveTo>
                <a:cubicBezTo>
                  <a:pt x="71438" y="91440"/>
                  <a:pt x="91757" y="71120"/>
                  <a:pt x="91757" y="45720"/>
                </a:cubicBezTo>
                <a:cubicBezTo>
                  <a:pt x="91757" y="20320"/>
                  <a:pt x="71438" y="0"/>
                  <a:pt x="46038" y="0"/>
                </a:cubicBezTo>
                <a:cubicBezTo>
                  <a:pt x="20638" y="0"/>
                  <a:pt x="317" y="20320"/>
                  <a:pt x="317" y="45720"/>
                </a:cubicBezTo>
                <a:cubicBezTo>
                  <a:pt x="317" y="71120"/>
                  <a:pt x="20638" y="91440"/>
                  <a:pt x="46038" y="91440"/>
                </a:cubicBezTo>
                <a:close/>
                <a:moveTo>
                  <a:pt x="181928" y="157480"/>
                </a:moveTo>
                <a:cubicBezTo>
                  <a:pt x="181928" y="171450"/>
                  <a:pt x="170498" y="182880"/>
                  <a:pt x="156528" y="182880"/>
                </a:cubicBezTo>
                <a:cubicBezTo>
                  <a:pt x="142557" y="182880"/>
                  <a:pt x="131128" y="171450"/>
                  <a:pt x="131128" y="157480"/>
                </a:cubicBezTo>
                <a:cubicBezTo>
                  <a:pt x="131128" y="143510"/>
                  <a:pt x="142557" y="132080"/>
                  <a:pt x="156528" y="132080"/>
                </a:cubicBezTo>
                <a:cubicBezTo>
                  <a:pt x="170498" y="132080"/>
                  <a:pt x="181928" y="143510"/>
                  <a:pt x="181928" y="157480"/>
                </a:cubicBezTo>
                <a:close/>
                <a:moveTo>
                  <a:pt x="202248" y="157480"/>
                </a:moveTo>
                <a:cubicBezTo>
                  <a:pt x="202248" y="182880"/>
                  <a:pt x="181928" y="203200"/>
                  <a:pt x="156528" y="203200"/>
                </a:cubicBezTo>
                <a:cubicBezTo>
                  <a:pt x="131128" y="203200"/>
                  <a:pt x="110807" y="182880"/>
                  <a:pt x="110807" y="157480"/>
                </a:cubicBezTo>
                <a:cubicBezTo>
                  <a:pt x="110807" y="132080"/>
                  <a:pt x="131128" y="111760"/>
                  <a:pt x="156528" y="111760"/>
                </a:cubicBezTo>
                <a:cubicBezTo>
                  <a:pt x="181928" y="111760"/>
                  <a:pt x="202248" y="133350"/>
                  <a:pt x="202248" y="1574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06" name="Рисунок 2">
            <a:extLst>
              <a:ext uri="{FF2B5EF4-FFF2-40B4-BE49-F238E27FC236}">
                <a16:creationId xmlns:a16="http://schemas.microsoft.com/office/drawing/2014/main" id="{DE579C59-B1E0-62C3-E141-21F1918E5189}"/>
              </a:ext>
            </a:extLst>
          </p:cNvPr>
          <p:cNvGrpSpPr/>
          <p:nvPr/>
        </p:nvGrpSpPr>
        <p:grpSpPr>
          <a:xfrm>
            <a:off x="10053193" y="2158366"/>
            <a:ext cx="223520" cy="264159"/>
            <a:chOff x="10201909" y="1115060"/>
            <a:chExt cx="223520" cy="264159"/>
          </a:xfrm>
          <a:solidFill>
            <a:schemeClr val="bg1"/>
          </a:solidFill>
        </p:grpSpPr>
        <p:sp>
          <p:nvSpPr>
            <p:cNvPr id="307" name="Полилиния: фигура 319">
              <a:extLst>
                <a:ext uri="{FF2B5EF4-FFF2-40B4-BE49-F238E27FC236}">
                  <a16:creationId xmlns:a16="http://schemas.microsoft.com/office/drawing/2014/main" id="{D1A6D875-CE57-669C-E255-B83A0D2921BA}"/>
                </a:ext>
              </a:extLst>
            </p:cNvPr>
            <p:cNvSpPr/>
            <p:nvPr/>
          </p:nvSpPr>
          <p:spPr>
            <a:xfrm>
              <a:off x="10273030" y="1155700"/>
              <a:ext cx="20319" cy="20319"/>
            </a:xfrm>
            <a:custGeom>
              <a:avLst/>
              <a:gdLst>
                <a:gd name="connsiteX0" fmla="*/ 0 w 20319"/>
                <a:gd name="connsiteY0" fmla="*/ 20320 h 20319"/>
                <a:gd name="connsiteX1" fmla="*/ 0 w 20319"/>
                <a:gd name="connsiteY1" fmla="*/ 0 h 20319"/>
                <a:gd name="connsiteX2" fmla="*/ 20320 w 20319"/>
                <a:gd name="connsiteY2" fmla="*/ 0 h 20319"/>
                <a:gd name="connsiteX3" fmla="*/ 20320 w 20319"/>
                <a:gd name="connsiteY3" fmla="*/ 20320 h 20319"/>
                <a:gd name="connsiteX4" fmla="*/ 0 w 20319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20320"/>
                  </a:moveTo>
                  <a:lnTo>
                    <a:pt x="0" y="0"/>
                  </a:lnTo>
                  <a:lnTo>
                    <a:pt x="20320" y="0"/>
                  </a:lnTo>
                  <a:lnTo>
                    <a:pt x="20320" y="2032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8" name="Полилиния: фигура 320">
              <a:extLst>
                <a:ext uri="{FF2B5EF4-FFF2-40B4-BE49-F238E27FC236}">
                  <a16:creationId xmlns:a16="http://schemas.microsoft.com/office/drawing/2014/main" id="{773FD520-0742-23F7-F9C0-AF7CB1BC740E}"/>
                </a:ext>
              </a:extLst>
            </p:cNvPr>
            <p:cNvSpPr/>
            <p:nvPr/>
          </p:nvSpPr>
          <p:spPr>
            <a:xfrm>
              <a:off x="10252709" y="1176019"/>
              <a:ext cx="20320" cy="20319"/>
            </a:xfrm>
            <a:custGeom>
              <a:avLst/>
              <a:gdLst>
                <a:gd name="connsiteX0" fmla="*/ 20320 w 20320"/>
                <a:gd name="connsiteY0" fmla="*/ 20320 h 20319"/>
                <a:gd name="connsiteX1" fmla="*/ 0 w 20320"/>
                <a:gd name="connsiteY1" fmla="*/ 20320 h 20319"/>
                <a:gd name="connsiteX2" fmla="*/ 0 w 20320"/>
                <a:gd name="connsiteY2" fmla="*/ 0 h 20319"/>
                <a:gd name="connsiteX3" fmla="*/ 20320 w 20320"/>
                <a:gd name="connsiteY3" fmla="*/ 0 h 20319"/>
                <a:gd name="connsiteX4" fmla="*/ 20320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20320" y="0"/>
                  </a:lnTo>
                  <a:lnTo>
                    <a:pt x="203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09" name="Полилиния: фигура 321">
              <a:extLst>
                <a:ext uri="{FF2B5EF4-FFF2-40B4-BE49-F238E27FC236}">
                  <a16:creationId xmlns:a16="http://schemas.microsoft.com/office/drawing/2014/main" id="{4CB2C13B-4641-8B70-C0BD-B5CF45AD79A4}"/>
                </a:ext>
              </a:extLst>
            </p:cNvPr>
            <p:cNvSpPr/>
            <p:nvPr/>
          </p:nvSpPr>
          <p:spPr>
            <a:xfrm>
              <a:off x="10273030" y="1195069"/>
              <a:ext cx="20319" cy="20319"/>
            </a:xfrm>
            <a:custGeom>
              <a:avLst/>
              <a:gdLst>
                <a:gd name="connsiteX0" fmla="*/ 0 w 20319"/>
                <a:gd name="connsiteY0" fmla="*/ 20320 h 20319"/>
                <a:gd name="connsiteX1" fmla="*/ 20320 w 20319"/>
                <a:gd name="connsiteY1" fmla="*/ 20320 h 20319"/>
                <a:gd name="connsiteX2" fmla="*/ 20320 w 20319"/>
                <a:gd name="connsiteY2" fmla="*/ 0 h 20319"/>
                <a:gd name="connsiteX3" fmla="*/ 0 w 20319"/>
                <a:gd name="connsiteY3" fmla="*/ 0 h 20319"/>
                <a:gd name="connsiteX4" fmla="*/ 0 w 20319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20320"/>
                  </a:moveTo>
                  <a:lnTo>
                    <a:pt x="20320" y="20320"/>
                  </a:lnTo>
                  <a:lnTo>
                    <a:pt x="20320" y="0"/>
                  </a:lnTo>
                  <a:lnTo>
                    <a:pt x="0" y="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0" name="Полилиния: фигура 322">
              <a:extLst>
                <a:ext uri="{FF2B5EF4-FFF2-40B4-BE49-F238E27FC236}">
                  <a16:creationId xmlns:a16="http://schemas.microsoft.com/office/drawing/2014/main" id="{2B21F7A2-798A-A15B-0569-89E368A23804}"/>
                </a:ext>
              </a:extLst>
            </p:cNvPr>
            <p:cNvSpPr/>
            <p:nvPr/>
          </p:nvSpPr>
          <p:spPr>
            <a:xfrm>
              <a:off x="10252709" y="1215389"/>
              <a:ext cx="20320" cy="20320"/>
            </a:xfrm>
            <a:custGeom>
              <a:avLst/>
              <a:gdLst>
                <a:gd name="connsiteX0" fmla="*/ 20320 w 20320"/>
                <a:gd name="connsiteY0" fmla="*/ 0 h 20320"/>
                <a:gd name="connsiteX1" fmla="*/ 20320 w 20320"/>
                <a:gd name="connsiteY1" fmla="*/ 20320 h 20320"/>
                <a:gd name="connsiteX2" fmla="*/ 0 w 20320"/>
                <a:gd name="connsiteY2" fmla="*/ 20320 h 20320"/>
                <a:gd name="connsiteX3" fmla="*/ 0 w 20320"/>
                <a:gd name="connsiteY3" fmla="*/ 0 h 20320"/>
                <a:gd name="connsiteX4" fmla="*/ 20320 w 20320"/>
                <a:gd name="connsiteY4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20320" y="0"/>
                  </a:moveTo>
                  <a:lnTo>
                    <a:pt x="20320" y="20320"/>
                  </a:lnTo>
                  <a:lnTo>
                    <a:pt x="0" y="20320"/>
                  </a:lnTo>
                  <a:lnTo>
                    <a:pt x="0" y="0"/>
                  </a:lnTo>
                  <a:lnTo>
                    <a:pt x="2032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1" name="Полилиния: фигура 323">
              <a:extLst>
                <a:ext uri="{FF2B5EF4-FFF2-40B4-BE49-F238E27FC236}">
                  <a16:creationId xmlns:a16="http://schemas.microsoft.com/office/drawing/2014/main" id="{72F905B6-F3FE-AE27-1E78-6BE2955BB168}"/>
                </a:ext>
              </a:extLst>
            </p:cNvPr>
            <p:cNvSpPr/>
            <p:nvPr/>
          </p:nvSpPr>
          <p:spPr>
            <a:xfrm>
              <a:off x="10333990" y="1266189"/>
              <a:ext cx="43179" cy="57150"/>
            </a:xfrm>
            <a:custGeom>
              <a:avLst/>
              <a:gdLst>
                <a:gd name="connsiteX0" fmla="*/ 2540 w 43179"/>
                <a:gd name="connsiteY0" fmla="*/ 1270 h 57150"/>
                <a:gd name="connsiteX1" fmla="*/ 0 w 43179"/>
                <a:gd name="connsiteY1" fmla="*/ 1270 h 57150"/>
                <a:gd name="connsiteX2" fmla="*/ 0 w 43179"/>
                <a:gd name="connsiteY2" fmla="*/ 57150 h 57150"/>
                <a:gd name="connsiteX3" fmla="*/ 12700 w 43179"/>
                <a:gd name="connsiteY3" fmla="*/ 57150 h 57150"/>
                <a:gd name="connsiteX4" fmla="*/ 12700 w 43179"/>
                <a:gd name="connsiteY4" fmla="*/ 41910 h 57150"/>
                <a:gd name="connsiteX5" fmla="*/ 15240 w 43179"/>
                <a:gd name="connsiteY5" fmla="*/ 41910 h 57150"/>
                <a:gd name="connsiteX6" fmla="*/ 17780 w 43179"/>
                <a:gd name="connsiteY6" fmla="*/ 41910 h 57150"/>
                <a:gd name="connsiteX7" fmla="*/ 36830 w 43179"/>
                <a:gd name="connsiteY7" fmla="*/ 36830 h 57150"/>
                <a:gd name="connsiteX8" fmla="*/ 43180 w 43179"/>
                <a:gd name="connsiteY8" fmla="*/ 20320 h 57150"/>
                <a:gd name="connsiteX9" fmla="*/ 41910 w 43179"/>
                <a:gd name="connsiteY9" fmla="*/ 11430 h 57150"/>
                <a:gd name="connsiteX10" fmla="*/ 38100 w 43179"/>
                <a:gd name="connsiteY10" fmla="*/ 5080 h 57150"/>
                <a:gd name="connsiteX11" fmla="*/ 30480 w 43179"/>
                <a:gd name="connsiteY11" fmla="*/ 1270 h 57150"/>
                <a:gd name="connsiteX12" fmla="*/ 19050 w 43179"/>
                <a:gd name="connsiteY12" fmla="*/ 0 h 57150"/>
                <a:gd name="connsiteX13" fmla="*/ 13970 w 43179"/>
                <a:gd name="connsiteY13" fmla="*/ 0 h 57150"/>
                <a:gd name="connsiteX14" fmla="*/ 8890 w 43179"/>
                <a:gd name="connsiteY14" fmla="*/ 0 h 57150"/>
                <a:gd name="connsiteX15" fmla="*/ 7620 w 43179"/>
                <a:gd name="connsiteY15" fmla="*/ 0 h 57150"/>
                <a:gd name="connsiteX16" fmla="*/ 6350 w 43179"/>
                <a:gd name="connsiteY16" fmla="*/ 0 h 57150"/>
                <a:gd name="connsiteX17" fmla="*/ 5080 w 43179"/>
                <a:gd name="connsiteY17" fmla="*/ 0 h 57150"/>
                <a:gd name="connsiteX18" fmla="*/ 2540 w 43179"/>
                <a:gd name="connsiteY18" fmla="*/ 1270 h 57150"/>
                <a:gd name="connsiteX19" fmla="*/ 2540 w 43179"/>
                <a:gd name="connsiteY19" fmla="*/ 1270 h 57150"/>
                <a:gd name="connsiteX20" fmla="*/ 16510 w 43179"/>
                <a:gd name="connsiteY20" fmla="*/ 30480 h 57150"/>
                <a:gd name="connsiteX21" fmla="*/ 16510 w 43179"/>
                <a:gd name="connsiteY21" fmla="*/ 30480 h 57150"/>
                <a:gd name="connsiteX22" fmla="*/ 15240 w 43179"/>
                <a:gd name="connsiteY22" fmla="*/ 30480 h 57150"/>
                <a:gd name="connsiteX23" fmla="*/ 13970 w 43179"/>
                <a:gd name="connsiteY23" fmla="*/ 30480 h 57150"/>
                <a:gd name="connsiteX24" fmla="*/ 13970 w 43179"/>
                <a:gd name="connsiteY24" fmla="*/ 11430 h 57150"/>
                <a:gd name="connsiteX25" fmla="*/ 16510 w 43179"/>
                <a:gd name="connsiteY25" fmla="*/ 11430 h 57150"/>
                <a:gd name="connsiteX26" fmla="*/ 19050 w 43179"/>
                <a:gd name="connsiteY26" fmla="*/ 11430 h 57150"/>
                <a:gd name="connsiteX27" fmla="*/ 24130 w 43179"/>
                <a:gd name="connsiteY27" fmla="*/ 11430 h 57150"/>
                <a:gd name="connsiteX28" fmla="*/ 27940 w 43179"/>
                <a:gd name="connsiteY28" fmla="*/ 12700 h 57150"/>
                <a:gd name="connsiteX29" fmla="*/ 29210 w 43179"/>
                <a:gd name="connsiteY29" fmla="*/ 15240 h 57150"/>
                <a:gd name="connsiteX30" fmla="*/ 29210 w 43179"/>
                <a:gd name="connsiteY30" fmla="*/ 19050 h 57150"/>
                <a:gd name="connsiteX31" fmla="*/ 26670 w 43179"/>
                <a:gd name="connsiteY31" fmla="*/ 26670 h 57150"/>
                <a:gd name="connsiteX32" fmla="*/ 17780 w 43179"/>
                <a:gd name="connsiteY32" fmla="*/ 29210 h 57150"/>
                <a:gd name="connsiteX33" fmla="*/ 16510 w 43179"/>
                <a:gd name="connsiteY33" fmla="*/ 2921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3179" h="57150">
                  <a:moveTo>
                    <a:pt x="2540" y="1270"/>
                  </a:moveTo>
                  <a:cubicBezTo>
                    <a:pt x="1270" y="1270"/>
                    <a:pt x="1270" y="1270"/>
                    <a:pt x="0" y="1270"/>
                  </a:cubicBezTo>
                  <a:lnTo>
                    <a:pt x="0" y="57150"/>
                  </a:lnTo>
                  <a:lnTo>
                    <a:pt x="12700" y="57150"/>
                  </a:lnTo>
                  <a:lnTo>
                    <a:pt x="12700" y="41910"/>
                  </a:lnTo>
                  <a:cubicBezTo>
                    <a:pt x="13970" y="41910"/>
                    <a:pt x="15240" y="41910"/>
                    <a:pt x="15240" y="41910"/>
                  </a:cubicBezTo>
                  <a:lnTo>
                    <a:pt x="17780" y="41910"/>
                  </a:lnTo>
                  <a:cubicBezTo>
                    <a:pt x="26670" y="41910"/>
                    <a:pt x="33020" y="40640"/>
                    <a:pt x="36830" y="36830"/>
                  </a:cubicBezTo>
                  <a:cubicBezTo>
                    <a:pt x="40640" y="33020"/>
                    <a:pt x="43180" y="27940"/>
                    <a:pt x="43180" y="20320"/>
                  </a:cubicBezTo>
                  <a:cubicBezTo>
                    <a:pt x="43180" y="16510"/>
                    <a:pt x="43180" y="13970"/>
                    <a:pt x="41910" y="11430"/>
                  </a:cubicBezTo>
                  <a:cubicBezTo>
                    <a:pt x="40640" y="8890"/>
                    <a:pt x="39370" y="6350"/>
                    <a:pt x="38100" y="5080"/>
                  </a:cubicBezTo>
                  <a:cubicBezTo>
                    <a:pt x="35560" y="3810"/>
                    <a:pt x="33020" y="2540"/>
                    <a:pt x="30480" y="1270"/>
                  </a:cubicBezTo>
                  <a:cubicBezTo>
                    <a:pt x="27940" y="0"/>
                    <a:pt x="24130" y="0"/>
                    <a:pt x="19050" y="0"/>
                  </a:cubicBezTo>
                  <a:cubicBezTo>
                    <a:pt x="16510" y="0"/>
                    <a:pt x="15240" y="0"/>
                    <a:pt x="13970" y="0"/>
                  </a:cubicBezTo>
                  <a:cubicBezTo>
                    <a:pt x="12700" y="0"/>
                    <a:pt x="11430" y="0"/>
                    <a:pt x="8890" y="0"/>
                  </a:cubicBezTo>
                  <a:cubicBezTo>
                    <a:pt x="8890" y="0"/>
                    <a:pt x="7620" y="0"/>
                    <a:pt x="7620" y="0"/>
                  </a:cubicBezTo>
                  <a:cubicBezTo>
                    <a:pt x="7620" y="0"/>
                    <a:pt x="6350" y="0"/>
                    <a:pt x="6350" y="0"/>
                  </a:cubicBezTo>
                  <a:cubicBezTo>
                    <a:pt x="6350" y="0"/>
                    <a:pt x="5080" y="0"/>
                    <a:pt x="5080" y="0"/>
                  </a:cubicBezTo>
                  <a:lnTo>
                    <a:pt x="2540" y="1270"/>
                  </a:lnTo>
                  <a:lnTo>
                    <a:pt x="2540" y="1270"/>
                  </a:lnTo>
                  <a:close/>
                  <a:moveTo>
                    <a:pt x="16510" y="30480"/>
                  </a:moveTo>
                  <a:cubicBezTo>
                    <a:pt x="15240" y="30480"/>
                    <a:pt x="15240" y="30480"/>
                    <a:pt x="16510" y="30480"/>
                  </a:cubicBezTo>
                  <a:cubicBezTo>
                    <a:pt x="15240" y="30480"/>
                    <a:pt x="15240" y="30480"/>
                    <a:pt x="15240" y="30480"/>
                  </a:cubicBezTo>
                  <a:cubicBezTo>
                    <a:pt x="15240" y="30480"/>
                    <a:pt x="13970" y="30480"/>
                    <a:pt x="13970" y="30480"/>
                  </a:cubicBezTo>
                  <a:lnTo>
                    <a:pt x="13970" y="11430"/>
                  </a:lnTo>
                  <a:cubicBezTo>
                    <a:pt x="15240" y="11430"/>
                    <a:pt x="16510" y="11430"/>
                    <a:pt x="16510" y="11430"/>
                  </a:cubicBezTo>
                  <a:cubicBezTo>
                    <a:pt x="17780" y="11430"/>
                    <a:pt x="17780" y="11430"/>
                    <a:pt x="19050" y="11430"/>
                  </a:cubicBezTo>
                  <a:cubicBezTo>
                    <a:pt x="21590" y="11430"/>
                    <a:pt x="22860" y="11430"/>
                    <a:pt x="24130" y="11430"/>
                  </a:cubicBezTo>
                  <a:cubicBezTo>
                    <a:pt x="25400" y="11430"/>
                    <a:pt x="26670" y="12700"/>
                    <a:pt x="27940" y="12700"/>
                  </a:cubicBezTo>
                  <a:cubicBezTo>
                    <a:pt x="29210" y="13970"/>
                    <a:pt x="29210" y="13970"/>
                    <a:pt x="29210" y="15240"/>
                  </a:cubicBezTo>
                  <a:cubicBezTo>
                    <a:pt x="29210" y="16510"/>
                    <a:pt x="29210" y="17780"/>
                    <a:pt x="29210" y="19050"/>
                  </a:cubicBezTo>
                  <a:cubicBezTo>
                    <a:pt x="29210" y="22860"/>
                    <a:pt x="27940" y="25400"/>
                    <a:pt x="26670" y="26670"/>
                  </a:cubicBezTo>
                  <a:cubicBezTo>
                    <a:pt x="25400" y="27940"/>
                    <a:pt x="21590" y="29210"/>
                    <a:pt x="17780" y="29210"/>
                  </a:cubicBezTo>
                  <a:lnTo>
                    <a:pt x="16510" y="2921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2" name="Полилиния: фигура 324">
              <a:extLst>
                <a:ext uri="{FF2B5EF4-FFF2-40B4-BE49-F238E27FC236}">
                  <a16:creationId xmlns:a16="http://schemas.microsoft.com/office/drawing/2014/main" id="{1A7C1516-3D2D-6074-AE3D-C998155F6AB8}"/>
                </a:ext>
              </a:extLst>
            </p:cNvPr>
            <p:cNvSpPr/>
            <p:nvPr/>
          </p:nvSpPr>
          <p:spPr>
            <a:xfrm>
              <a:off x="10248900" y="1266189"/>
              <a:ext cx="44450" cy="55880"/>
            </a:xfrm>
            <a:custGeom>
              <a:avLst/>
              <a:gdLst>
                <a:gd name="connsiteX0" fmla="*/ 0 w 44450"/>
                <a:gd name="connsiteY0" fmla="*/ 49530 h 55880"/>
                <a:gd name="connsiteX1" fmla="*/ 26670 w 44450"/>
                <a:gd name="connsiteY1" fmla="*/ 11430 h 55880"/>
                <a:gd name="connsiteX2" fmla="*/ 1270 w 44450"/>
                <a:gd name="connsiteY2" fmla="*/ 11430 h 55880"/>
                <a:gd name="connsiteX3" fmla="*/ 1270 w 44450"/>
                <a:gd name="connsiteY3" fmla="*/ 0 h 55880"/>
                <a:gd name="connsiteX4" fmla="*/ 44450 w 44450"/>
                <a:gd name="connsiteY4" fmla="*/ 0 h 55880"/>
                <a:gd name="connsiteX5" fmla="*/ 44450 w 44450"/>
                <a:gd name="connsiteY5" fmla="*/ 7620 h 55880"/>
                <a:gd name="connsiteX6" fmla="*/ 17780 w 44450"/>
                <a:gd name="connsiteY6" fmla="*/ 44450 h 55880"/>
                <a:gd name="connsiteX7" fmla="*/ 44450 w 44450"/>
                <a:gd name="connsiteY7" fmla="*/ 44450 h 55880"/>
                <a:gd name="connsiteX8" fmla="*/ 44450 w 44450"/>
                <a:gd name="connsiteY8" fmla="*/ 55880 h 55880"/>
                <a:gd name="connsiteX9" fmla="*/ 0 w 44450"/>
                <a:gd name="connsiteY9" fmla="*/ 55880 h 55880"/>
                <a:gd name="connsiteX10" fmla="*/ 0 w 44450"/>
                <a:gd name="connsiteY10" fmla="*/ 49530 h 5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450" h="55880">
                  <a:moveTo>
                    <a:pt x="0" y="49530"/>
                  </a:moveTo>
                  <a:lnTo>
                    <a:pt x="26670" y="11430"/>
                  </a:lnTo>
                  <a:lnTo>
                    <a:pt x="1270" y="11430"/>
                  </a:lnTo>
                  <a:lnTo>
                    <a:pt x="1270" y="0"/>
                  </a:lnTo>
                  <a:lnTo>
                    <a:pt x="44450" y="0"/>
                  </a:lnTo>
                  <a:lnTo>
                    <a:pt x="44450" y="7620"/>
                  </a:lnTo>
                  <a:lnTo>
                    <a:pt x="17780" y="44450"/>
                  </a:lnTo>
                  <a:lnTo>
                    <a:pt x="44450" y="44450"/>
                  </a:lnTo>
                  <a:lnTo>
                    <a:pt x="44450" y="55880"/>
                  </a:lnTo>
                  <a:lnTo>
                    <a:pt x="0" y="55880"/>
                  </a:lnTo>
                  <a:lnTo>
                    <a:pt x="0" y="4953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3" name="Полилиния: фигура 325">
              <a:extLst>
                <a:ext uri="{FF2B5EF4-FFF2-40B4-BE49-F238E27FC236}">
                  <a16:creationId xmlns:a16="http://schemas.microsoft.com/office/drawing/2014/main" id="{64C20738-9F13-9020-5195-0F6B9C9195A3}"/>
                </a:ext>
              </a:extLst>
            </p:cNvPr>
            <p:cNvSpPr/>
            <p:nvPr/>
          </p:nvSpPr>
          <p:spPr>
            <a:xfrm>
              <a:off x="10306050" y="1266189"/>
              <a:ext cx="12700" cy="55880"/>
            </a:xfrm>
            <a:custGeom>
              <a:avLst/>
              <a:gdLst>
                <a:gd name="connsiteX0" fmla="*/ 0 w 12700"/>
                <a:gd name="connsiteY0" fmla="*/ 0 h 55880"/>
                <a:gd name="connsiteX1" fmla="*/ 12700 w 12700"/>
                <a:gd name="connsiteY1" fmla="*/ 0 h 55880"/>
                <a:gd name="connsiteX2" fmla="*/ 12700 w 12700"/>
                <a:gd name="connsiteY2" fmla="*/ 55880 h 55880"/>
                <a:gd name="connsiteX3" fmla="*/ 0 w 12700"/>
                <a:gd name="connsiteY3" fmla="*/ 55880 h 55880"/>
                <a:gd name="connsiteX4" fmla="*/ 0 w 12700"/>
                <a:gd name="connsiteY4" fmla="*/ 0 h 5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0" h="55880">
                  <a:moveTo>
                    <a:pt x="0" y="0"/>
                  </a:moveTo>
                  <a:lnTo>
                    <a:pt x="12700" y="0"/>
                  </a:lnTo>
                  <a:lnTo>
                    <a:pt x="12700" y="55880"/>
                  </a:lnTo>
                  <a:lnTo>
                    <a:pt x="0" y="5588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4" name="Полилиния: фигура 326">
              <a:extLst>
                <a:ext uri="{FF2B5EF4-FFF2-40B4-BE49-F238E27FC236}">
                  <a16:creationId xmlns:a16="http://schemas.microsoft.com/office/drawing/2014/main" id="{774D7A56-456C-10C0-6560-290D92571BB8}"/>
                </a:ext>
              </a:extLst>
            </p:cNvPr>
            <p:cNvSpPr/>
            <p:nvPr/>
          </p:nvSpPr>
          <p:spPr>
            <a:xfrm>
              <a:off x="10201909" y="1115060"/>
              <a:ext cx="223520" cy="264159"/>
            </a:xfrm>
            <a:custGeom>
              <a:avLst/>
              <a:gdLst>
                <a:gd name="connsiteX0" fmla="*/ 0 w 223520"/>
                <a:gd name="connsiteY0" fmla="*/ 30480 h 264159"/>
                <a:gd name="connsiteX1" fmla="*/ 30480 w 223520"/>
                <a:gd name="connsiteY1" fmla="*/ 0 h 264159"/>
                <a:gd name="connsiteX2" fmla="*/ 193040 w 223520"/>
                <a:gd name="connsiteY2" fmla="*/ 0 h 264159"/>
                <a:gd name="connsiteX3" fmla="*/ 223520 w 223520"/>
                <a:gd name="connsiteY3" fmla="*/ 30480 h 264159"/>
                <a:gd name="connsiteX4" fmla="*/ 223520 w 223520"/>
                <a:gd name="connsiteY4" fmla="*/ 233680 h 264159"/>
                <a:gd name="connsiteX5" fmla="*/ 193040 w 223520"/>
                <a:gd name="connsiteY5" fmla="*/ 264160 h 264159"/>
                <a:gd name="connsiteX6" fmla="*/ 30480 w 223520"/>
                <a:gd name="connsiteY6" fmla="*/ 264160 h 264159"/>
                <a:gd name="connsiteX7" fmla="*/ 0 w 223520"/>
                <a:gd name="connsiteY7" fmla="*/ 233680 h 264159"/>
                <a:gd name="connsiteX8" fmla="*/ 0 w 223520"/>
                <a:gd name="connsiteY8" fmla="*/ 30480 h 264159"/>
                <a:gd name="connsiteX9" fmla="*/ 30480 w 223520"/>
                <a:gd name="connsiteY9" fmla="*/ 20320 h 264159"/>
                <a:gd name="connsiteX10" fmla="*/ 20320 w 223520"/>
                <a:gd name="connsiteY10" fmla="*/ 30480 h 264159"/>
                <a:gd name="connsiteX11" fmla="*/ 20320 w 223520"/>
                <a:gd name="connsiteY11" fmla="*/ 233680 h 264159"/>
                <a:gd name="connsiteX12" fmla="*/ 30480 w 223520"/>
                <a:gd name="connsiteY12" fmla="*/ 243840 h 264159"/>
                <a:gd name="connsiteX13" fmla="*/ 193040 w 223520"/>
                <a:gd name="connsiteY13" fmla="*/ 243840 h 264159"/>
                <a:gd name="connsiteX14" fmla="*/ 203200 w 223520"/>
                <a:gd name="connsiteY14" fmla="*/ 233680 h 264159"/>
                <a:gd name="connsiteX15" fmla="*/ 203200 w 223520"/>
                <a:gd name="connsiteY15" fmla="*/ 30480 h 264159"/>
                <a:gd name="connsiteX16" fmla="*/ 193040 w 223520"/>
                <a:gd name="connsiteY16" fmla="*/ 20320 h 264159"/>
                <a:gd name="connsiteX17" fmla="*/ 71120 w 223520"/>
                <a:gd name="connsiteY17" fmla="*/ 20320 h 264159"/>
                <a:gd name="connsiteX18" fmla="*/ 71120 w 223520"/>
                <a:gd name="connsiteY18" fmla="*/ 40640 h 264159"/>
                <a:gd name="connsiteX19" fmla="*/ 50800 w 223520"/>
                <a:gd name="connsiteY19" fmla="*/ 40640 h 264159"/>
                <a:gd name="connsiteX20" fmla="*/ 50800 w 223520"/>
                <a:gd name="connsiteY20" fmla="*/ 20320 h 264159"/>
                <a:gd name="connsiteX21" fmla="*/ 30480 w 223520"/>
                <a:gd name="connsiteY21" fmla="*/ 2032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3520" h="264159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93040" y="0"/>
                  </a:lnTo>
                  <a:cubicBezTo>
                    <a:pt x="209550" y="0"/>
                    <a:pt x="223520" y="13970"/>
                    <a:pt x="223520" y="30480"/>
                  </a:cubicBezTo>
                  <a:lnTo>
                    <a:pt x="223520" y="233680"/>
                  </a:lnTo>
                  <a:cubicBezTo>
                    <a:pt x="223520" y="250190"/>
                    <a:pt x="209550" y="264160"/>
                    <a:pt x="193040" y="264160"/>
                  </a:cubicBezTo>
                  <a:lnTo>
                    <a:pt x="30480" y="264160"/>
                  </a:lnTo>
                  <a:cubicBezTo>
                    <a:pt x="13970" y="264160"/>
                    <a:pt x="0" y="250190"/>
                    <a:pt x="0" y="23368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233680"/>
                  </a:lnTo>
                  <a:cubicBezTo>
                    <a:pt x="20320" y="238760"/>
                    <a:pt x="25400" y="243840"/>
                    <a:pt x="30480" y="243840"/>
                  </a:cubicBezTo>
                  <a:lnTo>
                    <a:pt x="193040" y="243840"/>
                  </a:lnTo>
                  <a:cubicBezTo>
                    <a:pt x="198120" y="243840"/>
                    <a:pt x="203200" y="238760"/>
                    <a:pt x="203200" y="233680"/>
                  </a:cubicBezTo>
                  <a:lnTo>
                    <a:pt x="203200" y="30480"/>
                  </a:lnTo>
                  <a:cubicBezTo>
                    <a:pt x="203200" y="25400"/>
                    <a:pt x="198120" y="20320"/>
                    <a:pt x="193040" y="20320"/>
                  </a:cubicBezTo>
                  <a:lnTo>
                    <a:pt x="71120" y="20320"/>
                  </a:lnTo>
                  <a:lnTo>
                    <a:pt x="71120" y="40640"/>
                  </a:lnTo>
                  <a:lnTo>
                    <a:pt x="50800" y="40640"/>
                  </a:lnTo>
                  <a:lnTo>
                    <a:pt x="50800" y="20320"/>
                  </a:ln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15" name="Полилиния: фигура 328">
            <a:extLst>
              <a:ext uri="{FF2B5EF4-FFF2-40B4-BE49-F238E27FC236}">
                <a16:creationId xmlns:a16="http://schemas.microsoft.com/office/drawing/2014/main" id="{3B3CEF22-43F8-1DCC-3F6B-63E7C7BE7CD0}"/>
              </a:ext>
            </a:extLst>
          </p:cNvPr>
          <p:cNvSpPr/>
          <p:nvPr/>
        </p:nvSpPr>
        <p:spPr>
          <a:xfrm>
            <a:off x="10611993" y="2158366"/>
            <a:ext cx="223520" cy="264159"/>
          </a:xfrm>
          <a:custGeom>
            <a:avLst/>
            <a:gdLst>
              <a:gd name="connsiteX0" fmla="*/ 0 w 223520"/>
              <a:gd name="connsiteY0" fmla="*/ 30480 h 264159"/>
              <a:gd name="connsiteX1" fmla="*/ 30480 w 223520"/>
              <a:gd name="connsiteY1" fmla="*/ 0 h 264159"/>
              <a:gd name="connsiteX2" fmla="*/ 193040 w 223520"/>
              <a:gd name="connsiteY2" fmla="*/ 0 h 264159"/>
              <a:gd name="connsiteX3" fmla="*/ 223520 w 223520"/>
              <a:gd name="connsiteY3" fmla="*/ 30480 h 264159"/>
              <a:gd name="connsiteX4" fmla="*/ 223520 w 223520"/>
              <a:gd name="connsiteY4" fmla="*/ 233680 h 264159"/>
              <a:gd name="connsiteX5" fmla="*/ 193040 w 223520"/>
              <a:gd name="connsiteY5" fmla="*/ 264160 h 264159"/>
              <a:gd name="connsiteX6" fmla="*/ 30480 w 223520"/>
              <a:gd name="connsiteY6" fmla="*/ 264160 h 264159"/>
              <a:gd name="connsiteX7" fmla="*/ 0 w 223520"/>
              <a:gd name="connsiteY7" fmla="*/ 233680 h 264159"/>
              <a:gd name="connsiteX8" fmla="*/ 0 w 223520"/>
              <a:gd name="connsiteY8" fmla="*/ 30480 h 264159"/>
              <a:gd name="connsiteX9" fmla="*/ 30480 w 223520"/>
              <a:gd name="connsiteY9" fmla="*/ 20320 h 264159"/>
              <a:gd name="connsiteX10" fmla="*/ 20320 w 223520"/>
              <a:gd name="connsiteY10" fmla="*/ 30480 h 264159"/>
              <a:gd name="connsiteX11" fmla="*/ 20320 w 223520"/>
              <a:gd name="connsiteY11" fmla="*/ 233680 h 264159"/>
              <a:gd name="connsiteX12" fmla="*/ 30480 w 223520"/>
              <a:gd name="connsiteY12" fmla="*/ 243840 h 264159"/>
              <a:gd name="connsiteX13" fmla="*/ 193040 w 223520"/>
              <a:gd name="connsiteY13" fmla="*/ 243840 h 264159"/>
              <a:gd name="connsiteX14" fmla="*/ 203200 w 223520"/>
              <a:gd name="connsiteY14" fmla="*/ 233680 h 264159"/>
              <a:gd name="connsiteX15" fmla="*/ 203200 w 223520"/>
              <a:gd name="connsiteY15" fmla="*/ 30480 h 264159"/>
              <a:gd name="connsiteX16" fmla="*/ 193040 w 223520"/>
              <a:gd name="connsiteY16" fmla="*/ 20320 h 264159"/>
              <a:gd name="connsiteX17" fmla="*/ 71120 w 223520"/>
              <a:gd name="connsiteY17" fmla="*/ 20320 h 264159"/>
              <a:gd name="connsiteX18" fmla="*/ 71120 w 223520"/>
              <a:gd name="connsiteY18" fmla="*/ 40640 h 264159"/>
              <a:gd name="connsiteX19" fmla="*/ 50800 w 223520"/>
              <a:gd name="connsiteY19" fmla="*/ 40640 h 264159"/>
              <a:gd name="connsiteX20" fmla="*/ 50800 w 223520"/>
              <a:gd name="connsiteY20" fmla="*/ 20320 h 264159"/>
              <a:gd name="connsiteX21" fmla="*/ 30480 w 223520"/>
              <a:gd name="connsiteY21" fmla="*/ 20320 h 264159"/>
              <a:gd name="connsiteX22" fmla="*/ 71120 w 223520"/>
              <a:gd name="connsiteY22" fmla="*/ 60960 h 264159"/>
              <a:gd name="connsiteX23" fmla="*/ 71120 w 223520"/>
              <a:gd name="connsiteY23" fmla="*/ 40640 h 264159"/>
              <a:gd name="connsiteX24" fmla="*/ 91440 w 223520"/>
              <a:gd name="connsiteY24" fmla="*/ 40640 h 264159"/>
              <a:gd name="connsiteX25" fmla="*/ 91440 w 223520"/>
              <a:gd name="connsiteY25" fmla="*/ 60960 h 264159"/>
              <a:gd name="connsiteX26" fmla="*/ 71120 w 223520"/>
              <a:gd name="connsiteY26" fmla="*/ 60960 h 264159"/>
              <a:gd name="connsiteX27" fmla="*/ 71120 w 223520"/>
              <a:gd name="connsiteY27" fmla="*/ 81280 h 264159"/>
              <a:gd name="connsiteX28" fmla="*/ 50800 w 223520"/>
              <a:gd name="connsiteY28" fmla="*/ 81280 h 264159"/>
              <a:gd name="connsiteX29" fmla="*/ 50800 w 223520"/>
              <a:gd name="connsiteY29" fmla="*/ 60960 h 264159"/>
              <a:gd name="connsiteX30" fmla="*/ 71120 w 223520"/>
              <a:gd name="connsiteY30" fmla="*/ 60960 h 264159"/>
              <a:gd name="connsiteX31" fmla="*/ 71120 w 223520"/>
              <a:gd name="connsiteY31" fmla="*/ 81280 h 264159"/>
              <a:gd name="connsiteX32" fmla="*/ 71120 w 223520"/>
              <a:gd name="connsiteY32" fmla="*/ 100330 h 264159"/>
              <a:gd name="connsiteX33" fmla="*/ 91440 w 223520"/>
              <a:gd name="connsiteY33" fmla="*/ 100330 h 264159"/>
              <a:gd name="connsiteX34" fmla="*/ 91440 w 223520"/>
              <a:gd name="connsiteY34" fmla="*/ 80010 h 264159"/>
              <a:gd name="connsiteX35" fmla="*/ 71120 w 223520"/>
              <a:gd name="connsiteY35" fmla="*/ 80010 h 264159"/>
              <a:gd name="connsiteX36" fmla="*/ 71120 w 223520"/>
              <a:gd name="connsiteY36" fmla="*/ 100330 h 264159"/>
              <a:gd name="connsiteX37" fmla="*/ 71120 w 223520"/>
              <a:gd name="connsiteY37" fmla="*/ 100330 h 264159"/>
              <a:gd name="connsiteX38" fmla="*/ 71120 w 223520"/>
              <a:gd name="connsiteY38" fmla="*/ 120650 h 264159"/>
              <a:gd name="connsiteX39" fmla="*/ 50800 w 223520"/>
              <a:gd name="connsiteY39" fmla="*/ 120650 h 264159"/>
              <a:gd name="connsiteX40" fmla="*/ 50800 w 223520"/>
              <a:gd name="connsiteY40" fmla="*/ 100330 h 264159"/>
              <a:gd name="connsiteX41" fmla="*/ 71120 w 223520"/>
              <a:gd name="connsiteY41" fmla="*/ 100330 h 264159"/>
              <a:gd name="connsiteX42" fmla="*/ 39370 w 223520"/>
              <a:gd name="connsiteY42" fmla="*/ 212090 h 264159"/>
              <a:gd name="connsiteX43" fmla="*/ 39370 w 223520"/>
              <a:gd name="connsiteY43" fmla="*/ 156210 h 264159"/>
              <a:gd name="connsiteX44" fmla="*/ 49530 w 223520"/>
              <a:gd name="connsiteY44" fmla="*/ 156210 h 264159"/>
              <a:gd name="connsiteX45" fmla="*/ 58420 w 223520"/>
              <a:gd name="connsiteY45" fmla="*/ 156210 h 264159"/>
              <a:gd name="connsiteX46" fmla="*/ 69850 w 223520"/>
              <a:gd name="connsiteY46" fmla="*/ 157480 h 264159"/>
              <a:gd name="connsiteX47" fmla="*/ 77470 w 223520"/>
              <a:gd name="connsiteY47" fmla="*/ 161290 h 264159"/>
              <a:gd name="connsiteX48" fmla="*/ 81280 w 223520"/>
              <a:gd name="connsiteY48" fmla="*/ 167640 h 264159"/>
              <a:gd name="connsiteX49" fmla="*/ 82550 w 223520"/>
              <a:gd name="connsiteY49" fmla="*/ 175260 h 264159"/>
              <a:gd name="connsiteX50" fmla="*/ 82550 w 223520"/>
              <a:gd name="connsiteY50" fmla="*/ 181610 h 264159"/>
              <a:gd name="connsiteX51" fmla="*/ 81280 w 223520"/>
              <a:gd name="connsiteY51" fmla="*/ 186690 h 264159"/>
              <a:gd name="connsiteX52" fmla="*/ 78740 w 223520"/>
              <a:gd name="connsiteY52" fmla="*/ 190500 h 264159"/>
              <a:gd name="connsiteX53" fmla="*/ 74930 w 223520"/>
              <a:gd name="connsiteY53" fmla="*/ 193040 h 264159"/>
              <a:gd name="connsiteX54" fmla="*/ 88900 w 223520"/>
              <a:gd name="connsiteY54" fmla="*/ 213360 h 264159"/>
              <a:gd name="connsiteX55" fmla="*/ 72390 w 223520"/>
              <a:gd name="connsiteY55" fmla="*/ 213360 h 264159"/>
              <a:gd name="connsiteX56" fmla="*/ 59690 w 223520"/>
              <a:gd name="connsiteY56" fmla="*/ 194310 h 264159"/>
              <a:gd name="connsiteX57" fmla="*/ 52070 w 223520"/>
              <a:gd name="connsiteY57" fmla="*/ 194310 h 264159"/>
              <a:gd name="connsiteX58" fmla="*/ 52070 w 223520"/>
              <a:gd name="connsiteY58" fmla="*/ 213360 h 264159"/>
              <a:gd name="connsiteX59" fmla="*/ 39370 w 223520"/>
              <a:gd name="connsiteY59" fmla="*/ 213360 h 264159"/>
              <a:gd name="connsiteX60" fmla="*/ 58420 w 223520"/>
              <a:gd name="connsiteY60" fmla="*/ 182880 h 264159"/>
              <a:gd name="connsiteX61" fmla="*/ 66040 w 223520"/>
              <a:gd name="connsiteY61" fmla="*/ 181610 h 264159"/>
              <a:gd name="connsiteX62" fmla="*/ 68580 w 223520"/>
              <a:gd name="connsiteY62" fmla="*/ 175260 h 264159"/>
              <a:gd name="connsiteX63" fmla="*/ 68580 w 223520"/>
              <a:gd name="connsiteY63" fmla="*/ 171450 h 264159"/>
              <a:gd name="connsiteX64" fmla="*/ 67310 w 223520"/>
              <a:gd name="connsiteY64" fmla="*/ 168910 h 264159"/>
              <a:gd name="connsiteX65" fmla="*/ 64770 w 223520"/>
              <a:gd name="connsiteY65" fmla="*/ 167640 h 264159"/>
              <a:gd name="connsiteX66" fmla="*/ 59690 w 223520"/>
              <a:gd name="connsiteY66" fmla="*/ 167640 h 264159"/>
              <a:gd name="connsiteX67" fmla="*/ 57150 w 223520"/>
              <a:gd name="connsiteY67" fmla="*/ 167640 h 264159"/>
              <a:gd name="connsiteX68" fmla="*/ 54610 w 223520"/>
              <a:gd name="connsiteY68" fmla="*/ 167640 h 264159"/>
              <a:gd name="connsiteX69" fmla="*/ 54610 w 223520"/>
              <a:gd name="connsiteY69" fmla="*/ 182880 h 264159"/>
              <a:gd name="connsiteX70" fmla="*/ 58420 w 223520"/>
              <a:gd name="connsiteY70" fmla="*/ 182880 h 264159"/>
              <a:gd name="connsiteX71" fmla="*/ 121920 w 223520"/>
              <a:gd name="connsiteY71" fmla="*/ 200660 h 264159"/>
              <a:gd name="connsiteX72" fmla="*/ 104140 w 223520"/>
              <a:gd name="connsiteY72" fmla="*/ 200660 h 264159"/>
              <a:gd name="connsiteX73" fmla="*/ 100330 w 223520"/>
              <a:gd name="connsiteY73" fmla="*/ 212090 h 264159"/>
              <a:gd name="connsiteX74" fmla="*/ 87630 w 223520"/>
              <a:gd name="connsiteY74" fmla="*/ 212090 h 264159"/>
              <a:gd name="connsiteX75" fmla="*/ 105410 w 223520"/>
              <a:gd name="connsiteY75" fmla="*/ 156210 h 264159"/>
              <a:gd name="connsiteX76" fmla="*/ 120650 w 223520"/>
              <a:gd name="connsiteY76" fmla="*/ 156210 h 264159"/>
              <a:gd name="connsiteX77" fmla="*/ 138430 w 223520"/>
              <a:gd name="connsiteY77" fmla="*/ 212090 h 264159"/>
              <a:gd name="connsiteX78" fmla="*/ 124460 w 223520"/>
              <a:gd name="connsiteY78" fmla="*/ 212090 h 264159"/>
              <a:gd name="connsiteX79" fmla="*/ 121920 w 223520"/>
              <a:gd name="connsiteY79" fmla="*/ 200660 h 264159"/>
              <a:gd name="connsiteX80" fmla="*/ 106680 w 223520"/>
              <a:gd name="connsiteY80" fmla="*/ 189230 h 264159"/>
              <a:gd name="connsiteX81" fmla="*/ 118110 w 223520"/>
              <a:gd name="connsiteY81" fmla="*/ 189230 h 264159"/>
              <a:gd name="connsiteX82" fmla="*/ 111760 w 223520"/>
              <a:gd name="connsiteY82" fmla="*/ 168910 h 264159"/>
              <a:gd name="connsiteX83" fmla="*/ 106680 w 223520"/>
              <a:gd name="connsiteY83" fmla="*/ 189230 h 264159"/>
              <a:gd name="connsiteX84" fmla="*/ 142240 w 223520"/>
              <a:gd name="connsiteY84" fmla="*/ 156210 h 264159"/>
              <a:gd name="connsiteX85" fmla="*/ 142240 w 223520"/>
              <a:gd name="connsiteY85" fmla="*/ 212090 h 264159"/>
              <a:gd name="connsiteX86" fmla="*/ 154940 w 223520"/>
              <a:gd name="connsiteY86" fmla="*/ 212090 h 264159"/>
              <a:gd name="connsiteX87" fmla="*/ 154940 w 223520"/>
              <a:gd name="connsiteY87" fmla="*/ 193040 h 264159"/>
              <a:gd name="connsiteX88" fmla="*/ 162560 w 223520"/>
              <a:gd name="connsiteY88" fmla="*/ 193040 h 264159"/>
              <a:gd name="connsiteX89" fmla="*/ 175260 w 223520"/>
              <a:gd name="connsiteY89" fmla="*/ 212090 h 264159"/>
              <a:gd name="connsiteX90" fmla="*/ 189230 w 223520"/>
              <a:gd name="connsiteY90" fmla="*/ 212090 h 264159"/>
              <a:gd name="connsiteX91" fmla="*/ 175260 w 223520"/>
              <a:gd name="connsiteY91" fmla="*/ 191770 h 264159"/>
              <a:gd name="connsiteX92" fmla="*/ 179070 w 223520"/>
              <a:gd name="connsiteY92" fmla="*/ 189230 h 264159"/>
              <a:gd name="connsiteX93" fmla="*/ 181610 w 223520"/>
              <a:gd name="connsiteY93" fmla="*/ 185420 h 264159"/>
              <a:gd name="connsiteX94" fmla="*/ 182880 w 223520"/>
              <a:gd name="connsiteY94" fmla="*/ 180340 h 264159"/>
              <a:gd name="connsiteX95" fmla="*/ 182880 w 223520"/>
              <a:gd name="connsiteY95" fmla="*/ 173990 h 264159"/>
              <a:gd name="connsiteX96" fmla="*/ 181610 w 223520"/>
              <a:gd name="connsiteY96" fmla="*/ 166370 h 264159"/>
              <a:gd name="connsiteX97" fmla="*/ 177800 w 223520"/>
              <a:gd name="connsiteY97" fmla="*/ 160020 h 264159"/>
              <a:gd name="connsiteX98" fmla="*/ 170180 w 223520"/>
              <a:gd name="connsiteY98" fmla="*/ 156210 h 264159"/>
              <a:gd name="connsiteX99" fmla="*/ 158750 w 223520"/>
              <a:gd name="connsiteY99" fmla="*/ 154940 h 264159"/>
              <a:gd name="connsiteX100" fmla="*/ 149860 w 223520"/>
              <a:gd name="connsiteY100" fmla="*/ 154940 h 264159"/>
              <a:gd name="connsiteX101" fmla="*/ 142240 w 223520"/>
              <a:gd name="connsiteY101" fmla="*/ 156210 h 264159"/>
              <a:gd name="connsiteX102" fmla="*/ 168910 w 223520"/>
              <a:gd name="connsiteY102" fmla="*/ 181610 h 264159"/>
              <a:gd name="connsiteX103" fmla="*/ 161290 w 223520"/>
              <a:gd name="connsiteY103" fmla="*/ 182880 h 264159"/>
              <a:gd name="connsiteX104" fmla="*/ 154940 w 223520"/>
              <a:gd name="connsiteY104" fmla="*/ 182880 h 264159"/>
              <a:gd name="connsiteX105" fmla="*/ 154940 w 223520"/>
              <a:gd name="connsiteY105" fmla="*/ 167640 h 264159"/>
              <a:gd name="connsiteX106" fmla="*/ 157480 w 223520"/>
              <a:gd name="connsiteY106" fmla="*/ 167640 h 264159"/>
              <a:gd name="connsiteX107" fmla="*/ 160020 w 223520"/>
              <a:gd name="connsiteY107" fmla="*/ 167640 h 264159"/>
              <a:gd name="connsiteX108" fmla="*/ 165100 w 223520"/>
              <a:gd name="connsiteY108" fmla="*/ 167640 h 264159"/>
              <a:gd name="connsiteX109" fmla="*/ 167640 w 223520"/>
              <a:gd name="connsiteY109" fmla="*/ 168910 h 264159"/>
              <a:gd name="connsiteX110" fmla="*/ 168910 w 223520"/>
              <a:gd name="connsiteY110" fmla="*/ 171450 h 264159"/>
              <a:gd name="connsiteX111" fmla="*/ 168910 w 223520"/>
              <a:gd name="connsiteY111" fmla="*/ 175260 h 264159"/>
              <a:gd name="connsiteX112" fmla="*/ 168910 w 223520"/>
              <a:gd name="connsiteY112" fmla="*/ 18161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223520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233680"/>
                </a:lnTo>
                <a:cubicBezTo>
                  <a:pt x="223520" y="250190"/>
                  <a:pt x="209550" y="264160"/>
                  <a:pt x="19304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71120" y="20320"/>
                </a:lnTo>
                <a:lnTo>
                  <a:pt x="71120" y="40640"/>
                </a:lnTo>
                <a:lnTo>
                  <a:pt x="50800" y="40640"/>
                </a:lnTo>
                <a:lnTo>
                  <a:pt x="50800" y="20320"/>
                </a:lnTo>
                <a:lnTo>
                  <a:pt x="30480" y="20320"/>
                </a:lnTo>
                <a:close/>
                <a:moveTo>
                  <a:pt x="71120" y="60960"/>
                </a:moveTo>
                <a:lnTo>
                  <a:pt x="71120" y="40640"/>
                </a:lnTo>
                <a:lnTo>
                  <a:pt x="91440" y="40640"/>
                </a:lnTo>
                <a:lnTo>
                  <a:pt x="91440" y="60960"/>
                </a:lnTo>
                <a:lnTo>
                  <a:pt x="71120" y="60960"/>
                </a:lnTo>
                <a:close/>
                <a:moveTo>
                  <a:pt x="71120" y="81280"/>
                </a:moveTo>
                <a:lnTo>
                  <a:pt x="50800" y="81280"/>
                </a:lnTo>
                <a:lnTo>
                  <a:pt x="50800" y="60960"/>
                </a:lnTo>
                <a:lnTo>
                  <a:pt x="71120" y="60960"/>
                </a:lnTo>
                <a:lnTo>
                  <a:pt x="71120" y="81280"/>
                </a:lnTo>
                <a:close/>
                <a:moveTo>
                  <a:pt x="71120" y="100330"/>
                </a:moveTo>
                <a:lnTo>
                  <a:pt x="91440" y="100330"/>
                </a:lnTo>
                <a:lnTo>
                  <a:pt x="91440" y="80010"/>
                </a:lnTo>
                <a:lnTo>
                  <a:pt x="71120" y="80010"/>
                </a:lnTo>
                <a:lnTo>
                  <a:pt x="71120" y="100330"/>
                </a:lnTo>
                <a:close/>
                <a:moveTo>
                  <a:pt x="71120" y="100330"/>
                </a:moveTo>
                <a:lnTo>
                  <a:pt x="71120" y="120650"/>
                </a:lnTo>
                <a:lnTo>
                  <a:pt x="50800" y="120650"/>
                </a:lnTo>
                <a:lnTo>
                  <a:pt x="50800" y="100330"/>
                </a:lnTo>
                <a:lnTo>
                  <a:pt x="71120" y="100330"/>
                </a:lnTo>
                <a:close/>
                <a:moveTo>
                  <a:pt x="39370" y="212090"/>
                </a:moveTo>
                <a:lnTo>
                  <a:pt x="39370" y="156210"/>
                </a:lnTo>
                <a:cubicBezTo>
                  <a:pt x="43180" y="156210"/>
                  <a:pt x="45720" y="156210"/>
                  <a:pt x="49530" y="156210"/>
                </a:cubicBezTo>
                <a:cubicBezTo>
                  <a:pt x="52070" y="156210"/>
                  <a:pt x="55880" y="156210"/>
                  <a:pt x="58420" y="156210"/>
                </a:cubicBezTo>
                <a:cubicBezTo>
                  <a:pt x="63500" y="156210"/>
                  <a:pt x="66040" y="156210"/>
                  <a:pt x="69850" y="157480"/>
                </a:cubicBezTo>
                <a:cubicBezTo>
                  <a:pt x="72390" y="158750"/>
                  <a:pt x="74930" y="160020"/>
                  <a:pt x="77470" y="161290"/>
                </a:cubicBezTo>
                <a:cubicBezTo>
                  <a:pt x="78740" y="162560"/>
                  <a:pt x="80010" y="165100"/>
                  <a:pt x="81280" y="167640"/>
                </a:cubicBezTo>
                <a:cubicBezTo>
                  <a:pt x="82550" y="170180"/>
                  <a:pt x="82550" y="172720"/>
                  <a:pt x="82550" y="175260"/>
                </a:cubicBezTo>
                <a:cubicBezTo>
                  <a:pt x="82550" y="177800"/>
                  <a:pt x="82550" y="179070"/>
                  <a:pt x="82550" y="181610"/>
                </a:cubicBezTo>
                <a:cubicBezTo>
                  <a:pt x="82550" y="182880"/>
                  <a:pt x="81280" y="185420"/>
                  <a:pt x="81280" y="186690"/>
                </a:cubicBezTo>
                <a:cubicBezTo>
                  <a:pt x="80010" y="187960"/>
                  <a:pt x="80010" y="189230"/>
                  <a:pt x="78740" y="190500"/>
                </a:cubicBezTo>
                <a:cubicBezTo>
                  <a:pt x="77470" y="191770"/>
                  <a:pt x="76200" y="193040"/>
                  <a:pt x="74930" y="193040"/>
                </a:cubicBezTo>
                <a:lnTo>
                  <a:pt x="88900" y="213360"/>
                </a:lnTo>
                <a:lnTo>
                  <a:pt x="72390" y="213360"/>
                </a:lnTo>
                <a:lnTo>
                  <a:pt x="59690" y="194310"/>
                </a:lnTo>
                <a:lnTo>
                  <a:pt x="52070" y="194310"/>
                </a:lnTo>
                <a:lnTo>
                  <a:pt x="52070" y="213360"/>
                </a:lnTo>
                <a:lnTo>
                  <a:pt x="39370" y="213360"/>
                </a:lnTo>
                <a:close/>
                <a:moveTo>
                  <a:pt x="58420" y="182880"/>
                </a:moveTo>
                <a:cubicBezTo>
                  <a:pt x="62230" y="182880"/>
                  <a:pt x="64770" y="182880"/>
                  <a:pt x="66040" y="181610"/>
                </a:cubicBezTo>
                <a:cubicBezTo>
                  <a:pt x="67310" y="180340"/>
                  <a:pt x="68580" y="177800"/>
                  <a:pt x="68580" y="175260"/>
                </a:cubicBezTo>
                <a:cubicBezTo>
                  <a:pt x="68580" y="173990"/>
                  <a:pt x="68580" y="172720"/>
                  <a:pt x="68580" y="171450"/>
                </a:cubicBezTo>
                <a:cubicBezTo>
                  <a:pt x="68580" y="170180"/>
                  <a:pt x="67310" y="170180"/>
                  <a:pt x="67310" y="168910"/>
                </a:cubicBezTo>
                <a:cubicBezTo>
                  <a:pt x="66040" y="167640"/>
                  <a:pt x="66040" y="167640"/>
                  <a:pt x="64770" y="167640"/>
                </a:cubicBezTo>
                <a:cubicBezTo>
                  <a:pt x="63500" y="167640"/>
                  <a:pt x="62230" y="167640"/>
                  <a:pt x="59690" y="167640"/>
                </a:cubicBezTo>
                <a:cubicBezTo>
                  <a:pt x="58420" y="167640"/>
                  <a:pt x="57150" y="167640"/>
                  <a:pt x="57150" y="167640"/>
                </a:cubicBezTo>
                <a:cubicBezTo>
                  <a:pt x="55880" y="167640"/>
                  <a:pt x="55880" y="167640"/>
                  <a:pt x="54610" y="167640"/>
                </a:cubicBezTo>
                <a:lnTo>
                  <a:pt x="54610" y="182880"/>
                </a:lnTo>
                <a:lnTo>
                  <a:pt x="58420" y="182880"/>
                </a:lnTo>
                <a:close/>
                <a:moveTo>
                  <a:pt x="121920" y="200660"/>
                </a:moveTo>
                <a:lnTo>
                  <a:pt x="104140" y="200660"/>
                </a:lnTo>
                <a:lnTo>
                  <a:pt x="100330" y="212090"/>
                </a:lnTo>
                <a:lnTo>
                  <a:pt x="87630" y="212090"/>
                </a:lnTo>
                <a:lnTo>
                  <a:pt x="105410" y="156210"/>
                </a:lnTo>
                <a:lnTo>
                  <a:pt x="120650" y="156210"/>
                </a:lnTo>
                <a:lnTo>
                  <a:pt x="138430" y="212090"/>
                </a:lnTo>
                <a:lnTo>
                  <a:pt x="124460" y="212090"/>
                </a:lnTo>
                <a:lnTo>
                  <a:pt x="121920" y="200660"/>
                </a:lnTo>
                <a:close/>
                <a:moveTo>
                  <a:pt x="106680" y="189230"/>
                </a:moveTo>
                <a:lnTo>
                  <a:pt x="118110" y="189230"/>
                </a:lnTo>
                <a:lnTo>
                  <a:pt x="111760" y="168910"/>
                </a:lnTo>
                <a:lnTo>
                  <a:pt x="106680" y="189230"/>
                </a:lnTo>
                <a:close/>
                <a:moveTo>
                  <a:pt x="142240" y="156210"/>
                </a:moveTo>
                <a:lnTo>
                  <a:pt x="142240" y="212090"/>
                </a:lnTo>
                <a:lnTo>
                  <a:pt x="154940" y="212090"/>
                </a:lnTo>
                <a:lnTo>
                  <a:pt x="154940" y="193040"/>
                </a:lnTo>
                <a:lnTo>
                  <a:pt x="162560" y="193040"/>
                </a:lnTo>
                <a:lnTo>
                  <a:pt x="175260" y="212090"/>
                </a:lnTo>
                <a:lnTo>
                  <a:pt x="189230" y="212090"/>
                </a:lnTo>
                <a:lnTo>
                  <a:pt x="175260" y="191770"/>
                </a:lnTo>
                <a:cubicBezTo>
                  <a:pt x="176530" y="190500"/>
                  <a:pt x="177800" y="190500"/>
                  <a:pt x="179070" y="189230"/>
                </a:cubicBezTo>
                <a:cubicBezTo>
                  <a:pt x="180340" y="187960"/>
                  <a:pt x="181610" y="186690"/>
                  <a:pt x="181610" y="185420"/>
                </a:cubicBezTo>
                <a:cubicBezTo>
                  <a:pt x="182880" y="184150"/>
                  <a:pt x="182880" y="182880"/>
                  <a:pt x="182880" y="180340"/>
                </a:cubicBezTo>
                <a:cubicBezTo>
                  <a:pt x="182880" y="179070"/>
                  <a:pt x="182880" y="176530"/>
                  <a:pt x="182880" y="173990"/>
                </a:cubicBezTo>
                <a:cubicBezTo>
                  <a:pt x="182880" y="171450"/>
                  <a:pt x="182880" y="167640"/>
                  <a:pt x="181610" y="166370"/>
                </a:cubicBezTo>
                <a:cubicBezTo>
                  <a:pt x="180340" y="163830"/>
                  <a:pt x="179070" y="162560"/>
                  <a:pt x="177800" y="160020"/>
                </a:cubicBezTo>
                <a:cubicBezTo>
                  <a:pt x="176530" y="158750"/>
                  <a:pt x="173990" y="157480"/>
                  <a:pt x="170180" y="156210"/>
                </a:cubicBezTo>
                <a:cubicBezTo>
                  <a:pt x="167640" y="154940"/>
                  <a:pt x="163830" y="154940"/>
                  <a:pt x="158750" y="154940"/>
                </a:cubicBezTo>
                <a:cubicBezTo>
                  <a:pt x="154940" y="154940"/>
                  <a:pt x="152400" y="154940"/>
                  <a:pt x="149860" y="154940"/>
                </a:cubicBezTo>
                <a:cubicBezTo>
                  <a:pt x="149860" y="156210"/>
                  <a:pt x="146050" y="156210"/>
                  <a:pt x="142240" y="156210"/>
                </a:cubicBezTo>
                <a:close/>
                <a:moveTo>
                  <a:pt x="168910" y="181610"/>
                </a:moveTo>
                <a:cubicBezTo>
                  <a:pt x="167640" y="182880"/>
                  <a:pt x="165100" y="182880"/>
                  <a:pt x="161290" y="182880"/>
                </a:cubicBezTo>
                <a:lnTo>
                  <a:pt x="154940" y="182880"/>
                </a:lnTo>
                <a:lnTo>
                  <a:pt x="154940" y="167640"/>
                </a:lnTo>
                <a:cubicBezTo>
                  <a:pt x="156210" y="167640"/>
                  <a:pt x="157480" y="167640"/>
                  <a:pt x="157480" y="167640"/>
                </a:cubicBezTo>
                <a:cubicBezTo>
                  <a:pt x="158750" y="167640"/>
                  <a:pt x="158750" y="167640"/>
                  <a:pt x="160020" y="167640"/>
                </a:cubicBezTo>
                <a:cubicBezTo>
                  <a:pt x="162560" y="167640"/>
                  <a:pt x="163830" y="167640"/>
                  <a:pt x="165100" y="167640"/>
                </a:cubicBezTo>
                <a:cubicBezTo>
                  <a:pt x="166370" y="167640"/>
                  <a:pt x="167640" y="168910"/>
                  <a:pt x="167640" y="168910"/>
                </a:cubicBezTo>
                <a:cubicBezTo>
                  <a:pt x="168910" y="168910"/>
                  <a:pt x="168910" y="170180"/>
                  <a:pt x="168910" y="171450"/>
                </a:cubicBezTo>
                <a:cubicBezTo>
                  <a:pt x="168910" y="172720"/>
                  <a:pt x="168910" y="173990"/>
                  <a:pt x="168910" y="175260"/>
                </a:cubicBezTo>
                <a:cubicBezTo>
                  <a:pt x="171450" y="177800"/>
                  <a:pt x="170180" y="180340"/>
                  <a:pt x="168910" y="18161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6" name="Полилиния: фигура 331">
            <a:extLst>
              <a:ext uri="{FF2B5EF4-FFF2-40B4-BE49-F238E27FC236}">
                <a16:creationId xmlns:a16="http://schemas.microsoft.com/office/drawing/2014/main" id="{B4756205-E026-F422-D068-4FCC3817979A}"/>
              </a:ext>
            </a:extLst>
          </p:cNvPr>
          <p:cNvSpPr/>
          <p:nvPr/>
        </p:nvSpPr>
        <p:spPr>
          <a:xfrm>
            <a:off x="4462654" y="3537749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0320 w 223520"/>
              <a:gd name="connsiteY9" fmla="*/ 30480 h 264159"/>
              <a:gd name="connsiteX10" fmla="*/ 30480 w 223520"/>
              <a:gd name="connsiteY10" fmla="*/ 20320 h 264159"/>
              <a:gd name="connsiteX11" fmla="*/ 193040 w 223520"/>
              <a:gd name="connsiteY11" fmla="*/ 20320 h 264159"/>
              <a:gd name="connsiteX12" fmla="*/ 203200 w 223520"/>
              <a:gd name="connsiteY12" fmla="*/ 30480 h 264159"/>
              <a:gd name="connsiteX13" fmla="*/ 203200 w 223520"/>
              <a:gd name="connsiteY13" fmla="*/ 233680 h 264159"/>
              <a:gd name="connsiteX14" fmla="*/ 193040 w 223520"/>
              <a:gd name="connsiteY14" fmla="*/ 243840 h 264159"/>
              <a:gd name="connsiteX15" fmla="*/ 30480 w 223520"/>
              <a:gd name="connsiteY15" fmla="*/ 243840 h 264159"/>
              <a:gd name="connsiteX16" fmla="*/ 20320 w 223520"/>
              <a:gd name="connsiteY16" fmla="*/ 233680 h 264159"/>
              <a:gd name="connsiteX17" fmla="*/ 20320 w 223520"/>
              <a:gd name="connsiteY17" fmla="*/ 30480 h 264159"/>
              <a:gd name="connsiteX18" fmla="*/ 172720 w 223520"/>
              <a:gd name="connsiteY18" fmla="*/ 121920 h 264159"/>
              <a:gd name="connsiteX19" fmla="*/ 50800 w 223520"/>
              <a:gd name="connsiteY19" fmla="*/ 121920 h 264159"/>
              <a:gd name="connsiteX20" fmla="*/ 50800 w 223520"/>
              <a:gd name="connsiteY20" fmla="*/ 101600 h 264159"/>
              <a:gd name="connsiteX21" fmla="*/ 172720 w 223520"/>
              <a:gd name="connsiteY21" fmla="*/ 101600 h 264159"/>
              <a:gd name="connsiteX22" fmla="*/ 172720 w 223520"/>
              <a:gd name="connsiteY22" fmla="*/ 121920 h 264159"/>
              <a:gd name="connsiteX23" fmla="*/ 50800 w 223520"/>
              <a:gd name="connsiteY23" fmla="*/ 81280 h 264159"/>
              <a:gd name="connsiteX24" fmla="*/ 172720 w 223520"/>
              <a:gd name="connsiteY24" fmla="*/ 81280 h 264159"/>
              <a:gd name="connsiteX25" fmla="*/ 172720 w 223520"/>
              <a:gd name="connsiteY25" fmla="*/ 60960 h 264159"/>
              <a:gd name="connsiteX26" fmla="*/ 50800 w 223520"/>
              <a:gd name="connsiteY26" fmla="*/ 60960 h 264159"/>
              <a:gd name="connsiteX27" fmla="*/ 50800 w 223520"/>
              <a:gd name="connsiteY27" fmla="*/ 81280 h 264159"/>
              <a:gd name="connsiteX28" fmla="*/ 111760 w 223520"/>
              <a:gd name="connsiteY28" fmla="*/ 214630 h 264159"/>
              <a:gd name="connsiteX29" fmla="*/ 124460 w 223520"/>
              <a:gd name="connsiteY29" fmla="*/ 176530 h 264159"/>
              <a:gd name="connsiteX30" fmla="*/ 138430 w 223520"/>
              <a:gd name="connsiteY30" fmla="*/ 198120 h 264159"/>
              <a:gd name="connsiteX31" fmla="*/ 147320 w 223520"/>
              <a:gd name="connsiteY31" fmla="*/ 203200 h 264159"/>
              <a:gd name="connsiteX32" fmla="*/ 162560 w 223520"/>
              <a:gd name="connsiteY32" fmla="*/ 203200 h 264159"/>
              <a:gd name="connsiteX33" fmla="*/ 172720 w 223520"/>
              <a:gd name="connsiteY33" fmla="*/ 193040 h 264159"/>
              <a:gd name="connsiteX34" fmla="*/ 162560 w 223520"/>
              <a:gd name="connsiteY34" fmla="*/ 182880 h 264159"/>
              <a:gd name="connsiteX35" fmla="*/ 152400 w 223520"/>
              <a:gd name="connsiteY35" fmla="*/ 182880 h 264159"/>
              <a:gd name="connsiteX36" fmla="*/ 130810 w 223520"/>
              <a:gd name="connsiteY36" fmla="*/ 148590 h 264159"/>
              <a:gd name="connsiteX37" fmla="*/ 110490 w 223520"/>
              <a:gd name="connsiteY37" fmla="*/ 151130 h 264159"/>
              <a:gd name="connsiteX38" fmla="*/ 97790 w 223520"/>
              <a:gd name="connsiteY38" fmla="*/ 190500 h 264159"/>
              <a:gd name="connsiteX39" fmla="*/ 88900 w 223520"/>
              <a:gd name="connsiteY39" fmla="*/ 177800 h 264159"/>
              <a:gd name="connsiteX40" fmla="*/ 80010 w 223520"/>
              <a:gd name="connsiteY40" fmla="*/ 172720 h 264159"/>
              <a:gd name="connsiteX41" fmla="*/ 59690 w 223520"/>
              <a:gd name="connsiteY41" fmla="*/ 172720 h 264159"/>
              <a:gd name="connsiteX42" fmla="*/ 49530 w 223520"/>
              <a:gd name="connsiteY42" fmla="*/ 182880 h 264159"/>
              <a:gd name="connsiteX43" fmla="*/ 59690 w 223520"/>
              <a:gd name="connsiteY43" fmla="*/ 193040 h 264159"/>
              <a:gd name="connsiteX44" fmla="*/ 74930 w 223520"/>
              <a:gd name="connsiteY44" fmla="*/ 193040 h 264159"/>
              <a:gd name="connsiteX45" fmla="*/ 91440 w 223520"/>
              <a:gd name="connsiteY45" fmla="*/ 217170 h 264159"/>
              <a:gd name="connsiteX46" fmla="*/ 111760 w 223520"/>
              <a:gd name="connsiteY46" fmla="*/ 21463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72720" y="121920"/>
                </a:moveTo>
                <a:lnTo>
                  <a:pt x="50800" y="121920"/>
                </a:lnTo>
                <a:lnTo>
                  <a:pt x="50800" y="101600"/>
                </a:lnTo>
                <a:lnTo>
                  <a:pt x="172720" y="101600"/>
                </a:lnTo>
                <a:lnTo>
                  <a:pt x="172720" y="121920"/>
                </a:lnTo>
                <a:close/>
                <a:moveTo>
                  <a:pt x="50800" y="81280"/>
                </a:moveTo>
                <a:lnTo>
                  <a:pt x="172720" y="81280"/>
                </a:lnTo>
                <a:lnTo>
                  <a:pt x="172720" y="60960"/>
                </a:lnTo>
                <a:lnTo>
                  <a:pt x="50800" y="60960"/>
                </a:lnTo>
                <a:lnTo>
                  <a:pt x="50800" y="81280"/>
                </a:lnTo>
                <a:close/>
                <a:moveTo>
                  <a:pt x="111760" y="214630"/>
                </a:moveTo>
                <a:lnTo>
                  <a:pt x="124460" y="176530"/>
                </a:lnTo>
                <a:lnTo>
                  <a:pt x="138430" y="198120"/>
                </a:lnTo>
                <a:cubicBezTo>
                  <a:pt x="140970" y="201930"/>
                  <a:pt x="143510" y="203200"/>
                  <a:pt x="147320" y="203200"/>
                </a:cubicBezTo>
                <a:lnTo>
                  <a:pt x="162560" y="203200"/>
                </a:lnTo>
                <a:cubicBezTo>
                  <a:pt x="167640" y="203200"/>
                  <a:pt x="172720" y="198120"/>
                  <a:pt x="172720" y="193040"/>
                </a:cubicBezTo>
                <a:cubicBezTo>
                  <a:pt x="172720" y="187960"/>
                  <a:pt x="167640" y="182880"/>
                  <a:pt x="162560" y="182880"/>
                </a:cubicBezTo>
                <a:lnTo>
                  <a:pt x="152400" y="182880"/>
                </a:lnTo>
                <a:lnTo>
                  <a:pt x="130810" y="148590"/>
                </a:lnTo>
                <a:cubicBezTo>
                  <a:pt x="125730" y="140970"/>
                  <a:pt x="114300" y="142240"/>
                  <a:pt x="110490" y="151130"/>
                </a:cubicBezTo>
                <a:lnTo>
                  <a:pt x="97790" y="190500"/>
                </a:lnTo>
                <a:lnTo>
                  <a:pt x="88900" y="177800"/>
                </a:lnTo>
                <a:cubicBezTo>
                  <a:pt x="86360" y="175260"/>
                  <a:pt x="83820" y="172720"/>
                  <a:pt x="80010" y="172720"/>
                </a:cubicBezTo>
                <a:lnTo>
                  <a:pt x="59690" y="172720"/>
                </a:lnTo>
                <a:cubicBezTo>
                  <a:pt x="54610" y="172720"/>
                  <a:pt x="49530" y="177800"/>
                  <a:pt x="49530" y="182880"/>
                </a:cubicBezTo>
                <a:cubicBezTo>
                  <a:pt x="49530" y="187960"/>
                  <a:pt x="54610" y="193040"/>
                  <a:pt x="59690" y="193040"/>
                </a:cubicBezTo>
                <a:lnTo>
                  <a:pt x="74930" y="193040"/>
                </a:lnTo>
                <a:lnTo>
                  <a:pt x="91440" y="217170"/>
                </a:lnTo>
                <a:cubicBezTo>
                  <a:pt x="97790" y="224790"/>
                  <a:pt x="109220" y="222250"/>
                  <a:pt x="111760" y="2146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7" name="Полилиния: фигура 334">
            <a:extLst>
              <a:ext uri="{FF2B5EF4-FFF2-40B4-BE49-F238E27FC236}">
                <a16:creationId xmlns:a16="http://schemas.microsoft.com/office/drawing/2014/main" id="{4870AFFA-A271-8520-4BBC-2DBDEEB67D25}"/>
              </a:ext>
            </a:extLst>
          </p:cNvPr>
          <p:cNvSpPr/>
          <p:nvPr/>
        </p:nvSpPr>
        <p:spPr>
          <a:xfrm>
            <a:off x="5021454" y="3537749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0320 w 223520"/>
              <a:gd name="connsiteY9" fmla="*/ 30480 h 264159"/>
              <a:gd name="connsiteX10" fmla="*/ 30480 w 223520"/>
              <a:gd name="connsiteY10" fmla="*/ 20320 h 264159"/>
              <a:gd name="connsiteX11" fmla="*/ 193040 w 223520"/>
              <a:gd name="connsiteY11" fmla="*/ 20320 h 264159"/>
              <a:gd name="connsiteX12" fmla="*/ 203200 w 223520"/>
              <a:gd name="connsiteY12" fmla="*/ 30480 h 264159"/>
              <a:gd name="connsiteX13" fmla="*/ 203200 w 223520"/>
              <a:gd name="connsiteY13" fmla="*/ 233680 h 264159"/>
              <a:gd name="connsiteX14" fmla="*/ 193040 w 223520"/>
              <a:gd name="connsiteY14" fmla="*/ 243840 h 264159"/>
              <a:gd name="connsiteX15" fmla="*/ 30480 w 223520"/>
              <a:gd name="connsiteY15" fmla="*/ 243840 h 264159"/>
              <a:gd name="connsiteX16" fmla="*/ 20320 w 223520"/>
              <a:gd name="connsiteY16" fmla="*/ 233680 h 264159"/>
              <a:gd name="connsiteX17" fmla="*/ 20320 w 223520"/>
              <a:gd name="connsiteY17" fmla="*/ 30480 h 264159"/>
              <a:gd name="connsiteX18" fmla="*/ 121920 w 223520"/>
              <a:gd name="connsiteY18" fmla="*/ 203200 h 264159"/>
              <a:gd name="connsiteX19" fmla="*/ 50800 w 223520"/>
              <a:gd name="connsiteY19" fmla="*/ 203200 h 264159"/>
              <a:gd name="connsiteX20" fmla="*/ 50800 w 223520"/>
              <a:gd name="connsiteY20" fmla="*/ 182880 h 264159"/>
              <a:gd name="connsiteX21" fmla="*/ 121920 w 223520"/>
              <a:gd name="connsiteY21" fmla="*/ 182880 h 264159"/>
              <a:gd name="connsiteX22" fmla="*/ 121920 w 223520"/>
              <a:gd name="connsiteY22" fmla="*/ 203200 h 264159"/>
              <a:gd name="connsiteX23" fmla="*/ 50800 w 223520"/>
              <a:gd name="connsiteY23" fmla="*/ 162560 h 264159"/>
              <a:gd name="connsiteX24" fmla="*/ 172720 w 223520"/>
              <a:gd name="connsiteY24" fmla="*/ 162560 h 264159"/>
              <a:gd name="connsiteX25" fmla="*/ 172720 w 223520"/>
              <a:gd name="connsiteY25" fmla="*/ 142240 h 264159"/>
              <a:gd name="connsiteX26" fmla="*/ 50800 w 223520"/>
              <a:gd name="connsiteY26" fmla="*/ 142240 h 264159"/>
              <a:gd name="connsiteX27" fmla="*/ 50800 w 223520"/>
              <a:gd name="connsiteY27" fmla="*/ 162560 h 264159"/>
              <a:gd name="connsiteX28" fmla="*/ 71120 w 223520"/>
              <a:gd name="connsiteY28" fmla="*/ 111760 h 264159"/>
              <a:gd name="connsiteX29" fmla="*/ 111760 w 223520"/>
              <a:gd name="connsiteY29" fmla="*/ 71120 h 264159"/>
              <a:gd name="connsiteX30" fmla="*/ 128270 w 223520"/>
              <a:gd name="connsiteY30" fmla="*/ 74930 h 264159"/>
              <a:gd name="connsiteX31" fmla="*/ 135890 w 223520"/>
              <a:gd name="connsiteY31" fmla="*/ 55880 h 264159"/>
              <a:gd name="connsiteX32" fmla="*/ 111760 w 223520"/>
              <a:gd name="connsiteY32" fmla="*/ 50800 h 264159"/>
              <a:gd name="connsiteX33" fmla="*/ 50800 w 223520"/>
              <a:gd name="connsiteY33" fmla="*/ 111760 h 264159"/>
              <a:gd name="connsiteX34" fmla="*/ 71120 w 223520"/>
              <a:gd name="connsiteY34" fmla="*/ 111760 h 264159"/>
              <a:gd name="connsiteX35" fmla="*/ 140970 w 223520"/>
              <a:gd name="connsiteY35" fmla="*/ 82550 h 264159"/>
              <a:gd name="connsiteX36" fmla="*/ 153670 w 223520"/>
              <a:gd name="connsiteY36" fmla="*/ 111760 h 264159"/>
              <a:gd name="connsiteX37" fmla="*/ 173990 w 223520"/>
              <a:gd name="connsiteY37" fmla="*/ 111760 h 264159"/>
              <a:gd name="connsiteX38" fmla="*/ 156210 w 223520"/>
              <a:gd name="connsiteY38" fmla="*/ 68580 h 264159"/>
              <a:gd name="connsiteX39" fmla="*/ 140970 w 223520"/>
              <a:gd name="connsiteY39" fmla="*/ 825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21920" y="203200"/>
                </a:moveTo>
                <a:lnTo>
                  <a:pt x="50800" y="203200"/>
                </a:lnTo>
                <a:lnTo>
                  <a:pt x="50800" y="182880"/>
                </a:lnTo>
                <a:lnTo>
                  <a:pt x="121920" y="182880"/>
                </a:lnTo>
                <a:lnTo>
                  <a:pt x="121920" y="203200"/>
                </a:lnTo>
                <a:close/>
                <a:moveTo>
                  <a:pt x="50800" y="162560"/>
                </a:moveTo>
                <a:lnTo>
                  <a:pt x="172720" y="162560"/>
                </a:lnTo>
                <a:lnTo>
                  <a:pt x="172720" y="142240"/>
                </a:lnTo>
                <a:lnTo>
                  <a:pt x="50800" y="142240"/>
                </a:lnTo>
                <a:lnTo>
                  <a:pt x="50800" y="162560"/>
                </a:lnTo>
                <a:close/>
                <a:moveTo>
                  <a:pt x="71120" y="111760"/>
                </a:moveTo>
                <a:cubicBezTo>
                  <a:pt x="71120" y="88900"/>
                  <a:pt x="88900" y="71120"/>
                  <a:pt x="111760" y="71120"/>
                </a:cubicBezTo>
                <a:cubicBezTo>
                  <a:pt x="118110" y="71120"/>
                  <a:pt x="123190" y="72390"/>
                  <a:pt x="128270" y="74930"/>
                </a:cubicBezTo>
                <a:lnTo>
                  <a:pt x="135890" y="55880"/>
                </a:lnTo>
                <a:cubicBezTo>
                  <a:pt x="128270" y="52070"/>
                  <a:pt x="120650" y="50800"/>
                  <a:pt x="111760" y="50800"/>
                </a:cubicBezTo>
                <a:cubicBezTo>
                  <a:pt x="78740" y="50800"/>
                  <a:pt x="50800" y="77470"/>
                  <a:pt x="50800" y="111760"/>
                </a:cubicBezTo>
                <a:lnTo>
                  <a:pt x="71120" y="111760"/>
                </a:lnTo>
                <a:close/>
                <a:moveTo>
                  <a:pt x="140970" y="82550"/>
                </a:moveTo>
                <a:cubicBezTo>
                  <a:pt x="148590" y="90170"/>
                  <a:pt x="153670" y="100330"/>
                  <a:pt x="153670" y="111760"/>
                </a:cubicBezTo>
                <a:lnTo>
                  <a:pt x="173990" y="111760"/>
                </a:lnTo>
                <a:cubicBezTo>
                  <a:pt x="173990" y="95250"/>
                  <a:pt x="166370" y="78740"/>
                  <a:pt x="156210" y="68580"/>
                </a:cubicBezTo>
                <a:lnTo>
                  <a:pt x="140970" y="825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8" name="Полилиния: фигура 337">
            <a:extLst>
              <a:ext uri="{FF2B5EF4-FFF2-40B4-BE49-F238E27FC236}">
                <a16:creationId xmlns:a16="http://schemas.microsoft.com/office/drawing/2014/main" id="{24AA0AE6-18C5-AA2F-1EDD-066BE3C6A85B}"/>
              </a:ext>
            </a:extLst>
          </p:cNvPr>
          <p:cNvSpPr/>
          <p:nvPr/>
        </p:nvSpPr>
        <p:spPr>
          <a:xfrm>
            <a:off x="11152200" y="3538383"/>
            <a:ext cx="263068" cy="261801"/>
          </a:xfrm>
          <a:custGeom>
            <a:avLst/>
            <a:gdLst>
              <a:gd name="connsiteX0" fmla="*/ 209093 w 263068"/>
              <a:gd name="connsiteY0" fmla="*/ 5715 h 261801"/>
              <a:gd name="connsiteX1" fmla="*/ 179883 w 263068"/>
              <a:gd name="connsiteY1" fmla="*/ 5715 h 261801"/>
              <a:gd name="connsiteX2" fmla="*/ 157023 w 263068"/>
              <a:gd name="connsiteY2" fmla="*/ 28575 h 261801"/>
              <a:gd name="connsiteX3" fmla="*/ 153214 w 263068"/>
              <a:gd name="connsiteY3" fmla="*/ 24765 h 261801"/>
              <a:gd name="connsiteX4" fmla="*/ 125273 w 263068"/>
              <a:gd name="connsiteY4" fmla="*/ 24765 h 261801"/>
              <a:gd name="connsiteX5" fmla="*/ 24943 w 263068"/>
              <a:gd name="connsiteY5" fmla="*/ 122555 h 261801"/>
              <a:gd name="connsiteX6" fmla="*/ 27483 w 263068"/>
              <a:gd name="connsiteY6" fmla="*/ 240665 h 261801"/>
              <a:gd name="connsiteX7" fmla="*/ 139243 w 263068"/>
              <a:gd name="connsiteY7" fmla="*/ 238125 h 261801"/>
              <a:gd name="connsiteX8" fmla="*/ 240843 w 263068"/>
              <a:gd name="connsiteY8" fmla="*/ 136525 h 261801"/>
              <a:gd name="connsiteX9" fmla="*/ 240843 w 263068"/>
              <a:gd name="connsiteY9" fmla="*/ 107315 h 261801"/>
              <a:gd name="connsiteX10" fmla="*/ 235764 w 263068"/>
              <a:gd name="connsiteY10" fmla="*/ 102235 h 261801"/>
              <a:gd name="connsiteX11" fmla="*/ 257353 w 263068"/>
              <a:gd name="connsiteY11" fmla="*/ 80645 h 261801"/>
              <a:gd name="connsiteX12" fmla="*/ 257353 w 263068"/>
              <a:gd name="connsiteY12" fmla="*/ 51435 h 261801"/>
              <a:gd name="connsiteX13" fmla="*/ 209093 w 263068"/>
              <a:gd name="connsiteY13" fmla="*/ 5715 h 261801"/>
              <a:gd name="connsiteX14" fmla="*/ 219253 w 263068"/>
              <a:gd name="connsiteY14" fmla="*/ 88265 h 261801"/>
              <a:gd name="connsiteX15" fmla="*/ 240843 w 263068"/>
              <a:gd name="connsiteY15" fmla="*/ 66675 h 261801"/>
              <a:gd name="connsiteX16" fmla="*/ 193853 w 263068"/>
              <a:gd name="connsiteY16" fmla="*/ 19685 h 261801"/>
              <a:gd name="connsiteX17" fmla="*/ 170993 w 263068"/>
              <a:gd name="connsiteY17" fmla="*/ 42545 h 261801"/>
              <a:gd name="connsiteX18" fmla="*/ 219253 w 263068"/>
              <a:gd name="connsiteY18" fmla="*/ 88265 h 261801"/>
              <a:gd name="connsiteX19" fmla="*/ 124003 w 263068"/>
              <a:gd name="connsiteY19" fmla="*/ 224155 h 261801"/>
              <a:gd name="connsiteX20" fmla="*/ 40183 w 263068"/>
              <a:gd name="connsiteY20" fmla="*/ 226695 h 261801"/>
              <a:gd name="connsiteX21" fmla="*/ 38914 w 263068"/>
              <a:gd name="connsiteY21" fmla="*/ 137795 h 261801"/>
              <a:gd name="connsiteX22" fmla="*/ 139243 w 263068"/>
              <a:gd name="connsiteY22" fmla="*/ 40005 h 261801"/>
              <a:gd name="connsiteX23" fmla="*/ 225603 w 263068"/>
              <a:gd name="connsiteY23" fmla="*/ 122555 h 261801"/>
              <a:gd name="connsiteX24" fmla="*/ 124003 w 263068"/>
              <a:gd name="connsiteY24" fmla="*/ 224155 h 261801"/>
              <a:gd name="connsiteX25" fmla="*/ 146864 w 263068"/>
              <a:gd name="connsiteY25" fmla="*/ 74295 h 261801"/>
              <a:gd name="connsiteX26" fmla="*/ 132893 w 263068"/>
              <a:gd name="connsiteY26" fmla="*/ 74295 h 261801"/>
              <a:gd name="connsiteX27" fmla="*/ 132893 w 263068"/>
              <a:gd name="connsiteY27" fmla="*/ 88265 h 261801"/>
              <a:gd name="connsiteX28" fmla="*/ 173533 w 263068"/>
              <a:gd name="connsiteY28" fmla="*/ 128905 h 261801"/>
              <a:gd name="connsiteX29" fmla="*/ 187503 w 263068"/>
              <a:gd name="connsiteY29" fmla="*/ 128905 h 261801"/>
              <a:gd name="connsiteX30" fmla="*/ 187503 w 263068"/>
              <a:gd name="connsiteY30" fmla="*/ 114935 h 261801"/>
              <a:gd name="connsiteX31" fmla="*/ 146864 w 263068"/>
              <a:gd name="connsiteY31" fmla="*/ 74295 h 261801"/>
              <a:gd name="connsiteX32" fmla="*/ 83364 w 263068"/>
              <a:gd name="connsiteY32" fmla="*/ 158115 h 261801"/>
              <a:gd name="connsiteX33" fmla="*/ 63043 w 263068"/>
              <a:gd name="connsiteY33" fmla="*/ 178435 h 261801"/>
              <a:gd name="connsiteX34" fmla="*/ 83364 w 263068"/>
              <a:gd name="connsiteY34" fmla="*/ 198755 h 261801"/>
              <a:gd name="connsiteX35" fmla="*/ 103683 w 263068"/>
              <a:gd name="connsiteY35" fmla="*/ 178435 h 261801"/>
              <a:gd name="connsiteX36" fmla="*/ 83364 w 263068"/>
              <a:gd name="connsiteY36" fmla="*/ 158115 h 261801"/>
              <a:gd name="connsiteX37" fmla="*/ 42723 w 263068"/>
              <a:gd name="connsiteY37" fmla="*/ 178435 h 261801"/>
              <a:gd name="connsiteX38" fmla="*/ 83364 w 263068"/>
              <a:gd name="connsiteY38" fmla="*/ 137795 h 261801"/>
              <a:gd name="connsiteX39" fmla="*/ 124003 w 263068"/>
              <a:gd name="connsiteY39" fmla="*/ 178435 h 261801"/>
              <a:gd name="connsiteX40" fmla="*/ 83364 w 263068"/>
              <a:gd name="connsiteY40" fmla="*/ 219075 h 261801"/>
              <a:gd name="connsiteX41" fmla="*/ 42723 w 263068"/>
              <a:gd name="connsiteY41" fmla="*/ 178435 h 261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3068" h="261801">
                <a:moveTo>
                  <a:pt x="209093" y="5715"/>
                </a:moveTo>
                <a:cubicBezTo>
                  <a:pt x="201473" y="-1905"/>
                  <a:pt x="188773" y="-1905"/>
                  <a:pt x="179883" y="5715"/>
                </a:cubicBezTo>
                <a:lnTo>
                  <a:pt x="157023" y="28575"/>
                </a:lnTo>
                <a:lnTo>
                  <a:pt x="153214" y="24765"/>
                </a:lnTo>
                <a:cubicBezTo>
                  <a:pt x="145593" y="17145"/>
                  <a:pt x="132893" y="17145"/>
                  <a:pt x="125273" y="24765"/>
                </a:cubicBezTo>
                <a:lnTo>
                  <a:pt x="24943" y="122555"/>
                </a:lnTo>
                <a:cubicBezTo>
                  <a:pt x="-9347" y="155575"/>
                  <a:pt x="-8077" y="210185"/>
                  <a:pt x="27483" y="240665"/>
                </a:cubicBezTo>
                <a:cubicBezTo>
                  <a:pt x="59233" y="269875"/>
                  <a:pt x="108764" y="268605"/>
                  <a:pt x="139243" y="238125"/>
                </a:cubicBezTo>
                <a:lnTo>
                  <a:pt x="240843" y="136525"/>
                </a:lnTo>
                <a:cubicBezTo>
                  <a:pt x="248464" y="128905"/>
                  <a:pt x="248464" y="114935"/>
                  <a:pt x="240843" y="107315"/>
                </a:cubicBezTo>
                <a:lnTo>
                  <a:pt x="235764" y="102235"/>
                </a:lnTo>
                <a:lnTo>
                  <a:pt x="257353" y="80645"/>
                </a:lnTo>
                <a:cubicBezTo>
                  <a:pt x="264973" y="73025"/>
                  <a:pt x="264973" y="60325"/>
                  <a:pt x="257353" y="51435"/>
                </a:cubicBezTo>
                <a:lnTo>
                  <a:pt x="209093" y="5715"/>
                </a:lnTo>
                <a:close/>
                <a:moveTo>
                  <a:pt x="219253" y="88265"/>
                </a:moveTo>
                <a:lnTo>
                  <a:pt x="240843" y="66675"/>
                </a:lnTo>
                <a:lnTo>
                  <a:pt x="193853" y="19685"/>
                </a:lnTo>
                <a:lnTo>
                  <a:pt x="170993" y="42545"/>
                </a:lnTo>
                <a:lnTo>
                  <a:pt x="219253" y="88265"/>
                </a:lnTo>
                <a:close/>
                <a:moveTo>
                  <a:pt x="124003" y="224155"/>
                </a:moveTo>
                <a:cubicBezTo>
                  <a:pt x="101143" y="247015"/>
                  <a:pt x="64314" y="248285"/>
                  <a:pt x="40183" y="226695"/>
                </a:cubicBezTo>
                <a:cubicBezTo>
                  <a:pt x="13514" y="202565"/>
                  <a:pt x="13514" y="161925"/>
                  <a:pt x="38914" y="137795"/>
                </a:cubicBezTo>
                <a:lnTo>
                  <a:pt x="139243" y="40005"/>
                </a:lnTo>
                <a:lnTo>
                  <a:pt x="225603" y="122555"/>
                </a:lnTo>
                <a:lnTo>
                  <a:pt x="124003" y="224155"/>
                </a:lnTo>
                <a:close/>
                <a:moveTo>
                  <a:pt x="146864" y="74295"/>
                </a:moveTo>
                <a:cubicBezTo>
                  <a:pt x="143053" y="70485"/>
                  <a:pt x="136703" y="70485"/>
                  <a:pt x="132893" y="74295"/>
                </a:cubicBezTo>
                <a:cubicBezTo>
                  <a:pt x="129083" y="78105"/>
                  <a:pt x="129083" y="84455"/>
                  <a:pt x="132893" y="88265"/>
                </a:cubicBezTo>
                <a:lnTo>
                  <a:pt x="173533" y="128905"/>
                </a:lnTo>
                <a:cubicBezTo>
                  <a:pt x="177343" y="132715"/>
                  <a:pt x="183693" y="132715"/>
                  <a:pt x="187503" y="128905"/>
                </a:cubicBezTo>
                <a:cubicBezTo>
                  <a:pt x="191314" y="125095"/>
                  <a:pt x="191314" y="118745"/>
                  <a:pt x="187503" y="114935"/>
                </a:cubicBezTo>
                <a:lnTo>
                  <a:pt x="146864" y="74295"/>
                </a:lnTo>
                <a:close/>
                <a:moveTo>
                  <a:pt x="83364" y="158115"/>
                </a:moveTo>
                <a:cubicBezTo>
                  <a:pt x="71933" y="158115"/>
                  <a:pt x="63043" y="167005"/>
                  <a:pt x="63043" y="178435"/>
                </a:cubicBezTo>
                <a:cubicBezTo>
                  <a:pt x="63043" y="189865"/>
                  <a:pt x="71933" y="198755"/>
                  <a:pt x="83364" y="198755"/>
                </a:cubicBezTo>
                <a:cubicBezTo>
                  <a:pt x="94793" y="198755"/>
                  <a:pt x="103683" y="189865"/>
                  <a:pt x="103683" y="178435"/>
                </a:cubicBezTo>
                <a:cubicBezTo>
                  <a:pt x="103683" y="167005"/>
                  <a:pt x="94793" y="158115"/>
                  <a:pt x="83364" y="158115"/>
                </a:cubicBezTo>
                <a:close/>
                <a:moveTo>
                  <a:pt x="42723" y="178435"/>
                </a:moveTo>
                <a:cubicBezTo>
                  <a:pt x="42723" y="155575"/>
                  <a:pt x="60503" y="137795"/>
                  <a:pt x="83364" y="137795"/>
                </a:cubicBezTo>
                <a:cubicBezTo>
                  <a:pt x="106223" y="137795"/>
                  <a:pt x="124003" y="155575"/>
                  <a:pt x="124003" y="178435"/>
                </a:cubicBezTo>
                <a:cubicBezTo>
                  <a:pt x="124003" y="201295"/>
                  <a:pt x="106223" y="219075"/>
                  <a:pt x="83364" y="219075"/>
                </a:cubicBezTo>
                <a:cubicBezTo>
                  <a:pt x="60503" y="219075"/>
                  <a:pt x="42723" y="200025"/>
                  <a:pt x="42723" y="17843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19" name="Полилиния: фигура 340">
            <a:extLst>
              <a:ext uri="{FF2B5EF4-FFF2-40B4-BE49-F238E27FC236}">
                <a16:creationId xmlns:a16="http://schemas.microsoft.com/office/drawing/2014/main" id="{CD362964-07AD-7665-63A5-F1842C03F941}"/>
              </a:ext>
            </a:extLst>
          </p:cNvPr>
          <p:cNvSpPr/>
          <p:nvPr/>
        </p:nvSpPr>
        <p:spPr>
          <a:xfrm>
            <a:off x="6149213" y="3538358"/>
            <a:ext cx="203200" cy="263550"/>
          </a:xfrm>
          <a:custGeom>
            <a:avLst/>
            <a:gdLst>
              <a:gd name="connsiteX0" fmla="*/ 38100 w 203200"/>
              <a:gd name="connsiteY0" fmla="*/ 34951 h 263550"/>
              <a:gd name="connsiteX1" fmla="*/ 113030 w 203200"/>
              <a:gd name="connsiteY1" fmla="*/ 20981 h 263550"/>
              <a:gd name="connsiteX2" fmla="*/ 113030 w 203200"/>
              <a:gd name="connsiteY2" fmla="*/ 48921 h 263550"/>
              <a:gd name="connsiteX3" fmla="*/ 52070 w 203200"/>
              <a:gd name="connsiteY3" fmla="*/ 48921 h 263550"/>
              <a:gd name="connsiteX4" fmla="*/ 41910 w 203200"/>
              <a:gd name="connsiteY4" fmla="*/ 59081 h 263550"/>
              <a:gd name="connsiteX5" fmla="*/ 52070 w 203200"/>
              <a:gd name="connsiteY5" fmla="*/ 69241 h 263550"/>
              <a:gd name="connsiteX6" fmla="*/ 184150 w 203200"/>
              <a:gd name="connsiteY6" fmla="*/ 69241 h 263550"/>
              <a:gd name="connsiteX7" fmla="*/ 184150 w 203200"/>
              <a:gd name="connsiteY7" fmla="*/ 241961 h 263550"/>
              <a:gd name="connsiteX8" fmla="*/ 21590 w 203200"/>
              <a:gd name="connsiteY8" fmla="*/ 241961 h 263550"/>
              <a:gd name="connsiteX9" fmla="*/ 21590 w 203200"/>
              <a:gd name="connsiteY9" fmla="*/ 54001 h 263550"/>
              <a:gd name="connsiteX10" fmla="*/ 38100 w 203200"/>
              <a:gd name="connsiteY10" fmla="*/ 34951 h 263550"/>
              <a:gd name="connsiteX11" fmla="*/ 132080 w 203200"/>
              <a:gd name="connsiteY11" fmla="*/ 10821 h 263550"/>
              <a:gd name="connsiteX12" fmla="*/ 132080 w 203200"/>
              <a:gd name="connsiteY12" fmla="*/ 50191 h 263550"/>
              <a:gd name="connsiteX13" fmla="*/ 191770 w 203200"/>
              <a:gd name="connsiteY13" fmla="*/ 50191 h 263550"/>
              <a:gd name="connsiteX14" fmla="*/ 203200 w 203200"/>
              <a:gd name="connsiteY14" fmla="*/ 61621 h 263550"/>
              <a:gd name="connsiteX15" fmla="*/ 203200 w 203200"/>
              <a:gd name="connsiteY15" fmla="*/ 252121 h 263550"/>
              <a:gd name="connsiteX16" fmla="*/ 191770 w 203200"/>
              <a:gd name="connsiteY16" fmla="*/ 263551 h 263550"/>
              <a:gd name="connsiteX17" fmla="*/ 11430 w 203200"/>
              <a:gd name="connsiteY17" fmla="*/ 263551 h 263550"/>
              <a:gd name="connsiteX18" fmla="*/ 0 w 203200"/>
              <a:gd name="connsiteY18" fmla="*/ 252121 h 263550"/>
              <a:gd name="connsiteX19" fmla="*/ 0 w 203200"/>
              <a:gd name="connsiteY19" fmla="*/ 55271 h 263550"/>
              <a:gd name="connsiteX20" fmla="*/ 33020 w 203200"/>
              <a:gd name="connsiteY20" fmla="*/ 15901 h 263550"/>
              <a:gd name="connsiteX21" fmla="*/ 118110 w 203200"/>
              <a:gd name="connsiteY21" fmla="*/ 661 h 263550"/>
              <a:gd name="connsiteX22" fmla="*/ 132080 w 203200"/>
              <a:gd name="connsiteY22" fmla="*/ 10821 h 263550"/>
              <a:gd name="connsiteX23" fmla="*/ 111760 w 203200"/>
              <a:gd name="connsiteY23" fmla="*/ 125121 h 263550"/>
              <a:gd name="connsiteX24" fmla="*/ 140970 w 203200"/>
              <a:gd name="connsiteY24" fmla="*/ 126391 h 263550"/>
              <a:gd name="connsiteX25" fmla="*/ 138430 w 203200"/>
              <a:gd name="connsiteY25" fmla="*/ 150521 h 263550"/>
              <a:gd name="connsiteX26" fmla="*/ 102870 w 203200"/>
              <a:gd name="connsiteY26" fmla="*/ 183541 h 263550"/>
              <a:gd name="connsiteX27" fmla="*/ 67310 w 203200"/>
              <a:gd name="connsiteY27" fmla="*/ 150521 h 263550"/>
              <a:gd name="connsiteX28" fmla="*/ 64770 w 203200"/>
              <a:gd name="connsiteY28" fmla="*/ 126391 h 263550"/>
              <a:gd name="connsiteX29" fmla="*/ 93980 w 203200"/>
              <a:gd name="connsiteY29" fmla="*/ 125121 h 263550"/>
              <a:gd name="connsiteX30" fmla="*/ 102870 w 203200"/>
              <a:gd name="connsiteY30" fmla="*/ 136551 h 263550"/>
              <a:gd name="connsiteX31" fmla="*/ 111760 w 203200"/>
              <a:gd name="connsiteY31" fmla="*/ 125121 h 263550"/>
              <a:gd name="connsiteX32" fmla="*/ 102870 w 203200"/>
              <a:gd name="connsiteY32" fmla="*/ 106071 h 263550"/>
              <a:gd name="connsiteX33" fmla="*/ 157480 w 203200"/>
              <a:gd name="connsiteY33" fmla="*/ 114961 h 263550"/>
              <a:gd name="connsiteX34" fmla="*/ 152400 w 203200"/>
              <a:gd name="connsiteY34" fmla="*/ 165761 h 263550"/>
              <a:gd name="connsiteX35" fmla="*/ 115570 w 203200"/>
              <a:gd name="connsiteY35" fmla="*/ 198781 h 263550"/>
              <a:gd name="connsiteX36" fmla="*/ 88900 w 203200"/>
              <a:gd name="connsiteY36" fmla="*/ 198781 h 263550"/>
              <a:gd name="connsiteX37" fmla="*/ 52070 w 203200"/>
              <a:gd name="connsiteY37" fmla="*/ 165761 h 263550"/>
              <a:gd name="connsiteX38" fmla="*/ 46990 w 203200"/>
              <a:gd name="connsiteY38" fmla="*/ 114961 h 263550"/>
              <a:gd name="connsiteX39" fmla="*/ 102870 w 203200"/>
              <a:gd name="connsiteY39" fmla="*/ 106071 h 2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03200" h="263550">
                <a:moveTo>
                  <a:pt x="38100" y="34951"/>
                </a:moveTo>
                <a:lnTo>
                  <a:pt x="113030" y="20981"/>
                </a:lnTo>
                <a:lnTo>
                  <a:pt x="113030" y="48921"/>
                </a:lnTo>
                <a:lnTo>
                  <a:pt x="52070" y="48921"/>
                </a:lnTo>
                <a:cubicBezTo>
                  <a:pt x="46990" y="48921"/>
                  <a:pt x="41910" y="54001"/>
                  <a:pt x="41910" y="59081"/>
                </a:cubicBezTo>
                <a:cubicBezTo>
                  <a:pt x="41910" y="64161"/>
                  <a:pt x="46990" y="69241"/>
                  <a:pt x="52070" y="69241"/>
                </a:cubicBezTo>
                <a:lnTo>
                  <a:pt x="184150" y="69241"/>
                </a:lnTo>
                <a:lnTo>
                  <a:pt x="184150" y="241961"/>
                </a:lnTo>
                <a:lnTo>
                  <a:pt x="21590" y="241961"/>
                </a:lnTo>
                <a:lnTo>
                  <a:pt x="21590" y="54001"/>
                </a:lnTo>
                <a:cubicBezTo>
                  <a:pt x="21590" y="45111"/>
                  <a:pt x="27940" y="36221"/>
                  <a:pt x="38100" y="34951"/>
                </a:cubicBezTo>
                <a:close/>
                <a:moveTo>
                  <a:pt x="132080" y="10821"/>
                </a:moveTo>
                <a:lnTo>
                  <a:pt x="132080" y="50191"/>
                </a:lnTo>
                <a:lnTo>
                  <a:pt x="191770" y="50191"/>
                </a:lnTo>
                <a:cubicBezTo>
                  <a:pt x="198120" y="50191"/>
                  <a:pt x="203200" y="55271"/>
                  <a:pt x="203200" y="61621"/>
                </a:cubicBezTo>
                <a:lnTo>
                  <a:pt x="203200" y="252121"/>
                </a:lnTo>
                <a:cubicBezTo>
                  <a:pt x="203200" y="258471"/>
                  <a:pt x="198120" y="263551"/>
                  <a:pt x="191770" y="263551"/>
                </a:cubicBezTo>
                <a:lnTo>
                  <a:pt x="11430" y="263551"/>
                </a:lnTo>
                <a:cubicBezTo>
                  <a:pt x="5080" y="263551"/>
                  <a:pt x="0" y="258471"/>
                  <a:pt x="0" y="252121"/>
                </a:cubicBezTo>
                <a:lnTo>
                  <a:pt x="0" y="55271"/>
                </a:lnTo>
                <a:cubicBezTo>
                  <a:pt x="0" y="36221"/>
                  <a:pt x="13970" y="18441"/>
                  <a:pt x="33020" y="15901"/>
                </a:cubicBezTo>
                <a:lnTo>
                  <a:pt x="118110" y="661"/>
                </a:lnTo>
                <a:cubicBezTo>
                  <a:pt x="125730" y="-1879"/>
                  <a:pt x="132080" y="3201"/>
                  <a:pt x="132080" y="10821"/>
                </a:cubicBezTo>
                <a:close/>
                <a:moveTo>
                  <a:pt x="111760" y="125121"/>
                </a:moveTo>
                <a:cubicBezTo>
                  <a:pt x="119380" y="116231"/>
                  <a:pt x="133350" y="116231"/>
                  <a:pt x="140970" y="126391"/>
                </a:cubicBezTo>
                <a:cubicBezTo>
                  <a:pt x="146050" y="134011"/>
                  <a:pt x="144780" y="144171"/>
                  <a:pt x="138430" y="150521"/>
                </a:cubicBezTo>
                <a:lnTo>
                  <a:pt x="102870" y="183541"/>
                </a:lnTo>
                <a:lnTo>
                  <a:pt x="67310" y="150521"/>
                </a:lnTo>
                <a:cubicBezTo>
                  <a:pt x="60960" y="144171"/>
                  <a:pt x="59690" y="134011"/>
                  <a:pt x="64770" y="126391"/>
                </a:cubicBezTo>
                <a:cubicBezTo>
                  <a:pt x="71120" y="116231"/>
                  <a:pt x="86360" y="116231"/>
                  <a:pt x="93980" y="125121"/>
                </a:cubicBezTo>
                <a:lnTo>
                  <a:pt x="102870" y="136551"/>
                </a:lnTo>
                <a:lnTo>
                  <a:pt x="111760" y="125121"/>
                </a:lnTo>
                <a:close/>
                <a:moveTo>
                  <a:pt x="102870" y="106071"/>
                </a:moveTo>
                <a:cubicBezTo>
                  <a:pt x="119380" y="93371"/>
                  <a:pt x="144780" y="95911"/>
                  <a:pt x="157480" y="114961"/>
                </a:cubicBezTo>
                <a:cubicBezTo>
                  <a:pt x="168910" y="130201"/>
                  <a:pt x="166370" y="151791"/>
                  <a:pt x="152400" y="165761"/>
                </a:cubicBezTo>
                <a:lnTo>
                  <a:pt x="115570" y="198781"/>
                </a:lnTo>
                <a:cubicBezTo>
                  <a:pt x="107950" y="205131"/>
                  <a:pt x="96520" y="205131"/>
                  <a:pt x="88900" y="198781"/>
                </a:cubicBezTo>
                <a:lnTo>
                  <a:pt x="52070" y="165761"/>
                </a:lnTo>
                <a:cubicBezTo>
                  <a:pt x="38100" y="153061"/>
                  <a:pt x="35560" y="131471"/>
                  <a:pt x="46990" y="114961"/>
                </a:cubicBezTo>
                <a:cubicBezTo>
                  <a:pt x="59690" y="95911"/>
                  <a:pt x="85090" y="93371"/>
                  <a:pt x="102870" y="106071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0" name="Полилиния: фигура 343">
            <a:extLst>
              <a:ext uri="{FF2B5EF4-FFF2-40B4-BE49-F238E27FC236}">
                <a16:creationId xmlns:a16="http://schemas.microsoft.com/office/drawing/2014/main" id="{56A097A5-8B66-D44B-70FC-7FB56DAC7FDD}"/>
              </a:ext>
            </a:extLst>
          </p:cNvPr>
          <p:cNvSpPr/>
          <p:nvPr/>
        </p:nvSpPr>
        <p:spPr>
          <a:xfrm>
            <a:off x="5561204" y="3558069"/>
            <a:ext cx="264159" cy="223520"/>
          </a:xfrm>
          <a:custGeom>
            <a:avLst/>
            <a:gdLst>
              <a:gd name="connsiteX0" fmla="*/ 30480 w 264159"/>
              <a:gd name="connsiteY0" fmla="*/ 0 h 223520"/>
              <a:gd name="connsiteX1" fmla="*/ 0 w 264159"/>
              <a:gd name="connsiteY1" fmla="*/ 30480 h 223520"/>
              <a:gd name="connsiteX2" fmla="*/ 0 w 264159"/>
              <a:gd name="connsiteY2" fmla="*/ 132080 h 223520"/>
              <a:gd name="connsiteX3" fmla="*/ 0 w 264159"/>
              <a:gd name="connsiteY3" fmla="*/ 193040 h 223520"/>
              <a:gd name="connsiteX4" fmla="*/ 30480 w 264159"/>
              <a:gd name="connsiteY4" fmla="*/ 223520 h 223520"/>
              <a:gd name="connsiteX5" fmla="*/ 233680 w 264159"/>
              <a:gd name="connsiteY5" fmla="*/ 223520 h 223520"/>
              <a:gd name="connsiteX6" fmla="*/ 264160 w 264159"/>
              <a:gd name="connsiteY6" fmla="*/ 193040 h 223520"/>
              <a:gd name="connsiteX7" fmla="*/ 264160 w 264159"/>
              <a:gd name="connsiteY7" fmla="*/ 132080 h 223520"/>
              <a:gd name="connsiteX8" fmla="*/ 264160 w 264159"/>
              <a:gd name="connsiteY8" fmla="*/ 30480 h 223520"/>
              <a:gd name="connsiteX9" fmla="*/ 233680 w 264159"/>
              <a:gd name="connsiteY9" fmla="*/ 0 h 223520"/>
              <a:gd name="connsiteX10" fmla="*/ 30480 w 264159"/>
              <a:gd name="connsiteY10" fmla="*/ 0 h 223520"/>
              <a:gd name="connsiteX11" fmla="*/ 242570 w 264159"/>
              <a:gd name="connsiteY11" fmla="*/ 121920 h 223520"/>
              <a:gd name="connsiteX12" fmla="*/ 242570 w 264159"/>
              <a:gd name="connsiteY12" fmla="*/ 30480 h 223520"/>
              <a:gd name="connsiteX13" fmla="*/ 232410 w 264159"/>
              <a:gd name="connsiteY13" fmla="*/ 20320 h 223520"/>
              <a:gd name="connsiteX14" fmla="*/ 29210 w 264159"/>
              <a:gd name="connsiteY14" fmla="*/ 20320 h 223520"/>
              <a:gd name="connsiteX15" fmla="*/ 19050 w 264159"/>
              <a:gd name="connsiteY15" fmla="*/ 30480 h 223520"/>
              <a:gd name="connsiteX16" fmla="*/ 19050 w 264159"/>
              <a:gd name="connsiteY16" fmla="*/ 121920 h 223520"/>
              <a:gd name="connsiteX17" fmla="*/ 83820 w 264159"/>
              <a:gd name="connsiteY17" fmla="*/ 121920 h 223520"/>
              <a:gd name="connsiteX18" fmla="*/ 93980 w 264159"/>
              <a:gd name="connsiteY18" fmla="*/ 129540 h 223520"/>
              <a:gd name="connsiteX19" fmla="*/ 129540 w 264159"/>
              <a:gd name="connsiteY19" fmla="*/ 152400 h 223520"/>
              <a:gd name="connsiteX20" fmla="*/ 165100 w 264159"/>
              <a:gd name="connsiteY20" fmla="*/ 129540 h 223520"/>
              <a:gd name="connsiteX21" fmla="*/ 175260 w 264159"/>
              <a:gd name="connsiteY21" fmla="*/ 121920 h 223520"/>
              <a:gd name="connsiteX22" fmla="*/ 242570 w 264159"/>
              <a:gd name="connsiteY22" fmla="*/ 121920 h 223520"/>
              <a:gd name="connsiteX23" fmla="*/ 20320 w 264159"/>
              <a:gd name="connsiteY23" fmla="*/ 142240 h 223520"/>
              <a:gd name="connsiteX24" fmla="*/ 80010 w 264159"/>
              <a:gd name="connsiteY24" fmla="*/ 142240 h 223520"/>
              <a:gd name="connsiteX25" fmla="*/ 132080 w 264159"/>
              <a:gd name="connsiteY25" fmla="*/ 172720 h 223520"/>
              <a:gd name="connsiteX26" fmla="*/ 184150 w 264159"/>
              <a:gd name="connsiteY26" fmla="*/ 142240 h 223520"/>
              <a:gd name="connsiteX27" fmla="*/ 243840 w 264159"/>
              <a:gd name="connsiteY27" fmla="*/ 142240 h 223520"/>
              <a:gd name="connsiteX28" fmla="*/ 243840 w 264159"/>
              <a:gd name="connsiteY28" fmla="*/ 193040 h 223520"/>
              <a:gd name="connsiteX29" fmla="*/ 233680 w 264159"/>
              <a:gd name="connsiteY29" fmla="*/ 203200 h 223520"/>
              <a:gd name="connsiteX30" fmla="*/ 30480 w 264159"/>
              <a:gd name="connsiteY30" fmla="*/ 203200 h 223520"/>
              <a:gd name="connsiteX31" fmla="*/ 20320 w 264159"/>
              <a:gd name="connsiteY31" fmla="*/ 193040 h 223520"/>
              <a:gd name="connsiteX32" fmla="*/ 20320 w 264159"/>
              <a:gd name="connsiteY32" fmla="*/ 142240 h 223520"/>
              <a:gd name="connsiteX33" fmla="*/ 222250 w 264159"/>
              <a:gd name="connsiteY33" fmla="*/ 60960 h 223520"/>
              <a:gd name="connsiteX34" fmla="*/ 39370 w 264159"/>
              <a:gd name="connsiteY34" fmla="*/ 60960 h 223520"/>
              <a:gd name="connsiteX35" fmla="*/ 39370 w 264159"/>
              <a:gd name="connsiteY35" fmla="*/ 40640 h 223520"/>
              <a:gd name="connsiteX36" fmla="*/ 222250 w 264159"/>
              <a:gd name="connsiteY36" fmla="*/ 40640 h 223520"/>
              <a:gd name="connsiteX37" fmla="*/ 222250 w 264159"/>
              <a:gd name="connsiteY37" fmla="*/ 60960 h 223520"/>
              <a:gd name="connsiteX38" fmla="*/ 40640 w 264159"/>
              <a:gd name="connsiteY38" fmla="*/ 101600 h 223520"/>
              <a:gd name="connsiteX39" fmla="*/ 223520 w 264159"/>
              <a:gd name="connsiteY39" fmla="*/ 101600 h 223520"/>
              <a:gd name="connsiteX40" fmla="*/ 223520 w 264159"/>
              <a:gd name="connsiteY40" fmla="*/ 81280 h 223520"/>
              <a:gd name="connsiteX41" fmla="*/ 40640 w 264159"/>
              <a:gd name="connsiteY41" fmla="*/ 81280 h 223520"/>
              <a:gd name="connsiteX42" fmla="*/ 40640 w 264159"/>
              <a:gd name="connsiteY42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59" h="22352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32080"/>
                </a:lnTo>
                <a:lnTo>
                  <a:pt x="0" y="193040"/>
                </a:lnTo>
                <a:cubicBezTo>
                  <a:pt x="0" y="209550"/>
                  <a:pt x="13970" y="223520"/>
                  <a:pt x="30480" y="223520"/>
                </a:cubicBezTo>
                <a:lnTo>
                  <a:pt x="233680" y="223520"/>
                </a:lnTo>
                <a:cubicBezTo>
                  <a:pt x="250190" y="223520"/>
                  <a:pt x="264160" y="209550"/>
                  <a:pt x="264160" y="193040"/>
                </a:cubicBezTo>
                <a:lnTo>
                  <a:pt x="264160" y="132080"/>
                </a:ln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242570" y="121920"/>
                </a:moveTo>
                <a:lnTo>
                  <a:pt x="242570" y="30480"/>
                </a:lnTo>
                <a:cubicBezTo>
                  <a:pt x="242570" y="25400"/>
                  <a:pt x="237490" y="20320"/>
                  <a:pt x="232410" y="20320"/>
                </a:cubicBez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121920"/>
                </a:lnTo>
                <a:lnTo>
                  <a:pt x="83820" y="121920"/>
                </a:lnTo>
                <a:cubicBezTo>
                  <a:pt x="88900" y="121920"/>
                  <a:pt x="92710" y="124460"/>
                  <a:pt x="93980" y="129540"/>
                </a:cubicBezTo>
                <a:cubicBezTo>
                  <a:pt x="96520" y="137160"/>
                  <a:pt x="107950" y="152400"/>
                  <a:pt x="129540" y="152400"/>
                </a:cubicBezTo>
                <a:cubicBezTo>
                  <a:pt x="151130" y="152400"/>
                  <a:pt x="162560" y="137160"/>
                  <a:pt x="165100" y="129540"/>
                </a:cubicBezTo>
                <a:cubicBezTo>
                  <a:pt x="166370" y="125730"/>
                  <a:pt x="171450" y="121920"/>
                  <a:pt x="175260" y="121920"/>
                </a:cubicBezTo>
                <a:lnTo>
                  <a:pt x="242570" y="121920"/>
                </a:lnTo>
                <a:close/>
                <a:moveTo>
                  <a:pt x="20320" y="142240"/>
                </a:moveTo>
                <a:lnTo>
                  <a:pt x="80010" y="142240"/>
                </a:lnTo>
                <a:cubicBezTo>
                  <a:pt x="87630" y="154940"/>
                  <a:pt x="104140" y="172720"/>
                  <a:pt x="132080" y="172720"/>
                </a:cubicBezTo>
                <a:cubicBezTo>
                  <a:pt x="160020" y="172720"/>
                  <a:pt x="177800" y="154940"/>
                  <a:pt x="184150" y="142240"/>
                </a:cubicBezTo>
                <a:lnTo>
                  <a:pt x="243840" y="142240"/>
                </a:lnTo>
                <a:lnTo>
                  <a:pt x="243840" y="193040"/>
                </a:lnTo>
                <a:cubicBezTo>
                  <a:pt x="243840" y="198120"/>
                  <a:pt x="238760" y="203200"/>
                  <a:pt x="233680" y="203200"/>
                </a:cubicBezTo>
                <a:lnTo>
                  <a:pt x="30480" y="203200"/>
                </a:lnTo>
                <a:cubicBezTo>
                  <a:pt x="25400" y="203200"/>
                  <a:pt x="20320" y="198120"/>
                  <a:pt x="20320" y="193040"/>
                </a:cubicBezTo>
                <a:lnTo>
                  <a:pt x="20320" y="142240"/>
                </a:lnTo>
                <a:close/>
                <a:moveTo>
                  <a:pt x="222250" y="60960"/>
                </a:moveTo>
                <a:lnTo>
                  <a:pt x="39370" y="60960"/>
                </a:lnTo>
                <a:lnTo>
                  <a:pt x="39370" y="40640"/>
                </a:lnTo>
                <a:lnTo>
                  <a:pt x="222250" y="40640"/>
                </a:lnTo>
                <a:lnTo>
                  <a:pt x="222250" y="60960"/>
                </a:lnTo>
                <a:close/>
                <a:moveTo>
                  <a:pt x="40640" y="101600"/>
                </a:moveTo>
                <a:lnTo>
                  <a:pt x="223520" y="101600"/>
                </a:lnTo>
                <a:lnTo>
                  <a:pt x="223520" y="81280"/>
                </a:lnTo>
                <a:lnTo>
                  <a:pt x="40640" y="81280"/>
                </a:lnTo>
                <a:lnTo>
                  <a:pt x="40640" y="1016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1" name="Полилиния: фигура 346">
            <a:extLst>
              <a:ext uri="{FF2B5EF4-FFF2-40B4-BE49-F238E27FC236}">
                <a16:creationId xmlns:a16="http://schemas.microsoft.com/office/drawing/2014/main" id="{143542BC-B0B9-9912-6B15-1FF593BA2D3A}"/>
              </a:ext>
            </a:extLst>
          </p:cNvPr>
          <p:cNvSpPr/>
          <p:nvPr/>
        </p:nvSpPr>
        <p:spPr>
          <a:xfrm>
            <a:off x="7257924" y="3537749"/>
            <a:ext cx="223519" cy="264159"/>
          </a:xfrm>
          <a:custGeom>
            <a:avLst/>
            <a:gdLst>
              <a:gd name="connsiteX0" fmla="*/ 0 w 223519"/>
              <a:gd name="connsiteY0" fmla="*/ 30480 h 264159"/>
              <a:gd name="connsiteX1" fmla="*/ 30480 w 223519"/>
              <a:gd name="connsiteY1" fmla="*/ 0 h 264159"/>
              <a:gd name="connsiteX2" fmla="*/ 193040 w 223519"/>
              <a:gd name="connsiteY2" fmla="*/ 0 h 264159"/>
              <a:gd name="connsiteX3" fmla="*/ 223520 w 223519"/>
              <a:gd name="connsiteY3" fmla="*/ 30480 h 264159"/>
              <a:gd name="connsiteX4" fmla="*/ 223520 w 223519"/>
              <a:gd name="connsiteY4" fmla="*/ 233680 h 264159"/>
              <a:gd name="connsiteX5" fmla="*/ 193040 w 223519"/>
              <a:gd name="connsiteY5" fmla="*/ 264160 h 264159"/>
              <a:gd name="connsiteX6" fmla="*/ 30480 w 223519"/>
              <a:gd name="connsiteY6" fmla="*/ 264160 h 264159"/>
              <a:gd name="connsiteX7" fmla="*/ 0 w 223519"/>
              <a:gd name="connsiteY7" fmla="*/ 233680 h 264159"/>
              <a:gd name="connsiteX8" fmla="*/ 0 w 223519"/>
              <a:gd name="connsiteY8" fmla="*/ 30480 h 264159"/>
              <a:gd name="connsiteX9" fmla="*/ 30480 w 223519"/>
              <a:gd name="connsiteY9" fmla="*/ 20320 h 264159"/>
              <a:gd name="connsiteX10" fmla="*/ 20320 w 223519"/>
              <a:gd name="connsiteY10" fmla="*/ 30480 h 264159"/>
              <a:gd name="connsiteX11" fmla="*/ 20320 w 223519"/>
              <a:gd name="connsiteY11" fmla="*/ 233680 h 264159"/>
              <a:gd name="connsiteX12" fmla="*/ 30480 w 223519"/>
              <a:gd name="connsiteY12" fmla="*/ 243840 h 264159"/>
              <a:gd name="connsiteX13" fmla="*/ 193040 w 223519"/>
              <a:gd name="connsiteY13" fmla="*/ 243840 h 264159"/>
              <a:gd name="connsiteX14" fmla="*/ 203200 w 223519"/>
              <a:gd name="connsiteY14" fmla="*/ 233680 h 264159"/>
              <a:gd name="connsiteX15" fmla="*/ 203200 w 223519"/>
              <a:gd name="connsiteY15" fmla="*/ 30480 h 264159"/>
              <a:gd name="connsiteX16" fmla="*/ 193040 w 223519"/>
              <a:gd name="connsiteY16" fmla="*/ 20320 h 264159"/>
              <a:gd name="connsiteX17" fmla="*/ 30480 w 223519"/>
              <a:gd name="connsiteY17" fmla="*/ 20320 h 264159"/>
              <a:gd name="connsiteX18" fmla="*/ 50800 w 223519"/>
              <a:gd name="connsiteY18" fmla="*/ 132080 h 264159"/>
              <a:gd name="connsiteX19" fmla="*/ 172720 w 223519"/>
              <a:gd name="connsiteY19" fmla="*/ 132080 h 264159"/>
              <a:gd name="connsiteX20" fmla="*/ 172720 w 223519"/>
              <a:gd name="connsiteY20" fmla="*/ 111760 h 264159"/>
              <a:gd name="connsiteX21" fmla="*/ 50800 w 223519"/>
              <a:gd name="connsiteY21" fmla="*/ 111760 h 264159"/>
              <a:gd name="connsiteX22" fmla="*/ 50800 w 223519"/>
              <a:gd name="connsiteY22" fmla="*/ 132080 h 264159"/>
              <a:gd name="connsiteX23" fmla="*/ 172720 w 223519"/>
              <a:gd name="connsiteY23" fmla="*/ 81280 h 264159"/>
              <a:gd name="connsiteX24" fmla="*/ 50800 w 223519"/>
              <a:gd name="connsiteY24" fmla="*/ 81280 h 264159"/>
              <a:gd name="connsiteX25" fmla="*/ 50800 w 223519"/>
              <a:gd name="connsiteY25" fmla="*/ 60960 h 264159"/>
              <a:gd name="connsiteX26" fmla="*/ 172720 w 223519"/>
              <a:gd name="connsiteY26" fmla="*/ 60960 h 264159"/>
              <a:gd name="connsiteX27" fmla="*/ 172720 w 223519"/>
              <a:gd name="connsiteY27" fmla="*/ 81280 h 264159"/>
              <a:gd name="connsiteX28" fmla="*/ 91440 w 223519"/>
              <a:gd name="connsiteY28" fmla="*/ 182880 h 264159"/>
              <a:gd name="connsiteX29" fmla="*/ 50800 w 223519"/>
              <a:gd name="connsiteY29" fmla="*/ 182880 h 264159"/>
              <a:gd name="connsiteX30" fmla="*/ 50800 w 223519"/>
              <a:gd name="connsiteY30" fmla="*/ 162560 h 264159"/>
              <a:gd name="connsiteX31" fmla="*/ 91440 w 223519"/>
              <a:gd name="connsiteY31" fmla="*/ 162560 h 264159"/>
              <a:gd name="connsiteX32" fmla="*/ 91440 w 223519"/>
              <a:gd name="connsiteY32" fmla="*/ 182880 h 264159"/>
              <a:gd name="connsiteX33" fmla="*/ 152400 w 223519"/>
              <a:gd name="connsiteY33" fmla="*/ 182880 h 264159"/>
              <a:gd name="connsiteX34" fmla="*/ 142240 w 223519"/>
              <a:gd name="connsiteY34" fmla="*/ 193040 h 264159"/>
              <a:gd name="connsiteX35" fmla="*/ 132080 w 223519"/>
              <a:gd name="connsiteY35" fmla="*/ 182880 h 264159"/>
              <a:gd name="connsiteX36" fmla="*/ 142240 w 223519"/>
              <a:gd name="connsiteY36" fmla="*/ 172720 h 264159"/>
              <a:gd name="connsiteX37" fmla="*/ 152400 w 223519"/>
              <a:gd name="connsiteY37" fmla="*/ 182880 h 264159"/>
              <a:gd name="connsiteX38" fmla="*/ 172720 w 223519"/>
              <a:gd name="connsiteY38" fmla="*/ 182880 h 264159"/>
              <a:gd name="connsiteX39" fmla="*/ 142240 w 223519"/>
              <a:gd name="connsiteY39" fmla="*/ 213360 h 264159"/>
              <a:gd name="connsiteX40" fmla="*/ 111760 w 223519"/>
              <a:gd name="connsiteY40" fmla="*/ 182880 h 264159"/>
              <a:gd name="connsiteX41" fmla="*/ 142240 w 223519"/>
              <a:gd name="connsiteY41" fmla="*/ 152400 h 264159"/>
              <a:gd name="connsiteX42" fmla="*/ 172720 w 223519"/>
              <a:gd name="connsiteY42" fmla="*/ 1828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23519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233680"/>
                </a:lnTo>
                <a:cubicBezTo>
                  <a:pt x="223520" y="250190"/>
                  <a:pt x="209550" y="264160"/>
                  <a:pt x="19304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30480" y="20320"/>
                </a:lnTo>
                <a:close/>
                <a:moveTo>
                  <a:pt x="50800" y="132080"/>
                </a:moveTo>
                <a:lnTo>
                  <a:pt x="172720" y="132080"/>
                </a:lnTo>
                <a:lnTo>
                  <a:pt x="172720" y="111760"/>
                </a:lnTo>
                <a:lnTo>
                  <a:pt x="50800" y="111760"/>
                </a:lnTo>
                <a:lnTo>
                  <a:pt x="50800" y="132080"/>
                </a:lnTo>
                <a:close/>
                <a:moveTo>
                  <a:pt x="172720" y="81280"/>
                </a:moveTo>
                <a:lnTo>
                  <a:pt x="50800" y="81280"/>
                </a:lnTo>
                <a:lnTo>
                  <a:pt x="50800" y="60960"/>
                </a:lnTo>
                <a:lnTo>
                  <a:pt x="172720" y="60960"/>
                </a:lnTo>
                <a:lnTo>
                  <a:pt x="172720" y="81280"/>
                </a:lnTo>
                <a:close/>
                <a:moveTo>
                  <a:pt x="91440" y="182880"/>
                </a:moveTo>
                <a:lnTo>
                  <a:pt x="50800" y="182880"/>
                </a:lnTo>
                <a:lnTo>
                  <a:pt x="50800" y="162560"/>
                </a:lnTo>
                <a:lnTo>
                  <a:pt x="91440" y="162560"/>
                </a:lnTo>
                <a:lnTo>
                  <a:pt x="91440" y="182880"/>
                </a:lnTo>
                <a:close/>
                <a:moveTo>
                  <a:pt x="152400" y="182880"/>
                </a:moveTo>
                <a:cubicBezTo>
                  <a:pt x="152400" y="187960"/>
                  <a:pt x="147320" y="193040"/>
                  <a:pt x="142240" y="193040"/>
                </a:cubicBezTo>
                <a:cubicBezTo>
                  <a:pt x="137160" y="193040"/>
                  <a:pt x="132080" y="187960"/>
                  <a:pt x="132080" y="182880"/>
                </a:cubicBezTo>
                <a:cubicBezTo>
                  <a:pt x="132080" y="177800"/>
                  <a:pt x="137160" y="172720"/>
                  <a:pt x="142240" y="172720"/>
                </a:cubicBezTo>
                <a:cubicBezTo>
                  <a:pt x="147320" y="172720"/>
                  <a:pt x="152400" y="176530"/>
                  <a:pt x="152400" y="182880"/>
                </a:cubicBezTo>
                <a:close/>
                <a:moveTo>
                  <a:pt x="172720" y="182880"/>
                </a:moveTo>
                <a:cubicBezTo>
                  <a:pt x="172720" y="199390"/>
                  <a:pt x="158750" y="213360"/>
                  <a:pt x="142240" y="213360"/>
                </a:cubicBezTo>
                <a:cubicBezTo>
                  <a:pt x="125730" y="213360"/>
                  <a:pt x="111760" y="199390"/>
                  <a:pt x="111760" y="182880"/>
                </a:cubicBezTo>
                <a:cubicBezTo>
                  <a:pt x="111760" y="166370"/>
                  <a:pt x="125730" y="152400"/>
                  <a:pt x="142240" y="152400"/>
                </a:cubicBezTo>
                <a:cubicBezTo>
                  <a:pt x="158750" y="152400"/>
                  <a:pt x="172720" y="165100"/>
                  <a:pt x="172720" y="1828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2" name="Полилиния: фигура 349">
            <a:extLst>
              <a:ext uri="{FF2B5EF4-FFF2-40B4-BE49-F238E27FC236}">
                <a16:creationId xmlns:a16="http://schemas.microsoft.com/office/drawing/2014/main" id="{ADDDB48D-D515-49A1-D1E6-103BFB29870C}"/>
              </a:ext>
            </a:extLst>
          </p:cNvPr>
          <p:cNvSpPr/>
          <p:nvPr/>
        </p:nvSpPr>
        <p:spPr>
          <a:xfrm>
            <a:off x="8361553" y="3542828"/>
            <a:ext cx="252653" cy="252653"/>
          </a:xfrm>
          <a:custGeom>
            <a:avLst/>
            <a:gdLst>
              <a:gd name="connsiteX0" fmla="*/ 91440 w 252653"/>
              <a:gd name="connsiteY0" fmla="*/ 10160 h 252653"/>
              <a:gd name="connsiteX1" fmla="*/ 81280 w 252653"/>
              <a:gd name="connsiteY1" fmla="*/ 0 h 252653"/>
              <a:gd name="connsiteX2" fmla="*/ 71120 w 252653"/>
              <a:gd name="connsiteY2" fmla="*/ 10160 h 252653"/>
              <a:gd name="connsiteX3" fmla="*/ 71120 w 252653"/>
              <a:gd name="connsiteY3" fmla="*/ 30480 h 252653"/>
              <a:gd name="connsiteX4" fmla="*/ 81280 w 252653"/>
              <a:gd name="connsiteY4" fmla="*/ 40640 h 252653"/>
              <a:gd name="connsiteX5" fmla="*/ 91440 w 252653"/>
              <a:gd name="connsiteY5" fmla="*/ 30480 h 252653"/>
              <a:gd name="connsiteX6" fmla="*/ 91440 w 252653"/>
              <a:gd name="connsiteY6" fmla="*/ 10160 h 252653"/>
              <a:gd name="connsiteX7" fmla="*/ 27940 w 252653"/>
              <a:gd name="connsiteY7" fmla="*/ 13970 h 252653"/>
              <a:gd name="connsiteX8" fmla="*/ 13970 w 252653"/>
              <a:gd name="connsiteY8" fmla="*/ 13970 h 252653"/>
              <a:gd name="connsiteX9" fmla="*/ 13970 w 252653"/>
              <a:gd name="connsiteY9" fmla="*/ 27940 h 252653"/>
              <a:gd name="connsiteX10" fmla="*/ 34290 w 252653"/>
              <a:gd name="connsiteY10" fmla="*/ 48260 h 252653"/>
              <a:gd name="connsiteX11" fmla="*/ 48261 w 252653"/>
              <a:gd name="connsiteY11" fmla="*/ 48260 h 252653"/>
              <a:gd name="connsiteX12" fmla="*/ 48261 w 252653"/>
              <a:gd name="connsiteY12" fmla="*/ 34290 h 252653"/>
              <a:gd name="connsiteX13" fmla="*/ 27940 w 252653"/>
              <a:gd name="connsiteY13" fmla="*/ 13970 h 252653"/>
              <a:gd name="connsiteX14" fmla="*/ 134620 w 252653"/>
              <a:gd name="connsiteY14" fmla="*/ 219710 h 252653"/>
              <a:gd name="connsiteX15" fmla="*/ 96520 w 252653"/>
              <a:gd name="connsiteY15" fmla="*/ 97790 h 252653"/>
              <a:gd name="connsiteX16" fmla="*/ 218440 w 252653"/>
              <a:gd name="connsiteY16" fmla="*/ 135890 h 252653"/>
              <a:gd name="connsiteX17" fmla="*/ 189230 w 252653"/>
              <a:gd name="connsiteY17" fmla="*/ 153670 h 252653"/>
              <a:gd name="connsiteX18" fmla="*/ 186690 w 252653"/>
              <a:gd name="connsiteY18" fmla="*/ 171450 h 252653"/>
              <a:gd name="connsiteX19" fmla="*/ 209550 w 252653"/>
              <a:gd name="connsiteY19" fmla="*/ 194310 h 252653"/>
              <a:gd name="connsiteX20" fmla="*/ 193040 w 252653"/>
              <a:gd name="connsiteY20" fmla="*/ 210820 h 252653"/>
              <a:gd name="connsiteX21" fmla="*/ 170180 w 252653"/>
              <a:gd name="connsiteY21" fmla="*/ 187960 h 252653"/>
              <a:gd name="connsiteX22" fmla="*/ 152400 w 252653"/>
              <a:gd name="connsiteY22" fmla="*/ 190500 h 252653"/>
              <a:gd name="connsiteX23" fmla="*/ 134620 w 252653"/>
              <a:gd name="connsiteY23" fmla="*/ 219710 h 252653"/>
              <a:gd name="connsiteX24" fmla="*/ 86361 w 252653"/>
              <a:gd name="connsiteY24" fmla="*/ 72390 h 252653"/>
              <a:gd name="connsiteX25" fmla="*/ 72390 w 252653"/>
              <a:gd name="connsiteY25" fmla="*/ 86360 h 252653"/>
              <a:gd name="connsiteX26" fmla="*/ 121920 w 252653"/>
              <a:gd name="connsiteY26" fmla="*/ 245110 h 252653"/>
              <a:gd name="connsiteX27" fmla="*/ 142240 w 252653"/>
              <a:gd name="connsiteY27" fmla="*/ 247650 h 252653"/>
              <a:gd name="connsiteX28" fmla="*/ 165100 w 252653"/>
              <a:gd name="connsiteY28" fmla="*/ 209550 h 252653"/>
              <a:gd name="connsiteX29" fmla="*/ 185420 w 252653"/>
              <a:gd name="connsiteY29" fmla="*/ 229870 h 252653"/>
              <a:gd name="connsiteX30" fmla="*/ 200661 w 252653"/>
              <a:gd name="connsiteY30" fmla="*/ 229870 h 252653"/>
              <a:gd name="connsiteX31" fmla="*/ 229870 w 252653"/>
              <a:gd name="connsiteY31" fmla="*/ 200660 h 252653"/>
              <a:gd name="connsiteX32" fmla="*/ 229870 w 252653"/>
              <a:gd name="connsiteY32" fmla="*/ 185420 h 252653"/>
              <a:gd name="connsiteX33" fmla="*/ 209550 w 252653"/>
              <a:gd name="connsiteY33" fmla="*/ 165100 h 252653"/>
              <a:gd name="connsiteX34" fmla="*/ 247650 w 252653"/>
              <a:gd name="connsiteY34" fmla="*/ 142240 h 252653"/>
              <a:gd name="connsiteX35" fmla="*/ 245111 w 252653"/>
              <a:gd name="connsiteY35" fmla="*/ 121920 h 252653"/>
              <a:gd name="connsiteX36" fmla="*/ 86361 w 252653"/>
              <a:gd name="connsiteY36" fmla="*/ 72390 h 252653"/>
              <a:gd name="connsiteX37" fmla="*/ 0 w 252653"/>
              <a:gd name="connsiteY37" fmla="*/ 81280 h 252653"/>
              <a:gd name="connsiteX38" fmla="*/ 10161 w 252653"/>
              <a:gd name="connsiteY38" fmla="*/ 71120 h 252653"/>
              <a:gd name="connsiteX39" fmla="*/ 30480 w 252653"/>
              <a:gd name="connsiteY39" fmla="*/ 71120 h 252653"/>
              <a:gd name="connsiteX40" fmla="*/ 40640 w 252653"/>
              <a:gd name="connsiteY40" fmla="*/ 81280 h 252653"/>
              <a:gd name="connsiteX41" fmla="*/ 30480 w 252653"/>
              <a:gd name="connsiteY41" fmla="*/ 91440 h 252653"/>
              <a:gd name="connsiteX42" fmla="*/ 10161 w 252653"/>
              <a:gd name="connsiteY42" fmla="*/ 91440 h 252653"/>
              <a:gd name="connsiteX43" fmla="*/ 0 w 252653"/>
              <a:gd name="connsiteY43" fmla="*/ 81280 h 252653"/>
              <a:gd name="connsiteX44" fmla="*/ 48261 w 252653"/>
              <a:gd name="connsiteY44" fmla="*/ 115570 h 252653"/>
              <a:gd name="connsiteX45" fmla="*/ 48261 w 252653"/>
              <a:gd name="connsiteY45" fmla="*/ 129540 h 252653"/>
              <a:gd name="connsiteX46" fmla="*/ 27940 w 252653"/>
              <a:gd name="connsiteY46" fmla="*/ 149860 h 252653"/>
              <a:gd name="connsiteX47" fmla="*/ 13970 w 252653"/>
              <a:gd name="connsiteY47" fmla="*/ 149860 h 252653"/>
              <a:gd name="connsiteX48" fmla="*/ 13970 w 252653"/>
              <a:gd name="connsiteY48" fmla="*/ 135890 h 252653"/>
              <a:gd name="connsiteX49" fmla="*/ 34290 w 252653"/>
              <a:gd name="connsiteY49" fmla="*/ 115570 h 252653"/>
              <a:gd name="connsiteX50" fmla="*/ 48261 w 252653"/>
              <a:gd name="connsiteY50" fmla="*/ 115570 h 252653"/>
              <a:gd name="connsiteX51" fmla="*/ 149861 w 252653"/>
              <a:gd name="connsiteY51" fmla="*/ 27940 h 252653"/>
              <a:gd name="connsiteX52" fmla="*/ 149861 w 252653"/>
              <a:gd name="connsiteY52" fmla="*/ 13970 h 252653"/>
              <a:gd name="connsiteX53" fmla="*/ 135890 w 252653"/>
              <a:gd name="connsiteY53" fmla="*/ 13970 h 252653"/>
              <a:gd name="connsiteX54" fmla="*/ 115570 w 252653"/>
              <a:gd name="connsiteY54" fmla="*/ 34290 h 252653"/>
              <a:gd name="connsiteX55" fmla="*/ 115570 w 252653"/>
              <a:gd name="connsiteY55" fmla="*/ 48260 h 252653"/>
              <a:gd name="connsiteX56" fmla="*/ 129540 w 252653"/>
              <a:gd name="connsiteY56" fmla="*/ 48260 h 252653"/>
              <a:gd name="connsiteX57" fmla="*/ 149861 w 252653"/>
              <a:gd name="connsiteY57" fmla="*/ 27940 h 252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2653" h="252653">
                <a:moveTo>
                  <a:pt x="91440" y="10160"/>
                </a:moveTo>
                <a:cubicBezTo>
                  <a:pt x="91440" y="5080"/>
                  <a:pt x="86361" y="0"/>
                  <a:pt x="81280" y="0"/>
                </a:cubicBezTo>
                <a:cubicBezTo>
                  <a:pt x="76200" y="0"/>
                  <a:pt x="71120" y="5080"/>
                  <a:pt x="71120" y="10160"/>
                </a:cubicBezTo>
                <a:lnTo>
                  <a:pt x="71120" y="30480"/>
                </a:lnTo>
                <a:cubicBezTo>
                  <a:pt x="71120" y="35560"/>
                  <a:pt x="76200" y="40640"/>
                  <a:pt x="81280" y="40640"/>
                </a:cubicBezTo>
                <a:cubicBezTo>
                  <a:pt x="86361" y="40640"/>
                  <a:pt x="91440" y="35560"/>
                  <a:pt x="91440" y="30480"/>
                </a:cubicBezTo>
                <a:lnTo>
                  <a:pt x="91440" y="10160"/>
                </a:lnTo>
                <a:close/>
                <a:moveTo>
                  <a:pt x="27940" y="13970"/>
                </a:moveTo>
                <a:cubicBezTo>
                  <a:pt x="24130" y="10160"/>
                  <a:pt x="17780" y="10160"/>
                  <a:pt x="13970" y="13970"/>
                </a:cubicBezTo>
                <a:cubicBezTo>
                  <a:pt x="10161" y="17780"/>
                  <a:pt x="10161" y="24130"/>
                  <a:pt x="13970" y="27940"/>
                </a:cubicBezTo>
                <a:lnTo>
                  <a:pt x="34290" y="48260"/>
                </a:lnTo>
                <a:cubicBezTo>
                  <a:pt x="38100" y="52070"/>
                  <a:pt x="44450" y="52070"/>
                  <a:pt x="48261" y="48260"/>
                </a:cubicBezTo>
                <a:cubicBezTo>
                  <a:pt x="52070" y="44450"/>
                  <a:pt x="52070" y="38100"/>
                  <a:pt x="48261" y="34290"/>
                </a:cubicBezTo>
                <a:lnTo>
                  <a:pt x="27940" y="13970"/>
                </a:lnTo>
                <a:close/>
                <a:moveTo>
                  <a:pt x="134620" y="219710"/>
                </a:moveTo>
                <a:lnTo>
                  <a:pt x="96520" y="97790"/>
                </a:lnTo>
                <a:lnTo>
                  <a:pt x="218440" y="135890"/>
                </a:lnTo>
                <a:lnTo>
                  <a:pt x="189230" y="153670"/>
                </a:lnTo>
                <a:cubicBezTo>
                  <a:pt x="182880" y="157480"/>
                  <a:pt x="181611" y="166370"/>
                  <a:pt x="186690" y="171450"/>
                </a:cubicBezTo>
                <a:lnTo>
                  <a:pt x="209550" y="194310"/>
                </a:lnTo>
                <a:lnTo>
                  <a:pt x="193040" y="210820"/>
                </a:lnTo>
                <a:lnTo>
                  <a:pt x="170180" y="187960"/>
                </a:lnTo>
                <a:cubicBezTo>
                  <a:pt x="165100" y="182880"/>
                  <a:pt x="156211" y="184150"/>
                  <a:pt x="152400" y="190500"/>
                </a:cubicBezTo>
                <a:lnTo>
                  <a:pt x="134620" y="219710"/>
                </a:lnTo>
                <a:close/>
                <a:moveTo>
                  <a:pt x="86361" y="72390"/>
                </a:moveTo>
                <a:cubicBezTo>
                  <a:pt x="77470" y="69850"/>
                  <a:pt x="69850" y="77470"/>
                  <a:pt x="72390" y="86360"/>
                </a:cubicBezTo>
                <a:lnTo>
                  <a:pt x="121920" y="245110"/>
                </a:lnTo>
                <a:cubicBezTo>
                  <a:pt x="124461" y="254000"/>
                  <a:pt x="137161" y="255270"/>
                  <a:pt x="142240" y="247650"/>
                </a:cubicBezTo>
                <a:lnTo>
                  <a:pt x="165100" y="209550"/>
                </a:lnTo>
                <a:lnTo>
                  <a:pt x="185420" y="229870"/>
                </a:lnTo>
                <a:cubicBezTo>
                  <a:pt x="189230" y="233680"/>
                  <a:pt x="196850" y="233680"/>
                  <a:pt x="200661" y="229870"/>
                </a:cubicBezTo>
                <a:lnTo>
                  <a:pt x="229870" y="200660"/>
                </a:lnTo>
                <a:cubicBezTo>
                  <a:pt x="233680" y="196850"/>
                  <a:pt x="233680" y="189230"/>
                  <a:pt x="229870" y="185420"/>
                </a:cubicBezTo>
                <a:lnTo>
                  <a:pt x="209550" y="165100"/>
                </a:lnTo>
                <a:lnTo>
                  <a:pt x="247650" y="142240"/>
                </a:lnTo>
                <a:cubicBezTo>
                  <a:pt x="255270" y="137160"/>
                  <a:pt x="254000" y="124460"/>
                  <a:pt x="245111" y="121920"/>
                </a:cubicBezTo>
                <a:lnTo>
                  <a:pt x="86361" y="72390"/>
                </a:lnTo>
                <a:close/>
                <a:moveTo>
                  <a:pt x="0" y="81280"/>
                </a:moveTo>
                <a:cubicBezTo>
                  <a:pt x="0" y="76200"/>
                  <a:pt x="5080" y="71120"/>
                  <a:pt x="10161" y="71120"/>
                </a:cubicBezTo>
                <a:lnTo>
                  <a:pt x="30480" y="71120"/>
                </a:lnTo>
                <a:cubicBezTo>
                  <a:pt x="35561" y="71120"/>
                  <a:pt x="40640" y="76200"/>
                  <a:pt x="40640" y="81280"/>
                </a:cubicBezTo>
                <a:cubicBezTo>
                  <a:pt x="40640" y="86360"/>
                  <a:pt x="35561" y="91440"/>
                  <a:pt x="30480" y="91440"/>
                </a:cubicBezTo>
                <a:lnTo>
                  <a:pt x="10161" y="91440"/>
                </a:lnTo>
                <a:cubicBezTo>
                  <a:pt x="5080" y="91440"/>
                  <a:pt x="0" y="87630"/>
                  <a:pt x="0" y="81280"/>
                </a:cubicBezTo>
                <a:close/>
                <a:moveTo>
                  <a:pt x="48261" y="115570"/>
                </a:moveTo>
                <a:cubicBezTo>
                  <a:pt x="52070" y="119380"/>
                  <a:pt x="52070" y="125730"/>
                  <a:pt x="48261" y="129540"/>
                </a:cubicBezTo>
                <a:lnTo>
                  <a:pt x="27940" y="149860"/>
                </a:lnTo>
                <a:cubicBezTo>
                  <a:pt x="24130" y="153670"/>
                  <a:pt x="17780" y="153670"/>
                  <a:pt x="13970" y="149860"/>
                </a:cubicBezTo>
                <a:cubicBezTo>
                  <a:pt x="10161" y="146050"/>
                  <a:pt x="10161" y="139700"/>
                  <a:pt x="13970" y="135890"/>
                </a:cubicBezTo>
                <a:lnTo>
                  <a:pt x="34290" y="115570"/>
                </a:lnTo>
                <a:cubicBezTo>
                  <a:pt x="38100" y="110490"/>
                  <a:pt x="44450" y="110490"/>
                  <a:pt x="48261" y="115570"/>
                </a:cubicBezTo>
                <a:close/>
                <a:moveTo>
                  <a:pt x="149861" y="27940"/>
                </a:moveTo>
                <a:cubicBezTo>
                  <a:pt x="153670" y="24130"/>
                  <a:pt x="153670" y="17780"/>
                  <a:pt x="149861" y="13970"/>
                </a:cubicBezTo>
                <a:cubicBezTo>
                  <a:pt x="146050" y="10160"/>
                  <a:pt x="139700" y="10160"/>
                  <a:pt x="135890" y="13970"/>
                </a:cubicBezTo>
                <a:lnTo>
                  <a:pt x="115570" y="34290"/>
                </a:lnTo>
                <a:cubicBezTo>
                  <a:pt x="111761" y="38100"/>
                  <a:pt x="111761" y="44450"/>
                  <a:pt x="115570" y="48260"/>
                </a:cubicBezTo>
                <a:cubicBezTo>
                  <a:pt x="119380" y="52070"/>
                  <a:pt x="125730" y="52070"/>
                  <a:pt x="129540" y="48260"/>
                </a:cubicBezTo>
                <a:lnTo>
                  <a:pt x="149861" y="279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3" name="Полилиния: фигура 354">
            <a:extLst>
              <a:ext uri="{FF2B5EF4-FFF2-40B4-BE49-F238E27FC236}">
                <a16:creationId xmlns:a16="http://schemas.microsoft.com/office/drawing/2014/main" id="{FEC080A1-90F7-B679-413A-1E09083A215D}"/>
              </a:ext>
            </a:extLst>
          </p:cNvPr>
          <p:cNvSpPr/>
          <p:nvPr/>
        </p:nvSpPr>
        <p:spPr>
          <a:xfrm>
            <a:off x="6719443" y="3537749"/>
            <a:ext cx="182880" cy="264159"/>
          </a:xfrm>
          <a:custGeom>
            <a:avLst/>
            <a:gdLst>
              <a:gd name="connsiteX0" fmla="*/ 30480 w 182880"/>
              <a:gd name="connsiteY0" fmla="*/ 0 h 264159"/>
              <a:gd name="connsiteX1" fmla="*/ 0 w 182880"/>
              <a:gd name="connsiteY1" fmla="*/ 30480 h 264159"/>
              <a:gd name="connsiteX2" fmla="*/ 0 w 182880"/>
              <a:gd name="connsiteY2" fmla="*/ 233680 h 264159"/>
              <a:gd name="connsiteX3" fmla="*/ 30480 w 182880"/>
              <a:gd name="connsiteY3" fmla="*/ 264160 h 264159"/>
              <a:gd name="connsiteX4" fmla="*/ 152400 w 182880"/>
              <a:gd name="connsiteY4" fmla="*/ 264160 h 264159"/>
              <a:gd name="connsiteX5" fmla="*/ 182880 w 182880"/>
              <a:gd name="connsiteY5" fmla="*/ 233680 h 264159"/>
              <a:gd name="connsiteX6" fmla="*/ 182880 w 182880"/>
              <a:gd name="connsiteY6" fmla="*/ 30480 h 264159"/>
              <a:gd name="connsiteX7" fmla="*/ 152400 w 182880"/>
              <a:gd name="connsiteY7" fmla="*/ 0 h 264159"/>
              <a:gd name="connsiteX8" fmla="*/ 30480 w 182880"/>
              <a:gd name="connsiteY8" fmla="*/ 0 h 264159"/>
              <a:gd name="connsiteX9" fmla="*/ 20320 w 182880"/>
              <a:gd name="connsiteY9" fmla="*/ 30480 h 264159"/>
              <a:gd name="connsiteX10" fmla="*/ 30480 w 182880"/>
              <a:gd name="connsiteY10" fmla="*/ 20320 h 264159"/>
              <a:gd name="connsiteX11" fmla="*/ 152400 w 182880"/>
              <a:gd name="connsiteY11" fmla="*/ 20320 h 264159"/>
              <a:gd name="connsiteX12" fmla="*/ 162560 w 182880"/>
              <a:gd name="connsiteY12" fmla="*/ 30480 h 264159"/>
              <a:gd name="connsiteX13" fmla="*/ 162560 w 182880"/>
              <a:gd name="connsiteY13" fmla="*/ 233680 h 264159"/>
              <a:gd name="connsiteX14" fmla="*/ 152400 w 182880"/>
              <a:gd name="connsiteY14" fmla="*/ 243840 h 264159"/>
              <a:gd name="connsiteX15" fmla="*/ 30480 w 182880"/>
              <a:gd name="connsiteY15" fmla="*/ 243840 h 264159"/>
              <a:gd name="connsiteX16" fmla="*/ 20320 w 182880"/>
              <a:gd name="connsiteY16" fmla="*/ 233680 h 264159"/>
              <a:gd name="connsiteX17" fmla="*/ 20320 w 182880"/>
              <a:gd name="connsiteY17" fmla="*/ 30480 h 264159"/>
              <a:gd name="connsiteX18" fmla="*/ 116840 w 182880"/>
              <a:gd name="connsiteY18" fmla="*/ 30480 h 264159"/>
              <a:gd name="connsiteX19" fmla="*/ 127000 w 182880"/>
              <a:gd name="connsiteY19" fmla="*/ 40640 h 264159"/>
              <a:gd name="connsiteX20" fmla="*/ 116840 w 182880"/>
              <a:gd name="connsiteY20" fmla="*/ 50800 h 264159"/>
              <a:gd name="connsiteX21" fmla="*/ 66040 w 182880"/>
              <a:gd name="connsiteY21" fmla="*/ 50800 h 264159"/>
              <a:gd name="connsiteX22" fmla="*/ 55880 w 182880"/>
              <a:gd name="connsiteY22" fmla="*/ 40640 h 264159"/>
              <a:gd name="connsiteX23" fmla="*/ 66040 w 182880"/>
              <a:gd name="connsiteY23" fmla="*/ 30480 h 264159"/>
              <a:gd name="connsiteX24" fmla="*/ 116840 w 182880"/>
              <a:gd name="connsiteY24" fmla="*/ 30480 h 264159"/>
              <a:gd name="connsiteX25" fmla="*/ 91440 w 182880"/>
              <a:gd name="connsiteY25" fmla="*/ 71120 h 264159"/>
              <a:gd name="connsiteX26" fmla="*/ 101600 w 182880"/>
              <a:gd name="connsiteY26" fmla="*/ 81280 h 264159"/>
              <a:gd name="connsiteX27" fmla="*/ 101600 w 182880"/>
              <a:gd name="connsiteY27" fmla="*/ 101600 h 264159"/>
              <a:gd name="connsiteX28" fmla="*/ 121920 w 182880"/>
              <a:gd name="connsiteY28" fmla="*/ 101600 h 264159"/>
              <a:gd name="connsiteX29" fmla="*/ 132080 w 182880"/>
              <a:gd name="connsiteY29" fmla="*/ 111760 h 264159"/>
              <a:gd name="connsiteX30" fmla="*/ 121920 w 182880"/>
              <a:gd name="connsiteY30" fmla="*/ 121920 h 264159"/>
              <a:gd name="connsiteX31" fmla="*/ 101600 w 182880"/>
              <a:gd name="connsiteY31" fmla="*/ 121920 h 264159"/>
              <a:gd name="connsiteX32" fmla="*/ 101600 w 182880"/>
              <a:gd name="connsiteY32" fmla="*/ 142240 h 264159"/>
              <a:gd name="connsiteX33" fmla="*/ 91440 w 182880"/>
              <a:gd name="connsiteY33" fmla="*/ 152400 h 264159"/>
              <a:gd name="connsiteX34" fmla="*/ 81280 w 182880"/>
              <a:gd name="connsiteY34" fmla="*/ 142240 h 264159"/>
              <a:gd name="connsiteX35" fmla="*/ 81280 w 182880"/>
              <a:gd name="connsiteY35" fmla="*/ 121920 h 264159"/>
              <a:gd name="connsiteX36" fmla="*/ 60960 w 182880"/>
              <a:gd name="connsiteY36" fmla="*/ 121920 h 264159"/>
              <a:gd name="connsiteX37" fmla="*/ 50800 w 182880"/>
              <a:gd name="connsiteY37" fmla="*/ 111760 h 264159"/>
              <a:gd name="connsiteX38" fmla="*/ 60960 w 182880"/>
              <a:gd name="connsiteY38" fmla="*/ 101600 h 264159"/>
              <a:gd name="connsiteX39" fmla="*/ 81280 w 182880"/>
              <a:gd name="connsiteY39" fmla="*/ 101600 h 264159"/>
              <a:gd name="connsiteX40" fmla="*/ 81280 w 182880"/>
              <a:gd name="connsiteY40" fmla="*/ 81280 h 264159"/>
              <a:gd name="connsiteX41" fmla="*/ 91440 w 182880"/>
              <a:gd name="connsiteY41" fmla="*/ 71120 h 264159"/>
              <a:gd name="connsiteX42" fmla="*/ 60960 w 182880"/>
              <a:gd name="connsiteY42" fmla="*/ 167640 h 264159"/>
              <a:gd name="connsiteX43" fmla="*/ 60960 w 182880"/>
              <a:gd name="connsiteY43" fmla="*/ 187960 h 264159"/>
              <a:gd name="connsiteX44" fmla="*/ 40640 w 182880"/>
              <a:gd name="connsiteY44" fmla="*/ 187960 h 264159"/>
              <a:gd name="connsiteX45" fmla="*/ 40640 w 182880"/>
              <a:gd name="connsiteY45" fmla="*/ 167640 h 264159"/>
              <a:gd name="connsiteX46" fmla="*/ 60960 w 182880"/>
              <a:gd name="connsiteY46" fmla="*/ 167640 h 264159"/>
              <a:gd name="connsiteX47" fmla="*/ 60960 w 182880"/>
              <a:gd name="connsiteY47" fmla="*/ 223520 h 264159"/>
              <a:gd name="connsiteX48" fmla="*/ 60960 w 182880"/>
              <a:gd name="connsiteY48" fmla="*/ 203200 h 264159"/>
              <a:gd name="connsiteX49" fmla="*/ 40640 w 182880"/>
              <a:gd name="connsiteY49" fmla="*/ 203200 h 264159"/>
              <a:gd name="connsiteX50" fmla="*/ 40640 w 182880"/>
              <a:gd name="connsiteY50" fmla="*/ 223520 h 264159"/>
              <a:gd name="connsiteX51" fmla="*/ 60960 w 182880"/>
              <a:gd name="connsiteY51" fmla="*/ 223520 h 264159"/>
              <a:gd name="connsiteX52" fmla="*/ 81280 w 182880"/>
              <a:gd name="connsiteY52" fmla="*/ 167640 h 264159"/>
              <a:gd name="connsiteX53" fmla="*/ 142240 w 182880"/>
              <a:gd name="connsiteY53" fmla="*/ 167640 h 264159"/>
              <a:gd name="connsiteX54" fmla="*/ 142240 w 182880"/>
              <a:gd name="connsiteY54" fmla="*/ 187960 h 264159"/>
              <a:gd name="connsiteX55" fmla="*/ 81280 w 182880"/>
              <a:gd name="connsiteY55" fmla="*/ 187960 h 264159"/>
              <a:gd name="connsiteX56" fmla="*/ 81280 w 182880"/>
              <a:gd name="connsiteY56" fmla="*/ 167640 h 264159"/>
              <a:gd name="connsiteX57" fmla="*/ 142240 w 182880"/>
              <a:gd name="connsiteY57" fmla="*/ 203200 h 264159"/>
              <a:gd name="connsiteX58" fmla="*/ 81280 w 182880"/>
              <a:gd name="connsiteY58" fmla="*/ 203200 h 264159"/>
              <a:gd name="connsiteX59" fmla="*/ 81280 w 182880"/>
              <a:gd name="connsiteY59" fmla="*/ 223520 h 264159"/>
              <a:gd name="connsiteX60" fmla="*/ 142240 w 182880"/>
              <a:gd name="connsiteY60" fmla="*/ 223520 h 264159"/>
              <a:gd name="connsiteX61" fmla="*/ 142240 w 182880"/>
              <a:gd name="connsiteY61" fmla="*/ 2032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8288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52400" y="264160"/>
                </a:lnTo>
                <a:cubicBezTo>
                  <a:pt x="168910" y="264160"/>
                  <a:pt x="182880" y="250190"/>
                  <a:pt x="182880" y="233680"/>
                </a:cubicBezTo>
                <a:lnTo>
                  <a:pt x="182880" y="30480"/>
                </a:lnTo>
                <a:cubicBezTo>
                  <a:pt x="182880" y="13970"/>
                  <a:pt x="168910" y="0"/>
                  <a:pt x="15240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52400" y="20320"/>
                </a:lnTo>
                <a:cubicBezTo>
                  <a:pt x="157480" y="20320"/>
                  <a:pt x="162560" y="25400"/>
                  <a:pt x="162560" y="30480"/>
                </a:cubicBezTo>
                <a:lnTo>
                  <a:pt x="162560" y="233680"/>
                </a:lnTo>
                <a:cubicBezTo>
                  <a:pt x="162560" y="238760"/>
                  <a:pt x="157480" y="243840"/>
                  <a:pt x="15240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16840" y="30480"/>
                </a:moveTo>
                <a:cubicBezTo>
                  <a:pt x="121920" y="30480"/>
                  <a:pt x="127000" y="35560"/>
                  <a:pt x="127000" y="40640"/>
                </a:cubicBezTo>
                <a:cubicBezTo>
                  <a:pt x="127000" y="45720"/>
                  <a:pt x="121920" y="50800"/>
                  <a:pt x="116840" y="50800"/>
                </a:cubicBezTo>
                <a:lnTo>
                  <a:pt x="66040" y="50800"/>
                </a:lnTo>
                <a:cubicBezTo>
                  <a:pt x="60960" y="50800"/>
                  <a:pt x="55880" y="45720"/>
                  <a:pt x="55880" y="40640"/>
                </a:cubicBezTo>
                <a:cubicBezTo>
                  <a:pt x="55880" y="35560"/>
                  <a:pt x="60960" y="30480"/>
                  <a:pt x="66040" y="30480"/>
                </a:cubicBezTo>
                <a:lnTo>
                  <a:pt x="116840" y="30480"/>
                </a:lnTo>
                <a:close/>
                <a:moveTo>
                  <a:pt x="91440" y="71120"/>
                </a:moveTo>
                <a:cubicBezTo>
                  <a:pt x="96520" y="71120"/>
                  <a:pt x="101600" y="76200"/>
                  <a:pt x="101600" y="81280"/>
                </a:cubicBezTo>
                <a:lnTo>
                  <a:pt x="101600" y="101600"/>
                </a:ln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0" y="121920"/>
                </a:lnTo>
                <a:lnTo>
                  <a:pt x="101600" y="142240"/>
                </a:lnTo>
                <a:cubicBezTo>
                  <a:pt x="101600" y="147320"/>
                  <a:pt x="96520" y="152400"/>
                  <a:pt x="91440" y="152400"/>
                </a:cubicBezTo>
                <a:cubicBezTo>
                  <a:pt x="86360" y="152400"/>
                  <a:pt x="81280" y="147320"/>
                  <a:pt x="81280" y="142240"/>
                </a:cubicBezTo>
                <a:lnTo>
                  <a:pt x="81280" y="121920"/>
                </a:lnTo>
                <a:lnTo>
                  <a:pt x="60960" y="121920"/>
                </a:lnTo>
                <a:cubicBezTo>
                  <a:pt x="55880" y="121920"/>
                  <a:pt x="50800" y="116840"/>
                  <a:pt x="50800" y="111760"/>
                </a:cubicBezTo>
                <a:cubicBezTo>
                  <a:pt x="50800" y="106680"/>
                  <a:pt x="55880" y="101600"/>
                  <a:pt x="60960" y="101600"/>
                </a:cubicBezTo>
                <a:lnTo>
                  <a:pt x="81280" y="101600"/>
                </a:lnTo>
                <a:lnTo>
                  <a:pt x="81280" y="81280"/>
                </a:lnTo>
                <a:cubicBezTo>
                  <a:pt x="81280" y="74930"/>
                  <a:pt x="85090" y="71120"/>
                  <a:pt x="91440" y="71120"/>
                </a:cubicBezTo>
                <a:close/>
                <a:moveTo>
                  <a:pt x="60960" y="167640"/>
                </a:moveTo>
                <a:lnTo>
                  <a:pt x="60960" y="187960"/>
                </a:lnTo>
                <a:lnTo>
                  <a:pt x="40640" y="187960"/>
                </a:lnTo>
                <a:lnTo>
                  <a:pt x="40640" y="167640"/>
                </a:lnTo>
                <a:lnTo>
                  <a:pt x="60960" y="167640"/>
                </a:lnTo>
                <a:close/>
                <a:moveTo>
                  <a:pt x="60960" y="223520"/>
                </a:moveTo>
                <a:lnTo>
                  <a:pt x="60960" y="203200"/>
                </a:lnTo>
                <a:lnTo>
                  <a:pt x="40640" y="203200"/>
                </a:lnTo>
                <a:lnTo>
                  <a:pt x="40640" y="223520"/>
                </a:lnTo>
                <a:lnTo>
                  <a:pt x="60960" y="223520"/>
                </a:lnTo>
                <a:close/>
                <a:moveTo>
                  <a:pt x="81280" y="167640"/>
                </a:moveTo>
                <a:lnTo>
                  <a:pt x="142240" y="167640"/>
                </a:lnTo>
                <a:lnTo>
                  <a:pt x="142240" y="187960"/>
                </a:lnTo>
                <a:lnTo>
                  <a:pt x="81280" y="187960"/>
                </a:lnTo>
                <a:lnTo>
                  <a:pt x="81280" y="167640"/>
                </a:lnTo>
                <a:close/>
                <a:moveTo>
                  <a:pt x="142240" y="203200"/>
                </a:moveTo>
                <a:lnTo>
                  <a:pt x="81280" y="203200"/>
                </a:lnTo>
                <a:lnTo>
                  <a:pt x="81280" y="223520"/>
                </a:lnTo>
                <a:lnTo>
                  <a:pt x="142240" y="223520"/>
                </a:lnTo>
                <a:lnTo>
                  <a:pt x="142240" y="2032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4" name="Полилиния: фигура 355">
            <a:extLst>
              <a:ext uri="{FF2B5EF4-FFF2-40B4-BE49-F238E27FC236}">
                <a16:creationId xmlns:a16="http://schemas.microsoft.com/office/drawing/2014/main" id="{3CE0992A-BB20-CA30-6382-52785D9DF562}"/>
              </a:ext>
            </a:extLst>
          </p:cNvPr>
          <p:cNvSpPr/>
          <p:nvPr/>
        </p:nvSpPr>
        <p:spPr>
          <a:xfrm>
            <a:off x="3903854" y="3537749"/>
            <a:ext cx="223520" cy="264159"/>
          </a:xfrm>
          <a:custGeom>
            <a:avLst/>
            <a:gdLst>
              <a:gd name="connsiteX0" fmla="*/ 71120 w 223520"/>
              <a:gd name="connsiteY0" fmla="*/ 20320 h 264159"/>
              <a:gd name="connsiteX1" fmla="*/ 60960 w 223520"/>
              <a:gd name="connsiteY1" fmla="*/ 30480 h 264159"/>
              <a:gd name="connsiteX2" fmla="*/ 60960 w 223520"/>
              <a:gd name="connsiteY2" fmla="*/ 40640 h 264159"/>
              <a:gd name="connsiteX3" fmla="*/ 152400 w 223520"/>
              <a:gd name="connsiteY3" fmla="*/ 40640 h 264159"/>
              <a:gd name="connsiteX4" fmla="*/ 182880 w 223520"/>
              <a:gd name="connsiteY4" fmla="*/ 71120 h 264159"/>
              <a:gd name="connsiteX5" fmla="*/ 182880 w 223520"/>
              <a:gd name="connsiteY5" fmla="*/ 203200 h 264159"/>
              <a:gd name="connsiteX6" fmla="*/ 193040 w 223520"/>
              <a:gd name="connsiteY6" fmla="*/ 203200 h 264159"/>
              <a:gd name="connsiteX7" fmla="*/ 203200 w 223520"/>
              <a:gd name="connsiteY7" fmla="*/ 193040 h 264159"/>
              <a:gd name="connsiteX8" fmla="*/ 203200 w 223520"/>
              <a:gd name="connsiteY8" fmla="*/ 30480 h 264159"/>
              <a:gd name="connsiteX9" fmla="*/ 193040 w 223520"/>
              <a:gd name="connsiteY9" fmla="*/ 20320 h 264159"/>
              <a:gd name="connsiteX10" fmla="*/ 71120 w 223520"/>
              <a:gd name="connsiteY10" fmla="*/ 20320 h 264159"/>
              <a:gd name="connsiteX11" fmla="*/ 40640 w 223520"/>
              <a:gd name="connsiteY11" fmla="*/ 30480 h 264159"/>
              <a:gd name="connsiteX12" fmla="*/ 40640 w 223520"/>
              <a:gd name="connsiteY12" fmla="*/ 40640 h 264159"/>
              <a:gd name="connsiteX13" fmla="*/ 30480 w 223520"/>
              <a:gd name="connsiteY13" fmla="*/ 40640 h 264159"/>
              <a:gd name="connsiteX14" fmla="*/ 0 w 223520"/>
              <a:gd name="connsiteY14" fmla="*/ 71120 h 264159"/>
              <a:gd name="connsiteX15" fmla="*/ 0 w 223520"/>
              <a:gd name="connsiteY15" fmla="*/ 233680 h 264159"/>
              <a:gd name="connsiteX16" fmla="*/ 30480 w 223520"/>
              <a:gd name="connsiteY16" fmla="*/ 264160 h 264159"/>
              <a:gd name="connsiteX17" fmla="*/ 152400 w 223520"/>
              <a:gd name="connsiteY17" fmla="*/ 264160 h 264159"/>
              <a:gd name="connsiteX18" fmla="*/ 182880 w 223520"/>
              <a:gd name="connsiteY18" fmla="*/ 233680 h 264159"/>
              <a:gd name="connsiteX19" fmla="*/ 182880 w 223520"/>
              <a:gd name="connsiteY19" fmla="*/ 223520 h 264159"/>
              <a:gd name="connsiteX20" fmla="*/ 193040 w 223520"/>
              <a:gd name="connsiteY20" fmla="*/ 223520 h 264159"/>
              <a:gd name="connsiteX21" fmla="*/ 223520 w 223520"/>
              <a:gd name="connsiteY21" fmla="*/ 193040 h 264159"/>
              <a:gd name="connsiteX22" fmla="*/ 223520 w 223520"/>
              <a:gd name="connsiteY22" fmla="*/ 30480 h 264159"/>
              <a:gd name="connsiteX23" fmla="*/ 193040 w 223520"/>
              <a:gd name="connsiteY23" fmla="*/ 0 h 264159"/>
              <a:gd name="connsiteX24" fmla="*/ 71120 w 223520"/>
              <a:gd name="connsiteY24" fmla="*/ 0 h 264159"/>
              <a:gd name="connsiteX25" fmla="*/ 40640 w 223520"/>
              <a:gd name="connsiteY25" fmla="*/ 30480 h 264159"/>
              <a:gd name="connsiteX26" fmla="*/ 162560 w 223520"/>
              <a:gd name="connsiteY26" fmla="*/ 213360 h 264159"/>
              <a:gd name="connsiteX27" fmla="*/ 162560 w 223520"/>
              <a:gd name="connsiteY27" fmla="*/ 233680 h 264159"/>
              <a:gd name="connsiteX28" fmla="*/ 152400 w 223520"/>
              <a:gd name="connsiteY28" fmla="*/ 243840 h 264159"/>
              <a:gd name="connsiteX29" fmla="*/ 30480 w 223520"/>
              <a:gd name="connsiteY29" fmla="*/ 243840 h 264159"/>
              <a:gd name="connsiteX30" fmla="*/ 20320 w 223520"/>
              <a:gd name="connsiteY30" fmla="*/ 233680 h 264159"/>
              <a:gd name="connsiteX31" fmla="*/ 20320 w 223520"/>
              <a:gd name="connsiteY31" fmla="*/ 71120 h 264159"/>
              <a:gd name="connsiteX32" fmla="*/ 30480 w 223520"/>
              <a:gd name="connsiteY32" fmla="*/ 60960 h 264159"/>
              <a:gd name="connsiteX33" fmla="*/ 50800 w 223520"/>
              <a:gd name="connsiteY33" fmla="*/ 60960 h 264159"/>
              <a:gd name="connsiteX34" fmla="*/ 152400 w 223520"/>
              <a:gd name="connsiteY34" fmla="*/ 60960 h 264159"/>
              <a:gd name="connsiteX35" fmla="*/ 162560 w 223520"/>
              <a:gd name="connsiteY35" fmla="*/ 71120 h 264159"/>
              <a:gd name="connsiteX36" fmla="*/ 162560 w 223520"/>
              <a:gd name="connsiteY36" fmla="*/ 213360 h 264159"/>
              <a:gd name="connsiteX37" fmla="*/ 40640 w 223520"/>
              <a:gd name="connsiteY37" fmla="*/ 111760 h 264159"/>
              <a:gd name="connsiteX38" fmla="*/ 142240 w 223520"/>
              <a:gd name="connsiteY38" fmla="*/ 111760 h 264159"/>
              <a:gd name="connsiteX39" fmla="*/ 142240 w 223520"/>
              <a:gd name="connsiteY39" fmla="*/ 91440 h 264159"/>
              <a:gd name="connsiteX40" fmla="*/ 40640 w 223520"/>
              <a:gd name="connsiteY40" fmla="*/ 91440 h 264159"/>
              <a:gd name="connsiteX41" fmla="*/ 40640 w 223520"/>
              <a:gd name="connsiteY41" fmla="*/ 111760 h 264159"/>
              <a:gd name="connsiteX42" fmla="*/ 142240 w 223520"/>
              <a:gd name="connsiteY42" fmla="*/ 162560 h 264159"/>
              <a:gd name="connsiteX43" fmla="*/ 40640 w 223520"/>
              <a:gd name="connsiteY43" fmla="*/ 162560 h 264159"/>
              <a:gd name="connsiteX44" fmla="*/ 40640 w 223520"/>
              <a:gd name="connsiteY44" fmla="*/ 142240 h 264159"/>
              <a:gd name="connsiteX45" fmla="*/ 142240 w 223520"/>
              <a:gd name="connsiteY45" fmla="*/ 142240 h 264159"/>
              <a:gd name="connsiteX46" fmla="*/ 142240 w 223520"/>
              <a:gd name="connsiteY46" fmla="*/ 162560 h 264159"/>
              <a:gd name="connsiteX47" fmla="*/ 40640 w 223520"/>
              <a:gd name="connsiteY47" fmla="*/ 213360 h 264159"/>
              <a:gd name="connsiteX48" fmla="*/ 142240 w 223520"/>
              <a:gd name="connsiteY48" fmla="*/ 213360 h 264159"/>
              <a:gd name="connsiteX49" fmla="*/ 142240 w 223520"/>
              <a:gd name="connsiteY49" fmla="*/ 193040 h 264159"/>
              <a:gd name="connsiteX50" fmla="*/ 40640 w 223520"/>
              <a:gd name="connsiteY50" fmla="*/ 193040 h 264159"/>
              <a:gd name="connsiteX51" fmla="*/ 40640 w 223520"/>
              <a:gd name="connsiteY51" fmla="*/ 2133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23520" h="264159">
                <a:moveTo>
                  <a:pt x="71120" y="20320"/>
                </a:moveTo>
                <a:cubicBezTo>
                  <a:pt x="66040" y="20320"/>
                  <a:pt x="60960" y="25400"/>
                  <a:pt x="60960" y="30480"/>
                </a:cubicBezTo>
                <a:lnTo>
                  <a:pt x="60960" y="40640"/>
                </a:lnTo>
                <a:lnTo>
                  <a:pt x="152400" y="40640"/>
                </a:lnTo>
                <a:cubicBezTo>
                  <a:pt x="168910" y="40640"/>
                  <a:pt x="182880" y="54610"/>
                  <a:pt x="182880" y="7112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71120" y="20320"/>
                </a:lnTo>
                <a:close/>
                <a:moveTo>
                  <a:pt x="40640" y="30480"/>
                </a:moveTo>
                <a:lnTo>
                  <a:pt x="40640" y="40640"/>
                </a:lnTo>
                <a:lnTo>
                  <a:pt x="30480" y="40640"/>
                </a:lnTo>
                <a:cubicBezTo>
                  <a:pt x="13970" y="40640"/>
                  <a:pt x="0" y="54610"/>
                  <a:pt x="0" y="7112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52400" y="264160"/>
                </a:lnTo>
                <a:cubicBezTo>
                  <a:pt x="168910" y="264160"/>
                  <a:pt x="182880" y="250190"/>
                  <a:pt x="182880" y="233680"/>
                </a:cubicBezTo>
                <a:lnTo>
                  <a:pt x="182880" y="223520"/>
                </a:lnTo>
                <a:lnTo>
                  <a:pt x="193040" y="223520"/>
                </a:lnTo>
                <a:cubicBezTo>
                  <a:pt x="209550" y="223520"/>
                  <a:pt x="223520" y="209550"/>
                  <a:pt x="223520" y="19304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71120" y="0"/>
                </a:lnTo>
                <a:cubicBezTo>
                  <a:pt x="54610" y="0"/>
                  <a:pt x="40640" y="13970"/>
                  <a:pt x="40640" y="30480"/>
                </a:cubicBezTo>
                <a:close/>
                <a:moveTo>
                  <a:pt x="162560" y="213360"/>
                </a:moveTo>
                <a:lnTo>
                  <a:pt x="162560" y="233680"/>
                </a:lnTo>
                <a:cubicBezTo>
                  <a:pt x="162560" y="238760"/>
                  <a:pt x="157480" y="243840"/>
                  <a:pt x="15240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71120"/>
                </a:lnTo>
                <a:cubicBezTo>
                  <a:pt x="20320" y="66040"/>
                  <a:pt x="25400" y="60960"/>
                  <a:pt x="30480" y="60960"/>
                </a:cubicBezTo>
                <a:lnTo>
                  <a:pt x="50800" y="60960"/>
                </a:lnTo>
                <a:lnTo>
                  <a:pt x="152400" y="60960"/>
                </a:lnTo>
                <a:cubicBezTo>
                  <a:pt x="157480" y="60960"/>
                  <a:pt x="162560" y="66040"/>
                  <a:pt x="162560" y="71120"/>
                </a:cubicBezTo>
                <a:lnTo>
                  <a:pt x="162560" y="213360"/>
                </a:lnTo>
                <a:close/>
                <a:moveTo>
                  <a:pt x="40640" y="111760"/>
                </a:moveTo>
                <a:lnTo>
                  <a:pt x="142240" y="111760"/>
                </a:lnTo>
                <a:lnTo>
                  <a:pt x="142240" y="91440"/>
                </a:lnTo>
                <a:lnTo>
                  <a:pt x="40640" y="91440"/>
                </a:lnTo>
                <a:lnTo>
                  <a:pt x="40640" y="111760"/>
                </a:lnTo>
                <a:close/>
                <a:moveTo>
                  <a:pt x="142240" y="162560"/>
                </a:moveTo>
                <a:lnTo>
                  <a:pt x="40640" y="162560"/>
                </a:lnTo>
                <a:lnTo>
                  <a:pt x="40640" y="142240"/>
                </a:lnTo>
                <a:lnTo>
                  <a:pt x="142240" y="142240"/>
                </a:lnTo>
                <a:lnTo>
                  <a:pt x="142240" y="162560"/>
                </a:lnTo>
                <a:close/>
                <a:moveTo>
                  <a:pt x="40640" y="213360"/>
                </a:moveTo>
                <a:lnTo>
                  <a:pt x="142240" y="213360"/>
                </a:lnTo>
                <a:lnTo>
                  <a:pt x="142240" y="193040"/>
                </a:lnTo>
                <a:lnTo>
                  <a:pt x="40640" y="193040"/>
                </a:lnTo>
                <a:lnTo>
                  <a:pt x="40640" y="2133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5" name="Полилиния: фигура 359">
            <a:extLst>
              <a:ext uri="{FF2B5EF4-FFF2-40B4-BE49-F238E27FC236}">
                <a16:creationId xmlns:a16="http://schemas.microsoft.com/office/drawing/2014/main" id="{E809F72E-9708-4245-5AC2-39139DC67DC3}"/>
              </a:ext>
            </a:extLst>
          </p:cNvPr>
          <p:cNvSpPr/>
          <p:nvPr/>
        </p:nvSpPr>
        <p:spPr>
          <a:xfrm>
            <a:off x="2207134" y="4952968"/>
            <a:ext cx="264160" cy="203200"/>
          </a:xfrm>
          <a:custGeom>
            <a:avLst/>
            <a:gdLst>
              <a:gd name="connsiteX0" fmla="*/ 20320 w 264160"/>
              <a:gd name="connsiteY0" fmla="*/ 21590 h 203200"/>
              <a:gd name="connsiteX1" fmla="*/ 20320 w 264160"/>
              <a:gd name="connsiteY1" fmla="*/ 143510 h 203200"/>
              <a:gd name="connsiteX2" fmla="*/ 243840 w 264160"/>
              <a:gd name="connsiteY2" fmla="*/ 143510 h 203200"/>
              <a:gd name="connsiteX3" fmla="*/ 243840 w 264160"/>
              <a:gd name="connsiteY3" fmla="*/ 21590 h 203200"/>
              <a:gd name="connsiteX4" fmla="*/ 20320 w 264160"/>
              <a:gd name="connsiteY4" fmla="*/ 21590 h 203200"/>
              <a:gd name="connsiteX5" fmla="*/ 0 w 264160"/>
              <a:gd name="connsiteY5" fmla="*/ 11430 h 203200"/>
              <a:gd name="connsiteX6" fmla="*/ 11430 w 264160"/>
              <a:gd name="connsiteY6" fmla="*/ 0 h 203200"/>
              <a:gd name="connsiteX7" fmla="*/ 252730 w 264160"/>
              <a:gd name="connsiteY7" fmla="*/ 0 h 203200"/>
              <a:gd name="connsiteX8" fmla="*/ 264160 w 264160"/>
              <a:gd name="connsiteY8" fmla="*/ 11430 h 203200"/>
              <a:gd name="connsiteX9" fmla="*/ 264160 w 264160"/>
              <a:gd name="connsiteY9" fmla="*/ 151130 h 203200"/>
              <a:gd name="connsiteX10" fmla="*/ 252730 w 264160"/>
              <a:gd name="connsiteY10" fmla="*/ 162560 h 203200"/>
              <a:gd name="connsiteX11" fmla="*/ 11430 w 264160"/>
              <a:gd name="connsiteY11" fmla="*/ 162560 h 203200"/>
              <a:gd name="connsiteX12" fmla="*/ 0 w 264160"/>
              <a:gd name="connsiteY12" fmla="*/ 151130 h 203200"/>
              <a:gd name="connsiteX13" fmla="*/ 0 w 264160"/>
              <a:gd name="connsiteY13" fmla="*/ 11430 h 203200"/>
              <a:gd name="connsiteX14" fmla="*/ 59690 w 264160"/>
              <a:gd name="connsiteY14" fmla="*/ 62230 h 203200"/>
              <a:gd name="connsiteX15" fmla="*/ 69850 w 264160"/>
              <a:gd name="connsiteY15" fmla="*/ 72390 h 203200"/>
              <a:gd name="connsiteX16" fmla="*/ 69850 w 264160"/>
              <a:gd name="connsiteY16" fmla="*/ 92710 h 203200"/>
              <a:gd name="connsiteX17" fmla="*/ 59690 w 264160"/>
              <a:gd name="connsiteY17" fmla="*/ 102870 h 203200"/>
              <a:gd name="connsiteX18" fmla="*/ 49530 w 264160"/>
              <a:gd name="connsiteY18" fmla="*/ 92710 h 203200"/>
              <a:gd name="connsiteX19" fmla="*/ 49530 w 264160"/>
              <a:gd name="connsiteY19" fmla="*/ 72390 h 203200"/>
              <a:gd name="connsiteX20" fmla="*/ 59690 w 264160"/>
              <a:gd name="connsiteY20" fmla="*/ 62230 h 203200"/>
              <a:gd name="connsiteX21" fmla="*/ 201930 w 264160"/>
              <a:gd name="connsiteY21" fmla="*/ 62230 h 203200"/>
              <a:gd name="connsiteX22" fmla="*/ 212090 w 264160"/>
              <a:gd name="connsiteY22" fmla="*/ 72390 h 203200"/>
              <a:gd name="connsiteX23" fmla="*/ 212090 w 264160"/>
              <a:gd name="connsiteY23" fmla="*/ 92710 h 203200"/>
              <a:gd name="connsiteX24" fmla="*/ 201930 w 264160"/>
              <a:gd name="connsiteY24" fmla="*/ 102870 h 203200"/>
              <a:gd name="connsiteX25" fmla="*/ 191770 w 264160"/>
              <a:gd name="connsiteY25" fmla="*/ 92710 h 203200"/>
              <a:gd name="connsiteX26" fmla="*/ 191770 w 264160"/>
              <a:gd name="connsiteY26" fmla="*/ 72390 h 203200"/>
              <a:gd name="connsiteX27" fmla="*/ 201930 w 264160"/>
              <a:gd name="connsiteY27" fmla="*/ 62230 h 203200"/>
              <a:gd name="connsiteX28" fmla="*/ 0 w 264160"/>
              <a:gd name="connsiteY28" fmla="*/ 193040 h 203200"/>
              <a:gd name="connsiteX29" fmla="*/ 10160 w 264160"/>
              <a:gd name="connsiteY29" fmla="*/ 182880 h 203200"/>
              <a:gd name="connsiteX30" fmla="*/ 254000 w 264160"/>
              <a:gd name="connsiteY30" fmla="*/ 182880 h 203200"/>
              <a:gd name="connsiteX31" fmla="*/ 264160 w 264160"/>
              <a:gd name="connsiteY31" fmla="*/ 193040 h 203200"/>
              <a:gd name="connsiteX32" fmla="*/ 254000 w 264160"/>
              <a:gd name="connsiteY32" fmla="*/ 203200 h 203200"/>
              <a:gd name="connsiteX33" fmla="*/ 10160 w 264160"/>
              <a:gd name="connsiteY33" fmla="*/ 203200 h 203200"/>
              <a:gd name="connsiteX34" fmla="*/ 0 w 264160"/>
              <a:gd name="connsiteY34" fmla="*/ 193040 h 203200"/>
              <a:gd name="connsiteX35" fmla="*/ 95250 w 264160"/>
              <a:gd name="connsiteY35" fmla="*/ 64770 h 203200"/>
              <a:gd name="connsiteX36" fmla="*/ 87630 w 264160"/>
              <a:gd name="connsiteY36" fmla="*/ 72390 h 203200"/>
              <a:gd name="connsiteX37" fmla="*/ 95250 w 264160"/>
              <a:gd name="connsiteY37" fmla="*/ 80010 h 203200"/>
              <a:gd name="connsiteX38" fmla="*/ 97790 w 264160"/>
              <a:gd name="connsiteY38" fmla="*/ 80010 h 203200"/>
              <a:gd name="connsiteX39" fmla="*/ 97790 w 264160"/>
              <a:gd name="connsiteY39" fmla="*/ 82550 h 203200"/>
              <a:gd name="connsiteX40" fmla="*/ 97790 w 264160"/>
              <a:gd name="connsiteY40" fmla="*/ 90170 h 203200"/>
              <a:gd name="connsiteX41" fmla="*/ 95250 w 264160"/>
              <a:gd name="connsiteY41" fmla="*/ 90170 h 203200"/>
              <a:gd name="connsiteX42" fmla="*/ 87630 w 264160"/>
              <a:gd name="connsiteY42" fmla="*/ 97790 h 203200"/>
              <a:gd name="connsiteX43" fmla="*/ 95250 w 264160"/>
              <a:gd name="connsiteY43" fmla="*/ 105410 h 203200"/>
              <a:gd name="connsiteX44" fmla="*/ 102870 w 264160"/>
              <a:gd name="connsiteY44" fmla="*/ 105410 h 203200"/>
              <a:gd name="connsiteX45" fmla="*/ 109220 w 264160"/>
              <a:gd name="connsiteY45" fmla="*/ 115570 h 203200"/>
              <a:gd name="connsiteX46" fmla="*/ 140970 w 264160"/>
              <a:gd name="connsiteY46" fmla="*/ 130810 h 203200"/>
              <a:gd name="connsiteX47" fmla="*/ 170180 w 264160"/>
              <a:gd name="connsiteY47" fmla="*/ 120650 h 203200"/>
              <a:gd name="connsiteX48" fmla="*/ 171450 w 264160"/>
              <a:gd name="connsiteY48" fmla="*/ 110490 h 203200"/>
              <a:gd name="connsiteX49" fmla="*/ 161290 w 264160"/>
              <a:gd name="connsiteY49" fmla="*/ 109220 h 203200"/>
              <a:gd name="connsiteX50" fmla="*/ 140970 w 264160"/>
              <a:gd name="connsiteY50" fmla="*/ 115570 h 203200"/>
              <a:gd name="connsiteX51" fmla="*/ 120650 w 264160"/>
              <a:gd name="connsiteY51" fmla="*/ 106680 h 203200"/>
              <a:gd name="connsiteX52" fmla="*/ 119380 w 264160"/>
              <a:gd name="connsiteY52" fmla="*/ 105410 h 203200"/>
              <a:gd name="connsiteX53" fmla="*/ 135890 w 264160"/>
              <a:gd name="connsiteY53" fmla="*/ 105410 h 203200"/>
              <a:gd name="connsiteX54" fmla="*/ 143510 w 264160"/>
              <a:gd name="connsiteY54" fmla="*/ 97790 h 203200"/>
              <a:gd name="connsiteX55" fmla="*/ 135890 w 264160"/>
              <a:gd name="connsiteY55" fmla="*/ 90170 h 203200"/>
              <a:gd name="connsiteX56" fmla="*/ 114300 w 264160"/>
              <a:gd name="connsiteY56" fmla="*/ 90170 h 203200"/>
              <a:gd name="connsiteX57" fmla="*/ 114300 w 264160"/>
              <a:gd name="connsiteY57" fmla="*/ 82550 h 203200"/>
              <a:gd name="connsiteX58" fmla="*/ 114300 w 264160"/>
              <a:gd name="connsiteY58" fmla="*/ 80010 h 203200"/>
              <a:gd name="connsiteX59" fmla="*/ 137160 w 264160"/>
              <a:gd name="connsiteY59" fmla="*/ 80010 h 203200"/>
              <a:gd name="connsiteX60" fmla="*/ 144780 w 264160"/>
              <a:gd name="connsiteY60" fmla="*/ 72390 h 203200"/>
              <a:gd name="connsiteX61" fmla="*/ 137160 w 264160"/>
              <a:gd name="connsiteY61" fmla="*/ 64770 h 203200"/>
              <a:gd name="connsiteX62" fmla="*/ 118110 w 264160"/>
              <a:gd name="connsiteY62" fmla="*/ 64770 h 203200"/>
              <a:gd name="connsiteX63" fmla="*/ 121920 w 264160"/>
              <a:gd name="connsiteY63" fmla="*/ 58420 h 203200"/>
              <a:gd name="connsiteX64" fmla="*/ 142240 w 264160"/>
              <a:gd name="connsiteY64" fmla="*/ 49530 h 203200"/>
              <a:gd name="connsiteX65" fmla="*/ 162560 w 264160"/>
              <a:gd name="connsiteY65" fmla="*/ 55880 h 203200"/>
              <a:gd name="connsiteX66" fmla="*/ 172720 w 264160"/>
              <a:gd name="connsiteY66" fmla="*/ 54610 h 203200"/>
              <a:gd name="connsiteX67" fmla="*/ 171450 w 264160"/>
              <a:gd name="connsiteY67" fmla="*/ 44450 h 203200"/>
              <a:gd name="connsiteX68" fmla="*/ 142240 w 264160"/>
              <a:gd name="connsiteY68" fmla="*/ 34290 h 203200"/>
              <a:gd name="connsiteX69" fmla="*/ 110490 w 264160"/>
              <a:gd name="connsiteY69" fmla="*/ 49530 h 203200"/>
              <a:gd name="connsiteX70" fmla="*/ 101600 w 264160"/>
              <a:gd name="connsiteY70" fmla="*/ 64770 h 203200"/>
              <a:gd name="connsiteX71" fmla="*/ 95250 w 264160"/>
              <a:gd name="connsiteY71" fmla="*/ 6477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64160" h="203200">
                <a:moveTo>
                  <a:pt x="20320" y="21590"/>
                </a:moveTo>
                <a:lnTo>
                  <a:pt x="20320" y="143510"/>
                </a:lnTo>
                <a:lnTo>
                  <a:pt x="243840" y="143510"/>
                </a:lnTo>
                <a:lnTo>
                  <a:pt x="243840" y="21590"/>
                </a:lnTo>
                <a:lnTo>
                  <a:pt x="20320" y="21590"/>
                </a:lnTo>
                <a:close/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59690" y="62230"/>
                </a:moveTo>
                <a:cubicBezTo>
                  <a:pt x="64770" y="62230"/>
                  <a:pt x="69850" y="67310"/>
                  <a:pt x="69850" y="72390"/>
                </a:cubicBezTo>
                <a:lnTo>
                  <a:pt x="69850" y="92710"/>
                </a:lnTo>
                <a:cubicBezTo>
                  <a:pt x="69850" y="97790"/>
                  <a:pt x="64770" y="102870"/>
                  <a:pt x="59690" y="102870"/>
                </a:cubicBezTo>
                <a:cubicBezTo>
                  <a:pt x="54610" y="102870"/>
                  <a:pt x="49530" y="97790"/>
                  <a:pt x="49530" y="92710"/>
                </a:cubicBezTo>
                <a:lnTo>
                  <a:pt x="49530" y="72390"/>
                </a:lnTo>
                <a:cubicBezTo>
                  <a:pt x="49530" y="66040"/>
                  <a:pt x="54610" y="62230"/>
                  <a:pt x="59690" y="62230"/>
                </a:cubicBezTo>
                <a:close/>
                <a:moveTo>
                  <a:pt x="201930" y="62230"/>
                </a:moveTo>
                <a:cubicBezTo>
                  <a:pt x="207010" y="62230"/>
                  <a:pt x="212090" y="67310"/>
                  <a:pt x="212090" y="72390"/>
                </a:cubicBezTo>
                <a:lnTo>
                  <a:pt x="212090" y="92710"/>
                </a:lnTo>
                <a:cubicBezTo>
                  <a:pt x="212090" y="97790"/>
                  <a:pt x="207010" y="102870"/>
                  <a:pt x="201930" y="102870"/>
                </a:cubicBezTo>
                <a:cubicBezTo>
                  <a:pt x="196850" y="102870"/>
                  <a:pt x="191770" y="97790"/>
                  <a:pt x="191770" y="92710"/>
                </a:cubicBezTo>
                <a:lnTo>
                  <a:pt x="191770" y="72390"/>
                </a:lnTo>
                <a:cubicBezTo>
                  <a:pt x="191770" y="66040"/>
                  <a:pt x="196850" y="62230"/>
                  <a:pt x="201930" y="62230"/>
                </a:cubicBezTo>
                <a:close/>
                <a:moveTo>
                  <a:pt x="0" y="193040"/>
                </a:moveTo>
                <a:cubicBezTo>
                  <a:pt x="0" y="187960"/>
                  <a:pt x="5080" y="182880"/>
                  <a:pt x="10160" y="182880"/>
                </a:cubicBezTo>
                <a:lnTo>
                  <a:pt x="254000" y="182880"/>
                </a:lnTo>
                <a:cubicBezTo>
                  <a:pt x="259080" y="182880"/>
                  <a:pt x="264160" y="187960"/>
                  <a:pt x="264160" y="193040"/>
                </a:cubicBez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199390"/>
                  <a:pt x="0" y="193040"/>
                </a:cubicBezTo>
                <a:close/>
                <a:moveTo>
                  <a:pt x="95250" y="64770"/>
                </a:moveTo>
                <a:cubicBezTo>
                  <a:pt x="91440" y="64770"/>
                  <a:pt x="87630" y="68580"/>
                  <a:pt x="87630" y="72390"/>
                </a:cubicBezTo>
                <a:cubicBezTo>
                  <a:pt x="87630" y="76200"/>
                  <a:pt x="91440" y="80010"/>
                  <a:pt x="95250" y="80010"/>
                </a:cubicBezTo>
                <a:lnTo>
                  <a:pt x="97790" y="80010"/>
                </a:lnTo>
                <a:cubicBezTo>
                  <a:pt x="97790" y="81280"/>
                  <a:pt x="97790" y="81280"/>
                  <a:pt x="97790" y="82550"/>
                </a:cubicBezTo>
                <a:cubicBezTo>
                  <a:pt x="97790" y="85090"/>
                  <a:pt x="97790" y="87630"/>
                  <a:pt x="97790" y="90170"/>
                </a:cubicBezTo>
                <a:lnTo>
                  <a:pt x="95250" y="90170"/>
                </a:lnTo>
                <a:cubicBezTo>
                  <a:pt x="91440" y="90170"/>
                  <a:pt x="87630" y="93980"/>
                  <a:pt x="87630" y="97790"/>
                </a:cubicBezTo>
                <a:cubicBezTo>
                  <a:pt x="87630" y="101600"/>
                  <a:pt x="91440" y="105410"/>
                  <a:pt x="95250" y="105410"/>
                </a:cubicBezTo>
                <a:lnTo>
                  <a:pt x="102870" y="105410"/>
                </a:lnTo>
                <a:cubicBezTo>
                  <a:pt x="104140" y="109220"/>
                  <a:pt x="106680" y="113030"/>
                  <a:pt x="109220" y="115570"/>
                </a:cubicBezTo>
                <a:cubicBezTo>
                  <a:pt x="116840" y="124460"/>
                  <a:pt x="128270" y="130810"/>
                  <a:pt x="140970" y="130810"/>
                </a:cubicBezTo>
                <a:cubicBezTo>
                  <a:pt x="152400" y="130810"/>
                  <a:pt x="162560" y="127000"/>
                  <a:pt x="170180" y="120650"/>
                </a:cubicBezTo>
                <a:cubicBezTo>
                  <a:pt x="173990" y="118110"/>
                  <a:pt x="173990" y="113030"/>
                  <a:pt x="171450" y="110490"/>
                </a:cubicBezTo>
                <a:cubicBezTo>
                  <a:pt x="168910" y="106680"/>
                  <a:pt x="163830" y="106680"/>
                  <a:pt x="161290" y="109220"/>
                </a:cubicBezTo>
                <a:cubicBezTo>
                  <a:pt x="156210" y="113030"/>
                  <a:pt x="148590" y="115570"/>
                  <a:pt x="140970" y="115570"/>
                </a:cubicBezTo>
                <a:cubicBezTo>
                  <a:pt x="132080" y="115570"/>
                  <a:pt x="125730" y="111760"/>
                  <a:pt x="120650" y="106680"/>
                </a:cubicBezTo>
                <a:cubicBezTo>
                  <a:pt x="120650" y="106680"/>
                  <a:pt x="120650" y="105410"/>
                  <a:pt x="119380" y="105410"/>
                </a:cubicBezTo>
                <a:lnTo>
                  <a:pt x="135890" y="105410"/>
                </a:lnTo>
                <a:cubicBezTo>
                  <a:pt x="139700" y="105410"/>
                  <a:pt x="143510" y="101600"/>
                  <a:pt x="143510" y="97790"/>
                </a:cubicBezTo>
                <a:cubicBezTo>
                  <a:pt x="143510" y="93980"/>
                  <a:pt x="139700" y="90170"/>
                  <a:pt x="135890" y="90170"/>
                </a:cubicBezTo>
                <a:lnTo>
                  <a:pt x="114300" y="90170"/>
                </a:lnTo>
                <a:cubicBezTo>
                  <a:pt x="114300" y="87630"/>
                  <a:pt x="114300" y="85090"/>
                  <a:pt x="114300" y="82550"/>
                </a:cubicBezTo>
                <a:cubicBezTo>
                  <a:pt x="114300" y="81280"/>
                  <a:pt x="114300" y="81280"/>
                  <a:pt x="114300" y="80010"/>
                </a:cubicBezTo>
                <a:lnTo>
                  <a:pt x="137160" y="80010"/>
                </a:lnTo>
                <a:cubicBezTo>
                  <a:pt x="140970" y="80010"/>
                  <a:pt x="144780" y="76200"/>
                  <a:pt x="144780" y="72390"/>
                </a:cubicBezTo>
                <a:cubicBezTo>
                  <a:pt x="144780" y="68580"/>
                  <a:pt x="140970" y="64770"/>
                  <a:pt x="137160" y="64770"/>
                </a:cubicBezTo>
                <a:lnTo>
                  <a:pt x="118110" y="64770"/>
                </a:lnTo>
                <a:cubicBezTo>
                  <a:pt x="119380" y="62230"/>
                  <a:pt x="120650" y="60960"/>
                  <a:pt x="121920" y="58420"/>
                </a:cubicBezTo>
                <a:cubicBezTo>
                  <a:pt x="127000" y="53340"/>
                  <a:pt x="133350" y="49530"/>
                  <a:pt x="142240" y="49530"/>
                </a:cubicBezTo>
                <a:cubicBezTo>
                  <a:pt x="149860" y="49530"/>
                  <a:pt x="156210" y="52070"/>
                  <a:pt x="162560" y="55880"/>
                </a:cubicBezTo>
                <a:cubicBezTo>
                  <a:pt x="166370" y="58420"/>
                  <a:pt x="170180" y="57150"/>
                  <a:pt x="172720" y="54610"/>
                </a:cubicBezTo>
                <a:cubicBezTo>
                  <a:pt x="175260" y="50800"/>
                  <a:pt x="173990" y="46990"/>
                  <a:pt x="171450" y="44450"/>
                </a:cubicBezTo>
                <a:cubicBezTo>
                  <a:pt x="163830" y="38100"/>
                  <a:pt x="153670" y="34290"/>
                  <a:pt x="142240" y="34290"/>
                </a:cubicBezTo>
                <a:cubicBezTo>
                  <a:pt x="128270" y="34290"/>
                  <a:pt x="118110" y="39370"/>
                  <a:pt x="110490" y="49530"/>
                </a:cubicBezTo>
                <a:cubicBezTo>
                  <a:pt x="106680" y="54610"/>
                  <a:pt x="104140" y="59690"/>
                  <a:pt x="101600" y="64770"/>
                </a:cubicBezTo>
                <a:lnTo>
                  <a:pt x="95250" y="647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6" name="Полилиния: фигура 361">
            <a:extLst>
              <a:ext uri="{FF2B5EF4-FFF2-40B4-BE49-F238E27FC236}">
                <a16:creationId xmlns:a16="http://schemas.microsoft.com/office/drawing/2014/main" id="{1919B004-4786-EC21-7222-6E811AEC1CD5}"/>
              </a:ext>
            </a:extLst>
          </p:cNvPr>
          <p:cNvSpPr/>
          <p:nvPr/>
        </p:nvSpPr>
        <p:spPr>
          <a:xfrm>
            <a:off x="3339656" y="3537749"/>
            <a:ext cx="233997" cy="264159"/>
          </a:xfrm>
          <a:custGeom>
            <a:avLst/>
            <a:gdLst>
              <a:gd name="connsiteX0" fmla="*/ 203518 w 233997"/>
              <a:gd name="connsiteY0" fmla="*/ 0 h 264159"/>
              <a:gd name="connsiteX1" fmla="*/ 233998 w 233997"/>
              <a:gd name="connsiteY1" fmla="*/ 30480 h 264159"/>
              <a:gd name="connsiteX2" fmla="*/ 233998 w 233997"/>
              <a:gd name="connsiteY2" fmla="*/ 233680 h 264159"/>
              <a:gd name="connsiteX3" fmla="*/ 203518 w 233997"/>
              <a:gd name="connsiteY3" fmla="*/ 264160 h 264159"/>
              <a:gd name="connsiteX4" fmla="*/ 127318 w 233997"/>
              <a:gd name="connsiteY4" fmla="*/ 264160 h 264159"/>
              <a:gd name="connsiteX5" fmla="*/ 117157 w 233997"/>
              <a:gd name="connsiteY5" fmla="*/ 254000 h 264159"/>
              <a:gd name="connsiteX6" fmla="*/ 127318 w 233997"/>
              <a:gd name="connsiteY6" fmla="*/ 243840 h 264159"/>
              <a:gd name="connsiteX7" fmla="*/ 203518 w 233997"/>
              <a:gd name="connsiteY7" fmla="*/ 243840 h 264159"/>
              <a:gd name="connsiteX8" fmla="*/ 213677 w 233997"/>
              <a:gd name="connsiteY8" fmla="*/ 233680 h 264159"/>
              <a:gd name="connsiteX9" fmla="*/ 213677 w 233997"/>
              <a:gd name="connsiteY9" fmla="*/ 30480 h 264159"/>
              <a:gd name="connsiteX10" fmla="*/ 203518 w 233997"/>
              <a:gd name="connsiteY10" fmla="*/ 20320 h 264159"/>
              <a:gd name="connsiteX11" fmla="*/ 40957 w 233997"/>
              <a:gd name="connsiteY11" fmla="*/ 20320 h 264159"/>
              <a:gd name="connsiteX12" fmla="*/ 30798 w 233997"/>
              <a:gd name="connsiteY12" fmla="*/ 30480 h 264159"/>
              <a:gd name="connsiteX13" fmla="*/ 30798 w 233997"/>
              <a:gd name="connsiteY13" fmla="*/ 132080 h 264159"/>
              <a:gd name="connsiteX14" fmla="*/ 20637 w 233997"/>
              <a:gd name="connsiteY14" fmla="*/ 142240 h 264159"/>
              <a:gd name="connsiteX15" fmla="*/ 10477 w 233997"/>
              <a:gd name="connsiteY15" fmla="*/ 132080 h 264159"/>
              <a:gd name="connsiteX16" fmla="*/ 10477 w 233997"/>
              <a:gd name="connsiteY16" fmla="*/ 30480 h 264159"/>
              <a:gd name="connsiteX17" fmla="*/ 40957 w 233997"/>
              <a:gd name="connsiteY17" fmla="*/ 0 h 264159"/>
              <a:gd name="connsiteX18" fmla="*/ 203518 w 233997"/>
              <a:gd name="connsiteY18" fmla="*/ 0 h 264159"/>
              <a:gd name="connsiteX19" fmla="*/ 183198 w 233997"/>
              <a:gd name="connsiteY19" fmla="*/ 81280 h 264159"/>
              <a:gd name="connsiteX20" fmla="*/ 61277 w 233997"/>
              <a:gd name="connsiteY20" fmla="*/ 81280 h 264159"/>
              <a:gd name="connsiteX21" fmla="*/ 61277 w 233997"/>
              <a:gd name="connsiteY21" fmla="*/ 60960 h 264159"/>
              <a:gd name="connsiteX22" fmla="*/ 183198 w 233997"/>
              <a:gd name="connsiteY22" fmla="*/ 60960 h 264159"/>
              <a:gd name="connsiteX23" fmla="*/ 183198 w 233997"/>
              <a:gd name="connsiteY23" fmla="*/ 81280 h 264159"/>
              <a:gd name="connsiteX24" fmla="*/ 183198 w 233997"/>
              <a:gd name="connsiteY24" fmla="*/ 132080 h 264159"/>
              <a:gd name="connsiteX25" fmla="*/ 61277 w 233997"/>
              <a:gd name="connsiteY25" fmla="*/ 132080 h 264159"/>
              <a:gd name="connsiteX26" fmla="*/ 61277 w 233997"/>
              <a:gd name="connsiteY26" fmla="*/ 111760 h 264159"/>
              <a:gd name="connsiteX27" fmla="*/ 183198 w 233997"/>
              <a:gd name="connsiteY27" fmla="*/ 111760 h 264159"/>
              <a:gd name="connsiteX28" fmla="*/ 183198 w 233997"/>
              <a:gd name="connsiteY28" fmla="*/ 132080 h 264159"/>
              <a:gd name="connsiteX29" fmla="*/ 132398 w 233997"/>
              <a:gd name="connsiteY29" fmla="*/ 182880 h 264159"/>
              <a:gd name="connsiteX30" fmla="*/ 183198 w 233997"/>
              <a:gd name="connsiteY30" fmla="*/ 182880 h 264159"/>
              <a:gd name="connsiteX31" fmla="*/ 183198 w 233997"/>
              <a:gd name="connsiteY31" fmla="*/ 162560 h 264159"/>
              <a:gd name="connsiteX32" fmla="*/ 132398 w 233997"/>
              <a:gd name="connsiteY32" fmla="*/ 162560 h 264159"/>
              <a:gd name="connsiteX33" fmla="*/ 132398 w 233997"/>
              <a:gd name="connsiteY33" fmla="*/ 182880 h 264159"/>
              <a:gd name="connsiteX34" fmla="*/ 16827 w 233997"/>
              <a:gd name="connsiteY34" fmla="*/ 232410 h 264159"/>
              <a:gd name="connsiteX35" fmla="*/ 2857 w 233997"/>
              <a:gd name="connsiteY35" fmla="*/ 246380 h 264159"/>
              <a:gd name="connsiteX36" fmla="*/ 2857 w 233997"/>
              <a:gd name="connsiteY36" fmla="*/ 260350 h 264159"/>
              <a:gd name="connsiteX37" fmla="*/ 16827 w 233997"/>
              <a:gd name="connsiteY37" fmla="*/ 260350 h 264159"/>
              <a:gd name="connsiteX38" fmla="*/ 30798 w 233997"/>
              <a:gd name="connsiteY38" fmla="*/ 246380 h 264159"/>
              <a:gd name="connsiteX39" fmla="*/ 54927 w 233997"/>
              <a:gd name="connsiteY39" fmla="*/ 254000 h 264159"/>
              <a:gd name="connsiteX40" fmla="*/ 100648 w 233997"/>
              <a:gd name="connsiteY40" fmla="*/ 208280 h 264159"/>
              <a:gd name="connsiteX41" fmla="*/ 54927 w 233997"/>
              <a:gd name="connsiteY41" fmla="*/ 162560 h 264159"/>
              <a:gd name="connsiteX42" fmla="*/ 9207 w 233997"/>
              <a:gd name="connsiteY42" fmla="*/ 208280 h 264159"/>
              <a:gd name="connsiteX43" fmla="*/ 16827 w 233997"/>
              <a:gd name="connsiteY43" fmla="*/ 232410 h 264159"/>
              <a:gd name="connsiteX44" fmla="*/ 30798 w 233997"/>
              <a:gd name="connsiteY44" fmla="*/ 208280 h 264159"/>
              <a:gd name="connsiteX45" fmla="*/ 56198 w 233997"/>
              <a:gd name="connsiteY45" fmla="*/ 182880 h 264159"/>
              <a:gd name="connsiteX46" fmla="*/ 81598 w 233997"/>
              <a:gd name="connsiteY46" fmla="*/ 208280 h 264159"/>
              <a:gd name="connsiteX47" fmla="*/ 56198 w 233997"/>
              <a:gd name="connsiteY47" fmla="*/ 233680 h 264159"/>
              <a:gd name="connsiteX48" fmla="*/ 30798 w 233997"/>
              <a:gd name="connsiteY48" fmla="*/ 2082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33997" h="264159">
                <a:moveTo>
                  <a:pt x="203518" y="0"/>
                </a:moveTo>
                <a:cubicBezTo>
                  <a:pt x="220027" y="0"/>
                  <a:pt x="233998" y="13970"/>
                  <a:pt x="233998" y="30480"/>
                </a:cubicBezTo>
                <a:lnTo>
                  <a:pt x="233998" y="233680"/>
                </a:lnTo>
                <a:cubicBezTo>
                  <a:pt x="233998" y="250190"/>
                  <a:pt x="220027" y="264160"/>
                  <a:pt x="203518" y="264160"/>
                </a:cubicBezTo>
                <a:lnTo>
                  <a:pt x="127318" y="264160"/>
                </a:lnTo>
                <a:cubicBezTo>
                  <a:pt x="122237" y="264160"/>
                  <a:pt x="117157" y="259080"/>
                  <a:pt x="117157" y="254000"/>
                </a:cubicBezTo>
                <a:cubicBezTo>
                  <a:pt x="117157" y="248920"/>
                  <a:pt x="122237" y="243840"/>
                  <a:pt x="127318" y="243840"/>
                </a:cubicBezTo>
                <a:lnTo>
                  <a:pt x="203518" y="243840"/>
                </a:lnTo>
                <a:cubicBezTo>
                  <a:pt x="208598" y="243840"/>
                  <a:pt x="213677" y="238760"/>
                  <a:pt x="213677" y="233680"/>
                </a:cubicBezTo>
                <a:lnTo>
                  <a:pt x="213677" y="30480"/>
                </a:lnTo>
                <a:cubicBezTo>
                  <a:pt x="213677" y="25400"/>
                  <a:pt x="208598" y="20320"/>
                  <a:pt x="203518" y="20320"/>
                </a:cubicBezTo>
                <a:lnTo>
                  <a:pt x="40957" y="20320"/>
                </a:lnTo>
                <a:cubicBezTo>
                  <a:pt x="35877" y="20320"/>
                  <a:pt x="30798" y="25400"/>
                  <a:pt x="30798" y="30480"/>
                </a:cubicBezTo>
                <a:lnTo>
                  <a:pt x="30798" y="132080"/>
                </a:lnTo>
                <a:cubicBezTo>
                  <a:pt x="30798" y="137160"/>
                  <a:pt x="25718" y="142240"/>
                  <a:pt x="20637" y="142240"/>
                </a:cubicBezTo>
                <a:cubicBezTo>
                  <a:pt x="15557" y="142240"/>
                  <a:pt x="10477" y="137160"/>
                  <a:pt x="10477" y="132080"/>
                </a:cubicBezTo>
                <a:lnTo>
                  <a:pt x="10477" y="30480"/>
                </a:lnTo>
                <a:cubicBezTo>
                  <a:pt x="10477" y="13970"/>
                  <a:pt x="24448" y="0"/>
                  <a:pt x="40957" y="0"/>
                </a:cubicBezTo>
                <a:lnTo>
                  <a:pt x="203518" y="0"/>
                </a:lnTo>
                <a:close/>
                <a:moveTo>
                  <a:pt x="183198" y="81280"/>
                </a:moveTo>
                <a:lnTo>
                  <a:pt x="61277" y="81280"/>
                </a:lnTo>
                <a:lnTo>
                  <a:pt x="61277" y="60960"/>
                </a:lnTo>
                <a:lnTo>
                  <a:pt x="183198" y="60960"/>
                </a:lnTo>
                <a:lnTo>
                  <a:pt x="183198" y="81280"/>
                </a:lnTo>
                <a:close/>
                <a:moveTo>
                  <a:pt x="183198" y="132080"/>
                </a:moveTo>
                <a:lnTo>
                  <a:pt x="61277" y="132080"/>
                </a:lnTo>
                <a:lnTo>
                  <a:pt x="61277" y="111760"/>
                </a:lnTo>
                <a:lnTo>
                  <a:pt x="183198" y="111760"/>
                </a:lnTo>
                <a:lnTo>
                  <a:pt x="183198" y="132080"/>
                </a:lnTo>
                <a:close/>
                <a:moveTo>
                  <a:pt x="132398" y="182880"/>
                </a:moveTo>
                <a:lnTo>
                  <a:pt x="183198" y="182880"/>
                </a:lnTo>
                <a:lnTo>
                  <a:pt x="183198" y="162560"/>
                </a:lnTo>
                <a:lnTo>
                  <a:pt x="132398" y="162560"/>
                </a:lnTo>
                <a:lnTo>
                  <a:pt x="132398" y="182880"/>
                </a:lnTo>
                <a:close/>
                <a:moveTo>
                  <a:pt x="16827" y="232410"/>
                </a:moveTo>
                <a:lnTo>
                  <a:pt x="2857" y="246380"/>
                </a:lnTo>
                <a:cubicBezTo>
                  <a:pt x="-952" y="250190"/>
                  <a:pt x="-952" y="256540"/>
                  <a:pt x="2857" y="260350"/>
                </a:cubicBezTo>
                <a:cubicBezTo>
                  <a:pt x="6668" y="264160"/>
                  <a:pt x="13018" y="264160"/>
                  <a:pt x="16827" y="260350"/>
                </a:cubicBezTo>
                <a:lnTo>
                  <a:pt x="30798" y="246380"/>
                </a:lnTo>
                <a:cubicBezTo>
                  <a:pt x="38418" y="250190"/>
                  <a:pt x="46037" y="254000"/>
                  <a:pt x="54927" y="254000"/>
                </a:cubicBezTo>
                <a:cubicBezTo>
                  <a:pt x="80327" y="254000"/>
                  <a:pt x="100648" y="233680"/>
                  <a:pt x="100648" y="208280"/>
                </a:cubicBezTo>
                <a:cubicBezTo>
                  <a:pt x="100648" y="182880"/>
                  <a:pt x="80327" y="162560"/>
                  <a:pt x="54927" y="162560"/>
                </a:cubicBezTo>
                <a:cubicBezTo>
                  <a:pt x="29527" y="162560"/>
                  <a:pt x="9207" y="182880"/>
                  <a:pt x="9207" y="208280"/>
                </a:cubicBezTo>
                <a:cubicBezTo>
                  <a:pt x="10477" y="217170"/>
                  <a:pt x="13018" y="224790"/>
                  <a:pt x="16827" y="232410"/>
                </a:cubicBezTo>
                <a:close/>
                <a:moveTo>
                  <a:pt x="30798" y="208280"/>
                </a:moveTo>
                <a:cubicBezTo>
                  <a:pt x="30798" y="194310"/>
                  <a:pt x="42227" y="182880"/>
                  <a:pt x="56198" y="182880"/>
                </a:cubicBezTo>
                <a:cubicBezTo>
                  <a:pt x="70168" y="182880"/>
                  <a:pt x="81598" y="194310"/>
                  <a:pt x="81598" y="208280"/>
                </a:cubicBezTo>
                <a:cubicBezTo>
                  <a:pt x="81598" y="222250"/>
                  <a:pt x="70168" y="233680"/>
                  <a:pt x="56198" y="233680"/>
                </a:cubicBezTo>
                <a:cubicBezTo>
                  <a:pt x="42227" y="233680"/>
                  <a:pt x="30798" y="222250"/>
                  <a:pt x="30798" y="2082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7" name="Полилиния: фигура 364">
            <a:extLst>
              <a:ext uri="{FF2B5EF4-FFF2-40B4-BE49-F238E27FC236}">
                <a16:creationId xmlns:a16="http://schemas.microsoft.com/office/drawing/2014/main" id="{C93705BF-81BE-4566-C702-28674109E335}"/>
              </a:ext>
            </a:extLst>
          </p:cNvPr>
          <p:cNvSpPr/>
          <p:nvPr/>
        </p:nvSpPr>
        <p:spPr>
          <a:xfrm>
            <a:off x="8934324" y="2157095"/>
            <a:ext cx="223519" cy="264160"/>
          </a:xfrm>
          <a:custGeom>
            <a:avLst/>
            <a:gdLst>
              <a:gd name="connsiteX0" fmla="*/ 31750 w 223519"/>
              <a:gd name="connsiteY0" fmla="*/ 21590 h 264160"/>
              <a:gd name="connsiteX1" fmla="*/ 21590 w 223519"/>
              <a:gd name="connsiteY1" fmla="*/ 31750 h 264160"/>
              <a:gd name="connsiteX2" fmla="*/ 21590 w 223519"/>
              <a:gd name="connsiteY2" fmla="*/ 234950 h 264160"/>
              <a:gd name="connsiteX3" fmla="*/ 31750 w 223519"/>
              <a:gd name="connsiteY3" fmla="*/ 245110 h 264160"/>
              <a:gd name="connsiteX4" fmla="*/ 194310 w 223519"/>
              <a:gd name="connsiteY4" fmla="*/ 245110 h 264160"/>
              <a:gd name="connsiteX5" fmla="*/ 204470 w 223519"/>
              <a:gd name="connsiteY5" fmla="*/ 234950 h 264160"/>
              <a:gd name="connsiteX6" fmla="*/ 204470 w 223519"/>
              <a:gd name="connsiteY6" fmla="*/ 92710 h 264160"/>
              <a:gd name="connsiteX7" fmla="*/ 144780 w 223519"/>
              <a:gd name="connsiteY7" fmla="*/ 92710 h 264160"/>
              <a:gd name="connsiteX8" fmla="*/ 133350 w 223519"/>
              <a:gd name="connsiteY8" fmla="*/ 81280 h 264160"/>
              <a:gd name="connsiteX9" fmla="*/ 133350 w 223519"/>
              <a:gd name="connsiteY9" fmla="*/ 21590 h 264160"/>
              <a:gd name="connsiteX10" fmla="*/ 31750 w 223519"/>
              <a:gd name="connsiteY10" fmla="*/ 21590 h 264160"/>
              <a:gd name="connsiteX11" fmla="*/ 153670 w 223519"/>
              <a:gd name="connsiteY11" fmla="*/ 72390 h 264160"/>
              <a:gd name="connsiteX12" fmla="*/ 200660 w 223519"/>
              <a:gd name="connsiteY12" fmla="*/ 72390 h 264160"/>
              <a:gd name="connsiteX13" fmla="*/ 153670 w 223519"/>
              <a:gd name="connsiteY13" fmla="*/ 25400 h 264160"/>
              <a:gd name="connsiteX14" fmla="*/ 153670 w 223519"/>
              <a:gd name="connsiteY14" fmla="*/ 72390 h 264160"/>
              <a:gd name="connsiteX15" fmla="*/ 223520 w 223519"/>
              <a:gd name="connsiteY15" fmla="*/ 233680 h 264160"/>
              <a:gd name="connsiteX16" fmla="*/ 223520 w 223519"/>
              <a:gd name="connsiteY16" fmla="*/ 81280 h 264160"/>
              <a:gd name="connsiteX17" fmla="*/ 223520 w 223519"/>
              <a:gd name="connsiteY17" fmla="*/ 71120 h 264160"/>
              <a:gd name="connsiteX18" fmla="*/ 219710 w 223519"/>
              <a:gd name="connsiteY18" fmla="*/ 63500 h 264160"/>
              <a:gd name="connsiteX19" fmla="*/ 160020 w 223519"/>
              <a:gd name="connsiteY19" fmla="*/ 3810 h 264160"/>
              <a:gd name="connsiteX20" fmla="*/ 152400 w 223519"/>
              <a:gd name="connsiteY20" fmla="*/ 0 h 264160"/>
              <a:gd name="connsiteX21" fmla="*/ 142240 w 223519"/>
              <a:gd name="connsiteY21" fmla="*/ 0 h 264160"/>
              <a:gd name="connsiteX22" fmla="*/ 30480 w 223519"/>
              <a:gd name="connsiteY22" fmla="*/ 0 h 264160"/>
              <a:gd name="connsiteX23" fmla="*/ 0 w 223519"/>
              <a:gd name="connsiteY23" fmla="*/ 30480 h 264160"/>
              <a:gd name="connsiteX24" fmla="*/ 0 w 223519"/>
              <a:gd name="connsiteY24" fmla="*/ 233680 h 264160"/>
              <a:gd name="connsiteX25" fmla="*/ 30480 w 223519"/>
              <a:gd name="connsiteY25" fmla="*/ 264160 h 264160"/>
              <a:gd name="connsiteX26" fmla="*/ 193040 w 223519"/>
              <a:gd name="connsiteY26" fmla="*/ 264160 h 264160"/>
              <a:gd name="connsiteX27" fmla="*/ 223520 w 223519"/>
              <a:gd name="connsiteY27" fmla="*/ 233680 h 264160"/>
              <a:gd name="connsiteX28" fmla="*/ 92710 w 223519"/>
              <a:gd name="connsiteY28" fmla="*/ 157480 h 264160"/>
              <a:gd name="connsiteX29" fmla="*/ 97790 w 223519"/>
              <a:gd name="connsiteY29" fmla="*/ 157480 h 264160"/>
              <a:gd name="connsiteX30" fmla="*/ 102870 w 223519"/>
              <a:gd name="connsiteY30" fmla="*/ 157480 h 264160"/>
              <a:gd name="connsiteX31" fmla="*/ 107950 w 223519"/>
              <a:gd name="connsiteY31" fmla="*/ 157480 h 264160"/>
              <a:gd name="connsiteX32" fmla="*/ 113030 w 223519"/>
              <a:gd name="connsiteY32" fmla="*/ 157480 h 264160"/>
              <a:gd name="connsiteX33" fmla="*/ 125730 w 223519"/>
              <a:gd name="connsiteY33" fmla="*/ 158750 h 264160"/>
              <a:gd name="connsiteX34" fmla="*/ 134620 w 223519"/>
              <a:gd name="connsiteY34" fmla="*/ 163830 h 264160"/>
              <a:gd name="connsiteX35" fmla="*/ 139700 w 223519"/>
              <a:gd name="connsiteY35" fmla="*/ 172720 h 264160"/>
              <a:gd name="connsiteX36" fmla="*/ 140970 w 223519"/>
              <a:gd name="connsiteY36" fmla="*/ 184150 h 264160"/>
              <a:gd name="connsiteX37" fmla="*/ 134620 w 223519"/>
              <a:gd name="connsiteY37" fmla="*/ 207010 h 264160"/>
              <a:gd name="connsiteX38" fmla="*/ 113030 w 223519"/>
              <a:gd name="connsiteY38" fmla="*/ 214630 h 264160"/>
              <a:gd name="connsiteX39" fmla="*/ 104140 w 223519"/>
              <a:gd name="connsiteY39" fmla="*/ 214630 h 264160"/>
              <a:gd name="connsiteX40" fmla="*/ 95250 w 223519"/>
              <a:gd name="connsiteY40" fmla="*/ 214630 h 264160"/>
              <a:gd name="connsiteX41" fmla="*/ 95250 w 223519"/>
              <a:gd name="connsiteY41" fmla="*/ 157480 h 264160"/>
              <a:gd name="connsiteX42" fmla="*/ 106680 w 223519"/>
              <a:gd name="connsiteY42" fmla="*/ 201930 h 264160"/>
              <a:gd name="connsiteX43" fmla="*/ 109220 w 223519"/>
              <a:gd name="connsiteY43" fmla="*/ 201930 h 264160"/>
              <a:gd name="connsiteX44" fmla="*/ 111760 w 223519"/>
              <a:gd name="connsiteY44" fmla="*/ 201930 h 264160"/>
              <a:gd name="connsiteX45" fmla="*/ 123190 w 223519"/>
              <a:gd name="connsiteY45" fmla="*/ 198120 h 264160"/>
              <a:gd name="connsiteX46" fmla="*/ 127000 w 223519"/>
              <a:gd name="connsiteY46" fmla="*/ 184150 h 264160"/>
              <a:gd name="connsiteX47" fmla="*/ 123190 w 223519"/>
              <a:gd name="connsiteY47" fmla="*/ 171450 h 264160"/>
              <a:gd name="connsiteX48" fmla="*/ 113030 w 223519"/>
              <a:gd name="connsiteY48" fmla="*/ 167640 h 264160"/>
              <a:gd name="connsiteX49" fmla="*/ 109220 w 223519"/>
              <a:gd name="connsiteY49" fmla="*/ 167640 h 264160"/>
              <a:gd name="connsiteX50" fmla="*/ 106680 w 223519"/>
              <a:gd name="connsiteY50" fmla="*/ 167640 h 264160"/>
              <a:gd name="connsiteX51" fmla="*/ 106680 w 223519"/>
              <a:gd name="connsiteY51" fmla="*/ 201930 h 264160"/>
              <a:gd name="connsiteX52" fmla="*/ 41910 w 223519"/>
              <a:gd name="connsiteY52" fmla="*/ 157480 h 264160"/>
              <a:gd name="connsiteX53" fmla="*/ 46990 w 223519"/>
              <a:gd name="connsiteY53" fmla="*/ 157480 h 264160"/>
              <a:gd name="connsiteX54" fmla="*/ 50800 w 223519"/>
              <a:gd name="connsiteY54" fmla="*/ 157480 h 264160"/>
              <a:gd name="connsiteX55" fmla="*/ 55880 w 223519"/>
              <a:gd name="connsiteY55" fmla="*/ 157480 h 264160"/>
              <a:gd name="connsiteX56" fmla="*/ 60960 w 223519"/>
              <a:gd name="connsiteY56" fmla="*/ 157480 h 264160"/>
              <a:gd name="connsiteX57" fmla="*/ 72390 w 223519"/>
              <a:gd name="connsiteY57" fmla="*/ 158750 h 264160"/>
              <a:gd name="connsiteX58" fmla="*/ 80010 w 223519"/>
              <a:gd name="connsiteY58" fmla="*/ 162560 h 264160"/>
              <a:gd name="connsiteX59" fmla="*/ 85090 w 223519"/>
              <a:gd name="connsiteY59" fmla="*/ 168910 h 264160"/>
              <a:gd name="connsiteX60" fmla="*/ 86360 w 223519"/>
              <a:gd name="connsiteY60" fmla="*/ 177800 h 264160"/>
              <a:gd name="connsiteX61" fmla="*/ 80010 w 223519"/>
              <a:gd name="connsiteY61" fmla="*/ 194310 h 264160"/>
              <a:gd name="connsiteX62" fmla="*/ 59690 w 223519"/>
              <a:gd name="connsiteY62" fmla="*/ 199390 h 264160"/>
              <a:gd name="connsiteX63" fmla="*/ 57150 w 223519"/>
              <a:gd name="connsiteY63" fmla="*/ 199390 h 264160"/>
              <a:gd name="connsiteX64" fmla="*/ 54610 w 223519"/>
              <a:gd name="connsiteY64" fmla="*/ 199390 h 264160"/>
              <a:gd name="connsiteX65" fmla="*/ 54610 w 223519"/>
              <a:gd name="connsiteY65" fmla="*/ 213360 h 264160"/>
              <a:gd name="connsiteX66" fmla="*/ 41910 w 223519"/>
              <a:gd name="connsiteY66" fmla="*/ 213360 h 264160"/>
              <a:gd name="connsiteX67" fmla="*/ 41910 w 223519"/>
              <a:gd name="connsiteY67" fmla="*/ 157480 h 264160"/>
              <a:gd name="connsiteX68" fmla="*/ 54610 w 223519"/>
              <a:gd name="connsiteY68" fmla="*/ 187960 h 264160"/>
              <a:gd name="connsiteX69" fmla="*/ 57150 w 223519"/>
              <a:gd name="connsiteY69" fmla="*/ 187960 h 264160"/>
              <a:gd name="connsiteX70" fmla="*/ 59690 w 223519"/>
              <a:gd name="connsiteY70" fmla="*/ 187960 h 264160"/>
              <a:gd name="connsiteX71" fmla="*/ 66040 w 223519"/>
              <a:gd name="connsiteY71" fmla="*/ 186690 h 264160"/>
              <a:gd name="connsiteX72" fmla="*/ 69850 w 223519"/>
              <a:gd name="connsiteY72" fmla="*/ 184150 h 264160"/>
              <a:gd name="connsiteX73" fmla="*/ 72390 w 223519"/>
              <a:gd name="connsiteY73" fmla="*/ 180340 h 264160"/>
              <a:gd name="connsiteX74" fmla="*/ 73660 w 223519"/>
              <a:gd name="connsiteY74" fmla="*/ 175260 h 264160"/>
              <a:gd name="connsiteX75" fmla="*/ 73660 w 223519"/>
              <a:gd name="connsiteY75" fmla="*/ 170180 h 264160"/>
              <a:gd name="connsiteX76" fmla="*/ 71120 w 223519"/>
              <a:gd name="connsiteY76" fmla="*/ 167640 h 264160"/>
              <a:gd name="connsiteX77" fmla="*/ 67310 w 223519"/>
              <a:gd name="connsiteY77" fmla="*/ 165100 h 264160"/>
              <a:gd name="connsiteX78" fmla="*/ 60960 w 223519"/>
              <a:gd name="connsiteY78" fmla="*/ 163830 h 264160"/>
              <a:gd name="connsiteX79" fmla="*/ 58420 w 223519"/>
              <a:gd name="connsiteY79" fmla="*/ 163830 h 264160"/>
              <a:gd name="connsiteX80" fmla="*/ 55880 w 223519"/>
              <a:gd name="connsiteY80" fmla="*/ 163830 h 264160"/>
              <a:gd name="connsiteX81" fmla="*/ 55880 w 223519"/>
              <a:gd name="connsiteY81" fmla="*/ 187960 h 264160"/>
              <a:gd name="connsiteX82" fmla="*/ 147320 w 223519"/>
              <a:gd name="connsiteY82" fmla="*/ 157480 h 264160"/>
              <a:gd name="connsiteX83" fmla="*/ 186690 w 223519"/>
              <a:gd name="connsiteY83" fmla="*/ 157480 h 264160"/>
              <a:gd name="connsiteX84" fmla="*/ 186690 w 223519"/>
              <a:gd name="connsiteY84" fmla="*/ 168910 h 264160"/>
              <a:gd name="connsiteX85" fmla="*/ 160020 w 223519"/>
              <a:gd name="connsiteY85" fmla="*/ 168910 h 264160"/>
              <a:gd name="connsiteX86" fmla="*/ 160020 w 223519"/>
              <a:gd name="connsiteY86" fmla="*/ 181610 h 264160"/>
              <a:gd name="connsiteX87" fmla="*/ 185420 w 223519"/>
              <a:gd name="connsiteY87" fmla="*/ 181610 h 264160"/>
              <a:gd name="connsiteX88" fmla="*/ 185420 w 223519"/>
              <a:gd name="connsiteY88" fmla="*/ 193040 h 264160"/>
              <a:gd name="connsiteX89" fmla="*/ 160020 w 223519"/>
              <a:gd name="connsiteY89" fmla="*/ 193040 h 264160"/>
              <a:gd name="connsiteX90" fmla="*/ 160020 w 223519"/>
              <a:gd name="connsiteY90" fmla="*/ 213360 h 264160"/>
              <a:gd name="connsiteX91" fmla="*/ 147320 w 223519"/>
              <a:gd name="connsiteY91" fmla="*/ 213360 h 264160"/>
              <a:gd name="connsiteX92" fmla="*/ 147320 w 223519"/>
              <a:gd name="connsiteY92" fmla="*/ 15748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223519" h="264160">
                <a:moveTo>
                  <a:pt x="31750" y="21590"/>
                </a:moveTo>
                <a:cubicBezTo>
                  <a:pt x="26670" y="21590"/>
                  <a:pt x="21590" y="26670"/>
                  <a:pt x="21590" y="31750"/>
                </a:cubicBezTo>
                <a:lnTo>
                  <a:pt x="21590" y="234950"/>
                </a:lnTo>
                <a:cubicBezTo>
                  <a:pt x="21590" y="240030"/>
                  <a:pt x="26670" y="245110"/>
                  <a:pt x="31750" y="245110"/>
                </a:cubicBezTo>
                <a:lnTo>
                  <a:pt x="194310" y="245110"/>
                </a:lnTo>
                <a:cubicBezTo>
                  <a:pt x="199390" y="245110"/>
                  <a:pt x="204470" y="240030"/>
                  <a:pt x="204470" y="234950"/>
                </a:cubicBezTo>
                <a:lnTo>
                  <a:pt x="204470" y="92710"/>
                </a:lnTo>
                <a:lnTo>
                  <a:pt x="144780" y="92710"/>
                </a:lnTo>
                <a:cubicBezTo>
                  <a:pt x="138430" y="92710"/>
                  <a:pt x="133350" y="87630"/>
                  <a:pt x="133350" y="81280"/>
                </a:cubicBezTo>
                <a:lnTo>
                  <a:pt x="133350" y="21590"/>
                </a:lnTo>
                <a:lnTo>
                  <a:pt x="31750" y="21590"/>
                </a:lnTo>
                <a:close/>
                <a:moveTo>
                  <a:pt x="153670" y="72390"/>
                </a:moveTo>
                <a:lnTo>
                  <a:pt x="200660" y="72390"/>
                </a:lnTo>
                <a:lnTo>
                  <a:pt x="153670" y="25400"/>
                </a:lnTo>
                <a:lnTo>
                  <a:pt x="153670" y="7239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10820" y="264160"/>
                  <a:pt x="223520" y="251460"/>
                  <a:pt x="223520" y="233680"/>
                </a:cubicBezTo>
                <a:close/>
                <a:moveTo>
                  <a:pt x="92710" y="157480"/>
                </a:moveTo>
                <a:cubicBezTo>
                  <a:pt x="93980" y="157480"/>
                  <a:pt x="96520" y="157480"/>
                  <a:pt x="97790" y="157480"/>
                </a:cubicBezTo>
                <a:cubicBezTo>
                  <a:pt x="99060" y="157480"/>
                  <a:pt x="100330" y="157480"/>
                  <a:pt x="102870" y="157480"/>
                </a:cubicBezTo>
                <a:cubicBezTo>
                  <a:pt x="104140" y="157480"/>
                  <a:pt x="105410" y="157480"/>
                  <a:pt x="107950" y="157480"/>
                </a:cubicBezTo>
                <a:cubicBezTo>
                  <a:pt x="109220" y="157480"/>
                  <a:pt x="111760" y="157480"/>
                  <a:pt x="113030" y="157480"/>
                </a:cubicBezTo>
                <a:cubicBezTo>
                  <a:pt x="118110" y="157480"/>
                  <a:pt x="123190" y="157480"/>
                  <a:pt x="125730" y="158750"/>
                </a:cubicBezTo>
                <a:cubicBezTo>
                  <a:pt x="129540" y="160020"/>
                  <a:pt x="132080" y="161290"/>
                  <a:pt x="134620" y="163830"/>
                </a:cubicBezTo>
                <a:cubicBezTo>
                  <a:pt x="137160" y="166370"/>
                  <a:pt x="138430" y="168910"/>
                  <a:pt x="139700" y="172720"/>
                </a:cubicBezTo>
                <a:cubicBezTo>
                  <a:pt x="140970" y="176530"/>
                  <a:pt x="140970" y="180340"/>
                  <a:pt x="140970" y="184150"/>
                </a:cubicBezTo>
                <a:cubicBezTo>
                  <a:pt x="140970" y="194310"/>
                  <a:pt x="138430" y="201930"/>
                  <a:pt x="134620" y="207010"/>
                </a:cubicBezTo>
                <a:cubicBezTo>
                  <a:pt x="129540" y="212090"/>
                  <a:pt x="123190" y="214630"/>
                  <a:pt x="113030" y="214630"/>
                </a:cubicBezTo>
                <a:cubicBezTo>
                  <a:pt x="109220" y="214630"/>
                  <a:pt x="106680" y="214630"/>
                  <a:pt x="104140" y="214630"/>
                </a:cubicBezTo>
                <a:cubicBezTo>
                  <a:pt x="101600" y="214630"/>
                  <a:pt x="99060" y="214630"/>
                  <a:pt x="95250" y="214630"/>
                </a:cubicBezTo>
                <a:lnTo>
                  <a:pt x="95250" y="157480"/>
                </a:lnTo>
                <a:close/>
                <a:moveTo>
                  <a:pt x="106680" y="201930"/>
                </a:moveTo>
                <a:cubicBezTo>
                  <a:pt x="107950" y="201930"/>
                  <a:pt x="109220" y="201930"/>
                  <a:pt x="109220" y="201930"/>
                </a:cubicBezTo>
                <a:cubicBezTo>
                  <a:pt x="110490" y="201930"/>
                  <a:pt x="110490" y="201930"/>
                  <a:pt x="111760" y="201930"/>
                </a:cubicBezTo>
                <a:cubicBezTo>
                  <a:pt x="116840" y="201930"/>
                  <a:pt x="120650" y="200660"/>
                  <a:pt x="123190" y="198120"/>
                </a:cubicBezTo>
                <a:cubicBezTo>
                  <a:pt x="125730" y="195580"/>
                  <a:pt x="127000" y="190500"/>
                  <a:pt x="127000" y="184150"/>
                </a:cubicBezTo>
                <a:cubicBezTo>
                  <a:pt x="127000" y="177800"/>
                  <a:pt x="125730" y="173990"/>
                  <a:pt x="123190" y="171450"/>
                </a:cubicBezTo>
                <a:cubicBezTo>
                  <a:pt x="120650" y="168910"/>
                  <a:pt x="116840" y="167640"/>
                  <a:pt x="113030" y="167640"/>
                </a:cubicBezTo>
                <a:cubicBezTo>
                  <a:pt x="111760" y="167640"/>
                  <a:pt x="110490" y="167640"/>
                  <a:pt x="109220" y="167640"/>
                </a:cubicBezTo>
                <a:cubicBezTo>
                  <a:pt x="107950" y="167640"/>
                  <a:pt x="106680" y="167640"/>
                  <a:pt x="106680" y="167640"/>
                </a:cubicBezTo>
                <a:lnTo>
                  <a:pt x="106680" y="201930"/>
                </a:lnTo>
                <a:close/>
                <a:moveTo>
                  <a:pt x="41910" y="157480"/>
                </a:moveTo>
                <a:cubicBezTo>
                  <a:pt x="43180" y="157480"/>
                  <a:pt x="45720" y="157480"/>
                  <a:pt x="46990" y="157480"/>
                </a:cubicBezTo>
                <a:cubicBezTo>
                  <a:pt x="48260" y="157480"/>
                  <a:pt x="49530" y="157480"/>
                  <a:pt x="50800" y="157480"/>
                </a:cubicBezTo>
                <a:cubicBezTo>
                  <a:pt x="52070" y="157480"/>
                  <a:pt x="53340" y="157480"/>
                  <a:pt x="55880" y="157480"/>
                </a:cubicBezTo>
                <a:cubicBezTo>
                  <a:pt x="57150" y="157480"/>
                  <a:pt x="59690" y="157480"/>
                  <a:pt x="60960" y="157480"/>
                </a:cubicBezTo>
                <a:cubicBezTo>
                  <a:pt x="66040" y="157480"/>
                  <a:pt x="69850" y="157480"/>
                  <a:pt x="72390" y="158750"/>
                </a:cubicBezTo>
                <a:cubicBezTo>
                  <a:pt x="76200" y="160020"/>
                  <a:pt x="78740" y="161290"/>
                  <a:pt x="80010" y="162560"/>
                </a:cubicBezTo>
                <a:cubicBezTo>
                  <a:pt x="82550" y="163830"/>
                  <a:pt x="83820" y="166370"/>
                  <a:pt x="85090" y="168910"/>
                </a:cubicBezTo>
                <a:cubicBezTo>
                  <a:pt x="86360" y="171450"/>
                  <a:pt x="86360" y="173990"/>
                  <a:pt x="86360" y="177800"/>
                </a:cubicBezTo>
                <a:cubicBezTo>
                  <a:pt x="86360" y="185420"/>
                  <a:pt x="83820" y="190500"/>
                  <a:pt x="80010" y="194310"/>
                </a:cubicBezTo>
                <a:cubicBezTo>
                  <a:pt x="76200" y="198120"/>
                  <a:pt x="69850" y="199390"/>
                  <a:pt x="59690" y="199390"/>
                </a:cubicBezTo>
                <a:lnTo>
                  <a:pt x="57150" y="199390"/>
                </a:lnTo>
                <a:cubicBezTo>
                  <a:pt x="55880" y="199390"/>
                  <a:pt x="55880" y="199390"/>
                  <a:pt x="54610" y="199390"/>
                </a:cubicBezTo>
                <a:lnTo>
                  <a:pt x="54610" y="213360"/>
                </a:lnTo>
                <a:lnTo>
                  <a:pt x="41910" y="213360"/>
                </a:lnTo>
                <a:lnTo>
                  <a:pt x="41910" y="157480"/>
                </a:lnTo>
                <a:close/>
                <a:moveTo>
                  <a:pt x="54610" y="187960"/>
                </a:moveTo>
                <a:cubicBezTo>
                  <a:pt x="55880" y="187960"/>
                  <a:pt x="57150" y="187960"/>
                  <a:pt x="57150" y="187960"/>
                </a:cubicBezTo>
                <a:lnTo>
                  <a:pt x="59690" y="187960"/>
                </a:lnTo>
                <a:cubicBezTo>
                  <a:pt x="62230" y="187960"/>
                  <a:pt x="63500" y="187960"/>
                  <a:pt x="66040" y="186690"/>
                </a:cubicBezTo>
                <a:cubicBezTo>
                  <a:pt x="67310" y="186690"/>
                  <a:pt x="68580" y="185420"/>
                  <a:pt x="69850" y="184150"/>
                </a:cubicBezTo>
                <a:cubicBezTo>
                  <a:pt x="71120" y="182880"/>
                  <a:pt x="71120" y="181610"/>
                  <a:pt x="72390" y="180340"/>
                </a:cubicBezTo>
                <a:cubicBezTo>
                  <a:pt x="72390" y="179070"/>
                  <a:pt x="73660" y="177800"/>
                  <a:pt x="73660" y="175260"/>
                </a:cubicBezTo>
                <a:cubicBezTo>
                  <a:pt x="73660" y="173990"/>
                  <a:pt x="73660" y="171450"/>
                  <a:pt x="73660" y="170180"/>
                </a:cubicBezTo>
                <a:cubicBezTo>
                  <a:pt x="73660" y="168910"/>
                  <a:pt x="72390" y="167640"/>
                  <a:pt x="71120" y="167640"/>
                </a:cubicBezTo>
                <a:cubicBezTo>
                  <a:pt x="69850" y="166370"/>
                  <a:pt x="68580" y="166370"/>
                  <a:pt x="67310" y="165100"/>
                </a:cubicBezTo>
                <a:cubicBezTo>
                  <a:pt x="66040" y="165100"/>
                  <a:pt x="63500" y="163830"/>
                  <a:pt x="60960" y="163830"/>
                </a:cubicBezTo>
                <a:cubicBezTo>
                  <a:pt x="59690" y="163830"/>
                  <a:pt x="58420" y="163830"/>
                  <a:pt x="58420" y="163830"/>
                </a:cubicBezTo>
                <a:cubicBezTo>
                  <a:pt x="57150" y="163830"/>
                  <a:pt x="57150" y="163830"/>
                  <a:pt x="55880" y="163830"/>
                </a:cubicBezTo>
                <a:lnTo>
                  <a:pt x="55880" y="187960"/>
                </a:lnTo>
                <a:close/>
                <a:moveTo>
                  <a:pt x="147320" y="157480"/>
                </a:moveTo>
                <a:lnTo>
                  <a:pt x="186690" y="157480"/>
                </a:lnTo>
                <a:lnTo>
                  <a:pt x="186690" y="168910"/>
                </a:lnTo>
                <a:lnTo>
                  <a:pt x="160020" y="168910"/>
                </a:lnTo>
                <a:lnTo>
                  <a:pt x="160020" y="181610"/>
                </a:lnTo>
                <a:lnTo>
                  <a:pt x="185420" y="181610"/>
                </a:lnTo>
                <a:lnTo>
                  <a:pt x="185420" y="193040"/>
                </a:lnTo>
                <a:lnTo>
                  <a:pt x="160020" y="193040"/>
                </a:lnTo>
                <a:lnTo>
                  <a:pt x="160020" y="213360"/>
                </a:lnTo>
                <a:lnTo>
                  <a:pt x="147320" y="213360"/>
                </a:lnTo>
                <a:lnTo>
                  <a:pt x="147320" y="1574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8" name="Полилиния: фигура 367">
            <a:extLst>
              <a:ext uri="{FF2B5EF4-FFF2-40B4-BE49-F238E27FC236}">
                <a16:creationId xmlns:a16="http://schemas.microsoft.com/office/drawing/2014/main" id="{0D4EEEE8-6B7A-68CC-190A-D6C1AC0315AB}"/>
              </a:ext>
            </a:extLst>
          </p:cNvPr>
          <p:cNvSpPr/>
          <p:nvPr/>
        </p:nvSpPr>
        <p:spPr>
          <a:xfrm>
            <a:off x="9494393" y="2157095"/>
            <a:ext cx="223520" cy="264160"/>
          </a:xfrm>
          <a:custGeom>
            <a:avLst/>
            <a:gdLst>
              <a:gd name="connsiteX0" fmla="*/ 30480 w 223520"/>
              <a:gd name="connsiteY0" fmla="*/ 21590 h 264160"/>
              <a:gd name="connsiteX1" fmla="*/ 20320 w 223520"/>
              <a:gd name="connsiteY1" fmla="*/ 31750 h 264160"/>
              <a:gd name="connsiteX2" fmla="*/ 20320 w 223520"/>
              <a:gd name="connsiteY2" fmla="*/ 234950 h 264160"/>
              <a:gd name="connsiteX3" fmla="*/ 30480 w 223520"/>
              <a:gd name="connsiteY3" fmla="*/ 245110 h 264160"/>
              <a:gd name="connsiteX4" fmla="*/ 193040 w 223520"/>
              <a:gd name="connsiteY4" fmla="*/ 245110 h 264160"/>
              <a:gd name="connsiteX5" fmla="*/ 203200 w 223520"/>
              <a:gd name="connsiteY5" fmla="*/ 234950 h 264160"/>
              <a:gd name="connsiteX6" fmla="*/ 203200 w 223520"/>
              <a:gd name="connsiteY6" fmla="*/ 92710 h 264160"/>
              <a:gd name="connsiteX7" fmla="*/ 143510 w 223520"/>
              <a:gd name="connsiteY7" fmla="*/ 92710 h 264160"/>
              <a:gd name="connsiteX8" fmla="*/ 132080 w 223520"/>
              <a:gd name="connsiteY8" fmla="*/ 81280 h 264160"/>
              <a:gd name="connsiteX9" fmla="*/ 132080 w 223520"/>
              <a:gd name="connsiteY9" fmla="*/ 21590 h 264160"/>
              <a:gd name="connsiteX10" fmla="*/ 30480 w 223520"/>
              <a:gd name="connsiteY10" fmla="*/ 21590 h 264160"/>
              <a:gd name="connsiteX11" fmla="*/ 152400 w 223520"/>
              <a:gd name="connsiteY11" fmla="*/ 72390 h 264160"/>
              <a:gd name="connsiteX12" fmla="*/ 199390 w 223520"/>
              <a:gd name="connsiteY12" fmla="*/ 72390 h 264160"/>
              <a:gd name="connsiteX13" fmla="*/ 152400 w 223520"/>
              <a:gd name="connsiteY13" fmla="*/ 25400 h 264160"/>
              <a:gd name="connsiteX14" fmla="*/ 152400 w 223520"/>
              <a:gd name="connsiteY14" fmla="*/ 72390 h 264160"/>
              <a:gd name="connsiteX15" fmla="*/ 223520 w 223520"/>
              <a:gd name="connsiteY15" fmla="*/ 233680 h 264160"/>
              <a:gd name="connsiteX16" fmla="*/ 223520 w 223520"/>
              <a:gd name="connsiteY16" fmla="*/ 81280 h 264160"/>
              <a:gd name="connsiteX17" fmla="*/ 223520 w 223520"/>
              <a:gd name="connsiteY17" fmla="*/ 71120 h 264160"/>
              <a:gd name="connsiteX18" fmla="*/ 219710 w 223520"/>
              <a:gd name="connsiteY18" fmla="*/ 63500 h 264160"/>
              <a:gd name="connsiteX19" fmla="*/ 160020 w 223520"/>
              <a:gd name="connsiteY19" fmla="*/ 3810 h 264160"/>
              <a:gd name="connsiteX20" fmla="*/ 152400 w 223520"/>
              <a:gd name="connsiteY20" fmla="*/ 0 h 264160"/>
              <a:gd name="connsiteX21" fmla="*/ 142240 w 223520"/>
              <a:gd name="connsiteY21" fmla="*/ 0 h 264160"/>
              <a:gd name="connsiteX22" fmla="*/ 30480 w 223520"/>
              <a:gd name="connsiteY22" fmla="*/ 0 h 264160"/>
              <a:gd name="connsiteX23" fmla="*/ 0 w 223520"/>
              <a:gd name="connsiteY23" fmla="*/ 30480 h 264160"/>
              <a:gd name="connsiteX24" fmla="*/ 0 w 223520"/>
              <a:gd name="connsiteY24" fmla="*/ 233680 h 264160"/>
              <a:gd name="connsiteX25" fmla="*/ 30480 w 223520"/>
              <a:gd name="connsiteY25" fmla="*/ 264160 h 264160"/>
              <a:gd name="connsiteX26" fmla="*/ 193040 w 223520"/>
              <a:gd name="connsiteY26" fmla="*/ 264160 h 264160"/>
              <a:gd name="connsiteX27" fmla="*/ 223520 w 223520"/>
              <a:gd name="connsiteY27" fmla="*/ 233680 h 264160"/>
              <a:gd name="connsiteX28" fmla="*/ 170180 w 223520"/>
              <a:gd name="connsiteY28" fmla="*/ 194310 h 264160"/>
              <a:gd name="connsiteX29" fmla="*/ 172720 w 223520"/>
              <a:gd name="connsiteY29" fmla="*/ 198120 h 264160"/>
              <a:gd name="connsiteX30" fmla="*/ 170180 w 223520"/>
              <a:gd name="connsiteY30" fmla="*/ 201930 h 264160"/>
              <a:gd name="connsiteX31" fmla="*/ 162560 w 223520"/>
              <a:gd name="connsiteY31" fmla="*/ 203200 h 264160"/>
              <a:gd name="connsiteX32" fmla="*/ 156210 w 223520"/>
              <a:gd name="connsiteY32" fmla="*/ 203200 h 264160"/>
              <a:gd name="connsiteX33" fmla="*/ 151130 w 223520"/>
              <a:gd name="connsiteY33" fmla="*/ 201930 h 264160"/>
              <a:gd name="connsiteX34" fmla="*/ 147320 w 223520"/>
              <a:gd name="connsiteY34" fmla="*/ 199390 h 264160"/>
              <a:gd name="connsiteX35" fmla="*/ 144780 w 223520"/>
              <a:gd name="connsiteY35" fmla="*/ 196850 h 264160"/>
              <a:gd name="connsiteX36" fmla="*/ 144780 w 223520"/>
              <a:gd name="connsiteY36" fmla="*/ 209550 h 264160"/>
              <a:gd name="connsiteX37" fmla="*/ 152400 w 223520"/>
              <a:gd name="connsiteY37" fmla="*/ 212090 h 264160"/>
              <a:gd name="connsiteX38" fmla="*/ 162560 w 223520"/>
              <a:gd name="connsiteY38" fmla="*/ 213360 h 264160"/>
              <a:gd name="connsiteX39" fmla="*/ 172720 w 223520"/>
              <a:gd name="connsiteY39" fmla="*/ 212090 h 264160"/>
              <a:gd name="connsiteX40" fmla="*/ 180340 w 223520"/>
              <a:gd name="connsiteY40" fmla="*/ 208280 h 264160"/>
              <a:gd name="connsiteX41" fmla="*/ 184150 w 223520"/>
              <a:gd name="connsiteY41" fmla="*/ 203200 h 264160"/>
              <a:gd name="connsiteX42" fmla="*/ 185420 w 223520"/>
              <a:gd name="connsiteY42" fmla="*/ 195580 h 264160"/>
              <a:gd name="connsiteX43" fmla="*/ 182880 w 223520"/>
              <a:gd name="connsiteY43" fmla="*/ 186690 h 264160"/>
              <a:gd name="connsiteX44" fmla="*/ 177800 w 223520"/>
              <a:gd name="connsiteY44" fmla="*/ 181610 h 264160"/>
              <a:gd name="connsiteX45" fmla="*/ 170180 w 223520"/>
              <a:gd name="connsiteY45" fmla="*/ 179070 h 264160"/>
              <a:gd name="connsiteX46" fmla="*/ 162560 w 223520"/>
              <a:gd name="connsiteY46" fmla="*/ 176530 h 264160"/>
              <a:gd name="connsiteX47" fmla="*/ 157480 w 223520"/>
              <a:gd name="connsiteY47" fmla="*/ 173990 h 264160"/>
              <a:gd name="connsiteX48" fmla="*/ 154940 w 223520"/>
              <a:gd name="connsiteY48" fmla="*/ 170180 h 264160"/>
              <a:gd name="connsiteX49" fmla="*/ 154940 w 223520"/>
              <a:gd name="connsiteY49" fmla="*/ 167640 h 264160"/>
              <a:gd name="connsiteX50" fmla="*/ 156210 w 223520"/>
              <a:gd name="connsiteY50" fmla="*/ 166370 h 264160"/>
              <a:gd name="connsiteX51" fmla="*/ 158750 w 223520"/>
              <a:gd name="connsiteY51" fmla="*/ 165100 h 264160"/>
              <a:gd name="connsiteX52" fmla="*/ 163830 w 223520"/>
              <a:gd name="connsiteY52" fmla="*/ 165100 h 264160"/>
              <a:gd name="connsiteX53" fmla="*/ 172720 w 223520"/>
              <a:gd name="connsiteY53" fmla="*/ 166370 h 264160"/>
              <a:gd name="connsiteX54" fmla="*/ 180340 w 223520"/>
              <a:gd name="connsiteY54" fmla="*/ 170180 h 264160"/>
              <a:gd name="connsiteX55" fmla="*/ 180340 w 223520"/>
              <a:gd name="connsiteY55" fmla="*/ 157480 h 264160"/>
              <a:gd name="connsiteX56" fmla="*/ 172720 w 223520"/>
              <a:gd name="connsiteY56" fmla="*/ 154940 h 264160"/>
              <a:gd name="connsiteX57" fmla="*/ 162560 w 223520"/>
              <a:gd name="connsiteY57" fmla="*/ 153670 h 264160"/>
              <a:gd name="connsiteX58" fmla="*/ 152400 w 223520"/>
              <a:gd name="connsiteY58" fmla="*/ 154940 h 264160"/>
              <a:gd name="connsiteX59" fmla="*/ 146050 w 223520"/>
              <a:gd name="connsiteY59" fmla="*/ 158750 h 264160"/>
              <a:gd name="connsiteX60" fmla="*/ 142240 w 223520"/>
              <a:gd name="connsiteY60" fmla="*/ 163830 h 264160"/>
              <a:gd name="connsiteX61" fmla="*/ 140970 w 223520"/>
              <a:gd name="connsiteY61" fmla="*/ 170180 h 264160"/>
              <a:gd name="connsiteX62" fmla="*/ 143510 w 223520"/>
              <a:gd name="connsiteY62" fmla="*/ 179070 h 264160"/>
              <a:gd name="connsiteX63" fmla="*/ 148590 w 223520"/>
              <a:gd name="connsiteY63" fmla="*/ 184150 h 264160"/>
              <a:gd name="connsiteX64" fmla="*/ 154940 w 223520"/>
              <a:gd name="connsiteY64" fmla="*/ 186690 h 264160"/>
              <a:gd name="connsiteX65" fmla="*/ 161290 w 223520"/>
              <a:gd name="connsiteY65" fmla="*/ 189230 h 264160"/>
              <a:gd name="connsiteX66" fmla="*/ 170180 w 223520"/>
              <a:gd name="connsiteY66" fmla="*/ 194310 h 264160"/>
              <a:gd name="connsiteX67" fmla="*/ 57150 w 223520"/>
              <a:gd name="connsiteY67" fmla="*/ 184150 h 264160"/>
              <a:gd name="connsiteX68" fmla="*/ 41910 w 223520"/>
              <a:gd name="connsiteY68" fmla="*/ 157480 h 264160"/>
              <a:gd name="connsiteX69" fmla="*/ 57150 w 223520"/>
              <a:gd name="connsiteY69" fmla="*/ 157480 h 264160"/>
              <a:gd name="connsiteX70" fmla="*/ 67310 w 223520"/>
              <a:gd name="connsiteY70" fmla="*/ 176530 h 264160"/>
              <a:gd name="connsiteX71" fmla="*/ 77470 w 223520"/>
              <a:gd name="connsiteY71" fmla="*/ 157480 h 264160"/>
              <a:gd name="connsiteX72" fmla="*/ 92710 w 223520"/>
              <a:gd name="connsiteY72" fmla="*/ 157480 h 264160"/>
              <a:gd name="connsiteX73" fmla="*/ 77470 w 223520"/>
              <a:gd name="connsiteY73" fmla="*/ 184150 h 264160"/>
              <a:gd name="connsiteX74" fmla="*/ 93980 w 223520"/>
              <a:gd name="connsiteY74" fmla="*/ 212090 h 264160"/>
              <a:gd name="connsiteX75" fmla="*/ 78740 w 223520"/>
              <a:gd name="connsiteY75" fmla="*/ 212090 h 264160"/>
              <a:gd name="connsiteX76" fmla="*/ 67310 w 223520"/>
              <a:gd name="connsiteY76" fmla="*/ 191770 h 264160"/>
              <a:gd name="connsiteX77" fmla="*/ 57150 w 223520"/>
              <a:gd name="connsiteY77" fmla="*/ 212090 h 264160"/>
              <a:gd name="connsiteX78" fmla="*/ 41910 w 223520"/>
              <a:gd name="connsiteY78" fmla="*/ 212090 h 264160"/>
              <a:gd name="connsiteX79" fmla="*/ 57150 w 223520"/>
              <a:gd name="connsiteY79" fmla="*/ 184150 h 264160"/>
              <a:gd name="connsiteX80" fmla="*/ 110490 w 223520"/>
              <a:gd name="connsiteY80" fmla="*/ 157480 h 264160"/>
              <a:gd name="connsiteX81" fmla="*/ 97790 w 223520"/>
              <a:gd name="connsiteY81" fmla="*/ 157480 h 264160"/>
              <a:gd name="connsiteX82" fmla="*/ 97790 w 223520"/>
              <a:gd name="connsiteY82" fmla="*/ 212090 h 264160"/>
              <a:gd name="connsiteX83" fmla="*/ 138430 w 223520"/>
              <a:gd name="connsiteY83" fmla="*/ 212090 h 264160"/>
              <a:gd name="connsiteX84" fmla="*/ 138430 w 223520"/>
              <a:gd name="connsiteY84" fmla="*/ 200660 h 264160"/>
              <a:gd name="connsiteX85" fmla="*/ 110490 w 223520"/>
              <a:gd name="connsiteY85" fmla="*/ 200660 h 264160"/>
              <a:gd name="connsiteX86" fmla="*/ 110490 w 223520"/>
              <a:gd name="connsiteY86" fmla="*/ 15748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223520" h="264160">
                <a:moveTo>
                  <a:pt x="30480" y="21590"/>
                </a:moveTo>
                <a:cubicBezTo>
                  <a:pt x="25400" y="21590"/>
                  <a:pt x="20320" y="26670"/>
                  <a:pt x="20320" y="31750"/>
                </a:cubicBezTo>
                <a:lnTo>
                  <a:pt x="20320" y="234950"/>
                </a:lnTo>
                <a:cubicBezTo>
                  <a:pt x="20320" y="240030"/>
                  <a:pt x="25400" y="245110"/>
                  <a:pt x="30480" y="245110"/>
                </a:cubicBezTo>
                <a:lnTo>
                  <a:pt x="193040" y="245110"/>
                </a:lnTo>
                <a:cubicBezTo>
                  <a:pt x="198120" y="245110"/>
                  <a:pt x="203200" y="240030"/>
                  <a:pt x="203200" y="234950"/>
                </a:cubicBezTo>
                <a:lnTo>
                  <a:pt x="203200" y="92710"/>
                </a:lnTo>
                <a:lnTo>
                  <a:pt x="143510" y="92710"/>
                </a:lnTo>
                <a:cubicBezTo>
                  <a:pt x="137160" y="92710"/>
                  <a:pt x="132080" y="87630"/>
                  <a:pt x="132080" y="81280"/>
                </a:cubicBezTo>
                <a:lnTo>
                  <a:pt x="132080" y="21590"/>
                </a:lnTo>
                <a:lnTo>
                  <a:pt x="30480" y="21590"/>
                </a:lnTo>
                <a:close/>
                <a:moveTo>
                  <a:pt x="152400" y="72390"/>
                </a:moveTo>
                <a:lnTo>
                  <a:pt x="199390" y="72390"/>
                </a:lnTo>
                <a:lnTo>
                  <a:pt x="152400" y="25400"/>
                </a:lnTo>
                <a:lnTo>
                  <a:pt x="152400" y="7239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1460"/>
                  <a:pt x="223520" y="233680"/>
                </a:cubicBezTo>
                <a:close/>
                <a:moveTo>
                  <a:pt x="170180" y="194310"/>
                </a:moveTo>
                <a:cubicBezTo>
                  <a:pt x="171450" y="195580"/>
                  <a:pt x="172720" y="196850"/>
                  <a:pt x="172720" y="198120"/>
                </a:cubicBezTo>
                <a:cubicBezTo>
                  <a:pt x="172720" y="199390"/>
                  <a:pt x="171450" y="200660"/>
                  <a:pt x="170180" y="201930"/>
                </a:cubicBezTo>
                <a:cubicBezTo>
                  <a:pt x="168910" y="203200"/>
                  <a:pt x="166370" y="203200"/>
                  <a:pt x="162560" y="203200"/>
                </a:cubicBezTo>
                <a:cubicBezTo>
                  <a:pt x="160020" y="203200"/>
                  <a:pt x="158750" y="203200"/>
                  <a:pt x="156210" y="203200"/>
                </a:cubicBezTo>
                <a:cubicBezTo>
                  <a:pt x="154940" y="203200"/>
                  <a:pt x="152400" y="201930"/>
                  <a:pt x="151130" y="201930"/>
                </a:cubicBezTo>
                <a:cubicBezTo>
                  <a:pt x="149860" y="201930"/>
                  <a:pt x="148590" y="200660"/>
                  <a:pt x="147320" y="199390"/>
                </a:cubicBezTo>
                <a:cubicBezTo>
                  <a:pt x="146050" y="198120"/>
                  <a:pt x="144780" y="198120"/>
                  <a:pt x="144780" y="196850"/>
                </a:cubicBezTo>
                <a:lnTo>
                  <a:pt x="144780" y="209550"/>
                </a:lnTo>
                <a:cubicBezTo>
                  <a:pt x="147320" y="210820"/>
                  <a:pt x="149860" y="212090"/>
                  <a:pt x="152400" y="212090"/>
                </a:cubicBezTo>
                <a:cubicBezTo>
                  <a:pt x="156210" y="213360"/>
                  <a:pt x="160020" y="213360"/>
                  <a:pt x="162560" y="213360"/>
                </a:cubicBezTo>
                <a:cubicBezTo>
                  <a:pt x="166370" y="213360"/>
                  <a:pt x="170180" y="213360"/>
                  <a:pt x="172720" y="212090"/>
                </a:cubicBezTo>
                <a:cubicBezTo>
                  <a:pt x="175260" y="210820"/>
                  <a:pt x="177800" y="210820"/>
                  <a:pt x="180340" y="208280"/>
                </a:cubicBezTo>
                <a:cubicBezTo>
                  <a:pt x="181610" y="207010"/>
                  <a:pt x="184150" y="205740"/>
                  <a:pt x="184150" y="203200"/>
                </a:cubicBezTo>
                <a:cubicBezTo>
                  <a:pt x="185420" y="200660"/>
                  <a:pt x="185420" y="198120"/>
                  <a:pt x="185420" y="195580"/>
                </a:cubicBezTo>
                <a:cubicBezTo>
                  <a:pt x="185420" y="191770"/>
                  <a:pt x="184150" y="189230"/>
                  <a:pt x="182880" y="186690"/>
                </a:cubicBezTo>
                <a:cubicBezTo>
                  <a:pt x="181610" y="184150"/>
                  <a:pt x="179070" y="182880"/>
                  <a:pt x="177800" y="181610"/>
                </a:cubicBezTo>
                <a:cubicBezTo>
                  <a:pt x="175260" y="180340"/>
                  <a:pt x="172720" y="179070"/>
                  <a:pt x="170180" y="179070"/>
                </a:cubicBezTo>
                <a:cubicBezTo>
                  <a:pt x="167640" y="177800"/>
                  <a:pt x="165100" y="177800"/>
                  <a:pt x="162560" y="176530"/>
                </a:cubicBezTo>
                <a:cubicBezTo>
                  <a:pt x="160020" y="175260"/>
                  <a:pt x="158750" y="175260"/>
                  <a:pt x="157480" y="173990"/>
                </a:cubicBezTo>
                <a:cubicBezTo>
                  <a:pt x="156210" y="172720"/>
                  <a:pt x="154940" y="171450"/>
                  <a:pt x="154940" y="170180"/>
                </a:cubicBezTo>
                <a:cubicBezTo>
                  <a:pt x="154940" y="168910"/>
                  <a:pt x="154940" y="168910"/>
                  <a:pt x="154940" y="167640"/>
                </a:cubicBezTo>
                <a:cubicBezTo>
                  <a:pt x="154940" y="167640"/>
                  <a:pt x="156210" y="166370"/>
                  <a:pt x="156210" y="166370"/>
                </a:cubicBezTo>
                <a:cubicBezTo>
                  <a:pt x="157480" y="166370"/>
                  <a:pt x="157480" y="165100"/>
                  <a:pt x="158750" y="165100"/>
                </a:cubicBezTo>
                <a:cubicBezTo>
                  <a:pt x="160020" y="165100"/>
                  <a:pt x="161290" y="165100"/>
                  <a:pt x="163830" y="165100"/>
                </a:cubicBezTo>
                <a:cubicBezTo>
                  <a:pt x="166370" y="165100"/>
                  <a:pt x="170180" y="165100"/>
                  <a:pt x="172720" y="166370"/>
                </a:cubicBezTo>
                <a:cubicBezTo>
                  <a:pt x="175260" y="167640"/>
                  <a:pt x="177800" y="168910"/>
                  <a:pt x="180340" y="170180"/>
                </a:cubicBezTo>
                <a:lnTo>
                  <a:pt x="180340" y="157480"/>
                </a:lnTo>
                <a:cubicBezTo>
                  <a:pt x="177800" y="156210"/>
                  <a:pt x="175260" y="156210"/>
                  <a:pt x="172720" y="154940"/>
                </a:cubicBezTo>
                <a:cubicBezTo>
                  <a:pt x="170180" y="154940"/>
                  <a:pt x="166370" y="153670"/>
                  <a:pt x="162560" y="153670"/>
                </a:cubicBezTo>
                <a:cubicBezTo>
                  <a:pt x="158750" y="153670"/>
                  <a:pt x="154940" y="153670"/>
                  <a:pt x="152400" y="154940"/>
                </a:cubicBezTo>
                <a:cubicBezTo>
                  <a:pt x="149860" y="156210"/>
                  <a:pt x="147320" y="156210"/>
                  <a:pt x="146050" y="158750"/>
                </a:cubicBezTo>
                <a:cubicBezTo>
                  <a:pt x="144780" y="160020"/>
                  <a:pt x="143510" y="161290"/>
                  <a:pt x="142240" y="163830"/>
                </a:cubicBezTo>
                <a:cubicBezTo>
                  <a:pt x="140970" y="166370"/>
                  <a:pt x="140970" y="167640"/>
                  <a:pt x="140970" y="170180"/>
                </a:cubicBezTo>
                <a:cubicBezTo>
                  <a:pt x="140970" y="173990"/>
                  <a:pt x="142240" y="176530"/>
                  <a:pt x="143510" y="179070"/>
                </a:cubicBezTo>
                <a:cubicBezTo>
                  <a:pt x="144780" y="181610"/>
                  <a:pt x="146050" y="182880"/>
                  <a:pt x="148590" y="184150"/>
                </a:cubicBezTo>
                <a:cubicBezTo>
                  <a:pt x="151130" y="185420"/>
                  <a:pt x="152400" y="186690"/>
                  <a:pt x="154940" y="186690"/>
                </a:cubicBezTo>
                <a:cubicBezTo>
                  <a:pt x="157480" y="187960"/>
                  <a:pt x="160020" y="187960"/>
                  <a:pt x="161290" y="189230"/>
                </a:cubicBezTo>
                <a:cubicBezTo>
                  <a:pt x="167640" y="191770"/>
                  <a:pt x="168910" y="193040"/>
                  <a:pt x="170180" y="194310"/>
                </a:cubicBezTo>
                <a:close/>
                <a:moveTo>
                  <a:pt x="57150" y="184150"/>
                </a:moveTo>
                <a:lnTo>
                  <a:pt x="41910" y="157480"/>
                </a:lnTo>
                <a:lnTo>
                  <a:pt x="57150" y="157480"/>
                </a:lnTo>
                <a:lnTo>
                  <a:pt x="67310" y="176530"/>
                </a:lnTo>
                <a:lnTo>
                  <a:pt x="77470" y="157480"/>
                </a:lnTo>
                <a:lnTo>
                  <a:pt x="92710" y="157480"/>
                </a:lnTo>
                <a:lnTo>
                  <a:pt x="77470" y="184150"/>
                </a:lnTo>
                <a:lnTo>
                  <a:pt x="93980" y="212090"/>
                </a:lnTo>
                <a:lnTo>
                  <a:pt x="78740" y="212090"/>
                </a:lnTo>
                <a:lnTo>
                  <a:pt x="67310" y="191770"/>
                </a:lnTo>
                <a:lnTo>
                  <a:pt x="57150" y="212090"/>
                </a:lnTo>
                <a:lnTo>
                  <a:pt x="41910" y="212090"/>
                </a:lnTo>
                <a:lnTo>
                  <a:pt x="57150" y="184150"/>
                </a:lnTo>
                <a:close/>
                <a:moveTo>
                  <a:pt x="110490" y="157480"/>
                </a:moveTo>
                <a:lnTo>
                  <a:pt x="97790" y="157480"/>
                </a:lnTo>
                <a:lnTo>
                  <a:pt x="97790" y="212090"/>
                </a:lnTo>
                <a:lnTo>
                  <a:pt x="138430" y="212090"/>
                </a:lnTo>
                <a:lnTo>
                  <a:pt x="138430" y="200660"/>
                </a:lnTo>
                <a:lnTo>
                  <a:pt x="110490" y="200660"/>
                </a:lnTo>
                <a:lnTo>
                  <a:pt x="110490" y="1574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29" name="Полилиния: фигура 370">
            <a:extLst>
              <a:ext uri="{FF2B5EF4-FFF2-40B4-BE49-F238E27FC236}">
                <a16:creationId xmlns:a16="http://schemas.microsoft.com/office/drawing/2014/main" id="{91D6BD2A-9E13-558C-5B98-91995E72E285}"/>
              </a:ext>
            </a:extLst>
          </p:cNvPr>
          <p:cNvSpPr/>
          <p:nvPr/>
        </p:nvSpPr>
        <p:spPr>
          <a:xfrm>
            <a:off x="2226184" y="3537749"/>
            <a:ext cx="223520" cy="264159"/>
          </a:xfrm>
          <a:custGeom>
            <a:avLst/>
            <a:gdLst>
              <a:gd name="connsiteX0" fmla="*/ 30480 w 223520"/>
              <a:gd name="connsiteY0" fmla="*/ 20320 h 264159"/>
              <a:gd name="connsiteX1" fmla="*/ 20320 w 223520"/>
              <a:gd name="connsiteY1" fmla="*/ 30480 h 264159"/>
              <a:gd name="connsiteX2" fmla="*/ 20320 w 223520"/>
              <a:gd name="connsiteY2" fmla="*/ 233680 h 264159"/>
              <a:gd name="connsiteX3" fmla="*/ 30480 w 223520"/>
              <a:gd name="connsiteY3" fmla="*/ 243840 h 264159"/>
              <a:gd name="connsiteX4" fmla="*/ 193040 w 223520"/>
              <a:gd name="connsiteY4" fmla="*/ 243840 h 264159"/>
              <a:gd name="connsiteX5" fmla="*/ 203200 w 223520"/>
              <a:gd name="connsiteY5" fmla="*/ 233680 h 264159"/>
              <a:gd name="connsiteX6" fmla="*/ 203200 w 223520"/>
              <a:gd name="connsiteY6" fmla="*/ 91440 h 264159"/>
              <a:gd name="connsiteX7" fmla="*/ 143510 w 223520"/>
              <a:gd name="connsiteY7" fmla="*/ 91440 h 264159"/>
              <a:gd name="connsiteX8" fmla="*/ 132080 w 223520"/>
              <a:gd name="connsiteY8" fmla="*/ 80010 h 264159"/>
              <a:gd name="connsiteX9" fmla="*/ 132080 w 223520"/>
              <a:gd name="connsiteY9" fmla="*/ 20320 h 264159"/>
              <a:gd name="connsiteX10" fmla="*/ 3048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3680 h 264159"/>
              <a:gd name="connsiteX16" fmla="*/ 223520 w 223520"/>
              <a:gd name="connsiteY16" fmla="*/ 8128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3680 h 264159"/>
              <a:gd name="connsiteX28" fmla="*/ 160020 w 223520"/>
              <a:gd name="connsiteY28" fmla="*/ 170180 h 264159"/>
              <a:gd name="connsiteX29" fmla="*/ 161290 w 223520"/>
              <a:gd name="connsiteY29" fmla="*/ 156210 h 264159"/>
              <a:gd name="connsiteX30" fmla="*/ 147320 w 223520"/>
              <a:gd name="connsiteY30" fmla="*/ 154940 h 264159"/>
              <a:gd name="connsiteX31" fmla="*/ 109220 w 223520"/>
              <a:gd name="connsiteY31" fmla="*/ 189230 h 264159"/>
              <a:gd name="connsiteX32" fmla="*/ 91440 w 223520"/>
              <a:gd name="connsiteY32" fmla="*/ 171450 h 264159"/>
              <a:gd name="connsiteX33" fmla="*/ 76200 w 223520"/>
              <a:gd name="connsiteY33" fmla="*/ 170180 h 264159"/>
              <a:gd name="connsiteX34" fmla="*/ 46990 w 223520"/>
              <a:gd name="connsiteY34" fmla="*/ 195580 h 264159"/>
              <a:gd name="connsiteX35" fmla="*/ 45720 w 223520"/>
              <a:gd name="connsiteY35" fmla="*/ 209550 h 264159"/>
              <a:gd name="connsiteX36" fmla="*/ 59690 w 223520"/>
              <a:gd name="connsiteY36" fmla="*/ 210820 h 264159"/>
              <a:gd name="connsiteX37" fmla="*/ 82550 w 223520"/>
              <a:gd name="connsiteY37" fmla="*/ 191770 h 264159"/>
              <a:gd name="connsiteX38" fmla="*/ 100330 w 223520"/>
              <a:gd name="connsiteY38" fmla="*/ 209550 h 264159"/>
              <a:gd name="connsiteX39" fmla="*/ 115570 w 223520"/>
              <a:gd name="connsiteY39" fmla="*/ 209550 h 264159"/>
              <a:gd name="connsiteX40" fmla="*/ 160020 w 223520"/>
              <a:gd name="connsiteY40" fmla="*/ 1701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23520" h="264159"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91440"/>
                </a:lnTo>
                <a:lnTo>
                  <a:pt x="143510" y="91440"/>
                </a:lnTo>
                <a:cubicBezTo>
                  <a:pt x="137160" y="91440"/>
                  <a:pt x="132080" y="86360"/>
                  <a:pt x="132080" y="80010"/>
                </a:cubicBezTo>
                <a:lnTo>
                  <a:pt x="132080" y="20320"/>
                </a:lnTo>
                <a:lnTo>
                  <a:pt x="3048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2890"/>
                  <a:pt x="223520" y="250190"/>
                  <a:pt x="223520" y="233680"/>
                </a:cubicBezTo>
                <a:close/>
                <a:moveTo>
                  <a:pt x="160020" y="170180"/>
                </a:moveTo>
                <a:cubicBezTo>
                  <a:pt x="163830" y="166370"/>
                  <a:pt x="165100" y="160020"/>
                  <a:pt x="161290" y="156210"/>
                </a:cubicBezTo>
                <a:cubicBezTo>
                  <a:pt x="157480" y="152400"/>
                  <a:pt x="151130" y="151130"/>
                  <a:pt x="147320" y="154940"/>
                </a:cubicBezTo>
                <a:lnTo>
                  <a:pt x="109220" y="189230"/>
                </a:lnTo>
                <a:lnTo>
                  <a:pt x="91440" y="171450"/>
                </a:lnTo>
                <a:cubicBezTo>
                  <a:pt x="87630" y="167640"/>
                  <a:pt x="81280" y="167640"/>
                  <a:pt x="76200" y="170180"/>
                </a:cubicBezTo>
                <a:lnTo>
                  <a:pt x="46990" y="195580"/>
                </a:lnTo>
                <a:cubicBezTo>
                  <a:pt x="43180" y="199390"/>
                  <a:pt x="41910" y="205740"/>
                  <a:pt x="45720" y="209550"/>
                </a:cubicBezTo>
                <a:cubicBezTo>
                  <a:pt x="49530" y="213360"/>
                  <a:pt x="55880" y="214630"/>
                  <a:pt x="59690" y="210820"/>
                </a:cubicBezTo>
                <a:lnTo>
                  <a:pt x="82550" y="191770"/>
                </a:lnTo>
                <a:lnTo>
                  <a:pt x="100330" y="209550"/>
                </a:lnTo>
                <a:cubicBezTo>
                  <a:pt x="104140" y="213360"/>
                  <a:pt x="111760" y="213360"/>
                  <a:pt x="115570" y="209550"/>
                </a:cubicBezTo>
                <a:lnTo>
                  <a:pt x="160020" y="1701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30" name="Рисунок 2">
            <a:extLst>
              <a:ext uri="{FF2B5EF4-FFF2-40B4-BE49-F238E27FC236}">
                <a16:creationId xmlns:a16="http://schemas.microsoft.com/office/drawing/2014/main" id="{62B7F9F8-CE83-DBBA-6619-CEB5D112BEB1}"/>
              </a:ext>
            </a:extLst>
          </p:cNvPr>
          <p:cNvGrpSpPr/>
          <p:nvPr/>
        </p:nvGrpSpPr>
        <p:grpSpPr>
          <a:xfrm>
            <a:off x="1667384" y="3539019"/>
            <a:ext cx="223520" cy="264159"/>
            <a:chOff x="1816100" y="3068320"/>
            <a:chExt cx="223520" cy="264159"/>
          </a:xfrm>
          <a:solidFill>
            <a:schemeClr val="bg1"/>
          </a:solidFill>
        </p:grpSpPr>
        <p:sp>
          <p:nvSpPr>
            <p:cNvPr id="331" name="Полилиния: фигура 374">
              <a:extLst>
                <a:ext uri="{FF2B5EF4-FFF2-40B4-BE49-F238E27FC236}">
                  <a16:creationId xmlns:a16="http://schemas.microsoft.com/office/drawing/2014/main" id="{B8967891-0374-513A-258F-20726163D7E4}"/>
                </a:ext>
              </a:extLst>
            </p:cNvPr>
            <p:cNvSpPr/>
            <p:nvPr/>
          </p:nvSpPr>
          <p:spPr>
            <a:xfrm>
              <a:off x="1897379" y="3188970"/>
              <a:ext cx="20516" cy="20319"/>
            </a:xfrm>
            <a:custGeom>
              <a:avLst/>
              <a:gdLst>
                <a:gd name="connsiteX0" fmla="*/ 10160 w 20516"/>
                <a:gd name="connsiteY0" fmla="*/ 0 h 20319"/>
                <a:gd name="connsiteX1" fmla="*/ 10160 w 20516"/>
                <a:gd name="connsiteY1" fmla="*/ 0 h 20319"/>
                <a:gd name="connsiteX2" fmla="*/ 0 w 20516"/>
                <a:gd name="connsiteY2" fmla="*/ 10160 h 20319"/>
                <a:gd name="connsiteX3" fmla="*/ 10160 w 20516"/>
                <a:gd name="connsiteY3" fmla="*/ 20320 h 20319"/>
                <a:gd name="connsiteX4" fmla="*/ 10160 w 20516"/>
                <a:gd name="connsiteY4" fmla="*/ 20320 h 20319"/>
                <a:gd name="connsiteX5" fmla="*/ 10160 w 20516"/>
                <a:gd name="connsiteY5" fmla="*/ 20320 h 20319"/>
                <a:gd name="connsiteX6" fmla="*/ 20320 w 20516"/>
                <a:gd name="connsiteY6" fmla="*/ 10160 h 20319"/>
                <a:gd name="connsiteX7" fmla="*/ 10160 w 20516"/>
                <a:gd name="connsiteY7" fmla="*/ 0 h 20319"/>
                <a:gd name="connsiteX8" fmla="*/ 10160 w 20516"/>
                <a:gd name="connsiteY8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16" h="20319">
                  <a:moveTo>
                    <a:pt x="10160" y="0"/>
                  </a:moveTo>
                  <a:cubicBezTo>
                    <a:pt x="10160" y="0"/>
                    <a:pt x="10160" y="0"/>
                    <a:pt x="10160" y="0"/>
                  </a:cubicBezTo>
                  <a:cubicBezTo>
                    <a:pt x="381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" y="20320"/>
                  </a:lnTo>
                  <a:lnTo>
                    <a:pt x="10160" y="20320"/>
                  </a:lnTo>
                  <a:cubicBezTo>
                    <a:pt x="15240" y="20320"/>
                    <a:pt x="20320" y="16510"/>
                    <a:pt x="20320" y="10160"/>
                  </a:cubicBezTo>
                  <a:cubicBezTo>
                    <a:pt x="21590" y="3810"/>
                    <a:pt x="16510" y="0"/>
                    <a:pt x="10160" y="0"/>
                  </a:cubicBezTo>
                  <a:cubicBezTo>
                    <a:pt x="11430" y="0"/>
                    <a:pt x="1016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2" name="Полилиния: фигура 375">
              <a:extLst>
                <a:ext uri="{FF2B5EF4-FFF2-40B4-BE49-F238E27FC236}">
                  <a16:creationId xmlns:a16="http://schemas.microsoft.com/office/drawing/2014/main" id="{92890F9A-818E-C10B-5A00-453EB14CEF79}"/>
                </a:ext>
              </a:extLst>
            </p:cNvPr>
            <p:cNvSpPr/>
            <p:nvPr/>
          </p:nvSpPr>
          <p:spPr>
            <a:xfrm>
              <a:off x="1926272" y="3200082"/>
              <a:ext cx="20637" cy="19685"/>
            </a:xfrm>
            <a:custGeom>
              <a:avLst/>
              <a:gdLst>
                <a:gd name="connsiteX0" fmla="*/ 16827 w 20637"/>
                <a:gd name="connsiteY0" fmla="*/ 2858 h 19685"/>
                <a:gd name="connsiteX1" fmla="*/ 2857 w 20637"/>
                <a:gd name="connsiteY1" fmla="*/ 2858 h 19685"/>
                <a:gd name="connsiteX2" fmla="*/ 2857 w 20637"/>
                <a:gd name="connsiteY2" fmla="*/ 16828 h 19685"/>
                <a:gd name="connsiteX3" fmla="*/ 2857 w 20637"/>
                <a:gd name="connsiteY3" fmla="*/ 16828 h 19685"/>
                <a:gd name="connsiteX4" fmla="*/ 16827 w 20637"/>
                <a:gd name="connsiteY4" fmla="*/ 16828 h 19685"/>
                <a:gd name="connsiteX5" fmla="*/ 16827 w 20637"/>
                <a:gd name="connsiteY5" fmla="*/ 2858 h 19685"/>
                <a:gd name="connsiteX6" fmla="*/ 16827 w 20637"/>
                <a:gd name="connsiteY6" fmla="*/ 2858 h 19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37" h="19685">
                  <a:moveTo>
                    <a:pt x="16827" y="2858"/>
                  </a:moveTo>
                  <a:cubicBezTo>
                    <a:pt x="13017" y="-953"/>
                    <a:pt x="6667" y="-953"/>
                    <a:pt x="2857" y="2858"/>
                  </a:cubicBezTo>
                  <a:cubicBezTo>
                    <a:pt x="-952" y="6668"/>
                    <a:pt x="-952" y="13018"/>
                    <a:pt x="2857" y="16828"/>
                  </a:cubicBezTo>
                  <a:cubicBezTo>
                    <a:pt x="2857" y="16828"/>
                    <a:pt x="2857" y="16828"/>
                    <a:pt x="2857" y="16828"/>
                  </a:cubicBezTo>
                  <a:cubicBezTo>
                    <a:pt x="6667" y="20638"/>
                    <a:pt x="13017" y="20638"/>
                    <a:pt x="16827" y="16828"/>
                  </a:cubicBezTo>
                  <a:cubicBezTo>
                    <a:pt x="21907" y="14288"/>
                    <a:pt x="21907" y="7938"/>
                    <a:pt x="16827" y="2858"/>
                  </a:cubicBezTo>
                  <a:cubicBezTo>
                    <a:pt x="18098" y="2858"/>
                    <a:pt x="16827" y="2858"/>
                    <a:pt x="1682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3" name="Полилиния: фигура 376">
              <a:extLst>
                <a:ext uri="{FF2B5EF4-FFF2-40B4-BE49-F238E27FC236}">
                  <a16:creationId xmlns:a16="http://schemas.microsoft.com/office/drawing/2014/main" id="{486056F4-92BA-1878-9924-5FA8E0C12ABF}"/>
                </a:ext>
              </a:extLst>
            </p:cNvPr>
            <p:cNvSpPr/>
            <p:nvPr/>
          </p:nvSpPr>
          <p:spPr>
            <a:xfrm>
              <a:off x="1867852" y="3200082"/>
              <a:ext cx="20955" cy="20813"/>
            </a:xfrm>
            <a:custGeom>
              <a:avLst/>
              <a:gdLst>
                <a:gd name="connsiteX0" fmla="*/ 18097 w 20955"/>
                <a:gd name="connsiteY0" fmla="*/ 16828 h 20813"/>
                <a:gd name="connsiteX1" fmla="*/ 18097 w 20955"/>
                <a:gd name="connsiteY1" fmla="*/ 2858 h 20813"/>
                <a:gd name="connsiteX2" fmla="*/ 4127 w 20955"/>
                <a:gd name="connsiteY2" fmla="*/ 2858 h 20813"/>
                <a:gd name="connsiteX3" fmla="*/ 2858 w 20955"/>
                <a:gd name="connsiteY3" fmla="*/ 4128 h 20813"/>
                <a:gd name="connsiteX4" fmla="*/ 2858 w 20955"/>
                <a:gd name="connsiteY4" fmla="*/ 18097 h 20813"/>
                <a:gd name="connsiteX5" fmla="*/ 18097 w 20955"/>
                <a:gd name="connsiteY5" fmla="*/ 16828 h 20813"/>
                <a:gd name="connsiteX6" fmla="*/ 18097 w 20955"/>
                <a:gd name="connsiteY6" fmla="*/ 16828 h 20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5" h="20813">
                  <a:moveTo>
                    <a:pt x="18097" y="16828"/>
                  </a:moveTo>
                  <a:cubicBezTo>
                    <a:pt x="21908" y="13018"/>
                    <a:pt x="21908" y="6668"/>
                    <a:pt x="18097" y="2858"/>
                  </a:cubicBezTo>
                  <a:cubicBezTo>
                    <a:pt x="14287" y="-953"/>
                    <a:pt x="7937" y="-953"/>
                    <a:pt x="4127" y="2858"/>
                  </a:cubicBezTo>
                  <a:cubicBezTo>
                    <a:pt x="4127" y="2858"/>
                    <a:pt x="4127" y="2858"/>
                    <a:pt x="2858" y="4128"/>
                  </a:cubicBezTo>
                  <a:cubicBezTo>
                    <a:pt x="-953" y="7938"/>
                    <a:pt x="-953" y="14288"/>
                    <a:pt x="2858" y="18097"/>
                  </a:cubicBezTo>
                  <a:cubicBezTo>
                    <a:pt x="7937" y="21908"/>
                    <a:pt x="14287" y="21908"/>
                    <a:pt x="18097" y="16828"/>
                  </a:cubicBezTo>
                  <a:cubicBezTo>
                    <a:pt x="18097" y="18097"/>
                    <a:pt x="18097" y="18097"/>
                    <a:pt x="18097" y="1682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4" name="Полилиния: фигура 377">
              <a:extLst>
                <a:ext uri="{FF2B5EF4-FFF2-40B4-BE49-F238E27FC236}">
                  <a16:creationId xmlns:a16="http://schemas.microsoft.com/office/drawing/2014/main" id="{23EBDD0D-1377-5031-EB67-E40197AB8DA1}"/>
                </a:ext>
              </a:extLst>
            </p:cNvPr>
            <p:cNvSpPr/>
            <p:nvPr/>
          </p:nvSpPr>
          <p:spPr>
            <a:xfrm>
              <a:off x="1938020" y="3228339"/>
              <a:ext cx="20319" cy="20560"/>
            </a:xfrm>
            <a:custGeom>
              <a:avLst/>
              <a:gdLst>
                <a:gd name="connsiteX0" fmla="*/ 20320 w 20319"/>
                <a:gd name="connsiteY0" fmla="*/ 10160 h 20560"/>
                <a:gd name="connsiteX1" fmla="*/ 10160 w 20319"/>
                <a:gd name="connsiteY1" fmla="*/ 0 h 20560"/>
                <a:gd name="connsiteX2" fmla="*/ 0 w 20319"/>
                <a:gd name="connsiteY2" fmla="*/ 10160 h 20560"/>
                <a:gd name="connsiteX3" fmla="*/ 0 w 20319"/>
                <a:gd name="connsiteY3" fmla="*/ 10160 h 20560"/>
                <a:gd name="connsiteX4" fmla="*/ 0 w 20319"/>
                <a:gd name="connsiteY4" fmla="*/ 10160 h 20560"/>
                <a:gd name="connsiteX5" fmla="*/ 10160 w 20319"/>
                <a:gd name="connsiteY5" fmla="*/ 20320 h 20560"/>
                <a:gd name="connsiteX6" fmla="*/ 20320 w 20319"/>
                <a:gd name="connsiteY6" fmla="*/ 10160 h 20560"/>
                <a:gd name="connsiteX7" fmla="*/ 20320 w 20319"/>
                <a:gd name="connsiteY7" fmla="*/ 10160 h 20560"/>
                <a:gd name="connsiteX8" fmla="*/ 20320 w 20319"/>
                <a:gd name="connsiteY8" fmla="*/ 10160 h 20560"/>
                <a:gd name="connsiteX9" fmla="*/ 20320 w 20319"/>
                <a:gd name="connsiteY9" fmla="*/ 10160 h 20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19" h="20560">
                  <a:moveTo>
                    <a:pt x="20320" y="10160"/>
                  </a:move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0160"/>
                  </a:lnTo>
                  <a:lnTo>
                    <a:pt x="0" y="10160"/>
                  </a:lnTo>
                  <a:cubicBezTo>
                    <a:pt x="0" y="15240"/>
                    <a:pt x="3810" y="20320"/>
                    <a:pt x="10160" y="20320"/>
                  </a:cubicBezTo>
                  <a:cubicBezTo>
                    <a:pt x="15240" y="21590"/>
                    <a:pt x="20320" y="17780"/>
                    <a:pt x="20320" y="10160"/>
                  </a:cubicBezTo>
                  <a:cubicBezTo>
                    <a:pt x="20320" y="11430"/>
                    <a:pt x="20320" y="11430"/>
                    <a:pt x="20320" y="10160"/>
                  </a:cubicBezTo>
                  <a:cubicBezTo>
                    <a:pt x="20320" y="11430"/>
                    <a:pt x="20320" y="11430"/>
                    <a:pt x="20320" y="10160"/>
                  </a:cubicBezTo>
                  <a:cubicBezTo>
                    <a:pt x="20320" y="10160"/>
                    <a:pt x="20320" y="1016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5" name="Полилиния: фигура 378">
              <a:extLst>
                <a:ext uri="{FF2B5EF4-FFF2-40B4-BE49-F238E27FC236}">
                  <a16:creationId xmlns:a16="http://schemas.microsoft.com/office/drawing/2014/main" id="{ABB23E9E-5284-6EED-DCB3-42051D7D3C19}"/>
                </a:ext>
              </a:extLst>
            </p:cNvPr>
            <p:cNvSpPr/>
            <p:nvPr/>
          </p:nvSpPr>
          <p:spPr>
            <a:xfrm>
              <a:off x="1856739" y="3228339"/>
              <a:ext cx="20320" cy="20515"/>
            </a:xfrm>
            <a:custGeom>
              <a:avLst/>
              <a:gdLst>
                <a:gd name="connsiteX0" fmla="*/ 20320 w 20320"/>
                <a:gd name="connsiteY0" fmla="*/ 10160 h 20515"/>
                <a:gd name="connsiteX1" fmla="*/ 10160 w 20320"/>
                <a:gd name="connsiteY1" fmla="*/ 0 h 20515"/>
                <a:gd name="connsiteX2" fmla="*/ 0 w 20320"/>
                <a:gd name="connsiteY2" fmla="*/ 10160 h 20515"/>
                <a:gd name="connsiteX3" fmla="*/ 0 w 20320"/>
                <a:gd name="connsiteY3" fmla="*/ 10160 h 20515"/>
                <a:gd name="connsiteX4" fmla="*/ 0 w 20320"/>
                <a:gd name="connsiteY4" fmla="*/ 10160 h 20515"/>
                <a:gd name="connsiteX5" fmla="*/ 10160 w 20320"/>
                <a:gd name="connsiteY5" fmla="*/ 20320 h 20515"/>
                <a:gd name="connsiteX6" fmla="*/ 20320 w 20320"/>
                <a:gd name="connsiteY6" fmla="*/ 10160 h 20515"/>
                <a:gd name="connsiteX7" fmla="*/ 20320 w 20320"/>
                <a:gd name="connsiteY7" fmla="*/ 10160 h 20515"/>
                <a:gd name="connsiteX8" fmla="*/ 20320 w 20320"/>
                <a:gd name="connsiteY8" fmla="*/ 10160 h 2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20515">
                  <a:moveTo>
                    <a:pt x="20320" y="10160"/>
                  </a:moveTo>
                  <a:cubicBezTo>
                    <a:pt x="20320" y="5080"/>
                    <a:pt x="16510" y="0"/>
                    <a:pt x="10160" y="0"/>
                  </a:cubicBezTo>
                  <a:cubicBezTo>
                    <a:pt x="5080" y="0"/>
                    <a:pt x="0" y="3810"/>
                    <a:pt x="0" y="10160"/>
                  </a:cubicBezTo>
                  <a:cubicBezTo>
                    <a:pt x="0" y="10160"/>
                    <a:pt x="0" y="10160"/>
                    <a:pt x="0" y="10160"/>
                  </a:cubicBezTo>
                  <a:cubicBezTo>
                    <a:pt x="0" y="10160"/>
                    <a:pt x="0" y="1016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6510" y="21590"/>
                    <a:pt x="20320" y="16510"/>
                    <a:pt x="20320" y="10160"/>
                  </a:cubicBezTo>
                  <a:lnTo>
                    <a:pt x="20320" y="10160"/>
                  </a:lnTo>
                  <a:lnTo>
                    <a:pt x="2032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6" name="Полилиния: фигура 379">
              <a:extLst>
                <a:ext uri="{FF2B5EF4-FFF2-40B4-BE49-F238E27FC236}">
                  <a16:creationId xmlns:a16="http://schemas.microsoft.com/office/drawing/2014/main" id="{648CE61A-4B27-1B2D-F210-9224B99CFA2B}"/>
                </a:ext>
              </a:extLst>
            </p:cNvPr>
            <p:cNvSpPr/>
            <p:nvPr/>
          </p:nvSpPr>
          <p:spPr>
            <a:xfrm>
              <a:off x="1927542" y="3258502"/>
              <a:ext cx="19684" cy="19685"/>
            </a:xfrm>
            <a:custGeom>
              <a:avLst/>
              <a:gdLst>
                <a:gd name="connsiteX0" fmla="*/ 16828 w 19684"/>
                <a:gd name="connsiteY0" fmla="*/ 16827 h 19685"/>
                <a:gd name="connsiteX1" fmla="*/ 16828 w 19684"/>
                <a:gd name="connsiteY1" fmla="*/ 2857 h 19685"/>
                <a:gd name="connsiteX2" fmla="*/ 2858 w 19684"/>
                <a:gd name="connsiteY2" fmla="*/ 2857 h 19685"/>
                <a:gd name="connsiteX3" fmla="*/ 2858 w 19684"/>
                <a:gd name="connsiteY3" fmla="*/ 2857 h 19685"/>
                <a:gd name="connsiteX4" fmla="*/ 2858 w 19684"/>
                <a:gd name="connsiteY4" fmla="*/ 16827 h 19685"/>
                <a:gd name="connsiteX5" fmla="*/ 16828 w 19684"/>
                <a:gd name="connsiteY5" fmla="*/ 16827 h 19685"/>
                <a:gd name="connsiteX6" fmla="*/ 16828 w 19684"/>
                <a:gd name="connsiteY6" fmla="*/ 16827 h 19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4" h="19685">
                  <a:moveTo>
                    <a:pt x="16828" y="16827"/>
                  </a:moveTo>
                  <a:cubicBezTo>
                    <a:pt x="20637" y="13018"/>
                    <a:pt x="20637" y="6668"/>
                    <a:pt x="16828" y="2857"/>
                  </a:cubicBezTo>
                  <a:cubicBezTo>
                    <a:pt x="13018" y="-952"/>
                    <a:pt x="6668" y="-952"/>
                    <a:pt x="2858" y="2857"/>
                  </a:cubicBezTo>
                  <a:cubicBezTo>
                    <a:pt x="2858" y="2857"/>
                    <a:pt x="2858" y="2857"/>
                    <a:pt x="2858" y="2857"/>
                  </a:cubicBezTo>
                  <a:cubicBezTo>
                    <a:pt x="-953" y="6668"/>
                    <a:pt x="-953" y="13018"/>
                    <a:pt x="2858" y="16827"/>
                  </a:cubicBezTo>
                  <a:cubicBezTo>
                    <a:pt x="5397" y="20638"/>
                    <a:pt x="11747" y="20638"/>
                    <a:pt x="16828" y="16827"/>
                  </a:cubicBezTo>
                  <a:cubicBezTo>
                    <a:pt x="15558" y="16827"/>
                    <a:pt x="16828" y="16827"/>
                    <a:pt x="16828" y="1682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7" name="Полилиния: фигура 380">
              <a:extLst>
                <a:ext uri="{FF2B5EF4-FFF2-40B4-BE49-F238E27FC236}">
                  <a16:creationId xmlns:a16="http://schemas.microsoft.com/office/drawing/2014/main" id="{6CAFE4C6-8BD3-E91B-18DD-B4171908FB4C}"/>
                </a:ext>
              </a:extLst>
            </p:cNvPr>
            <p:cNvSpPr/>
            <p:nvPr/>
          </p:nvSpPr>
          <p:spPr>
            <a:xfrm>
              <a:off x="1869122" y="3257232"/>
              <a:ext cx="20813" cy="20955"/>
            </a:xfrm>
            <a:custGeom>
              <a:avLst/>
              <a:gdLst>
                <a:gd name="connsiteX0" fmla="*/ 16827 w 20813"/>
                <a:gd name="connsiteY0" fmla="*/ 2858 h 20955"/>
                <a:gd name="connsiteX1" fmla="*/ 2857 w 20813"/>
                <a:gd name="connsiteY1" fmla="*/ 2858 h 20955"/>
                <a:gd name="connsiteX2" fmla="*/ 2857 w 20813"/>
                <a:gd name="connsiteY2" fmla="*/ 16827 h 20955"/>
                <a:gd name="connsiteX3" fmla="*/ 4127 w 20813"/>
                <a:gd name="connsiteY3" fmla="*/ 18097 h 20955"/>
                <a:gd name="connsiteX4" fmla="*/ 18098 w 20813"/>
                <a:gd name="connsiteY4" fmla="*/ 18097 h 20955"/>
                <a:gd name="connsiteX5" fmla="*/ 16827 w 20813"/>
                <a:gd name="connsiteY5" fmla="*/ 2858 h 20955"/>
                <a:gd name="connsiteX6" fmla="*/ 16827 w 20813"/>
                <a:gd name="connsiteY6" fmla="*/ 2858 h 2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813" h="20955">
                  <a:moveTo>
                    <a:pt x="16827" y="2858"/>
                  </a:moveTo>
                  <a:cubicBezTo>
                    <a:pt x="13017" y="-953"/>
                    <a:pt x="6667" y="-953"/>
                    <a:pt x="2857" y="2858"/>
                  </a:cubicBezTo>
                  <a:cubicBezTo>
                    <a:pt x="-952" y="6668"/>
                    <a:pt x="-952" y="13018"/>
                    <a:pt x="2857" y="16827"/>
                  </a:cubicBezTo>
                  <a:cubicBezTo>
                    <a:pt x="2857" y="16827"/>
                    <a:pt x="2857" y="16827"/>
                    <a:pt x="4127" y="18097"/>
                  </a:cubicBezTo>
                  <a:cubicBezTo>
                    <a:pt x="7938" y="21908"/>
                    <a:pt x="14288" y="21908"/>
                    <a:pt x="18098" y="18097"/>
                  </a:cubicBezTo>
                  <a:cubicBezTo>
                    <a:pt x="21907" y="14288"/>
                    <a:pt x="21907" y="7938"/>
                    <a:pt x="16827" y="2858"/>
                  </a:cubicBezTo>
                  <a:cubicBezTo>
                    <a:pt x="16827" y="4127"/>
                    <a:pt x="16827" y="2858"/>
                    <a:pt x="1682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8" name="Полилиния: фигура 381">
              <a:extLst>
                <a:ext uri="{FF2B5EF4-FFF2-40B4-BE49-F238E27FC236}">
                  <a16:creationId xmlns:a16="http://schemas.microsoft.com/office/drawing/2014/main" id="{50FDF42A-C9CF-245F-A267-A510DDE94278}"/>
                </a:ext>
              </a:extLst>
            </p:cNvPr>
            <p:cNvSpPr/>
            <p:nvPr/>
          </p:nvSpPr>
          <p:spPr>
            <a:xfrm>
              <a:off x="1897379" y="3270250"/>
              <a:ext cx="20516" cy="20320"/>
            </a:xfrm>
            <a:custGeom>
              <a:avLst/>
              <a:gdLst>
                <a:gd name="connsiteX0" fmla="*/ 10160 w 20516"/>
                <a:gd name="connsiteY0" fmla="*/ 0 h 20320"/>
                <a:gd name="connsiteX1" fmla="*/ 0 w 20516"/>
                <a:gd name="connsiteY1" fmla="*/ 10160 h 20320"/>
                <a:gd name="connsiteX2" fmla="*/ 10160 w 20516"/>
                <a:gd name="connsiteY2" fmla="*/ 20320 h 20320"/>
                <a:gd name="connsiteX3" fmla="*/ 10160 w 20516"/>
                <a:gd name="connsiteY3" fmla="*/ 20320 h 20320"/>
                <a:gd name="connsiteX4" fmla="*/ 10160 w 20516"/>
                <a:gd name="connsiteY4" fmla="*/ 20320 h 20320"/>
                <a:gd name="connsiteX5" fmla="*/ 20320 w 20516"/>
                <a:gd name="connsiteY5" fmla="*/ 10160 h 20320"/>
                <a:gd name="connsiteX6" fmla="*/ 10160 w 20516"/>
                <a:gd name="connsiteY6" fmla="*/ 0 h 20320"/>
                <a:gd name="connsiteX7" fmla="*/ 10160 w 20516"/>
                <a:gd name="connsiteY7" fmla="*/ 0 h 20320"/>
                <a:gd name="connsiteX8" fmla="*/ 10160 w 20516"/>
                <a:gd name="connsiteY8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16" h="20320">
                  <a:moveTo>
                    <a:pt x="10160" y="0"/>
                  </a:moveTo>
                  <a:cubicBezTo>
                    <a:pt x="5080" y="0"/>
                    <a:pt x="0" y="3810"/>
                    <a:pt x="0" y="10160"/>
                  </a:cubicBezTo>
                  <a:cubicBezTo>
                    <a:pt x="0" y="15240"/>
                    <a:pt x="3810" y="20320"/>
                    <a:pt x="10160" y="20320"/>
                  </a:cubicBezTo>
                  <a:cubicBezTo>
                    <a:pt x="10160" y="20320"/>
                    <a:pt x="10160" y="20320"/>
                    <a:pt x="10160" y="20320"/>
                  </a:cubicBezTo>
                  <a:cubicBezTo>
                    <a:pt x="10160" y="20320"/>
                    <a:pt x="1016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1590" y="3810"/>
                    <a:pt x="16510" y="0"/>
                    <a:pt x="10160" y="0"/>
                  </a:cubicBezTo>
                  <a:lnTo>
                    <a:pt x="10160" y="0"/>
                  </a:ln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9" name="Полилиния: фигура 382">
              <a:extLst>
                <a:ext uri="{FF2B5EF4-FFF2-40B4-BE49-F238E27FC236}">
                  <a16:creationId xmlns:a16="http://schemas.microsoft.com/office/drawing/2014/main" id="{068DE84B-D9D5-4D92-A4E2-0D7628A6539D}"/>
                </a:ext>
              </a:extLst>
            </p:cNvPr>
            <p:cNvSpPr/>
            <p:nvPr/>
          </p:nvSpPr>
          <p:spPr>
            <a:xfrm>
              <a:off x="1816100" y="3068320"/>
              <a:ext cx="223520" cy="264159"/>
            </a:xfrm>
            <a:custGeom>
              <a:avLst/>
              <a:gdLst>
                <a:gd name="connsiteX0" fmla="*/ 223520 w 223520"/>
                <a:gd name="connsiteY0" fmla="*/ 232410 h 264159"/>
                <a:gd name="connsiteX1" fmla="*/ 223520 w 223520"/>
                <a:gd name="connsiteY1" fmla="*/ 71120 h 264159"/>
                <a:gd name="connsiteX2" fmla="*/ 219710 w 223520"/>
                <a:gd name="connsiteY2" fmla="*/ 63500 h 264159"/>
                <a:gd name="connsiteX3" fmla="*/ 160020 w 223520"/>
                <a:gd name="connsiteY3" fmla="*/ 3810 h 264159"/>
                <a:gd name="connsiteX4" fmla="*/ 152400 w 223520"/>
                <a:gd name="connsiteY4" fmla="*/ 0 h 264159"/>
                <a:gd name="connsiteX5" fmla="*/ 30480 w 223520"/>
                <a:gd name="connsiteY5" fmla="*/ 0 h 264159"/>
                <a:gd name="connsiteX6" fmla="*/ 0 w 223520"/>
                <a:gd name="connsiteY6" fmla="*/ 30480 h 264159"/>
                <a:gd name="connsiteX7" fmla="*/ 0 w 223520"/>
                <a:gd name="connsiteY7" fmla="*/ 233680 h 264159"/>
                <a:gd name="connsiteX8" fmla="*/ 30480 w 223520"/>
                <a:gd name="connsiteY8" fmla="*/ 264160 h 264159"/>
                <a:gd name="connsiteX9" fmla="*/ 193040 w 223520"/>
                <a:gd name="connsiteY9" fmla="*/ 264160 h 264159"/>
                <a:gd name="connsiteX10" fmla="*/ 223520 w 223520"/>
                <a:gd name="connsiteY10" fmla="*/ 232410 h 264159"/>
                <a:gd name="connsiteX11" fmla="*/ 30480 w 223520"/>
                <a:gd name="connsiteY11" fmla="*/ 19050 h 264159"/>
                <a:gd name="connsiteX12" fmla="*/ 20320 w 223520"/>
                <a:gd name="connsiteY12" fmla="*/ 29210 h 264159"/>
                <a:gd name="connsiteX13" fmla="*/ 20320 w 223520"/>
                <a:gd name="connsiteY13" fmla="*/ 232410 h 264159"/>
                <a:gd name="connsiteX14" fmla="*/ 30480 w 223520"/>
                <a:gd name="connsiteY14" fmla="*/ 242570 h 264159"/>
                <a:gd name="connsiteX15" fmla="*/ 193040 w 223520"/>
                <a:gd name="connsiteY15" fmla="*/ 242570 h 264159"/>
                <a:gd name="connsiteX16" fmla="*/ 203200 w 223520"/>
                <a:gd name="connsiteY16" fmla="*/ 232410 h 264159"/>
                <a:gd name="connsiteX17" fmla="*/ 203200 w 223520"/>
                <a:gd name="connsiteY17" fmla="*/ 90170 h 264159"/>
                <a:gd name="connsiteX18" fmla="*/ 143510 w 223520"/>
                <a:gd name="connsiteY18" fmla="*/ 90170 h 264159"/>
                <a:gd name="connsiteX19" fmla="*/ 132080 w 223520"/>
                <a:gd name="connsiteY19" fmla="*/ 78740 h 264159"/>
                <a:gd name="connsiteX20" fmla="*/ 132080 w 223520"/>
                <a:gd name="connsiteY20" fmla="*/ 19050 h 264159"/>
                <a:gd name="connsiteX21" fmla="*/ 30480 w 223520"/>
                <a:gd name="connsiteY21" fmla="*/ 19050 h 264159"/>
                <a:gd name="connsiteX22" fmla="*/ 152400 w 223520"/>
                <a:gd name="connsiteY22" fmla="*/ 69850 h 264159"/>
                <a:gd name="connsiteX23" fmla="*/ 199390 w 223520"/>
                <a:gd name="connsiteY23" fmla="*/ 69850 h 264159"/>
                <a:gd name="connsiteX24" fmla="*/ 152400 w 223520"/>
                <a:gd name="connsiteY24" fmla="*/ 22860 h 264159"/>
                <a:gd name="connsiteX25" fmla="*/ 152400 w 223520"/>
                <a:gd name="connsiteY25" fmla="*/ 6985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3520" h="264159">
                  <a:moveTo>
                    <a:pt x="223520" y="232410"/>
                  </a:moveTo>
                  <a:lnTo>
                    <a:pt x="223520" y="71120"/>
                  </a:lnTo>
                  <a:cubicBezTo>
                    <a:pt x="223520" y="68580"/>
                    <a:pt x="222250" y="64770"/>
                    <a:pt x="219710" y="63500"/>
                  </a:cubicBezTo>
                  <a:lnTo>
                    <a:pt x="160020" y="3810"/>
                  </a:lnTo>
                  <a:cubicBezTo>
                    <a:pt x="157480" y="1270"/>
                    <a:pt x="154940" y="0"/>
                    <a:pt x="152400" y="0"/>
                  </a:cubicBezTo>
                  <a:lnTo>
                    <a:pt x="30480" y="0"/>
                  </a:lnTo>
                  <a:cubicBezTo>
                    <a:pt x="13970" y="0"/>
                    <a:pt x="0" y="13970"/>
                    <a:pt x="0" y="30480"/>
                  </a:cubicBezTo>
                  <a:lnTo>
                    <a:pt x="0" y="233680"/>
                  </a:lnTo>
                  <a:cubicBezTo>
                    <a:pt x="0" y="250190"/>
                    <a:pt x="13970" y="264160"/>
                    <a:pt x="30480" y="264160"/>
                  </a:cubicBezTo>
                  <a:lnTo>
                    <a:pt x="193040" y="264160"/>
                  </a:lnTo>
                  <a:cubicBezTo>
                    <a:pt x="209550" y="261620"/>
                    <a:pt x="223520" y="248920"/>
                    <a:pt x="223520" y="232410"/>
                  </a:cubicBezTo>
                  <a:close/>
                  <a:moveTo>
                    <a:pt x="30480" y="19050"/>
                  </a:moveTo>
                  <a:cubicBezTo>
                    <a:pt x="25400" y="19050"/>
                    <a:pt x="20320" y="24130"/>
                    <a:pt x="20320" y="29210"/>
                  </a:cubicBezTo>
                  <a:lnTo>
                    <a:pt x="20320" y="232410"/>
                  </a:lnTo>
                  <a:cubicBezTo>
                    <a:pt x="20320" y="237490"/>
                    <a:pt x="25400" y="242570"/>
                    <a:pt x="30480" y="242570"/>
                  </a:cubicBezTo>
                  <a:lnTo>
                    <a:pt x="193040" y="242570"/>
                  </a:lnTo>
                  <a:cubicBezTo>
                    <a:pt x="198120" y="242570"/>
                    <a:pt x="203200" y="237490"/>
                    <a:pt x="203200" y="232410"/>
                  </a:cubicBezTo>
                  <a:lnTo>
                    <a:pt x="203200" y="90170"/>
                  </a:lnTo>
                  <a:lnTo>
                    <a:pt x="143510" y="90170"/>
                  </a:lnTo>
                  <a:cubicBezTo>
                    <a:pt x="137160" y="90170"/>
                    <a:pt x="132080" y="85090"/>
                    <a:pt x="132080" y="78740"/>
                  </a:cubicBezTo>
                  <a:lnTo>
                    <a:pt x="132080" y="19050"/>
                  </a:lnTo>
                  <a:lnTo>
                    <a:pt x="30480" y="19050"/>
                  </a:lnTo>
                  <a:close/>
                  <a:moveTo>
                    <a:pt x="152400" y="69850"/>
                  </a:moveTo>
                  <a:lnTo>
                    <a:pt x="199390" y="69850"/>
                  </a:lnTo>
                  <a:lnTo>
                    <a:pt x="152400" y="22860"/>
                  </a:lnTo>
                  <a:lnTo>
                    <a:pt x="152400" y="698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40" name="Полилиния: фигура 385">
            <a:extLst>
              <a:ext uri="{FF2B5EF4-FFF2-40B4-BE49-F238E27FC236}">
                <a16:creationId xmlns:a16="http://schemas.microsoft.com/office/drawing/2014/main" id="{CB92231A-D0A8-FCEB-7155-DC3825961035}"/>
              </a:ext>
            </a:extLst>
          </p:cNvPr>
          <p:cNvSpPr/>
          <p:nvPr/>
        </p:nvSpPr>
        <p:spPr>
          <a:xfrm>
            <a:off x="2786254" y="3537749"/>
            <a:ext cx="223519" cy="264159"/>
          </a:xfrm>
          <a:custGeom>
            <a:avLst/>
            <a:gdLst>
              <a:gd name="connsiteX0" fmla="*/ 20320 w 223519"/>
              <a:gd name="connsiteY0" fmla="*/ 30480 h 264159"/>
              <a:gd name="connsiteX1" fmla="*/ 30480 w 223519"/>
              <a:gd name="connsiteY1" fmla="*/ 20320 h 264159"/>
              <a:gd name="connsiteX2" fmla="*/ 132080 w 223519"/>
              <a:gd name="connsiteY2" fmla="*/ 20320 h 264159"/>
              <a:gd name="connsiteX3" fmla="*/ 132080 w 223519"/>
              <a:gd name="connsiteY3" fmla="*/ 80010 h 264159"/>
              <a:gd name="connsiteX4" fmla="*/ 143510 w 223519"/>
              <a:gd name="connsiteY4" fmla="*/ 91440 h 264159"/>
              <a:gd name="connsiteX5" fmla="*/ 203200 w 223519"/>
              <a:gd name="connsiteY5" fmla="*/ 91440 h 264159"/>
              <a:gd name="connsiteX6" fmla="*/ 203200 w 223519"/>
              <a:gd name="connsiteY6" fmla="*/ 168910 h 264159"/>
              <a:gd name="connsiteX7" fmla="*/ 185420 w 223519"/>
              <a:gd name="connsiteY7" fmla="*/ 151130 h 264159"/>
              <a:gd name="connsiteX8" fmla="*/ 170180 w 223519"/>
              <a:gd name="connsiteY8" fmla="*/ 151130 h 264159"/>
              <a:gd name="connsiteX9" fmla="*/ 152400 w 223519"/>
              <a:gd name="connsiteY9" fmla="*/ 168910 h 264159"/>
              <a:gd name="connsiteX10" fmla="*/ 114300 w 223519"/>
              <a:gd name="connsiteY10" fmla="*/ 130810 h 264159"/>
              <a:gd name="connsiteX11" fmla="*/ 99060 w 223519"/>
              <a:gd name="connsiteY11" fmla="*/ 130810 h 264159"/>
              <a:gd name="connsiteX12" fmla="*/ 20320 w 223519"/>
              <a:gd name="connsiteY12" fmla="*/ 200660 h 264159"/>
              <a:gd name="connsiteX13" fmla="*/ 20320 w 223519"/>
              <a:gd name="connsiteY13" fmla="*/ 30480 h 264159"/>
              <a:gd name="connsiteX14" fmla="*/ 20320 w 223519"/>
              <a:gd name="connsiteY14" fmla="*/ 227330 h 264159"/>
              <a:gd name="connsiteX15" fmla="*/ 20320 w 223519"/>
              <a:gd name="connsiteY15" fmla="*/ 232410 h 264159"/>
              <a:gd name="connsiteX16" fmla="*/ 30480 w 223519"/>
              <a:gd name="connsiteY16" fmla="*/ 242570 h 264159"/>
              <a:gd name="connsiteX17" fmla="*/ 193040 w 223519"/>
              <a:gd name="connsiteY17" fmla="*/ 242570 h 264159"/>
              <a:gd name="connsiteX18" fmla="*/ 203200 w 223519"/>
              <a:gd name="connsiteY18" fmla="*/ 232410 h 264159"/>
              <a:gd name="connsiteX19" fmla="*/ 203200 w 223519"/>
              <a:gd name="connsiteY19" fmla="*/ 196850 h 264159"/>
              <a:gd name="connsiteX20" fmla="*/ 177800 w 223519"/>
              <a:gd name="connsiteY20" fmla="*/ 171450 h 264159"/>
              <a:gd name="connsiteX21" fmla="*/ 160020 w 223519"/>
              <a:gd name="connsiteY21" fmla="*/ 189230 h 264159"/>
              <a:gd name="connsiteX22" fmla="*/ 144780 w 223519"/>
              <a:gd name="connsiteY22" fmla="*/ 189230 h 264159"/>
              <a:gd name="connsiteX23" fmla="*/ 106680 w 223519"/>
              <a:gd name="connsiteY23" fmla="*/ 151130 h 264159"/>
              <a:gd name="connsiteX24" fmla="*/ 20320 w 223519"/>
              <a:gd name="connsiteY24" fmla="*/ 227330 h 264159"/>
              <a:gd name="connsiteX25" fmla="*/ 198120 w 223519"/>
              <a:gd name="connsiteY25" fmla="*/ 71120 h 264159"/>
              <a:gd name="connsiteX26" fmla="*/ 151130 w 223519"/>
              <a:gd name="connsiteY26" fmla="*/ 24130 h 264159"/>
              <a:gd name="connsiteX27" fmla="*/ 151130 w 223519"/>
              <a:gd name="connsiteY27" fmla="*/ 71120 h 264159"/>
              <a:gd name="connsiteX28" fmla="*/ 198120 w 223519"/>
              <a:gd name="connsiteY28" fmla="*/ 71120 h 264159"/>
              <a:gd name="connsiteX29" fmla="*/ 30480 w 223519"/>
              <a:gd name="connsiteY29" fmla="*/ 0 h 264159"/>
              <a:gd name="connsiteX30" fmla="*/ 0 w 223519"/>
              <a:gd name="connsiteY30" fmla="*/ 30480 h 264159"/>
              <a:gd name="connsiteX31" fmla="*/ 0 w 223519"/>
              <a:gd name="connsiteY31" fmla="*/ 233680 h 264159"/>
              <a:gd name="connsiteX32" fmla="*/ 30480 w 223519"/>
              <a:gd name="connsiteY32" fmla="*/ 264160 h 264159"/>
              <a:gd name="connsiteX33" fmla="*/ 193040 w 223519"/>
              <a:gd name="connsiteY33" fmla="*/ 264160 h 264159"/>
              <a:gd name="connsiteX34" fmla="*/ 223520 w 223519"/>
              <a:gd name="connsiteY34" fmla="*/ 233680 h 264159"/>
              <a:gd name="connsiteX35" fmla="*/ 223520 w 223519"/>
              <a:gd name="connsiteY35" fmla="*/ 72390 h 264159"/>
              <a:gd name="connsiteX36" fmla="*/ 219710 w 223519"/>
              <a:gd name="connsiteY36" fmla="*/ 64770 h 264159"/>
              <a:gd name="connsiteX37" fmla="*/ 160020 w 223519"/>
              <a:gd name="connsiteY37" fmla="*/ 5080 h 264159"/>
              <a:gd name="connsiteX38" fmla="*/ 152400 w 223519"/>
              <a:gd name="connsiteY38" fmla="*/ 1270 h 264159"/>
              <a:gd name="connsiteX39" fmla="*/ 30480 w 223519"/>
              <a:gd name="connsiteY39" fmla="*/ 1270 h 264159"/>
              <a:gd name="connsiteX40" fmla="*/ 71120 w 223519"/>
              <a:gd name="connsiteY40" fmla="*/ 91440 h 264159"/>
              <a:gd name="connsiteX41" fmla="*/ 81280 w 223519"/>
              <a:gd name="connsiteY41" fmla="*/ 81280 h 264159"/>
              <a:gd name="connsiteX42" fmla="*/ 71120 w 223519"/>
              <a:gd name="connsiteY42" fmla="*/ 71120 h 264159"/>
              <a:gd name="connsiteX43" fmla="*/ 60960 w 223519"/>
              <a:gd name="connsiteY43" fmla="*/ 81280 h 264159"/>
              <a:gd name="connsiteX44" fmla="*/ 71120 w 223519"/>
              <a:gd name="connsiteY44" fmla="*/ 91440 h 264159"/>
              <a:gd name="connsiteX45" fmla="*/ 71120 w 223519"/>
              <a:gd name="connsiteY45" fmla="*/ 111760 h 264159"/>
              <a:gd name="connsiteX46" fmla="*/ 101600 w 223519"/>
              <a:gd name="connsiteY46" fmla="*/ 81280 h 264159"/>
              <a:gd name="connsiteX47" fmla="*/ 71120 w 223519"/>
              <a:gd name="connsiteY47" fmla="*/ 50800 h 264159"/>
              <a:gd name="connsiteX48" fmla="*/ 40640 w 223519"/>
              <a:gd name="connsiteY48" fmla="*/ 81280 h 264159"/>
              <a:gd name="connsiteX49" fmla="*/ 71120 w 223519"/>
              <a:gd name="connsiteY49" fmla="*/ 1117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23519" h="264159"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lnTo>
                  <a:pt x="132080" y="80010"/>
                </a:lnTo>
                <a:cubicBezTo>
                  <a:pt x="132080" y="86360"/>
                  <a:pt x="137160" y="91440"/>
                  <a:pt x="143510" y="91440"/>
                </a:cubicBezTo>
                <a:lnTo>
                  <a:pt x="203200" y="91440"/>
                </a:lnTo>
                <a:lnTo>
                  <a:pt x="203200" y="168910"/>
                </a:lnTo>
                <a:lnTo>
                  <a:pt x="185420" y="151130"/>
                </a:lnTo>
                <a:cubicBezTo>
                  <a:pt x="181610" y="147320"/>
                  <a:pt x="173990" y="147320"/>
                  <a:pt x="170180" y="151130"/>
                </a:cubicBezTo>
                <a:lnTo>
                  <a:pt x="152400" y="168910"/>
                </a:lnTo>
                <a:lnTo>
                  <a:pt x="114300" y="130810"/>
                </a:lnTo>
                <a:cubicBezTo>
                  <a:pt x="110490" y="127000"/>
                  <a:pt x="102870" y="127000"/>
                  <a:pt x="99060" y="130810"/>
                </a:cubicBezTo>
                <a:lnTo>
                  <a:pt x="20320" y="200660"/>
                </a:lnTo>
                <a:lnTo>
                  <a:pt x="20320" y="30480"/>
                </a:lnTo>
                <a:close/>
                <a:moveTo>
                  <a:pt x="20320" y="227330"/>
                </a:moveTo>
                <a:lnTo>
                  <a:pt x="20320" y="232410"/>
                </a:lnTo>
                <a:cubicBezTo>
                  <a:pt x="20320" y="237490"/>
                  <a:pt x="25400" y="242570"/>
                  <a:pt x="30480" y="242570"/>
                </a:cubicBezTo>
                <a:lnTo>
                  <a:pt x="193040" y="242570"/>
                </a:lnTo>
                <a:cubicBezTo>
                  <a:pt x="198120" y="242570"/>
                  <a:pt x="203200" y="237490"/>
                  <a:pt x="203200" y="232410"/>
                </a:cubicBezTo>
                <a:lnTo>
                  <a:pt x="203200" y="196850"/>
                </a:lnTo>
                <a:lnTo>
                  <a:pt x="177800" y="171450"/>
                </a:lnTo>
                <a:lnTo>
                  <a:pt x="160020" y="189230"/>
                </a:lnTo>
                <a:cubicBezTo>
                  <a:pt x="156210" y="193040"/>
                  <a:pt x="148590" y="193040"/>
                  <a:pt x="144780" y="189230"/>
                </a:cubicBezTo>
                <a:lnTo>
                  <a:pt x="106680" y="151130"/>
                </a:lnTo>
                <a:lnTo>
                  <a:pt x="20320" y="227330"/>
                </a:lnTo>
                <a:close/>
                <a:moveTo>
                  <a:pt x="198120" y="71120"/>
                </a:moveTo>
                <a:lnTo>
                  <a:pt x="151130" y="24130"/>
                </a:lnTo>
                <a:lnTo>
                  <a:pt x="151130" y="71120"/>
                </a:lnTo>
                <a:lnTo>
                  <a:pt x="198120" y="71120"/>
                </a:ln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72390"/>
                </a:lnTo>
                <a:cubicBezTo>
                  <a:pt x="223520" y="69850"/>
                  <a:pt x="222250" y="66040"/>
                  <a:pt x="219710" y="64770"/>
                </a:cubicBezTo>
                <a:lnTo>
                  <a:pt x="160020" y="5080"/>
                </a:lnTo>
                <a:cubicBezTo>
                  <a:pt x="157480" y="2540"/>
                  <a:pt x="154940" y="1270"/>
                  <a:pt x="152400" y="1270"/>
                </a:cubicBezTo>
                <a:lnTo>
                  <a:pt x="30480" y="1270"/>
                </a:lnTo>
                <a:close/>
                <a:moveTo>
                  <a:pt x="71120" y="91440"/>
                </a:moveTo>
                <a:cubicBezTo>
                  <a:pt x="76200" y="91440"/>
                  <a:pt x="81280" y="86360"/>
                  <a:pt x="81280" y="81280"/>
                </a:cubicBezTo>
                <a:cubicBezTo>
                  <a:pt x="81280" y="76200"/>
                  <a:pt x="76200" y="71120"/>
                  <a:pt x="71120" y="71120"/>
                </a:cubicBezTo>
                <a:cubicBezTo>
                  <a:pt x="66040" y="71120"/>
                  <a:pt x="60960" y="76200"/>
                  <a:pt x="60960" y="81280"/>
                </a:cubicBezTo>
                <a:cubicBezTo>
                  <a:pt x="60960" y="86360"/>
                  <a:pt x="64770" y="91440"/>
                  <a:pt x="71120" y="91440"/>
                </a:cubicBezTo>
                <a:close/>
                <a:moveTo>
                  <a:pt x="71120" y="111760"/>
                </a:moveTo>
                <a:cubicBezTo>
                  <a:pt x="87630" y="111760"/>
                  <a:pt x="101600" y="97790"/>
                  <a:pt x="101600" y="81280"/>
                </a:cubicBezTo>
                <a:cubicBezTo>
                  <a:pt x="101600" y="64770"/>
                  <a:pt x="87630" y="50800"/>
                  <a:pt x="71120" y="50800"/>
                </a:cubicBezTo>
                <a:cubicBezTo>
                  <a:pt x="54610" y="50800"/>
                  <a:pt x="40640" y="64770"/>
                  <a:pt x="40640" y="81280"/>
                </a:cubicBezTo>
                <a:cubicBezTo>
                  <a:pt x="40640" y="97790"/>
                  <a:pt x="53340" y="111760"/>
                  <a:pt x="71120" y="1117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41" name="Рисунок 2">
            <a:extLst>
              <a:ext uri="{FF2B5EF4-FFF2-40B4-BE49-F238E27FC236}">
                <a16:creationId xmlns:a16="http://schemas.microsoft.com/office/drawing/2014/main" id="{66A701D2-0C9B-DCAA-8C9A-9CD61746AFCC}"/>
              </a:ext>
            </a:extLst>
          </p:cNvPr>
          <p:cNvGrpSpPr/>
          <p:nvPr/>
        </p:nvGrpSpPr>
        <p:grpSpPr>
          <a:xfrm>
            <a:off x="7806564" y="3537749"/>
            <a:ext cx="243839" cy="264159"/>
            <a:chOff x="7955280" y="3067050"/>
            <a:chExt cx="243839" cy="264159"/>
          </a:xfrm>
          <a:solidFill>
            <a:schemeClr val="bg1"/>
          </a:solidFill>
        </p:grpSpPr>
        <p:sp>
          <p:nvSpPr>
            <p:cNvPr id="342" name="Полилиния: фигура 389">
              <a:extLst>
                <a:ext uri="{FF2B5EF4-FFF2-40B4-BE49-F238E27FC236}">
                  <a16:creationId xmlns:a16="http://schemas.microsoft.com/office/drawing/2014/main" id="{9C7C473E-1DFB-C2D3-DF63-EA9321EE7826}"/>
                </a:ext>
              </a:extLst>
            </p:cNvPr>
            <p:cNvSpPr/>
            <p:nvPr/>
          </p:nvSpPr>
          <p:spPr>
            <a:xfrm>
              <a:off x="7995919" y="3067050"/>
              <a:ext cx="162560" cy="71120"/>
            </a:xfrm>
            <a:custGeom>
              <a:avLst/>
              <a:gdLst>
                <a:gd name="connsiteX0" fmla="*/ 20320 w 162560"/>
                <a:gd name="connsiteY0" fmla="*/ 30480 h 71120"/>
                <a:gd name="connsiteX1" fmla="*/ 30480 w 162560"/>
                <a:gd name="connsiteY1" fmla="*/ 20320 h 71120"/>
                <a:gd name="connsiteX2" fmla="*/ 132080 w 162560"/>
                <a:gd name="connsiteY2" fmla="*/ 20320 h 71120"/>
                <a:gd name="connsiteX3" fmla="*/ 142240 w 162560"/>
                <a:gd name="connsiteY3" fmla="*/ 30480 h 71120"/>
                <a:gd name="connsiteX4" fmla="*/ 142240 w 162560"/>
                <a:gd name="connsiteY4" fmla="*/ 60960 h 71120"/>
                <a:gd name="connsiteX5" fmla="*/ 152400 w 162560"/>
                <a:gd name="connsiteY5" fmla="*/ 71120 h 71120"/>
                <a:gd name="connsiteX6" fmla="*/ 162561 w 162560"/>
                <a:gd name="connsiteY6" fmla="*/ 60960 h 71120"/>
                <a:gd name="connsiteX7" fmla="*/ 162561 w 162560"/>
                <a:gd name="connsiteY7" fmla="*/ 30480 h 71120"/>
                <a:gd name="connsiteX8" fmla="*/ 132080 w 162560"/>
                <a:gd name="connsiteY8" fmla="*/ 0 h 71120"/>
                <a:gd name="connsiteX9" fmla="*/ 30480 w 162560"/>
                <a:gd name="connsiteY9" fmla="*/ 0 h 71120"/>
                <a:gd name="connsiteX10" fmla="*/ 0 w 162560"/>
                <a:gd name="connsiteY10" fmla="*/ 30480 h 71120"/>
                <a:gd name="connsiteX11" fmla="*/ 0 w 162560"/>
                <a:gd name="connsiteY11" fmla="*/ 60960 h 71120"/>
                <a:gd name="connsiteX12" fmla="*/ 10161 w 162560"/>
                <a:gd name="connsiteY12" fmla="*/ 71120 h 71120"/>
                <a:gd name="connsiteX13" fmla="*/ 20320 w 162560"/>
                <a:gd name="connsiteY13" fmla="*/ 60960 h 71120"/>
                <a:gd name="connsiteX14" fmla="*/ 20320 w 162560"/>
                <a:gd name="connsiteY14" fmla="*/ 3048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560" h="71120">
                  <a:moveTo>
                    <a:pt x="20320" y="30480"/>
                  </a:moveTo>
                  <a:cubicBezTo>
                    <a:pt x="20320" y="25400"/>
                    <a:pt x="25400" y="20320"/>
                    <a:pt x="30480" y="20320"/>
                  </a:cubicBezTo>
                  <a:lnTo>
                    <a:pt x="132080" y="20320"/>
                  </a:lnTo>
                  <a:cubicBezTo>
                    <a:pt x="137161" y="20320"/>
                    <a:pt x="142240" y="25400"/>
                    <a:pt x="142240" y="30480"/>
                  </a:cubicBezTo>
                  <a:lnTo>
                    <a:pt x="142240" y="60960"/>
                  </a:lnTo>
                  <a:cubicBezTo>
                    <a:pt x="142240" y="66040"/>
                    <a:pt x="147320" y="71120"/>
                    <a:pt x="152400" y="71120"/>
                  </a:cubicBezTo>
                  <a:cubicBezTo>
                    <a:pt x="157480" y="71120"/>
                    <a:pt x="162561" y="66040"/>
                    <a:pt x="162561" y="60960"/>
                  </a:cubicBezTo>
                  <a:lnTo>
                    <a:pt x="162561" y="30480"/>
                  </a:lnTo>
                  <a:cubicBezTo>
                    <a:pt x="162561" y="13970"/>
                    <a:pt x="148590" y="0"/>
                    <a:pt x="132080" y="0"/>
                  </a:cubicBezTo>
                  <a:lnTo>
                    <a:pt x="30480" y="0"/>
                  </a:lnTo>
                  <a:cubicBezTo>
                    <a:pt x="13970" y="0"/>
                    <a:pt x="0" y="13970"/>
                    <a:pt x="0" y="30480"/>
                  </a:cubicBezTo>
                  <a:lnTo>
                    <a:pt x="0" y="60960"/>
                  </a:lnTo>
                  <a:cubicBezTo>
                    <a:pt x="0" y="66040"/>
                    <a:pt x="5080" y="71120"/>
                    <a:pt x="10161" y="71120"/>
                  </a:cubicBezTo>
                  <a:cubicBezTo>
                    <a:pt x="15240" y="71120"/>
                    <a:pt x="20320" y="66040"/>
                    <a:pt x="20320" y="60960"/>
                  </a:cubicBezTo>
                  <a:lnTo>
                    <a:pt x="2032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43" name="Полилиния: фигура 390">
              <a:extLst>
                <a:ext uri="{FF2B5EF4-FFF2-40B4-BE49-F238E27FC236}">
                  <a16:creationId xmlns:a16="http://schemas.microsoft.com/office/drawing/2014/main" id="{BF4C5BE3-17E4-B0E4-8A0D-3A4D81E52115}"/>
                </a:ext>
              </a:extLst>
            </p:cNvPr>
            <p:cNvSpPr/>
            <p:nvPr/>
          </p:nvSpPr>
          <p:spPr>
            <a:xfrm>
              <a:off x="7955280" y="3158489"/>
              <a:ext cx="243839" cy="121919"/>
            </a:xfrm>
            <a:custGeom>
              <a:avLst/>
              <a:gdLst>
                <a:gd name="connsiteX0" fmla="*/ 20320 w 243839"/>
                <a:gd name="connsiteY0" fmla="*/ 0 h 121919"/>
                <a:gd name="connsiteX1" fmla="*/ 0 w 243839"/>
                <a:gd name="connsiteY1" fmla="*/ 20320 h 121919"/>
                <a:gd name="connsiteX2" fmla="*/ 0 w 243839"/>
                <a:gd name="connsiteY2" fmla="*/ 111760 h 121919"/>
                <a:gd name="connsiteX3" fmla="*/ 10160 w 243839"/>
                <a:gd name="connsiteY3" fmla="*/ 121920 h 121919"/>
                <a:gd name="connsiteX4" fmla="*/ 20320 w 243839"/>
                <a:gd name="connsiteY4" fmla="*/ 111760 h 121919"/>
                <a:gd name="connsiteX5" fmla="*/ 20320 w 243839"/>
                <a:gd name="connsiteY5" fmla="*/ 20320 h 121919"/>
                <a:gd name="connsiteX6" fmla="*/ 223520 w 243839"/>
                <a:gd name="connsiteY6" fmla="*/ 20320 h 121919"/>
                <a:gd name="connsiteX7" fmla="*/ 223520 w 243839"/>
                <a:gd name="connsiteY7" fmla="*/ 111760 h 121919"/>
                <a:gd name="connsiteX8" fmla="*/ 233680 w 243839"/>
                <a:gd name="connsiteY8" fmla="*/ 121920 h 121919"/>
                <a:gd name="connsiteX9" fmla="*/ 243839 w 243839"/>
                <a:gd name="connsiteY9" fmla="*/ 111760 h 121919"/>
                <a:gd name="connsiteX10" fmla="*/ 243839 w 243839"/>
                <a:gd name="connsiteY10" fmla="*/ 20320 h 121919"/>
                <a:gd name="connsiteX11" fmla="*/ 223520 w 243839"/>
                <a:gd name="connsiteY11" fmla="*/ 0 h 121919"/>
                <a:gd name="connsiteX12" fmla="*/ 20320 w 243839"/>
                <a:gd name="connsiteY12" fmla="*/ 0 h 121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839" h="121919">
                  <a:moveTo>
                    <a:pt x="20320" y="0"/>
                  </a:moveTo>
                  <a:cubicBezTo>
                    <a:pt x="8889" y="0"/>
                    <a:pt x="0" y="8890"/>
                    <a:pt x="0" y="20320"/>
                  </a:cubicBezTo>
                  <a:lnTo>
                    <a:pt x="0" y="111760"/>
                  </a:lnTo>
                  <a:cubicBezTo>
                    <a:pt x="0" y="116840"/>
                    <a:pt x="5080" y="121920"/>
                    <a:pt x="10160" y="121920"/>
                  </a:cubicBezTo>
                  <a:cubicBezTo>
                    <a:pt x="15239" y="121920"/>
                    <a:pt x="20320" y="116840"/>
                    <a:pt x="20320" y="111760"/>
                  </a:cubicBezTo>
                  <a:lnTo>
                    <a:pt x="20320" y="20320"/>
                  </a:lnTo>
                  <a:lnTo>
                    <a:pt x="223520" y="20320"/>
                  </a:lnTo>
                  <a:lnTo>
                    <a:pt x="223520" y="111760"/>
                  </a:lnTo>
                  <a:cubicBezTo>
                    <a:pt x="223520" y="116840"/>
                    <a:pt x="228600" y="121920"/>
                    <a:pt x="233680" y="121920"/>
                  </a:cubicBezTo>
                  <a:cubicBezTo>
                    <a:pt x="238760" y="121920"/>
                    <a:pt x="243839" y="116840"/>
                    <a:pt x="243839" y="111760"/>
                  </a:cubicBezTo>
                  <a:lnTo>
                    <a:pt x="243839" y="20320"/>
                  </a:lnTo>
                  <a:cubicBezTo>
                    <a:pt x="243839" y="8890"/>
                    <a:pt x="234950" y="0"/>
                    <a:pt x="223520" y="0"/>
                  </a:cubicBezTo>
                  <a:lnTo>
                    <a:pt x="2032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44" name="Полилиния: фигура 391">
              <a:extLst>
                <a:ext uri="{FF2B5EF4-FFF2-40B4-BE49-F238E27FC236}">
                  <a16:creationId xmlns:a16="http://schemas.microsoft.com/office/drawing/2014/main" id="{38061978-B2E1-D6BC-F402-61AE56D8B608}"/>
                </a:ext>
              </a:extLst>
            </p:cNvPr>
            <p:cNvSpPr/>
            <p:nvPr/>
          </p:nvSpPr>
          <p:spPr>
            <a:xfrm>
              <a:off x="8117840" y="3199129"/>
              <a:ext cx="40640" cy="20320"/>
            </a:xfrm>
            <a:custGeom>
              <a:avLst/>
              <a:gdLst>
                <a:gd name="connsiteX0" fmla="*/ 0 w 40640"/>
                <a:gd name="connsiteY0" fmla="*/ 10160 h 20320"/>
                <a:gd name="connsiteX1" fmla="*/ 10160 w 40640"/>
                <a:gd name="connsiteY1" fmla="*/ 0 h 20320"/>
                <a:gd name="connsiteX2" fmla="*/ 30480 w 40640"/>
                <a:gd name="connsiteY2" fmla="*/ 0 h 20320"/>
                <a:gd name="connsiteX3" fmla="*/ 40640 w 40640"/>
                <a:gd name="connsiteY3" fmla="*/ 10160 h 20320"/>
                <a:gd name="connsiteX4" fmla="*/ 30480 w 40640"/>
                <a:gd name="connsiteY4" fmla="*/ 20320 h 20320"/>
                <a:gd name="connsiteX5" fmla="*/ 10160 w 40640"/>
                <a:gd name="connsiteY5" fmla="*/ 20320 h 20320"/>
                <a:gd name="connsiteX6" fmla="*/ 0 w 4064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40" h="2032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30480" y="0"/>
                  </a:lnTo>
                  <a:cubicBezTo>
                    <a:pt x="35560" y="0"/>
                    <a:pt x="40640" y="5080"/>
                    <a:pt x="40640" y="10160"/>
                  </a:cubicBezTo>
                  <a:cubicBezTo>
                    <a:pt x="40640" y="15240"/>
                    <a:pt x="35560" y="20320"/>
                    <a:pt x="30480" y="20320"/>
                  </a:cubicBezTo>
                  <a:lnTo>
                    <a:pt x="10160" y="20320"/>
                  </a:ln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45" name="Полилиния: фигура 392">
              <a:extLst>
                <a:ext uri="{FF2B5EF4-FFF2-40B4-BE49-F238E27FC236}">
                  <a16:creationId xmlns:a16="http://schemas.microsoft.com/office/drawing/2014/main" id="{31E904C1-8A2C-EC31-BDFE-0F751C0956FC}"/>
                </a:ext>
              </a:extLst>
            </p:cNvPr>
            <p:cNvSpPr/>
            <p:nvPr/>
          </p:nvSpPr>
          <p:spPr>
            <a:xfrm>
              <a:off x="7995919" y="3249929"/>
              <a:ext cx="162560" cy="81279"/>
            </a:xfrm>
            <a:custGeom>
              <a:avLst/>
              <a:gdLst>
                <a:gd name="connsiteX0" fmla="*/ 11430 w 162560"/>
                <a:gd name="connsiteY0" fmla="*/ 0 h 81279"/>
                <a:gd name="connsiteX1" fmla="*/ 0 w 162560"/>
                <a:gd name="connsiteY1" fmla="*/ 11430 h 81279"/>
                <a:gd name="connsiteX2" fmla="*/ 0 w 162560"/>
                <a:gd name="connsiteY2" fmla="*/ 50800 h 81279"/>
                <a:gd name="connsiteX3" fmla="*/ 30480 w 162560"/>
                <a:gd name="connsiteY3" fmla="*/ 81280 h 81279"/>
                <a:gd name="connsiteX4" fmla="*/ 132080 w 162560"/>
                <a:gd name="connsiteY4" fmla="*/ 81280 h 81279"/>
                <a:gd name="connsiteX5" fmla="*/ 162561 w 162560"/>
                <a:gd name="connsiteY5" fmla="*/ 50800 h 81279"/>
                <a:gd name="connsiteX6" fmla="*/ 162561 w 162560"/>
                <a:gd name="connsiteY6" fmla="*/ 11430 h 81279"/>
                <a:gd name="connsiteX7" fmla="*/ 151130 w 162560"/>
                <a:gd name="connsiteY7" fmla="*/ 0 h 81279"/>
                <a:gd name="connsiteX8" fmla="*/ 11430 w 162560"/>
                <a:gd name="connsiteY8" fmla="*/ 0 h 81279"/>
                <a:gd name="connsiteX9" fmla="*/ 20320 w 162560"/>
                <a:gd name="connsiteY9" fmla="*/ 50800 h 81279"/>
                <a:gd name="connsiteX10" fmla="*/ 20320 w 162560"/>
                <a:gd name="connsiteY10" fmla="*/ 20320 h 81279"/>
                <a:gd name="connsiteX11" fmla="*/ 142240 w 162560"/>
                <a:gd name="connsiteY11" fmla="*/ 20320 h 81279"/>
                <a:gd name="connsiteX12" fmla="*/ 142240 w 162560"/>
                <a:gd name="connsiteY12" fmla="*/ 50800 h 81279"/>
                <a:gd name="connsiteX13" fmla="*/ 132080 w 162560"/>
                <a:gd name="connsiteY13" fmla="*/ 60960 h 81279"/>
                <a:gd name="connsiteX14" fmla="*/ 30480 w 162560"/>
                <a:gd name="connsiteY14" fmla="*/ 60960 h 81279"/>
                <a:gd name="connsiteX15" fmla="*/ 20320 w 162560"/>
                <a:gd name="connsiteY15" fmla="*/ 50800 h 8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2560" h="81279">
                  <a:moveTo>
                    <a:pt x="11430" y="0"/>
                  </a:moveTo>
                  <a:cubicBezTo>
                    <a:pt x="5080" y="0"/>
                    <a:pt x="0" y="5080"/>
                    <a:pt x="0" y="11430"/>
                  </a:cubicBezTo>
                  <a:lnTo>
                    <a:pt x="0" y="50800"/>
                  </a:lnTo>
                  <a:cubicBezTo>
                    <a:pt x="0" y="67310"/>
                    <a:pt x="13970" y="81280"/>
                    <a:pt x="30480" y="81280"/>
                  </a:cubicBezTo>
                  <a:lnTo>
                    <a:pt x="132080" y="81280"/>
                  </a:lnTo>
                  <a:cubicBezTo>
                    <a:pt x="148590" y="81280"/>
                    <a:pt x="162561" y="67310"/>
                    <a:pt x="162561" y="50800"/>
                  </a:cubicBezTo>
                  <a:lnTo>
                    <a:pt x="162561" y="11430"/>
                  </a:lnTo>
                  <a:cubicBezTo>
                    <a:pt x="162561" y="5080"/>
                    <a:pt x="157480" y="0"/>
                    <a:pt x="151130" y="0"/>
                  </a:cubicBezTo>
                  <a:lnTo>
                    <a:pt x="11430" y="0"/>
                  </a:lnTo>
                  <a:close/>
                  <a:moveTo>
                    <a:pt x="20320" y="50800"/>
                  </a:moveTo>
                  <a:lnTo>
                    <a:pt x="20320" y="20320"/>
                  </a:lnTo>
                  <a:lnTo>
                    <a:pt x="142240" y="20320"/>
                  </a:lnTo>
                  <a:lnTo>
                    <a:pt x="142240" y="50800"/>
                  </a:lnTo>
                  <a:cubicBezTo>
                    <a:pt x="142240" y="55880"/>
                    <a:pt x="137161" y="60960"/>
                    <a:pt x="132080" y="60960"/>
                  </a:cubicBezTo>
                  <a:lnTo>
                    <a:pt x="30480" y="60960"/>
                  </a:lnTo>
                  <a:cubicBezTo>
                    <a:pt x="25400" y="60960"/>
                    <a:pt x="20320" y="55880"/>
                    <a:pt x="20320" y="508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46" name="Полилиния: фигура 395">
            <a:extLst>
              <a:ext uri="{FF2B5EF4-FFF2-40B4-BE49-F238E27FC236}">
                <a16:creationId xmlns:a16="http://schemas.microsoft.com/office/drawing/2014/main" id="{1BF0C8FF-E1E4-F71A-FC9A-21251B09E365}"/>
              </a:ext>
            </a:extLst>
          </p:cNvPr>
          <p:cNvSpPr/>
          <p:nvPr/>
        </p:nvSpPr>
        <p:spPr>
          <a:xfrm>
            <a:off x="544703" y="4913598"/>
            <a:ext cx="233680" cy="284479"/>
          </a:xfrm>
          <a:custGeom>
            <a:avLst/>
            <a:gdLst>
              <a:gd name="connsiteX0" fmla="*/ 101600 w 233680"/>
              <a:gd name="connsiteY0" fmla="*/ 20320 h 284479"/>
              <a:gd name="connsiteX1" fmla="*/ 63500 w 233680"/>
              <a:gd name="connsiteY1" fmla="*/ 24130 h 284479"/>
              <a:gd name="connsiteX2" fmla="*/ 55880 w 233680"/>
              <a:gd name="connsiteY2" fmla="*/ 35560 h 284479"/>
              <a:gd name="connsiteX3" fmla="*/ 55880 w 233680"/>
              <a:gd name="connsiteY3" fmla="*/ 50800 h 284479"/>
              <a:gd name="connsiteX4" fmla="*/ 101600 w 233680"/>
              <a:gd name="connsiteY4" fmla="*/ 39370 h 284479"/>
              <a:gd name="connsiteX5" fmla="*/ 147320 w 233680"/>
              <a:gd name="connsiteY5" fmla="*/ 50800 h 284479"/>
              <a:gd name="connsiteX6" fmla="*/ 147320 w 233680"/>
              <a:gd name="connsiteY6" fmla="*/ 35560 h 284479"/>
              <a:gd name="connsiteX7" fmla="*/ 139700 w 233680"/>
              <a:gd name="connsiteY7" fmla="*/ 24130 h 284479"/>
              <a:gd name="connsiteX8" fmla="*/ 101600 w 233680"/>
              <a:gd name="connsiteY8" fmla="*/ 20320 h 284479"/>
              <a:gd name="connsiteX9" fmla="*/ 35560 w 233680"/>
              <a:gd name="connsiteY9" fmla="*/ 35560 h 284479"/>
              <a:gd name="connsiteX10" fmla="*/ 35560 w 233680"/>
              <a:gd name="connsiteY10" fmla="*/ 64770 h 284479"/>
              <a:gd name="connsiteX11" fmla="*/ 0 w 233680"/>
              <a:gd name="connsiteY11" fmla="*/ 142240 h 284479"/>
              <a:gd name="connsiteX12" fmla="*/ 35560 w 233680"/>
              <a:gd name="connsiteY12" fmla="*/ 219710 h 284479"/>
              <a:gd name="connsiteX13" fmla="*/ 35560 w 233680"/>
              <a:gd name="connsiteY13" fmla="*/ 248920 h 284479"/>
              <a:gd name="connsiteX14" fmla="*/ 57150 w 233680"/>
              <a:gd name="connsiteY14" fmla="*/ 279400 h 284479"/>
              <a:gd name="connsiteX15" fmla="*/ 101600 w 233680"/>
              <a:gd name="connsiteY15" fmla="*/ 284480 h 284479"/>
              <a:gd name="connsiteX16" fmla="*/ 146050 w 233680"/>
              <a:gd name="connsiteY16" fmla="*/ 279400 h 284479"/>
              <a:gd name="connsiteX17" fmla="*/ 167640 w 233680"/>
              <a:gd name="connsiteY17" fmla="*/ 248920 h 284479"/>
              <a:gd name="connsiteX18" fmla="*/ 167640 w 233680"/>
              <a:gd name="connsiteY18" fmla="*/ 219710 h 284479"/>
              <a:gd name="connsiteX19" fmla="*/ 203200 w 233680"/>
              <a:gd name="connsiteY19" fmla="*/ 142240 h 284479"/>
              <a:gd name="connsiteX20" fmla="*/ 167640 w 233680"/>
              <a:gd name="connsiteY20" fmla="*/ 64770 h 284479"/>
              <a:gd name="connsiteX21" fmla="*/ 167640 w 233680"/>
              <a:gd name="connsiteY21" fmla="*/ 35560 h 284479"/>
              <a:gd name="connsiteX22" fmla="*/ 146050 w 233680"/>
              <a:gd name="connsiteY22" fmla="*/ 5080 h 284479"/>
              <a:gd name="connsiteX23" fmla="*/ 101600 w 233680"/>
              <a:gd name="connsiteY23" fmla="*/ 0 h 284479"/>
              <a:gd name="connsiteX24" fmla="*/ 57150 w 233680"/>
              <a:gd name="connsiteY24" fmla="*/ 5080 h 284479"/>
              <a:gd name="connsiteX25" fmla="*/ 35560 w 233680"/>
              <a:gd name="connsiteY25" fmla="*/ 35560 h 284479"/>
              <a:gd name="connsiteX26" fmla="*/ 147320 w 233680"/>
              <a:gd name="connsiteY26" fmla="*/ 232410 h 284479"/>
              <a:gd name="connsiteX27" fmla="*/ 101600 w 233680"/>
              <a:gd name="connsiteY27" fmla="*/ 243840 h 284479"/>
              <a:gd name="connsiteX28" fmla="*/ 55880 w 233680"/>
              <a:gd name="connsiteY28" fmla="*/ 232410 h 284479"/>
              <a:gd name="connsiteX29" fmla="*/ 55880 w 233680"/>
              <a:gd name="connsiteY29" fmla="*/ 247650 h 284479"/>
              <a:gd name="connsiteX30" fmla="*/ 63500 w 233680"/>
              <a:gd name="connsiteY30" fmla="*/ 259080 h 284479"/>
              <a:gd name="connsiteX31" fmla="*/ 101600 w 233680"/>
              <a:gd name="connsiteY31" fmla="*/ 262890 h 284479"/>
              <a:gd name="connsiteX32" fmla="*/ 139700 w 233680"/>
              <a:gd name="connsiteY32" fmla="*/ 259080 h 284479"/>
              <a:gd name="connsiteX33" fmla="*/ 147320 w 233680"/>
              <a:gd name="connsiteY33" fmla="*/ 247650 h 284479"/>
              <a:gd name="connsiteX34" fmla="*/ 147320 w 233680"/>
              <a:gd name="connsiteY34" fmla="*/ 232410 h 284479"/>
              <a:gd name="connsiteX35" fmla="*/ 101600 w 233680"/>
              <a:gd name="connsiteY35" fmla="*/ 60960 h 284479"/>
              <a:gd name="connsiteX36" fmla="*/ 20320 w 233680"/>
              <a:gd name="connsiteY36" fmla="*/ 142240 h 284479"/>
              <a:gd name="connsiteX37" fmla="*/ 101600 w 233680"/>
              <a:gd name="connsiteY37" fmla="*/ 223520 h 284479"/>
              <a:gd name="connsiteX38" fmla="*/ 182880 w 233680"/>
              <a:gd name="connsiteY38" fmla="*/ 142240 h 284479"/>
              <a:gd name="connsiteX39" fmla="*/ 101600 w 233680"/>
              <a:gd name="connsiteY39" fmla="*/ 60960 h 284479"/>
              <a:gd name="connsiteX40" fmla="*/ 223520 w 233680"/>
              <a:gd name="connsiteY40" fmla="*/ 121920 h 284479"/>
              <a:gd name="connsiteX41" fmla="*/ 233680 w 233680"/>
              <a:gd name="connsiteY41" fmla="*/ 132080 h 284479"/>
              <a:gd name="connsiteX42" fmla="*/ 233680 w 233680"/>
              <a:gd name="connsiteY42" fmla="*/ 152400 h 284479"/>
              <a:gd name="connsiteX43" fmla="*/ 223520 w 233680"/>
              <a:gd name="connsiteY43" fmla="*/ 162560 h 284479"/>
              <a:gd name="connsiteX44" fmla="*/ 213360 w 233680"/>
              <a:gd name="connsiteY44" fmla="*/ 152400 h 284479"/>
              <a:gd name="connsiteX45" fmla="*/ 213360 w 233680"/>
              <a:gd name="connsiteY45" fmla="*/ 132080 h 284479"/>
              <a:gd name="connsiteX46" fmla="*/ 223520 w 233680"/>
              <a:gd name="connsiteY46" fmla="*/ 121920 h 284479"/>
              <a:gd name="connsiteX47" fmla="*/ 121920 w 233680"/>
              <a:gd name="connsiteY47" fmla="*/ 106680 h 284479"/>
              <a:gd name="connsiteX48" fmla="*/ 111760 w 233680"/>
              <a:gd name="connsiteY48" fmla="*/ 96520 h 284479"/>
              <a:gd name="connsiteX49" fmla="*/ 101600 w 233680"/>
              <a:gd name="connsiteY49" fmla="*/ 106680 h 284479"/>
              <a:gd name="connsiteX50" fmla="*/ 101600 w 233680"/>
              <a:gd name="connsiteY50" fmla="*/ 142240 h 284479"/>
              <a:gd name="connsiteX51" fmla="*/ 81280 w 233680"/>
              <a:gd name="connsiteY51" fmla="*/ 142240 h 284479"/>
              <a:gd name="connsiteX52" fmla="*/ 71120 w 233680"/>
              <a:gd name="connsiteY52" fmla="*/ 152400 h 284479"/>
              <a:gd name="connsiteX53" fmla="*/ 81280 w 233680"/>
              <a:gd name="connsiteY53" fmla="*/ 162560 h 284479"/>
              <a:gd name="connsiteX54" fmla="*/ 110490 w 233680"/>
              <a:gd name="connsiteY54" fmla="*/ 162560 h 284479"/>
              <a:gd name="connsiteX55" fmla="*/ 121920 w 233680"/>
              <a:gd name="connsiteY55" fmla="*/ 151130 h 284479"/>
              <a:gd name="connsiteX56" fmla="*/ 121920 w 233680"/>
              <a:gd name="connsiteY56" fmla="*/ 10668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33680" h="284479">
                <a:moveTo>
                  <a:pt x="101600" y="20320"/>
                </a:moveTo>
                <a:cubicBezTo>
                  <a:pt x="83820" y="20320"/>
                  <a:pt x="71120" y="21590"/>
                  <a:pt x="63500" y="24130"/>
                </a:cubicBezTo>
                <a:cubicBezTo>
                  <a:pt x="59690" y="25400"/>
                  <a:pt x="55880" y="29210"/>
                  <a:pt x="55880" y="35560"/>
                </a:cubicBezTo>
                <a:lnTo>
                  <a:pt x="55880" y="50800"/>
                </a:lnTo>
                <a:cubicBezTo>
                  <a:pt x="69850" y="44450"/>
                  <a:pt x="85090" y="39370"/>
                  <a:pt x="101600" y="39370"/>
                </a:cubicBezTo>
                <a:cubicBezTo>
                  <a:pt x="118110" y="39370"/>
                  <a:pt x="133350" y="43180"/>
                  <a:pt x="147320" y="50800"/>
                </a:cubicBezTo>
                <a:lnTo>
                  <a:pt x="147320" y="35560"/>
                </a:lnTo>
                <a:cubicBezTo>
                  <a:pt x="147320" y="29210"/>
                  <a:pt x="143510" y="25400"/>
                  <a:pt x="139700" y="24130"/>
                </a:cubicBezTo>
                <a:cubicBezTo>
                  <a:pt x="130810" y="21590"/>
                  <a:pt x="119380" y="20320"/>
                  <a:pt x="101600" y="20320"/>
                </a:cubicBezTo>
                <a:close/>
                <a:moveTo>
                  <a:pt x="35560" y="35560"/>
                </a:moveTo>
                <a:lnTo>
                  <a:pt x="35560" y="64770"/>
                </a:lnTo>
                <a:cubicBezTo>
                  <a:pt x="13970" y="83820"/>
                  <a:pt x="0" y="110490"/>
                  <a:pt x="0" y="142240"/>
                </a:cubicBezTo>
                <a:cubicBezTo>
                  <a:pt x="0" y="172720"/>
                  <a:pt x="13970" y="200660"/>
                  <a:pt x="35560" y="219710"/>
                </a:cubicBezTo>
                <a:lnTo>
                  <a:pt x="35560" y="248920"/>
                </a:lnTo>
                <a:cubicBezTo>
                  <a:pt x="35560" y="261620"/>
                  <a:pt x="43180" y="275590"/>
                  <a:pt x="57150" y="279400"/>
                </a:cubicBezTo>
                <a:cubicBezTo>
                  <a:pt x="67310" y="281940"/>
                  <a:pt x="81280" y="284480"/>
                  <a:pt x="101600" y="284480"/>
                </a:cubicBezTo>
                <a:cubicBezTo>
                  <a:pt x="120650" y="284480"/>
                  <a:pt x="134620" y="281940"/>
                  <a:pt x="146050" y="279400"/>
                </a:cubicBezTo>
                <a:cubicBezTo>
                  <a:pt x="161290" y="275590"/>
                  <a:pt x="167640" y="261620"/>
                  <a:pt x="167640" y="248920"/>
                </a:cubicBezTo>
                <a:lnTo>
                  <a:pt x="167640" y="219710"/>
                </a:lnTo>
                <a:cubicBezTo>
                  <a:pt x="189230" y="200660"/>
                  <a:pt x="203200" y="173990"/>
                  <a:pt x="203200" y="142240"/>
                </a:cubicBezTo>
                <a:cubicBezTo>
                  <a:pt x="203200" y="111760"/>
                  <a:pt x="189230" y="83820"/>
                  <a:pt x="167640" y="64770"/>
                </a:cubicBezTo>
                <a:lnTo>
                  <a:pt x="167640" y="35560"/>
                </a:lnTo>
                <a:cubicBezTo>
                  <a:pt x="167640" y="22860"/>
                  <a:pt x="160020" y="8890"/>
                  <a:pt x="146050" y="5080"/>
                </a:cubicBezTo>
                <a:cubicBezTo>
                  <a:pt x="135890" y="2540"/>
                  <a:pt x="121920" y="0"/>
                  <a:pt x="101600" y="0"/>
                </a:cubicBezTo>
                <a:cubicBezTo>
                  <a:pt x="82550" y="0"/>
                  <a:pt x="68580" y="2540"/>
                  <a:pt x="57150" y="5080"/>
                </a:cubicBezTo>
                <a:cubicBezTo>
                  <a:pt x="43180" y="8890"/>
                  <a:pt x="35560" y="22860"/>
                  <a:pt x="35560" y="35560"/>
                </a:cubicBezTo>
                <a:close/>
                <a:moveTo>
                  <a:pt x="147320" y="232410"/>
                </a:moveTo>
                <a:cubicBezTo>
                  <a:pt x="133350" y="238760"/>
                  <a:pt x="118110" y="243840"/>
                  <a:pt x="101600" y="243840"/>
                </a:cubicBezTo>
                <a:cubicBezTo>
                  <a:pt x="85090" y="243840"/>
                  <a:pt x="69850" y="240030"/>
                  <a:pt x="55880" y="232410"/>
                </a:cubicBezTo>
                <a:lnTo>
                  <a:pt x="55880" y="247650"/>
                </a:lnTo>
                <a:cubicBezTo>
                  <a:pt x="55880" y="254000"/>
                  <a:pt x="59690" y="257810"/>
                  <a:pt x="63500" y="259080"/>
                </a:cubicBezTo>
                <a:cubicBezTo>
                  <a:pt x="72390" y="261620"/>
                  <a:pt x="83820" y="262890"/>
                  <a:pt x="101600" y="262890"/>
                </a:cubicBezTo>
                <a:cubicBezTo>
                  <a:pt x="119380" y="262890"/>
                  <a:pt x="132080" y="261620"/>
                  <a:pt x="139700" y="259080"/>
                </a:cubicBezTo>
                <a:cubicBezTo>
                  <a:pt x="143510" y="257810"/>
                  <a:pt x="147320" y="254000"/>
                  <a:pt x="147320" y="247650"/>
                </a:cubicBezTo>
                <a:lnTo>
                  <a:pt x="147320" y="232410"/>
                </a:lnTo>
                <a:close/>
                <a:moveTo>
                  <a:pt x="101600" y="60960"/>
                </a:moveTo>
                <a:cubicBezTo>
                  <a:pt x="57150" y="60960"/>
                  <a:pt x="20320" y="97790"/>
                  <a:pt x="20320" y="142240"/>
                </a:cubicBezTo>
                <a:cubicBezTo>
                  <a:pt x="20320" y="186690"/>
                  <a:pt x="57150" y="223520"/>
                  <a:pt x="101600" y="223520"/>
                </a:cubicBezTo>
                <a:cubicBezTo>
                  <a:pt x="146050" y="223520"/>
                  <a:pt x="182880" y="186690"/>
                  <a:pt x="182880" y="142240"/>
                </a:cubicBezTo>
                <a:cubicBezTo>
                  <a:pt x="182880" y="96520"/>
                  <a:pt x="146050" y="60960"/>
                  <a:pt x="101600" y="60960"/>
                </a:cubicBezTo>
                <a:close/>
                <a:moveTo>
                  <a:pt x="223520" y="121920"/>
                </a:moveTo>
                <a:cubicBezTo>
                  <a:pt x="228600" y="121920"/>
                  <a:pt x="233680" y="127000"/>
                  <a:pt x="233680" y="132080"/>
                </a:cubicBezTo>
                <a:lnTo>
                  <a:pt x="233680" y="152400"/>
                </a:lnTo>
                <a:cubicBezTo>
                  <a:pt x="233680" y="157480"/>
                  <a:pt x="228600" y="162560"/>
                  <a:pt x="223520" y="162560"/>
                </a:cubicBezTo>
                <a:cubicBezTo>
                  <a:pt x="218440" y="162560"/>
                  <a:pt x="213360" y="157480"/>
                  <a:pt x="213360" y="152400"/>
                </a:cubicBezTo>
                <a:lnTo>
                  <a:pt x="213360" y="132080"/>
                </a:lnTo>
                <a:cubicBezTo>
                  <a:pt x="213360" y="125730"/>
                  <a:pt x="217170" y="121920"/>
                  <a:pt x="223520" y="121920"/>
                </a:cubicBezTo>
                <a:close/>
                <a:moveTo>
                  <a:pt x="121920" y="106680"/>
                </a:moveTo>
                <a:cubicBezTo>
                  <a:pt x="121920" y="101600"/>
                  <a:pt x="116840" y="96520"/>
                  <a:pt x="111760" y="96520"/>
                </a:cubicBezTo>
                <a:cubicBezTo>
                  <a:pt x="106680" y="96520"/>
                  <a:pt x="101600" y="101600"/>
                  <a:pt x="101600" y="106680"/>
                </a:cubicBezTo>
                <a:lnTo>
                  <a:pt x="101600" y="142240"/>
                </a:lnTo>
                <a:lnTo>
                  <a:pt x="81280" y="142240"/>
                </a:lnTo>
                <a:cubicBezTo>
                  <a:pt x="76200" y="142240"/>
                  <a:pt x="71120" y="147320"/>
                  <a:pt x="71120" y="152400"/>
                </a:cubicBezTo>
                <a:cubicBezTo>
                  <a:pt x="71120" y="157480"/>
                  <a:pt x="76200" y="162560"/>
                  <a:pt x="81280" y="162560"/>
                </a:cubicBezTo>
                <a:lnTo>
                  <a:pt x="110490" y="162560"/>
                </a:lnTo>
                <a:cubicBezTo>
                  <a:pt x="116840" y="162560"/>
                  <a:pt x="121920" y="157480"/>
                  <a:pt x="121920" y="151130"/>
                </a:cubicBezTo>
                <a:lnTo>
                  <a:pt x="121920" y="1066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7" name="Полилиния: фигура 398">
            <a:extLst>
              <a:ext uri="{FF2B5EF4-FFF2-40B4-BE49-F238E27FC236}">
                <a16:creationId xmlns:a16="http://schemas.microsoft.com/office/drawing/2014/main" id="{4095523A-C158-C1E0-2A6F-5CFDF47AFC39}"/>
              </a:ext>
            </a:extLst>
          </p:cNvPr>
          <p:cNvSpPr/>
          <p:nvPr/>
        </p:nvSpPr>
        <p:spPr>
          <a:xfrm>
            <a:off x="1098423" y="4938998"/>
            <a:ext cx="243840" cy="233679"/>
          </a:xfrm>
          <a:custGeom>
            <a:avLst/>
            <a:gdLst>
              <a:gd name="connsiteX0" fmla="*/ 20320 w 243840"/>
              <a:gd name="connsiteY0" fmla="*/ 121920 h 233679"/>
              <a:gd name="connsiteX1" fmla="*/ 121920 w 243840"/>
              <a:gd name="connsiteY1" fmla="*/ 20320 h 233679"/>
              <a:gd name="connsiteX2" fmla="*/ 223520 w 243840"/>
              <a:gd name="connsiteY2" fmla="*/ 121920 h 233679"/>
              <a:gd name="connsiteX3" fmla="*/ 223520 w 243840"/>
              <a:gd name="connsiteY3" fmla="*/ 132080 h 233679"/>
              <a:gd name="connsiteX4" fmla="*/ 182880 w 243840"/>
              <a:gd name="connsiteY4" fmla="*/ 132080 h 233679"/>
              <a:gd name="connsiteX5" fmla="*/ 172720 w 243840"/>
              <a:gd name="connsiteY5" fmla="*/ 142240 h 233679"/>
              <a:gd name="connsiteX6" fmla="*/ 172720 w 243840"/>
              <a:gd name="connsiteY6" fmla="*/ 223520 h 233679"/>
              <a:gd name="connsiteX7" fmla="*/ 182880 w 243840"/>
              <a:gd name="connsiteY7" fmla="*/ 233680 h 233679"/>
              <a:gd name="connsiteX8" fmla="*/ 203200 w 243840"/>
              <a:gd name="connsiteY8" fmla="*/ 233680 h 233679"/>
              <a:gd name="connsiteX9" fmla="*/ 243840 w 243840"/>
              <a:gd name="connsiteY9" fmla="*/ 193040 h 233679"/>
              <a:gd name="connsiteX10" fmla="*/ 243840 w 243840"/>
              <a:gd name="connsiteY10" fmla="*/ 151130 h 233679"/>
              <a:gd name="connsiteX11" fmla="*/ 243840 w 243840"/>
              <a:gd name="connsiteY11" fmla="*/ 142240 h 233679"/>
              <a:gd name="connsiteX12" fmla="*/ 243840 w 243840"/>
              <a:gd name="connsiteY12" fmla="*/ 121920 h 233679"/>
              <a:gd name="connsiteX13" fmla="*/ 121920 w 243840"/>
              <a:gd name="connsiteY13" fmla="*/ 0 h 233679"/>
              <a:gd name="connsiteX14" fmla="*/ 0 w 243840"/>
              <a:gd name="connsiteY14" fmla="*/ 121920 h 233679"/>
              <a:gd name="connsiteX15" fmla="*/ 0 w 243840"/>
              <a:gd name="connsiteY15" fmla="*/ 142240 h 233679"/>
              <a:gd name="connsiteX16" fmla="*/ 0 w 243840"/>
              <a:gd name="connsiteY16" fmla="*/ 151130 h 233679"/>
              <a:gd name="connsiteX17" fmla="*/ 0 w 243840"/>
              <a:gd name="connsiteY17" fmla="*/ 193040 h 233679"/>
              <a:gd name="connsiteX18" fmla="*/ 40640 w 243840"/>
              <a:gd name="connsiteY18" fmla="*/ 233680 h 233679"/>
              <a:gd name="connsiteX19" fmla="*/ 60960 w 243840"/>
              <a:gd name="connsiteY19" fmla="*/ 233680 h 233679"/>
              <a:gd name="connsiteX20" fmla="*/ 71120 w 243840"/>
              <a:gd name="connsiteY20" fmla="*/ 223520 h 233679"/>
              <a:gd name="connsiteX21" fmla="*/ 71120 w 243840"/>
              <a:gd name="connsiteY21" fmla="*/ 142240 h 233679"/>
              <a:gd name="connsiteX22" fmla="*/ 60960 w 243840"/>
              <a:gd name="connsiteY22" fmla="*/ 132080 h 233679"/>
              <a:gd name="connsiteX23" fmla="*/ 20320 w 243840"/>
              <a:gd name="connsiteY23" fmla="*/ 132080 h 233679"/>
              <a:gd name="connsiteX24" fmla="*/ 20320 w 243840"/>
              <a:gd name="connsiteY24" fmla="*/ 121920 h 233679"/>
              <a:gd name="connsiteX25" fmla="*/ 20320 w 243840"/>
              <a:gd name="connsiteY25" fmla="*/ 151130 h 233679"/>
              <a:gd name="connsiteX26" fmla="*/ 20320 w 243840"/>
              <a:gd name="connsiteY26" fmla="*/ 191770 h 233679"/>
              <a:gd name="connsiteX27" fmla="*/ 40640 w 243840"/>
              <a:gd name="connsiteY27" fmla="*/ 212090 h 233679"/>
              <a:gd name="connsiteX28" fmla="*/ 50800 w 243840"/>
              <a:gd name="connsiteY28" fmla="*/ 212090 h 233679"/>
              <a:gd name="connsiteX29" fmla="*/ 50800 w 243840"/>
              <a:gd name="connsiteY29" fmla="*/ 151130 h 233679"/>
              <a:gd name="connsiteX30" fmla="*/ 20320 w 243840"/>
              <a:gd name="connsiteY30" fmla="*/ 151130 h 233679"/>
              <a:gd name="connsiteX31" fmla="*/ 223520 w 243840"/>
              <a:gd name="connsiteY31" fmla="*/ 151130 h 233679"/>
              <a:gd name="connsiteX32" fmla="*/ 223520 w 243840"/>
              <a:gd name="connsiteY32" fmla="*/ 191770 h 233679"/>
              <a:gd name="connsiteX33" fmla="*/ 203200 w 243840"/>
              <a:gd name="connsiteY33" fmla="*/ 212090 h 233679"/>
              <a:gd name="connsiteX34" fmla="*/ 193040 w 243840"/>
              <a:gd name="connsiteY34" fmla="*/ 212090 h 233679"/>
              <a:gd name="connsiteX35" fmla="*/ 193040 w 243840"/>
              <a:gd name="connsiteY35" fmla="*/ 151130 h 233679"/>
              <a:gd name="connsiteX36" fmla="*/ 223520 w 243840"/>
              <a:gd name="connsiteY36" fmla="*/ 151130 h 23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43840" h="233679">
                <a:moveTo>
                  <a:pt x="20320" y="121920"/>
                </a:moveTo>
                <a:cubicBezTo>
                  <a:pt x="20320" y="62230"/>
                  <a:pt x="68580" y="20320"/>
                  <a:pt x="121920" y="20320"/>
                </a:cubicBezTo>
                <a:cubicBezTo>
                  <a:pt x="175260" y="20320"/>
                  <a:pt x="223520" y="62230"/>
                  <a:pt x="223520" y="121920"/>
                </a:cubicBezTo>
                <a:lnTo>
                  <a:pt x="223520" y="132080"/>
                </a:lnTo>
                <a:lnTo>
                  <a:pt x="182880" y="132080"/>
                </a:lnTo>
                <a:cubicBezTo>
                  <a:pt x="177800" y="132080"/>
                  <a:pt x="172720" y="137160"/>
                  <a:pt x="172720" y="142240"/>
                </a:cubicBezTo>
                <a:lnTo>
                  <a:pt x="172720" y="223520"/>
                </a:lnTo>
                <a:cubicBezTo>
                  <a:pt x="172720" y="228600"/>
                  <a:pt x="177800" y="233680"/>
                  <a:pt x="182880" y="233680"/>
                </a:cubicBezTo>
                <a:lnTo>
                  <a:pt x="203200" y="233680"/>
                </a:lnTo>
                <a:cubicBezTo>
                  <a:pt x="226060" y="233680"/>
                  <a:pt x="243840" y="215900"/>
                  <a:pt x="243840" y="193040"/>
                </a:cubicBezTo>
                <a:lnTo>
                  <a:pt x="243840" y="151130"/>
                </a:lnTo>
                <a:lnTo>
                  <a:pt x="243840" y="142240"/>
                </a:lnTo>
                <a:lnTo>
                  <a:pt x="243840" y="121920"/>
                </a:lnTo>
                <a:cubicBezTo>
                  <a:pt x="243840" y="49530"/>
                  <a:pt x="186690" y="0"/>
                  <a:pt x="121920" y="0"/>
                </a:cubicBezTo>
                <a:cubicBezTo>
                  <a:pt x="57150" y="0"/>
                  <a:pt x="0" y="49530"/>
                  <a:pt x="0" y="121920"/>
                </a:cubicBezTo>
                <a:lnTo>
                  <a:pt x="0" y="142240"/>
                </a:lnTo>
                <a:lnTo>
                  <a:pt x="0" y="151130"/>
                </a:lnTo>
                <a:lnTo>
                  <a:pt x="0" y="193040"/>
                </a:lnTo>
                <a:cubicBezTo>
                  <a:pt x="0" y="215900"/>
                  <a:pt x="17780" y="233680"/>
                  <a:pt x="40640" y="233680"/>
                </a:cubicBezTo>
                <a:lnTo>
                  <a:pt x="60960" y="233680"/>
                </a:lnTo>
                <a:cubicBezTo>
                  <a:pt x="66040" y="233680"/>
                  <a:pt x="71120" y="228600"/>
                  <a:pt x="71120" y="223520"/>
                </a:cubicBezTo>
                <a:lnTo>
                  <a:pt x="71120" y="142240"/>
                </a:lnTo>
                <a:cubicBezTo>
                  <a:pt x="71120" y="137160"/>
                  <a:pt x="66040" y="132080"/>
                  <a:pt x="60960" y="132080"/>
                </a:cubicBezTo>
                <a:lnTo>
                  <a:pt x="20320" y="132080"/>
                </a:lnTo>
                <a:lnTo>
                  <a:pt x="20320" y="121920"/>
                </a:lnTo>
                <a:close/>
                <a:moveTo>
                  <a:pt x="20320" y="151130"/>
                </a:moveTo>
                <a:lnTo>
                  <a:pt x="20320" y="191770"/>
                </a:lnTo>
                <a:cubicBezTo>
                  <a:pt x="20320" y="203200"/>
                  <a:pt x="29210" y="212090"/>
                  <a:pt x="40640" y="212090"/>
                </a:cubicBezTo>
                <a:lnTo>
                  <a:pt x="50800" y="212090"/>
                </a:lnTo>
                <a:lnTo>
                  <a:pt x="50800" y="151130"/>
                </a:lnTo>
                <a:lnTo>
                  <a:pt x="20320" y="151130"/>
                </a:lnTo>
                <a:close/>
                <a:moveTo>
                  <a:pt x="223520" y="151130"/>
                </a:moveTo>
                <a:lnTo>
                  <a:pt x="223520" y="191770"/>
                </a:lnTo>
                <a:cubicBezTo>
                  <a:pt x="223520" y="203200"/>
                  <a:pt x="214630" y="212090"/>
                  <a:pt x="203200" y="212090"/>
                </a:cubicBezTo>
                <a:lnTo>
                  <a:pt x="193040" y="212090"/>
                </a:lnTo>
                <a:lnTo>
                  <a:pt x="193040" y="151130"/>
                </a:lnTo>
                <a:lnTo>
                  <a:pt x="223520" y="15113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8" name="Полилиния: фигура 401">
            <a:extLst>
              <a:ext uri="{FF2B5EF4-FFF2-40B4-BE49-F238E27FC236}">
                <a16:creationId xmlns:a16="http://schemas.microsoft.com/office/drawing/2014/main" id="{8DA604BB-F483-BA72-7D08-E4AE3800EE88}"/>
              </a:ext>
            </a:extLst>
          </p:cNvPr>
          <p:cNvSpPr/>
          <p:nvPr/>
        </p:nvSpPr>
        <p:spPr>
          <a:xfrm>
            <a:off x="1708023" y="4944077"/>
            <a:ext cx="142239" cy="222250"/>
          </a:xfrm>
          <a:custGeom>
            <a:avLst/>
            <a:gdLst>
              <a:gd name="connsiteX0" fmla="*/ 30480 w 142239"/>
              <a:gd name="connsiteY0" fmla="*/ 0 h 222250"/>
              <a:gd name="connsiteX1" fmla="*/ 20320 w 142239"/>
              <a:gd name="connsiteY1" fmla="*/ 10160 h 222250"/>
              <a:gd name="connsiteX2" fmla="*/ 30480 w 142239"/>
              <a:gd name="connsiteY2" fmla="*/ 20320 h 222250"/>
              <a:gd name="connsiteX3" fmla="*/ 111760 w 142239"/>
              <a:gd name="connsiteY3" fmla="*/ 20320 h 222250"/>
              <a:gd name="connsiteX4" fmla="*/ 121920 w 142239"/>
              <a:gd name="connsiteY4" fmla="*/ 10160 h 222250"/>
              <a:gd name="connsiteX5" fmla="*/ 111760 w 142239"/>
              <a:gd name="connsiteY5" fmla="*/ 0 h 222250"/>
              <a:gd name="connsiteX6" fmla="*/ 30480 w 142239"/>
              <a:gd name="connsiteY6" fmla="*/ 0 h 222250"/>
              <a:gd name="connsiteX7" fmla="*/ 30480 w 142239"/>
              <a:gd name="connsiteY7" fmla="*/ 30480 h 222250"/>
              <a:gd name="connsiteX8" fmla="*/ 0 w 142239"/>
              <a:gd name="connsiteY8" fmla="*/ 60960 h 222250"/>
              <a:gd name="connsiteX9" fmla="*/ 0 w 142239"/>
              <a:gd name="connsiteY9" fmla="*/ 162560 h 222250"/>
              <a:gd name="connsiteX10" fmla="*/ 30480 w 142239"/>
              <a:gd name="connsiteY10" fmla="*/ 193040 h 222250"/>
              <a:gd name="connsiteX11" fmla="*/ 111760 w 142239"/>
              <a:gd name="connsiteY11" fmla="*/ 193040 h 222250"/>
              <a:gd name="connsiteX12" fmla="*/ 142240 w 142239"/>
              <a:gd name="connsiteY12" fmla="*/ 162560 h 222250"/>
              <a:gd name="connsiteX13" fmla="*/ 142240 w 142239"/>
              <a:gd name="connsiteY13" fmla="*/ 60960 h 222250"/>
              <a:gd name="connsiteX14" fmla="*/ 111760 w 142239"/>
              <a:gd name="connsiteY14" fmla="*/ 30480 h 222250"/>
              <a:gd name="connsiteX15" fmla="*/ 30480 w 142239"/>
              <a:gd name="connsiteY15" fmla="*/ 30480 h 222250"/>
              <a:gd name="connsiteX16" fmla="*/ 20320 w 142239"/>
              <a:gd name="connsiteY16" fmla="*/ 60960 h 222250"/>
              <a:gd name="connsiteX17" fmla="*/ 30480 w 142239"/>
              <a:gd name="connsiteY17" fmla="*/ 50800 h 222250"/>
              <a:gd name="connsiteX18" fmla="*/ 111760 w 142239"/>
              <a:gd name="connsiteY18" fmla="*/ 50800 h 222250"/>
              <a:gd name="connsiteX19" fmla="*/ 121920 w 142239"/>
              <a:gd name="connsiteY19" fmla="*/ 60960 h 222250"/>
              <a:gd name="connsiteX20" fmla="*/ 121920 w 142239"/>
              <a:gd name="connsiteY20" fmla="*/ 162560 h 222250"/>
              <a:gd name="connsiteX21" fmla="*/ 111760 w 142239"/>
              <a:gd name="connsiteY21" fmla="*/ 172720 h 222250"/>
              <a:gd name="connsiteX22" fmla="*/ 30480 w 142239"/>
              <a:gd name="connsiteY22" fmla="*/ 172720 h 222250"/>
              <a:gd name="connsiteX23" fmla="*/ 20320 w 142239"/>
              <a:gd name="connsiteY23" fmla="*/ 162560 h 222250"/>
              <a:gd name="connsiteX24" fmla="*/ 20320 w 142239"/>
              <a:gd name="connsiteY24" fmla="*/ 60960 h 222250"/>
              <a:gd name="connsiteX25" fmla="*/ 20320 w 142239"/>
              <a:gd name="connsiteY25" fmla="*/ 212090 h 222250"/>
              <a:gd name="connsiteX26" fmla="*/ 30480 w 142239"/>
              <a:gd name="connsiteY26" fmla="*/ 201930 h 222250"/>
              <a:gd name="connsiteX27" fmla="*/ 111760 w 142239"/>
              <a:gd name="connsiteY27" fmla="*/ 201930 h 222250"/>
              <a:gd name="connsiteX28" fmla="*/ 121920 w 142239"/>
              <a:gd name="connsiteY28" fmla="*/ 212090 h 222250"/>
              <a:gd name="connsiteX29" fmla="*/ 111760 w 142239"/>
              <a:gd name="connsiteY29" fmla="*/ 222250 h 222250"/>
              <a:gd name="connsiteX30" fmla="*/ 30480 w 142239"/>
              <a:gd name="connsiteY30" fmla="*/ 222250 h 222250"/>
              <a:gd name="connsiteX31" fmla="*/ 20320 w 142239"/>
              <a:gd name="connsiteY31" fmla="*/ 212090 h 222250"/>
              <a:gd name="connsiteX32" fmla="*/ 91440 w 142239"/>
              <a:gd name="connsiteY32" fmla="*/ 81280 h 222250"/>
              <a:gd name="connsiteX33" fmla="*/ 81280 w 142239"/>
              <a:gd name="connsiteY33" fmla="*/ 71120 h 222250"/>
              <a:gd name="connsiteX34" fmla="*/ 71120 w 142239"/>
              <a:gd name="connsiteY34" fmla="*/ 81280 h 222250"/>
              <a:gd name="connsiteX35" fmla="*/ 71120 w 142239"/>
              <a:gd name="connsiteY35" fmla="*/ 116840 h 222250"/>
              <a:gd name="connsiteX36" fmla="*/ 50800 w 142239"/>
              <a:gd name="connsiteY36" fmla="*/ 116840 h 222250"/>
              <a:gd name="connsiteX37" fmla="*/ 40640 w 142239"/>
              <a:gd name="connsiteY37" fmla="*/ 127000 h 222250"/>
              <a:gd name="connsiteX38" fmla="*/ 50800 w 142239"/>
              <a:gd name="connsiteY38" fmla="*/ 137160 h 222250"/>
              <a:gd name="connsiteX39" fmla="*/ 80010 w 142239"/>
              <a:gd name="connsiteY39" fmla="*/ 137160 h 222250"/>
              <a:gd name="connsiteX40" fmla="*/ 91440 w 142239"/>
              <a:gd name="connsiteY40" fmla="*/ 125730 h 222250"/>
              <a:gd name="connsiteX41" fmla="*/ 91440 w 142239"/>
              <a:gd name="connsiteY41" fmla="*/ 8128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42239" h="222250">
                <a:moveTo>
                  <a:pt x="30480" y="0"/>
                </a:moveTo>
                <a:cubicBezTo>
                  <a:pt x="25400" y="0"/>
                  <a:pt x="20320" y="5080"/>
                  <a:pt x="20320" y="10160"/>
                </a:cubicBezTo>
                <a:cubicBezTo>
                  <a:pt x="20320" y="15240"/>
                  <a:pt x="25400" y="20320"/>
                  <a:pt x="30480" y="20320"/>
                </a:cubicBezTo>
                <a:lnTo>
                  <a:pt x="111760" y="20320"/>
                </a:lnTo>
                <a:cubicBezTo>
                  <a:pt x="116840" y="20320"/>
                  <a:pt x="121920" y="15240"/>
                  <a:pt x="121920" y="10160"/>
                </a:cubicBezTo>
                <a:cubicBezTo>
                  <a:pt x="121920" y="5080"/>
                  <a:pt x="116840" y="0"/>
                  <a:pt x="111760" y="0"/>
                </a:cubicBezTo>
                <a:lnTo>
                  <a:pt x="30480" y="0"/>
                </a:lnTo>
                <a:close/>
                <a:moveTo>
                  <a:pt x="30480" y="30480"/>
                </a:moveTo>
                <a:cubicBezTo>
                  <a:pt x="13970" y="30480"/>
                  <a:pt x="0" y="44450"/>
                  <a:pt x="0" y="6096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111760" y="193040"/>
                </a:lnTo>
                <a:cubicBezTo>
                  <a:pt x="128270" y="193040"/>
                  <a:pt x="142240" y="179070"/>
                  <a:pt x="142240" y="162560"/>
                </a:cubicBezTo>
                <a:lnTo>
                  <a:pt x="142240" y="60960"/>
                </a:lnTo>
                <a:cubicBezTo>
                  <a:pt x="142240" y="44450"/>
                  <a:pt x="128270" y="30480"/>
                  <a:pt x="111760" y="30480"/>
                </a:cubicBezTo>
                <a:lnTo>
                  <a:pt x="30480" y="30480"/>
                </a:lnTo>
                <a:close/>
                <a:moveTo>
                  <a:pt x="20320" y="60960"/>
                </a:moveTo>
                <a:cubicBezTo>
                  <a:pt x="20320" y="55880"/>
                  <a:pt x="25400" y="50800"/>
                  <a:pt x="30480" y="50800"/>
                </a:cubicBezTo>
                <a:lnTo>
                  <a:pt x="111760" y="50800"/>
                </a:lnTo>
                <a:cubicBezTo>
                  <a:pt x="116840" y="50800"/>
                  <a:pt x="121920" y="55880"/>
                  <a:pt x="121920" y="60960"/>
                </a:cubicBezTo>
                <a:lnTo>
                  <a:pt x="121920" y="162560"/>
                </a:lnTo>
                <a:cubicBezTo>
                  <a:pt x="121920" y="167640"/>
                  <a:pt x="116840" y="172720"/>
                  <a:pt x="111760" y="172720"/>
                </a:cubicBezTo>
                <a:lnTo>
                  <a:pt x="30480" y="172720"/>
                </a:lnTo>
                <a:cubicBezTo>
                  <a:pt x="25400" y="172720"/>
                  <a:pt x="20320" y="167640"/>
                  <a:pt x="20320" y="162560"/>
                </a:cubicBezTo>
                <a:lnTo>
                  <a:pt x="20320" y="60960"/>
                </a:lnTo>
                <a:close/>
                <a:moveTo>
                  <a:pt x="20320" y="212090"/>
                </a:moveTo>
                <a:cubicBezTo>
                  <a:pt x="20320" y="207010"/>
                  <a:pt x="25400" y="201930"/>
                  <a:pt x="30480" y="201930"/>
                </a:cubicBezTo>
                <a:lnTo>
                  <a:pt x="111760" y="201930"/>
                </a:lnTo>
                <a:cubicBezTo>
                  <a:pt x="116840" y="201930"/>
                  <a:pt x="121920" y="207010"/>
                  <a:pt x="121920" y="212090"/>
                </a:cubicBezTo>
                <a:cubicBezTo>
                  <a:pt x="121920" y="217170"/>
                  <a:pt x="116840" y="222250"/>
                  <a:pt x="111760" y="222250"/>
                </a:cubicBezTo>
                <a:lnTo>
                  <a:pt x="30480" y="222250"/>
                </a:lnTo>
                <a:cubicBezTo>
                  <a:pt x="25400" y="222250"/>
                  <a:pt x="20320" y="218440"/>
                  <a:pt x="20320" y="212090"/>
                </a:cubicBezTo>
                <a:close/>
                <a:moveTo>
                  <a:pt x="91440" y="81280"/>
                </a:moveTo>
                <a:cubicBezTo>
                  <a:pt x="91440" y="76200"/>
                  <a:pt x="86360" y="71120"/>
                  <a:pt x="81280" y="71120"/>
                </a:cubicBezTo>
                <a:cubicBezTo>
                  <a:pt x="76200" y="71120"/>
                  <a:pt x="71120" y="76200"/>
                  <a:pt x="71120" y="81280"/>
                </a:cubicBezTo>
                <a:lnTo>
                  <a:pt x="71120" y="116840"/>
                </a:lnTo>
                <a:lnTo>
                  <a:pt x="50800" y="116840"/>
                </a:lnTo>
                <a:cubicBezTo>
                  <a:pt x="45720" y="116840"/>
                  <a:pt x="40640" y="121920"/>
                  <a:pt x="40640" y="127000"/>
                </a:cubicBezTo>
                <a:cubicBezTo>
                  <a:pt x="40640" y="132080"/>
                  <a:pt x="45720" y="137160"/>
                  <a:pt x="50800" y="137160"/>
                </a:cubicBezTo>
                <a:lnTo>
                  <a:pt x="80010" y="137160"/>
                </a:lnTo>
                <a:cubicBezTo>
                  <a:pt x="86360" y="137160"/>
                  <a:pt x="91440" y="132080"/>
                  <a:pt x="91440" y="125730"/>
                </a:cubicBezTo>
                <a:lnTo>
                  <a:pt x="91440" y="812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49" name="Полилиния: фигура 405">
            <a:extLst>
              <a:ext uri="{FF2B5EF4-FFF2-40B4-BE49-F238E27FC236}">
                <a16:creationId xmlns:a16="http://schemas.microsoft.com/office/drawing/2014/main" id="{C426F72F-2BD3-C0A1-EC81-D41511232C05}"/>
              </a:ext>
            </a:extLst>
          </p:cNvPr>
          <p:cNvSpPr/>
          <p:nvPr/>
        </p:nvSpPr>
        <p:spPr>
          <a:xfrm>
            <a:off x="2765934" y="4952968"/>
            <a:ext cx="264160" cy="203200"/>
          </a:xfrm>
          <a:custGeom>
            <a:avLst/>
            <a:gdLst>
              <a:gd name="connsiteX0" fmla="*/ 20320 w 264160"/>
              <a:gd name="connsiteY0" fmla="*/ 21590 h 203200"/>
              <a:gd name="connsiteX1" fmla="*/ 20320 w 264160"/>
              <a:gd name="connsiteY1" fmla="*/ 143510 h 203200"/>
              <a:gd name="connsiteX2" fmla="*/ 243840 w 264160"/>
              <a:gd name="connsiteY2" fmla="*/ 143510 h 203200"/>
              <a:gd name="connsiteX3" fmla="*/ 243840 w 264160"/>
              <a:gd name="connsiteY3" fmla="*/ 21590 h 203200"/>
              <a:gd name="connsiteX4" fmla="*/ 20320 w 264160"/>
              <a:gd name="connsiteY4" fmla="*/ 21590 h 203200"/>
              <a:gd name="connsiteX5" fmla="*/ 0 w 264160"/>
              <a:gd name="connsiteY5" fmla="*/ 11430 h 203200"/>
              <a:gd name="connsiteX6" fmla="*/ 11430 w 264160"/>
              <a:gd name="connsiteY6" fmla="*/ 0 h 203200"/>
              <a:gd name="connsiteX7" fmla="*/ 252730 w 264160"/>
              <a:gd name="connsiteY7" fmla="*/ 0 h 203200"/>
              <a:gd name="connsiteX8" fmla="*/ 264160 w 264160"/>
              <a:gd name="connsiteY8" fmla="*/ 11430 h 203200"/>
              <a:gd name="connsiteX9" fmla="*/ 264160 w 264160"/>
              <a:gd name="connsiteY9" fmla="*/ 151130 h 203200"/>
              <a:gd name="connsiteX10" fmla="*/ 252730 w 264160"/>
              <a:gd name="connsiteY10" fmla="*/ 162560 h 203200"/>
              <a:gd name="connsiteX11" fmla="*/ 11430 w 264160"/>
              <a:gd name="connsiteY11" fmla="*/ 162560 h 203200"/>
              <a:gd name="connsiteX12" fmla="*/ 0 w 264160"/>
              <a:gd name="connsiteY12" fmla="*/ 151130 h 203200"/>
              <a:gd name="connsiteX13" fmla="*/ 0 w 264160"/>
              <a:gd name="connsiteY13" fmla="*/ 11430 h 203200"/>
              <a:gd name="connsiteX14" fmla="*/ 60960 w 264160"/>
              <a:gd name="connsiteY14" fmla="*/ 62230 h 203200"/>
              <a:gd name="connsiteX15" fmla="*/ 71120 w 264160"/>
              <a:gd name="connsiteY15" fmla="*/ 72390 h 203200"/>
              <a:gd name="connsiteX16" fmla="*/ 71120 w 264160"/>
              <a:gd name="connsiteY16" fmla="*/ 92710 h 203200"/>
              <a:gd name="connsiteX17" fmla="*/ 60960 w 264160"/>
              <a:gd name="connsiteY17" fmla="*/ 102870 h 203200"/>
              <a:gd name="connsiteX18" fmla="*/ 50800 w 264160"/>
              <a:gd name="connsiteY18" fmla="*/ 92710 h 203200"/>
              <a:gd name="connsiteX19" fmla="*/ 50800 w 264160"/>
              <a:gd name="connsiteY19" fmla="*/ 72390 h 203200"/>
              <a:gd name="connsiteX20" fmla="*/ 60960 w 264160"/>
              <a:gd name="connsiteY20" fmla="*/ 62230 h 203200"/>
              <a:gd name="connsiteX21" fmla="*/ 201930 w 264160"/>
              <a:gd name="connsiteY21" fmla="*/ 62230 h 203200"/>
              <a:gd name="connsiteX22" fmla="*/ 212090 w 264160"/>
              <a:gd name="connsiteY22" fmla="*/ 72390 h 203200"/>
              <a:gd name="connsiteX23" fmla="*/ 212090 w 264160"/>
              <a:gd name="connsiteY23" fmla="*/ 92710 h 203200"/>
              <a:gd name="connsiteX24" fmla="*/ 201930 w 264160"/>
              <a:gd name="connsiteY24" fmla="*/ 102870 h 203200"/>
              <a:gd name="connsiteX25" fmla="*/ 191770 w 264160"/>
              <a:gd name="connsiteY25" fmla="*/ 92710 h 203200"/>
              <a:gd name="connsiteX26" fmla="*/ 191770 w 264160"/>
              <a:gd name="connsiteY26" fmla="*/ 72390 h 203200"/>
              <a:gd name="connsiteX27" fmla="*/ 201930 w 264160"/>
              <a:gd name="connsiteY27" fmla="*/ 62230 h 203200"/>
              <a:gd name="connsiteX28" fmla="*/ 0 w 264160"/>
              <a:gd name="connsiteY28" fmla="*/ 193040 h 203200"/>
              <a:gd name="connsiteX29" fmla="*/ 10160 w 264160"/>
              <a:gd name="connsiteY29" fmla="*/ 182880 h 203200"/>
              <a:gd name="connsiteX30" fmla="*/ 254000 w 264160"/>
              <a:gd name="connsiteY30" fmla="*/ 182880 h 203200"/>
              <a:gd name="connsiteX31" fmla="*/ 264160 w 264160"/>
              <a:gd name="connsiteY31" fmla="*/ 193040 h 203200"/>
              <a:gd name="connsiteX32" fmla="*/ 254000 w 264160"/>
              <a:gd name="connsiteY32" fmla="*/ 203200 h 203200"/>
              <a:gd name="connsiteX33" fmla="*/ 10160 w 264160"/>
              <a:gd name="connsiteY33" fmla="*/ 203200 h 203200"/>
              <a:gd name="connsiteX34" fmla="*/ 0 w 264160"/>
              <a:gd name="connsiteY34" fmla="*/ 193040 h 203200"/>
              <a:gd name="connsiteX35" fmla="*/ 121920 w 264160"/>
              <a:gd name="connsiteY35" fmla="*/ 44450 h 203200"/>
              <a:gd name="connsiteX36" fmla="*/ 99060 w 264160"/>
              <a:gd name="connsiteY36" fmla="*/ 67310 h 203200"/>
              <a:gd name="connsiteX37" fmla="*/ 121920 w 264160"/>
              <a:gd name="connsiteY37" fmla="*/ 90170 h 203200"/>
              <a:gd name="connsiteX38" fmla="*/ 142240 w 264160"/>
              <a:gd name="connsiteY38" fmla="*/ 90170 h 203200"/>
              <a:gd name="connsiteX39" fmla="*/ 149860 w 264160"/>
              <a:gd name="connsiteY39" fmla="*/ 97790 h 203200"/>
              <a:gd name="connsiteX40" fmla="*/ 142240 w 264160"/>
              <a:gd name="connsiteY40" fmla="*/ 105410 h 203200"/>
              <a:gd name="connsiteX41" fmla="*/ 111760 w 264160"/>
              <a:gd name="connsiteY41" fmla="*/ 105410 h 203200"/>
              <a:gd name="connsiteX42" fmla="*/ 104140 w 264160"/>
              <a:gd name="connsiteY42" fmla="*/ 113030 h 203200"/>
              <a:gd name="connsiteX43" fmla="*/ 111760 w 264160"/>
              <a:gd name="connsiteY43" fmla="*/ 120650 h 203200"/>
              <a:gd name="connsiteX44" fmla="*/ 124460 w 264160"/>
              <a:gd name="connsiteY44" fmla="*/ 120650 h 203200"/>
              <a:gd name="connsiteX45" fmla="*/ 124460 w 264160"/>
              <a:gd name="connsiteY45" fmla="*/ 123190 h 203200"/>
              <a:gd name="connsiteX46" fmla="*/ 132080 w 264160"/>
              <a:gd name="connsiteY46" fmla="*/ 130810 h 203200"/>
              <a:gd name="connsiteX47" fmla="*/ 139700 w 264160"/>
              <a:gd name="connsiteY47" fmla="*/ 123190 h 203200"/>
              <a:gd name="connsiteX48" fmla="*/ 139700 w 264160"/>
              <a:gd name="connsiteY48" fmla="*/ 120650 h 203200"/>
              <a:gd name="connsiteX49" fmla="*/ 142240 w 264160"/>
              <a:gd name="connsiteY49" fmla="*/ 120650 h 203200"/>
              <a:gd name="connsiteX50" fmla="*/ 165100 w 264160"/>
              <a:gd name="connsiteY50" fmla="*/ 97790 h 203200"/>
              <a:gd name="connsiteX51" fmla="*/ 142240 w 264160"/>
              <a:gd name="connsiteY51" fmla="*/ 74930 h 203200"/>
              <a:gd name="connsiteX52" fmla="*/ 121920 w 264160"/>
              <a:gd name="connsiteY52" fmla="*/ 74930 h 203200"/>
              <a:gd name="connsiteX53" fmla="*/ 114300 w 264160"/>
              <a:gd name="connsiteY53" fmla="*/ 67310 h 203200"/>
              <a:gd name="connsiteX54" fmla="*/ 121920 w 264160"/>
              <a:gd name="connsiteY54" fmla="*/ 59690 h 203200"/>
              <a:gd name="connsiteX55" fmla="*/ 152400 w 264160"/>
              <a:gd name="connsiteY55" fmla="*/ 59690 h 203200"/>
              <a:gd name="connsiteX56" fmla="*/ 160020 w 264160"/>
              <a:gd name="connsiteY56" fmla="*/ 52070 h 203200"/>
              <a:gd name="connsiteX57" fmla="*/ 152400 w 264160"/>
              <a:gd name="connsiteY57" fmla="*/ 44450 h 203200"/>
              <a:gd name="connsiteX58" fmla="*/ 139700 w 264160"/>
              <a:gd name="connsiteY58" fmla="*/ 44450 h 203200"/>
              <a:gd name="connsiteX59" fmla="*/ 139700 w 264160"/>
              <a:gd name="connsiteY59" fmla="*/ 41910 h 203200"/>
              <a:gd name="connsiteX60" fmla="*/ 132080 w 264160"/>
              <a:gd name="connsiteY60" fmla="*/ 34290 h 203200"/>
              <a:gd name="connsiteX61" fmla="*/ 124460 w 264160"/>
              <a:gd name="connsiteY61" fmla="*/ 41910 h 203200"/>
              <a:gd name="connsiteX62" fmla="*/ 124460 w 264160"/>
              <a:gd name="connsiteY62" fmla="*/ 44450 h 203200"/>
              <a:gd name="connsiteX63" fmla="*/ 121920 w 264160"/>
              <a:gd name="connsiteY63" fmla="*/ 4445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64160" h="203200">
                <a:moveTo>
                  <a:pt x="20320" y="21590"/>
                </a:moveTo>
                <a:lnTo>
                  <a:pt x="20320" y="143510"/>
                </a:lnTo>
                <a:lnTo>
                  <a:pt x="243840" y="143510"/>
                </a:lnTo>
                <a:lnTo>
                  <a:pt x="243840" y="21590"/>
                </a:lnTo>
                <a:lnTo>
                  <a:pt x="20320" y="21590"/>
                </a:lnTo>
                <a:close/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60960" y="62230"/>
                </a:moveTo>
                <a:cubicBezTo>
                  <a:pt x="66040" y="62230"/>
                  <a:pt x="71120" y="67310"/>
                  <a:pt x="71120" y="72390"/>
                </a:cubicBezTo>
                <a:lnTo>
                  <a:pt x="71120" y="92710"/>
                </a:lnTo>
                <a:cubicBezTo>
                  <a:pt x="71120" y="97790"/>
                  <a:pt x="66040" y="102870"/>
                  <a:pt x="60960" y="102870"/>
                </a:cubicBezTo>
                <a:cubicBezTo>
                  <a:pt x="55880" y="102870"/>
                  <a:pt x="50800" y="97790"/>
                  <a:pt x="50800" y="92710"/>
                </a:cubicBezTo>
                <a:lnTo>
                  <a:pt x="50800" y="72390"/>
                </a:lnTo>
                <a:cubicBezTo>
                  <a:pt x="50800" y="66040"/>
                  <a:pt x="54610" y="62230"/>
                  <a:pt x="60960" y="62230"/>
                </a:cubicBezTo>
                <a:close/>
                <a:moveTo>
                  <a:pt x="201930" y="62230"/>
                </a:moveTo>
                <a:cubicBezTo>
                  <a:pt x="207010" y="62230"/>
                  <a:pt x="212090" y="67310"/>
                  <a:pt x="212090" y="72390"/>
                </a:cubicBezTo>
                <a:lnTo>
                  <a:pt x="212090" y="92710"/>
                </a:lnTo>
                <a:cubicBezTo>
                  <a:pt x="212090" y="97790"/>
                  <a:pt x="207010" y="102870"/>
                  <a:pt x="201930" y="102870"/>
                </a:cubicBezTo>
                <a:cubicBezTo>
                  <a:pt x="196850" y="102870"/>
                  <a:pt x="191770" y="97790"/>
                  <a:pt x="191770" y="92710"/>
                </a:cubicBezTo>
                <a:lnTo>
                  <a:pt x="191770" y="72390"/>
                </a:lnTo>
                <a:cubicBezTo>
                  <a:pt x="191770" y="66040"/>
                  <a:pt x="196850" y="62230"/>
                  <a:pt x="201930" y="62230"/>
                </a:cubicBezTo>
                <a:close/>
                <a:moveTo>
                  <a:pt x="0" y="193040"/>
                </a:moveTo>
                <a:cubicBezTo>
                  <a:pt x="0" y="187960"/>
                  <a:pt x="5080" y="182880"/>
                  <a:pt x="10160" y="182880"/>
                </a:cubicBezTo>
                <a:lnTo>
                  <a:pt x="254000" y="182880"/>
                </a:lnTo>
                <a:cubicBezTo>
                  <a:pt x="259080" y="182880"/>
                  <a:pt x="264160" y="187960"/>
                  <a:pt x="264160" y="193040"/>
                </a:cubicBez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199390"/>
                  <a:pt x="0" y="193040"/>
                </a:cubicBezTo>
                <a:close/>
                <a:moveTo>
                  <a:pt x="121920" y="44450"/>
                </a:moveTo>
                <a:cubicBezTo>
                  <a:pt x="109220" y="44450"/>
                  <a:pt x="99060" y="54610"/>
                  <a:pt x="99060" y="67310"/>
                </a:cubicBezTo>
                <a:cubicBezTo>
                  <a:pt x="99060" y="80010"/>
                  <a:pt x="109220" y="90170"/>
                  <a:pt x="121920" y="90170"/>
                </a:cubicBezTo>
                <a:lnTo>
                  <a:pt x="142240" y="90170"/>
                </a:lnTo>
                <a:cubicBezTo>
                  <a:pt x="146050" y="90170"/>
                  <a:pt x="149860" y="93980"/>
                  <a:pt x="149860" y="97790"/>
                </a:cubicBezTo>
                <a:cubicBezTo>
                  <a:pt x="149860" y="101600"/>
                  <a:pt x="146050" y="105410"/>
                  <a:pt x="142240" y="105410"/>
                </a:cubicBezTo>
                <a:lnTo>
                  <a:pt x="111760" y="105410"/>
                </a:lnTo>
                <a:cubicBezTo>
                  <a:pt x="107950" y="105410"/>
                  <a:pt x="104140" y="109220"/>
                  <a:pt x="104140" y="113030"/>
                </a:cubicBezTo>
                <a:cubicBezTo>
                  <a:pt x="104140" y="116840"/>
                  <a:pt x="107950" y="120650"/>
                  <a:pt x="111760" y="120650"/>
                </a:cubicBezTo>
                <a:lnTo>
                  <a:pt x="124460" y="120650"/>
                </a:lnTo>
                <a:lnTo>
                  <a:pt x="124460" y="123190"/>
                </a:lnTo>
                <a:cubicBezTo>
                  <a:pt x="124460" y="127000"/>
                  <a:pt x="128270" y="130810"/>
                  <a:pt x="132080" y="130810"/>
                </a:cubicBezTo>
                <a:cubicBezTo>
                  <a:pt x="135890" y="130810"/>
                  <a:pt x="139700" y="127000"/>
                  <a:pt x="139700" y="123190"/>
                </a:cubicBezTo>
                <a:lnTo>
                  <a:pt x="139700" y="120650"/>
                </a:lnTo>
                <a:lnTo>
                  <a:pt x="142240" y="120650"/>
                </a:lnTo>
                <a:cubicBezTo>
                  <a:pt x="154940" y="120650"/>
                  <a:pt x="165100" y="110490"/>
                  <a:pt x="165100" y="97790"/>
                </a:cubicBezTo>
                <a:cubicBezTo>
                  <a:pt x="165100" y="85090"/>
                  <a:pt x="154940" y="74930"/>
                  <a:pt x="142240" y="74930"/>
                </a:cubicBezTo>
                <a:lnTo>
                  <a:pt x="121920" y="74930"/>
                </a:lnTo>
                <a:cubicBezTo>
                  <a:pt x="118110" y="74930"/>
                  <a:pt x="114300" y="71120"/>
                  <a:pt x="114300" y="67310"/>
                </a:cubicBezTo>
                <a:cubicBezTo>
                  <a:pt x="114300" y="63500"/>
                  <a:pt x="118110" y="59690"/>
                  <a:pt x="121920" y="59690"/>
                </a:cubicBezTo>
                <a:lnTo>
                  <a:pt x="152400" y="59690"/>
                </a:lnTo>
                <a:cubicBezTo>
                  <a:pt x="156210" y="59690"/>
                  <a:pt x="160020" y="55880"/>
                  <a:pt x="160020" y="52070"/>
                </a:cubicBezTo>
                <a:cubicBezTo>
                  <a:pt x="160020" y="48260"/>
                  <a:pt x="156210" y="44450"/>
                  <a:pt x="152400" y="44450"/>
                </a:cubicBezTo>
                <a:lnTo>
                  <a:pt x="139700" y="44450"/>
                </a:lnTo>
                <a:lnTo>
                  <a:pt x="139700" y="41910"/>
                </a:lnTo>
                <a:cubicBezTo>
                  <a:pt x="139700" y="38100"/>
                  <a:pt x="135890" y="34290"/>
                  <a:pt x="132080" y="34290"/>
                </a:cubicBezTo>
                <a:cubicBezTo>
                  <a:pt x="128270" y="34290"/>
                  <a:pt x="124460" y="38100"/>
                  <a:pt x="124460" y="41910"/>
                </a:cubicBezTo>
                <a:lnTo>
                  <a:pt x="124460" y="44450"/>
                </a:lnTo>
                <a:lnTo>
                  <a:pt x="121920" y="444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0" name="Полилиния: фигура 407">
            <a:extLst>
              <a:ext uri="{FF2B5EF4-FFF2-40B4-BE49-F238E27FC236}">
                <a16:creationId xmlns:a16="http://schemas.microsoft.com/office/drawing/2014/main" id="{A7A59456-0B56-9B78-825F-CFEE5D5FF0FA}"/>
              </a:ext>
            </a:extLst>
          </p:cNvPr>
          <p:cNvSpPr/>
          <p:nvPr/>
        </p:nvSpPr>
        <p:spPr>
          <a:xfrm>
            <a:off x="3883534" y="4952968"/>
            <a:ext cx="264159" cy="203200"/>
          </a:xfrm>
          <a:custGeom>
            <a:avLst/>
            <a:gdLst>
              <a:gd name="connsiteX0" fmla="*/ 20320 w 264159"/>
              <a:gd name="connsiteY0" fmla="*/ 72390 h 203200"/>
              <a:gd name="connsiteX1" fmla="*/ 20320 w 264159"/>
              <a:gd name="connsiteY1" fmla="*/ 21590 h 203200"/>
              <a:gd name="connsiteX2" fmla="*/ 243840 w 264159"/>
              <a:gd name="connsiteY2" fmla="*/ 21590 h 203200"/>
              <a:gd name="connsiteX3" fmla="*/ 243840 w 264159"/>
              <a:gd name="connsiteY3" fmla="*/ 41910 h 203200"/>
              <a:gd name="connsiteX4" fmla="*/ 254000 w 264159"/>
              <a:gd name="connsiteY4" fmla="*/ 52070 h 203200"/>
              <a:gd name="connsiteX5" fmla="*/ 264160 w 264159"/>
              <a:gd name="connsiteY5" fmla="*/ 41910 h 203200"/>
              <a:gd name="connsiteX6" fmla="*/ 264160 w 264159"/>
              <a:gd name="connsiteY6" fmla="*/ 11430 h 203200"/>
              <a:gd name="connsiteX7" fmla="*/ 252730 w 264159"/>
              <a:gd name="connsiteY7" fmla="*/ 0 h 203200"/>
              <a:gd name="connsiteX8" fmla="*/ 11430 w 264159"/>
              <a:gd name="connsiteY8" fmla="*/ 0 h 203200"/>
              <a:gd name="connsiteX9" fmla="*/ 0 w 264159"/>
              <a:gd name="connsiteY9" fmla="*/ 11430 h 203200"/>
              <a:gd name="connsiteX10" fmla="*/ 0 w 264159"/>
              <a:gd name="connsiteY10" fmla="*/ 80010 h 203200"/>
              <a:gd name="connsiteX11" fmla="*/ 11430 w 264159"/>
              <a:gd name="connsiteY11" fmla="*/ 91440 h 203200"/>
              <a:gd name="connsiteX12" fmla="*/ 33020 w 264159"/>
              <a:gd name="connsiteY12" fmla="*/ 91440 h 203200"/>
              <a:gd name="connsiteX13" fmla="*/ 50800 w 264159"/>
              <a:gd name="connsiteY13" fmla="*/ 101600 h 203200"/>
              <a:gd name="connsiteX14" fmla="*/ 71120 w 264159"/>
              <a:gd name="connsiteY14" fmla="*/ 81280 h 203200"/>
              <a:gd name="connsiteX15" fmla="*/ 50800 w 264159"/>
              <a:gd name="connsiteY15" fmla="*/ 60960 h 203200"/>
              <a:gd name="connsiteX16" fmla="*/ 33020 w 264159"/>
              <a:gd name="connsiteY16" fmla="*/ 71120 h 203200"/>
              <a:gd name="connsiteX17" fmla="*/ 20320 w 264159"/>
              <a:gd name="connsiteY17" fmla="*/ 71120 h 203200"/>
              <a:gd name="connsiteX18" fmla="*/ 10160 w 264159"/>
              <a:gd name="connsiteY18" fmla="*/ 182880 h 203200"/>
              <a:gd name="connsiteX19" fmla="*/ 0 w 264159"/>
              <a:gd name="connsiteY19" fmla="*/ 193040 h 203200"/>
              <a:gd name="connsiteX20" fmla="*/ 10160 w 264159"/>
              <a:gd name="connsiteY20" fmla="*/ 203200 h 203200"/>
              <a:gd name="connsiteX21" fmla="*/ 254000 w 264159"/>
              <a:gd name="connsiteY21" fmla="*/ 203200 h 203200"/>
              <a:gd name="connsiteX22" fmla="*/ 264160 w 264159"/>
              <a:gd name="connsiteY22" fmla="*/ 193040 h 203200"/>
              <a:gd name="connsiteX23" fmla="*/ 254000 w 264159"/>
              <a:gd name="connsiteY23" fmla="*/ 182880 h 203200"/>
              <a:gd name="connsiteX24" fmla="*/ 10160 w 264159"/>
              <a:gd name="connsiteY24" fmla="*/ 182880 h 203200"/>
              <a:gd name="connsiteX25" fmla="*/ 243840 w 264159"/>
              <a:gd name="connsiteY25" fmla="*/ 142240 h 203200"/>
              <a:gd name="connsiteX26" fmla="*/ 243840 w 264159"/>
              <a:gd name="connsiteY26" fmla="*/ 91440 h 203200"/>
              <a:gd name="connsiteX27" fmla="*/ 231140 w 264159"/>
              <a:gd name="connsiteY27" fmla="*/ 91440 h 203200"/>
              <a:gd name="connsiteX28" fmla="*/ 213360 w 264159"/>
              <a:gd name="connsiteY28" fmla="*/ 101600 h 203200"/>
              <a:gd name="connsiteX29" fmla="*/ 193040 w 264159"/>
              <a:gd name="connsiteY29" fmla="*/ 81280 h 203200"/>
              <a:gd name="connsiteX30" fmla="*/ 213360 w 264159"/>
              <a:gd name="connsiteY30" fmla="*/ 60960 h 203200"/>
              <a:gd name="connsiteX31" fmla="*/ 231140 w 264159"/>
              <a:gd name="connsiteY31" fmla="*/ 71120 h 203200"/>
              <a:gd name="connsiteX32" fmla="*/ 252730 w 264159"/>
              <a:gd name="connsiteY32" fmla="*/ 71120 h 203200"/>
              <a:gd name="connsiteX33" fmla="*/ 264160 w 264159"/>
              <a:gd name="connsiteY33" fmla="*/ 82550 h 203200"/>
              <a:gd name="connsiteX34" fmla="*/ 264160 w 264159"/>
              <a:gd name="connsiteY34" fmla="*/ 151130 h 203200"/>
              <a:gd name="connsiteX35" fmla="*/ 252730 w 264159"/>
              <a:gd name="connsiteY35" fmla="*/ 162560 h 203200"/>
              <a:gd name="connsiteX36" fmla="*/ 11430 w 264159"/>
              <a:gd name="connsiteY36" fmla="*/ 162560 h 203200"/>
              <a:gd name="connsiteX37" fmla="*/ 0 w 264159"/>
              <a:gd name="connsiteY37" fmla="*/ 151130 h 203200"/>
              <a:gd name="connsiteX38" fmla="*/ 0 w 264159"/>
              <a:gd name="connsiteY38" fmla="*/ 121920 h 203200"/>
              <a:gd name="connsiteX39" fmla="*/ 10160 w 264159"/>
              <a:gd name="connsiteY39" fmla="*/ 111760 h 203200"/>
              <a:gd name="connsiteX40" fmla="*/ 20320 w 264159"/>
              <a:gd name="connsiteY40" fmla="*/ 121920 h 203200"/>
              <a:gd name="connsiteX41" fmla="*/ 20320 w 264159"/>
              <a:gd name="connsiteY41" fmla="*/ 142240 h 203200"/>
              <a:gd name="connsiteX42" fmla="*/ 243840 w 264159"/>
              <a:gd name="connsiteY42" fmla="*/ 142240 h 203200"/>
              <a:gd name="connsiteX43" fmla="*/ 111760 w 264159"/>
              <a:gd name="connsiteY43" fmla="*/ 82550 h 203200"/>
              <a:gd name="connsiteX44" fmla="*/ 132080 w 264159"/>
              <a:gd name="connsiteY44" fmla="*/ 62230 h 203200"/>
              <a:gd name="connsiteX45" fmla="*/ 152400 w 264159"/>
              <a:gd name="connsiteY45" fmla="*/ 82550 h 203200"/>
              <a:gd name="connsiteX46" fmla="*/ 132080 w 264159"/>
              <a:gd name="connsiteY46" fmla="*/ 102870 h 203200"/>
              <a:gd name="connsiteX47" fmla="*/ 111760 w 264159"/>
              <a:gd name="connsiteY47" fmla="*/ 82550 h 203200"/>
              <a:gd name="connsiteX48" fmla="*/ 132080 w 264159"/>
              <a:gd name="connsiteY48" fmla="*/ 41910 h 203200"/>
              <a:gd name="connsiteX49" fmla="*/ 91440 w 264159"/>
              <a:gd name="connsiteY49" fmla="*/ 82550 h 203200"/>
              <a:gd name="connsiteX50" fmla="*/ 132080 w 264159"/>
              <a:gd name="connsiteY50" fmla="*/ 123190 h 203200"/>
              <a:gd name="connsiteX51" fmla="*/ 172720 w 264159"/>
              <a:gd name="connsiteY51" fmla="*/ 82550 h 203200"/>
              <a:gd name="connsiteX52" fmla="*/ 132080 w 264159"/>
              <a:gd name="connsiteY52" fmla="*/ 4191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264159" h="203200">
                <a:moveTo>
                  <a:pt x="20320" y="72390"/>
                </a:moveTo>
                <a:lnTo>
                  <a:pt x="20320" y="21590"/>
                </a:lnTo>
                <a:lnTo>
                  <a:pt x="243840" y="21590"/>
                </a:lnTo>
                <a:lnTo>
                  <a:pt x="243840" y="41910"/>
                </a:lnTo>
                <a:cubicBezTo>
                  <a:pt x="243840" y="46990"/>
                  <a:pt x="248920" y="52070"/>
                  <a:pt x="254000" y="52070"/>
                </a:cubicBezTo>
                <a:cubicBezTo>
                  <a:pt x="259080" y="52070"/>
                  <a:pt x="264160" y="46990"/>
                  <a:pt x="264160" y="41910"/>
                </a:cubicBezTo>
                <a:lnTo>
                  <a:pt x="264160" y="11430"/>
                </a:lnTo>
                <a:cubicBezTo>
                  <a:pt x="264160" y="5080"/>
                  <a:pt x="259080" y="0"/>
                  <a:pt x="252730" y="0"/>
                </a:cubicBezTo>
                <a:lnTo>
                  <a:pt x="11430" y="0"/>
                </a:lnTo>
                <a:cubicBezTo>
                  <a:pt x="5080" y="0"/>
                  <a:pt x="0" y="5080"/>
                  <a:pt x="0" y="11430"/>
                </a:cubicBezTo>
                <a:lnTo>
                  <a:pt x="0" y="80010"/>
                </a:lnTo>
                <a:cubicBezTo>
                  <a:pt x="0" y="86360"/>
                  <a:pt x="5080" y="91440"/>
                  <a:pt x="11430" y="91440"/>
                </a:cubicBezTo>
                <a:lnTo>
                  <a:pt x="33020" y="91440"/>
                </a:lnTo>
                <a:cubicBezTo>
                  <a:pt x="36830" y="97790"/>
                  <a:pt x="43180" y="101600"/>
                  <a:pt x="50800" y="101600"/>
                </a:cubicBezTo>
                <a:cubicBezTo>
                  <a:pt x="62230" y="101600"/>
                  <a:pt x="71120" y="92710"/>
                  <a:pt x="71120" y="81280"/>
                </a:cubicBezTo>
                <a:cubicBezTo>
                  <a:pt x="71120" y="69850"/>
                  <a:pt x="62230" y="60960"/>
                  <a:pt x="50800" y="60960"/>
                </a:cubicBezTo>
                <a:cubicBezTo>
                  <a:pt x="43180" y="60960"/>
                  <a:pt x="36830" y="64770"/>
                  <a:pt x="33020" y="71120"/>
                </a:cubicBezTo>
                <a:lnTo>
                  <a:pt x="20320" y="71120"/>
                </a:lnTo>
                <a:close/>
                <a:moveTo>
                  <a:pt x="10160" y="182880"/>
                </a:moveTo>
                <a:cubicBezTo>
                  <a:pt x="5080" y="182880"/>
                  <a:pt x="0" y="187960"/>
                  <a:pt x="0" y="193040"/>
                </a:cubicBezTo>
                <a:cubicBezTo>
                  <a:pt x="0" y="198120"/>
                  <a:pt x="5080" y="203200"/>
                  <a:pt x="10160" y="203200"/>
                </a:cubicBezTo>
                <a:lnTo>
                  <a:pt x="254000" y="203200"/>
                </a:lnTo>
                <a:cubicBezTo>
                  <a:pt x="259080" y="203200"/>
                  <a:pt x="264160" y="198120"/>
                  <a:pt x="264160" y="193040"/>
                </a:cubicBezTo>
                <a:cubicBezTo>
                  <a:pt x="264160" y="187960"/>
                  <a:pt x="259080" y="182880"/>
                  <a:pt x="254000" y="182880"/>
                </a:cubicBezTo>
                <a:lnTo>
                  <a:pt x="10160" y="182880"/>
                </a:lnTo>
                <a:close/>
                <a:moveTo>
                  <a:pt x="243840" y="142240"/>
                </a:moveTo>
                <a:lnTo>
                  <a:pt x="243840" y="91440"/>
                </a:lnTo>
                <a:lnTo>
                  <a:pt x="231140" y="91440"/>
                </a:lnTo>
                <a:cubicBezTo>
                  <a:pt x="227330" y="97790"/>
                  <a:pt x="220980" y="101600"/>
                  <a:pt x="213360" y="101600"/>
                </a:cubicBezTo>
                <a:cubicBezTo>
                  <a:pt x="201930" y="101600"/>
                  <a:pt x="193040" y="92710"/>
                  <a:pt x="193040" y="81280"/>
                </a:cubicBezTo>
                <a:cubicBezTo>
                  <a:pt x="193040" y="69850"/>
                  <a:pt x="201930" y="60960"/>
                  <a:pt x="213360" y="60960"/>
                </a:cubicBezTo>
                <a:cubicBezTo>
                  <a:pt x="220980" y="60960"/>
                  <a:pt x="227330" y="64770"/>
                  <a:pt x="231140" y="71120"/>
                </a:cubicBezTo>
                <a:lnTo>
                  <a:pt x="252730" y="71120"/>
                </a:lnTo>
                <a:cubicBezTo>
                  <a:pt x="259080" y="71120"/>
                  <a:pt x="264160" y="76200"/>
                  <a:pt x="264160" y="8255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21920"/>
                </a:lnTo>
                <a:cubicBezTo>
                  <a:pt x="0" y="116840"/>
                  <a:pt x="5080" y="111760"/>
                  <a:pt x="10160" y="111760"/>
                </a:cubicBezTo>
                <a:cubicBezTo>
                  <a:pt x="15240" y="111760"/>
                  <a:pt x="20320" y="116840"/>
                  <a:pt x="20320" y="121920"/>
                </a:cubicBezTo>
                <a:lnTo>
                  <a:pt x="20320" y="142240"/>
                </a:lnTo>
                <a:lnTo>
                  <a:pt x="243840" y="142240"/>
                </a:lnTo>
                <a:close/>
                <a:moveTo>
                  <a:pt x="111760" y="82550"/>
                </a:moveTo>
                <a:cubicBezTo>
                  <a:pt x="111760" y="71120"/>
                  <a:pt x="120650" y="62230"/>
                  <a:pt x="132080" y="62230"/>
                </a:cubicBezTo>
                <a:cubicBezTo>
                  <a:pt x="143510" y="62230"/>
                  <a:pt x="152400" y="71120"/>
                  <a:pt x="152400" y="82550"/>
                </a:cubicBezTo>
                <a:cubicBezTo>
                  <a:pt x="152400" y="93980"/>
                  <a:pt x="143510" y="102870"/>
                  <a:pt x="132080" y="102870"/>
                </a:cubicBezTo>
                <a:cubicBezTo>
                  <a:pt x="120650" y="102870"/>
                  <a:pt x="111760" y="92710"/>
                  <a:pt x="111760" y="82550"/>
                </a:cubicBezTo>
                <a:close/>
                <a:moveTo>
                  <a:pt x="132080" y="41910"/>
                </a:moveTo>
                <a:cubicBezTo>
                  <a:pt x="109220" y="41910"/>
                  <a:pt x="91440" y="59690"/>
                  <a:pt x="91440" y="82550"/>
                </a:cubicBezTo>
                <a:cubicBezTo>
                  <a:pt x="91440" y="105410"/>
                  <a:pt x="109220" y="123190"/>
                  <a:pt x="132080" y="123190"/>
                </a:cubicBezTo>
                <a:cubicBezTo>
                  <a:pt x="154940" y="123190"/>
                  <a:pt x="172720" y="105410"/>
                  <a:pt x="172720" y="82550"/>
                </a:cubicBezTo>
                <a:cubicBezTo>
                  <a:pt x="172720" y="59690"/>
                  <a:pt x="154940" y="41910"/>
                  <a:pt x="132080" y="4191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1" name="Полилиния: фигура 411">
            <a:extLst>
              <a:ext uri="{FF2B5EF4-FFF2-40B4-BE49-F238E27FC236}">
                <a16:creationId xmlns:a16="http://schemas.microsoft.com/office/drawing/2014/main" id="{1C3CFE4A-1961-250D-416B-CA6318344883}"/>
              </a:ext>
            </a:extLst>
          </p:cNvPr>
          <p:cNvSpPr/>
          <p:nvPr/>
        </p:nvSpPr>
        <p:spPr>
          <a:xfrm>
            <a:off x="9504553" y="3568228"/>
            <a:ext cx="203200" cy="203200"/>
          </a:xfrm>
          <a:custGeom>
            <a:avLst/>
            <a:gdLst>
              <a:gd name="connsiteX0" fmla="*/ 182880 w 203200"/>
              <a:gd name="connsiteY0" fmla="*/ 91440 h 203200"/>
              <a:gd name="connsiteX1" fmla="*/ 193040 w 203200"/>
              <a:gd name="connsiteY1" fmla="*/ 101600 h 203200"/>
              <a:gd name="connsiteX2" fmla="*/ 203200 w 203200"/>
              <a:gd name="connsiteY2" fmla="*/ 91440 h 203200"/>
              <a:gd name="connsiteX3" fmla="*/ 203200 w 203200"/>
              <a:gd name="connsiteY3" fmla="*/ 20320 h 203200"/>
              <a:gd name="connsiteX4" fmla="*/ 182880 w 203200"/>
              <a:gd name="connsiteY4" fmla="*/ 0 h 203200"/>
              <a:gd name="connsiteX5" fmla="*/ 111761 w 203200"/>
              <a:gd name="connsiteY5" fmla="*/ 0 h 203200"/>
              <a:gd name="connsiteX6" fmla="*/ 101600 w 203200"/>
              <a:gd name="connsiteY6" fmla="*/ 10160 h 203200"/>
              <a:gd name="connsiteX7" fmla="*/ 111761 w 203200"/>
              <a:gd name="connsiteY7" fmla="*/ 20320 h 203200"/>
              <a:gd name="connsiteX8" fmla="*/ 182880 w 203200"/>
              <a:gd name="connsiteY8" fmla="*/ 20320 h 203200"/>
              <a:gd name="connsiteX9" fmla="*/ 182880 w 203200"/>
              <a:gd name="connsiteY9" fmla="*/ 91440 h 203200"/>
              <a:gd name="connsiteX10" fmla="*/ 20320 w 203200"/>
              <a:gd name="connsiteY10" fmla="*/ 111760 h 203200"/>
              <a:gd name="connsiteX11" fmla="*/ 10161 w 203200"/>
              <a:gd name="connsiteY11" fmla="*/ 101600 h 203200"/>
              <a:gd name="connsiteX12" fmla="*/ 0 w 203200"/>
              <a:gd name="connsiteY12" fmla="*/ 111760 h 203200"/>
              <a:gd name="connsiteX13" fmla="*/ 0 w 203200"/>
              <a:gd name="connsiteY13" fmla="*/ 182880 h 203200"/>
              <a:gd name="connsiteX14" fmla="*/ 20320 w 203200"/>
              <a:gd name="connsiteY14" fmla="*/ 203200 h 203200"/>
              <a:gd name="connsiteX15" fmla="*/ 91440 w 203200"/>
              <a:gd name="connsiteY15" fmla="*/ 203200 h 203200"/>
              <a:gd name="connsiteX16" fmla="*/ 101600 w 203200"/>
              <a:gd name="connsiteY16" fmla="*/ 193040 h 203200"/>
              <a:gd name="connsiteX17" fmla="*/ 91440 w 203200"/>
              <a:gd name="connsiteY17" fmla="*/ 182880 h 203200"/>
              <a:gd name="connsiteX18" fmla="*/ 20320 w 203200"/>
              <a:gd name="connsiteY18" fmla="*/ 182880 h 203200"/>
              <a:gd name="connsiteX19" fmla="*/ 20320 w 203200"/>
              <a:gd name="connsiteY19" fmla="*/ 11176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03200" h="203200">
                <a:moveTo>
                  <a:pt x="182880" y="91440"/>
                </a:moveTo>
                <a:cubicBezTo>
                  <a:pt x="182880" y="96520"/>
                  <a:pt x="187961" y="101600"/>
                  <a:pt x="193040" y="101600"/>
                </a:cubicBezTo>
                <a:cubicBezTo>
                  <a:pt x="198120" y="101600"/>
                  <a:pt x="203200" y="96520"/>
                  <a:pt x="203200" y="91440"/>
                </a:cubicBezTo>
                <a:lnTo>
                  <a:pt x="203200" y="20320"/>
                </a:lnTo>
                <a:cubicBezTo>
                  <a:pt x="203200" y="8890"/>
                  <a:pt x="194311" y="0"/>
                  <a:pt x="182880" y="0"/>
                </a:cubicBezTo>
                <a:lnTo>
                  <a:pt x="111761" y="0"/>
                </a:lnTo>
                <a:cubicBezTo>
                  <a:pt x="106680" y="0"/>
                  <a:pt x="101600" y="5080"/>
                  <a:pt x="101600" y="10160"/>
                </a:cubicBezTo>
                <a:cubicBezTo>
                  <a:pt x="101600" y="15240"/>
                  <a:pt x="106680" y="20320"/>
                  <a:pt x="111761" y="20320"/>
                </a:cubicBezTo>
                <a:lnTo>
                  <a:pt x="182880" y="20320"/>
                </a:lnTo>
                <a:lnTo>
                  <a:pt x="182880" y="91440"/>
                </a:lnTo>
                <a:close/>
                <a:moveTo>
                  <a:pt x="20320" y="111760"/>
                </a:moveTo>
                <a:cubicBezTo>
                  <a:pt x="20320" y="106680"/>
                  <a:pt x="15240" y="101600"/>
                  <a:pt x="10161" y="101600"/>
                </a:cubicBezTo>
                <a:cubicBezTo>
                  <a:pt x="5080" y="101600"/>
                  <a:pt x="0" y="106680"/>
                  <a:pt x="0" y="111760"/>
                </a:cubicBezTo>
                <a:lnTo>
                  <a:pt x="0" y="182880"/>
                </a:lnTo>
                <a:cubicBezTo>
                  <a:pt x="0" y="194310"/>
                  <a:pt x="8890" y="203200"/>
                  <a:pt x="20320" y="203200"/>
                </a:cubicBezTo>
                <a:lnTo>
                  <a:pt x="91440" y="203200"/>
                </a:lnTo>
                <a:cubicBezTo>
                  <a:pt x="96520" y="203200"/>
                  <a:pt x="101600" y="198120"/>
                  <a:pt x="101600" y="193040"/>
                </a:cubicBezTo>
                <a:cubicBezTo>
                  <a:pt x="101600" y="187960"/>
                  <a:pt x="96520" y="182880"/>
                  <a:pt x="91440" y="182880"/>
                </a:cubicBezTo>
                <a:lnTo>
                  <a:pt x="20320" y="182880"/>
                </a:lnTo>
                <a:lnTo>
                  <a:pt x="20320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2" name="Полилиния: фигура 414">
            <a:extLst>
              <a:ext uri="{FF2B5EF4-FFF2-40B4-BE49-F238E27FC236}">
                <a16:creationId xmlns:a16="http://schemas.microsoft.com/office/drawing/2014/main" id="{5F0ECC43-D5AE-1225-A760-CBBEFE70CD93}"/>
              </a:ext>
            </a:extLst>
          </p:cNvPr>
          <p:cNvSpPr/>
          <p:nvPr/>
        </p:nvSpPr>
        <p:spPr>
          <a:xfrm>
            <a:off x="8944484" y="3558069"/>
            <a:ext cx="204469" cy="223520"/>
          </a:xfrm>
          <a:custGeom>
            <a:avLst/>
            <a:gdLst>
              <a:gd name="connsiteX0" fmla="*/ 82550 w 204469"/>
              <a:gd name="connsiteY0" fmla="*/ 0 h 223520"/>
              <a:gd name="connsiteX1" fmla="*/ 72390 w 204469"/>
              <a:gd name="connsiteY1" fmla="*/ 10160 h 223520"/>
              <a:gd name="connsiteX2" fmla="*/ 82550 w 204469"/>
              <a:gd name="connsiteY2" fmla="*/ 20320 h 223520"/>
              <a:gd name="connsiteX3" fmla="*/ 184150 w 204469"/>
              <a:gd name="connsiteY3" fmla="*/ 20320 h 223520"/>
              <a:gd name="connsiteX4" fmla="*/ 184150 w 204469"/>
              <a:gd name="connsiteY4" fmla="*/ 203200 h 223520"/>
              <a:gd name="connsiteX5" fmla="*/ 82550 w 204469"/>
              <a:gd name="connsiteY5" fmla="*/ 203200 h 223520"/>
              <a:gd name="connsiteX6" fmla="*/ 72390 w 204469"/>
              <a:gd name="connsiteY6" fmla="*/ 213360 h 223520"/>
              <a:gd name="connsiteX7" fmla="*/ 82550 w 204469"/>
              <a:gd name="connsiteY7" fmla="*/ 223520 h 223520"/>
              <a:gd name="connsiteX8" fmla="*/ 184150 w 204469"/>
              <a:gd name="connsiteY8" fmla="*/ 223520 h 223520"/>
              <a:gd name="connsiteX9" fmla="*/ 204470 w 204469"/>
              <a:gd name="connsiteY9" fmla="*/ 203200 h 223520"/>
              <a:gd name="connsiteX10" fmla="*/ 204470 w 204469"/>
              <a:gd name="connsiteY10" fmla="*/ 20320 h 223520"/>
              <a:gd name="connsiteX11" fmla="*/ 184150 w 204469"/>
              <a:gd name="connsiteY11" fmla="*/ 0 h 223520"/>
              <a:gd name="connsiteX12" fmla="*/ 82550 w 204469"/>
              <a:gd name="connsiteY12" fmla="*/ 0 h 223520"/>
              <a:gd name="connsiteX13" fmla="*/ 85090 w 204469"/>
              <a:gd name="connsiteY13" fmla="*/ 57150 h 223520"/>
              <a:gd name="connsiteX14" fmla="*/ 85090 w 204469"/>
              <a:gd name="connsiteY14" fmla="*/ 43180 h 223520"/>
              <a:gd name="connsiteX15" fmla="*/ 99060 w 204469"/>
              <a:gd name="connsiteY15" fmla="*/ 43180 h 223520"/>
              <a:gd name="connsiteX16" fmla="*/ 158750 w 204469"/>
              <a:gd name="connsiteY16" fmla="*/ 102870 h 223520"/>
              <a:gd name="connsiteX17" fmla="*/ 158750 w 204469"/>
              <a:gd name="connsiteY17" fmla="*/ 118110 h 223520"/>
              <a:gd name="connsiteX18" fmla="*/ 99060 w 204469"/>
              <a:gd name="connsiteY18" fmla="*/ 177800 h 223520"/>
              <a:gd name="connsiteX19" fmla="*/ 85090 w 204469"/>
              <a:gd name="connsiteY19" fmla="*/ 177800 h 223520"/>
              <a:gd name="connsiteX20" fmla="*/ 85090 w 204469"/>
              <a:gd name="connsiteY20" fmla="*/ 163830 h 223520"/>
              <a:gd name="connsiteX21" fmla="*/ 138430 w 204469"/>
              <a:gd name="connsiteY21" fmla="*/ 110490 h 223520"/>
              <a:gd name="connsiteX22" fmla="*/ 85090 w 204469"/>
              <a:gd name="connsiteY22" fmla="*/ 57150 h 223520"/>
              <a:gd name="connsiteX23" fmla="*/ 44450 w 204469"/>
              <a:gd name="connsiteY23" fmla="*/ 77470 h 223520"/>
              <a:gd name="connsiteX24" fmla="*/ 44450 w 204469"/>
              <a:gd name="connsiteY24" fmla="*/ 63500 h 223520"/>
              <a:gd name="connsiteX25" fmla="*/ 58420 w 204469"/>
              <a:gd name="connsiteY25" fmla="*/ 63500 h 223520"/>
              <a:gd name="connsiteX26" fmla="*/ 97790 w 204469"/>
              <a:gd name="connsiteY26" fmla="*/ 102870 h 223520"/>
              <a:gd name="connsiteX27" fmla="*/ 97790 w 204469"/>
              <a:gd name="connsiteY27" fmla="*/ 102870 h 223520"/>
              <a:gd name="connsiteX28" fmla="*/ 101600 w 204469"/>
              <a:gd name="connsiteY28" fmla="*/ 110490 h 223520"/>
              <a:gd name="connsiteX29" fmla="*/ 97790 w 204469"/>
              <a:gd name="connsiteY29" fmla="*/ 118110 h 223520"/>
              <a:gd name="connsiteX30" fmla="*/ 97790 w 204469"/>
              <a:gd name="connsiteY30" fmla="*/ 118110 h 223520"/>
              <a:gd name="connsiteX31" fmla="*/ 58420 w 204469"/>
              <a:gd name="connsiteY31" fmla="*/ 157480 h 223520"/>
              <a:gd name="connsiteX32" fmla="*/ 44450 w 204469"/>
              <a:gd name="connsiteY32" fmla="*/ 157480 h 223520"/>
              <a:gd name="connsiteX33" fmla="*/ 44450 w 204469"/>
              <a:gd name="connsiteY33" fmla="*/ 143510 h 223520"/>
              <a:gd name="connsiteX34" fmla="*/ 67310 w 204469"/>
              <a:gd name="connsiteY34" fmla="*/ 120650 h 223520"/>
              <a:gd name="connsiteX35" fmla="*/ 10160 w 204469"/>
              <a:gd name="connsiteY35" fmla="*/ 120650 h 223520"/>
              <a:gd name="connsiteX36" fmla="*/ 0 w 204469"/>
              <a:gd name="connsiteY36" fmla="*/ 110490 h 223520"/>
              <a:gd name="connsiteX37" fmla="*/ 10160 w 204469"/>
              <a:gd name="connsiteY37" fmla="*/ 100330 h 223520"/>
              <a:gd name="connsiteX38" fmla="*/ 67310 w 204469"/>
              <a:gd name="connsiteY38" fmla="*/ 100330 h 223520"/>
              <a:gd name="connsiteX39" fmla="*/ 44450 w 204469"/>
              <a:gd name="connsiteY39" fmla="*/ 7747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04469" h="223520">
                <a:moveTo>
                  <a:pt x="82550" y="0"/>
                </a:moveTo>
                <a:cubicBezTo>
                  <a:pt x="77470" y="0"/>
                  <a:pt x="72390" y="5080"/>
                  <a:pt x="72390" y="10160"/>
                </a:cubicBezTo>
                <a:cubicBezTo>
                  <a:pt x="72390" y="15240"/>
                  <a:pt x="77470" y="20320"/>
                  <a:pt x="82550" y="20320"/>
                </a:cubicBezTo>
                <a:lnTo>
                  <a:pt x="184150" y="20320"/>
                </a:lnTo>
                <a:lnTo>
                  <a:pt x="184150" y="203200"/>
                </a:lnTo>
                <a:lnTo>
                  <a:pt x="82550" y="203200"/>
                </a:lnTo>
                <a:cubicBezTo>
                  <a:pt x="77470" y="203200"/>
                  <a:pt x="72390" y="208280"/>
                  <a:pt x="72390" y="213360"/>
                </a:cubicBezTo>
                <a:cubicBezTo>
                  <a:pt x="72390" y="218440"/>
                  <a:pt x="77470" y="223520"/>
                  <a:pt x="82550" y="223520"/>
                </a:cubicBezTo>
                <a:lnTo>
                  <a:pt x="184150" y="223520"/>
                </a:lnTo>
                <a:cubicBezTo>
                  <a:pt x="195580" y="223520"/>
                  <a:pt x="204470" y="214630"/>
                  <a:pt x="204470" y="203200"/>
                </a:cubicBezTo>
                <a:lnTo>
                  <a:pt x="204470" y="20320"/>
                </a:lnTo>
                <a:cubicBezTo>
                  <a:pt x="204470" y="8890"/>
                  <a:pt x="195580" y="0"/>
                  <a:pt x="184150" y="0"/>
                </a:cubicBezTo>
                <a:lnTo>
                  <a:pt x="82550" y="0"/>
                </a:lnTo>
                <a:close/>
                <a:moveTo>
                  <a:pt x="85090" y="57150"/>
                </a:moveTo>
                <a:cubicBezTo>
                  <a:pt x="81280" y="53340"/>
                  <a:pt x="81280" y="46990"/>
                  <a:pt x="85090" y="43180"/>
                </a:cubicBezTo>
                <a:cubicBezTo>
                  <a:pt x="88900" y="39370"/>
                  <a:pt x="95250" y="39370"/>
                  <a:pt x="99060" y="43180"/>
                </a:cubicBezTo>
                <a:lnTo>
                  <a:pt x="158750" y="102870"/>
                </a:lnTo>
                <a:cubicBezTo>
                  <a:pt x="162560" y="106680"/>
                  <a:pt x="162560" y="114300"/>
                  <a:pt x="158750" y="118110"/>
                </a:cubicBezTo>
                <a:lnTo>
                  <a:pt x="99060" y="177800"/>
                </a:lnTo>
                <a:cubicBezTo>
                  <a:pt x="95250" y="181610"/>
                  <a:pt x="88900" y="181610"/>
                  <a:pt x="85090" y="177800"/>
                </a:cubicBezTo>
                <a:cubicBezTo>
                  <a:pt x="81280" y="173990"/>
                  <a:pt x="81280" y="167640"/>
                  <a:pt x="85090" y="163830"/>
                </a:cubicBezTo>
                <a:lnTo>
                  <a:pt x="138430" y="110490"/>
                </a:lnTo>
                <a:lnTo>
                  <a:pt x="85090" y="57150"/>
                </a:lnTo>
                <a:close/>
                <a:moveTo>
                  <a:pt x="44450" y="77470"/>
                </a:moveTo>
                <a:cubicBezTo>
                  <a:pt x="40640" y="73660"/>
                  <a:pt x="40640" y="67310"/>
                  <a:pt x="44450" y="63500"/>
                </a:cubicBezTo>
                <a:cubicBezTo>
                  <a:pt x="48260" y="59690"/>
                  <a:pt x="54610" y="59690"/>
                  <a:pt x="58420" y="63500"/>
                </a:cubicBezTo>
                <a:lnTo>
                  <a:pt x="97790" y="102870"/>
                </a:lnTo>
                <a:cubicBezTo>
                  <a:pt x="97790" y="102870"/>
                  <a:pt x="97790" y="102870"/>
                  <a:pt x="97790" y="102870"/>
                </a:cubicBezTo>
                <a:cubicBezTo>
                  <a:pt x="100330" y="104140"/>
                  <a:pt x="101600" y="107950"/>
                  <a:pt x="101600" y="110490"/>
                </a:cubicBezTo>
                <a:cubicBezTo>
                  <a:pt x="101600" y="113030"/>
                  <a:pt x="100330" y="115570"/>
                  <a:pt x="97790" y="118110"/>
                </a:cubicBezTo>
                <a:cubicBezTo>
                  <a:pt x="97790" y="118110"/>
                  <a:pt x="97790" y="118110"/>
                  <a:pt x="97790" y="118110"/>
                </a:cubicBezTo>
                <a:lnTo>
                  <a:pt x="58420" y="157480"/>
                </a:lnTo>
                <a:cubicBezTo>
                  <a:pt x="54610" y="161290"/>
                  <a:pt x="48260" y="161290"/>
                  <a:pt x="44450" y="157480"/>
                </a:cubicBezTo>
                <a:cubicBezTo>
                  <a:pt x="40640" y="153670"/>
                  <a:pt x="40640" y="147320"/>
                  <a:pt x="44450" y="143510"/>
                </a:cubicBezTo>
                <a:lnTo>
                  <a:pt x="67310" y="120650"/>
                </a:lnTo>
                <a:lnTo>
                  <a:pt x="10160" y="120650"/>
                </a:lnTo>
                <a:cubicBezTo>
                  <a:pt x="5080" y="120650"/>
                  <a:pt x="0" y="115570"/>
                  <a:pt x="0" y="110490"/>
                </a:cubicBezTo>
                <a:cubicBezTo>
                  <a:pt x="0" y="105410"/>
                  <a:pt x="5080" y="100330"/>
                  <a:pt x="10160" y="100330"/>
                </a:cubicBezTo>
                <a:lnTo>
                  <a:pt x="67310" y="100330"/>
                </a:lnTo>
                <a:lnTo>
                  <a:pt x="44450" y="7747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3" name="Полилиния: фигура 418">
            <a:extLst>
              <a:ext uri="{FF2B5EF4-FFF2-40B4-BE49-F238E27FC236}">
                <a16:creationId xmlns:a16="http://schemas.microsoft.com/office/drawing/2014/main" id="{57539ECC-3FA3-11B4-8A08-F2EB4F31BE4B}"/>
              </a:ext>
            </a:extLst>
          </p:cNvPr>
          <p:cNvSpPr/>
          <p:nvPr/>
        </p:nvSpPr>
        <p:spPr>
          <a:xfrm>
            <a:off x="4462654" y="4903438"/>
            <a:ext cx="223520" cy="304800"/>
          </a:xfrm>
          <a:custGeom>
            <a:avLst/>
            <a:gdLst>
              <a:gd name="connsiteX0" fmla="*/ 111760 w 223520"/>
              <a:gd name="connsiteY0" fmla="*/ 0 h 304800"/>
              <a:gd name="connsiteX1" fmla="*/ 121920 w 223520"/>
              <a:gd name="connsiteY1" fmla="*/ 10160 h 304800"/>
              <a:gd name="connsiteX2" fmla="*/ 121920 w 223520"/>
              <a:gd name="connsiteY2" fmla="*/ 40640 h 304800"/>
              <a:gd name="connsiteX3" fmla="*/ 111760 w 223520"/>
              <a:gd name="connsiteY3" fmla="*/ 50800 h 304800"/>
              <a:gd name="connsiteX4" fmla="*/ 101600 w 223520"/>
              <a:gd name="connsiteY4" fmla="*/ 40640 h 304800"/>
              <a:gd name="connsiteX5" fmla="*/ 101600 w 223520"/>
              <a:gd name="connsiteY5" fmla="*/ 10160 h 304800"/>
              <a:gd name="connsiteX6" fmla="*/ 111760 w 223520"/>
              <a:gd name="connsiteY6" fmla="*/ 0 h 304800"/>
              <a:gd name="connsiteX7" fmla="*/ 71120 w 223520"/>
              <a:gd name="connsiteY7" fmla="*/ 20320 h 304800"/>
              <a:gd name="connsiteX8" fmla="*/ 60960 w 223520"/>
              <a:gd name="connsiteY8" fmla="*/ 10160 h 304800"/>
              <a:gd name="connsiteX9" fmla="*/ 50800 w 223520"/>
              <a:gd name="connsiteY9" fmla="*/ 20320 h 304800"/>
              <a:gd name="connsiteX10" fmla="*/ 50800 w 223520"/>
              <a:gd name="connsiteY10" fmla="*/ 50800 h 304800"/>
              <a:gd name="connsiteX11" fmla="*/ 60960 w 223520"/>
              <a:gd name="connsiteY11" fmla="*/ 60960 h 304800"/>
              <a:gd name="connsiteX12" fmla="*/ 71120 w 223520"/>
              <a:gd name="connsiteY12" fmla="*/ 50800 h 304800"/>
              <a:gd name="connsiteX13" fmla="*/ 71120 w 223520"/>
              <a:gd name="connsiteY13" fmla="*/ 20320 h 304800"/>
              <a:gd name="connsiteX14" fmla="*/ 20320 w 223520"/>
              <a:gd name="connsiteY14" fmla="*/ 191770 h 304800"/>
              <a:gd name="connsiteX15" fmla="*/ 111760 w 223520"/>
              <a:gd name="connsiteY15" fmla="*/ 100330 h 304800"/>
              <a:gd name="connsiteX16" fmla="*/ 203200 w 223520"/>
              <a:gd name="connsiteY16" fmla="*/ 191770 h 304800"/>
              <a:gd name="connsiteX17" fmla="*/ 111760 w 223520"/>
              <a:gd name="connsiteY17" fmla="*/ 283210 h 304800"/>
              <a:gd name="connsiteX18" fmla="*/ 20320 w 223520"/>
              <a:gd name="connsiteY18" fmla="*/ 191770 h 304800"/>
              <a:gd name="connsiteX19" fmla="*/ 111760 w 223520"/>
              <a:gd name="connsiteY19" fmla="*/ 81280 h 304800"/>
              <a:gd name="connsiteX20" fmla="*/ 0 w 223520"/>
              <a:gd name="connsiteY20" fmla="*/ 193040 h 304800"/>
              <a:gd name="connsiteX21" fmla="*/ 111760 w 223520"/>
              <a:gd name="connsiteY21" fmla="*/ 304800 h 304800"/>
              <a:gd name="connsiteX22" fmla="*/ 223520 w 223520"/>
              <a:gd name="connsiteY22" fmla="*/ 193040 h 304800"/>
              <a:gd name="connsiteX23" fmla="*/ 111760 w 223520"/>
              <a:gd name="connsiteY23" fmla="*/ 81280 h 304800"/>
              <a:gd name="connsiteX24" fmla="*/ 172720 w 223520"/>
              <a:gd name="connsiteY24" fmla="*/ 20320 h 304800"/>
              <a:gd name="connsiteX25" fmla="*/ 162560 w 223520"/>
              <a:gd name="connsiteY25" fmla="*/ 10160 h 304800"/>
              <a:gd name="connsiteX26" fmla="*/ 152400 w 223520"/>
              <a:gd name="connsiteY26" fmla="*/ 20320 h 304800"/>
              <a:gd name="connsiteX27" fmla="*/ 152400 w 223520"/>
              <a:gd name="connsiteY27" fmla="*/ 50800 h 304800"/>
              <a:gd name="connsiteX28" fmla="*/ 162560 w 223520"/>
              <a:gd name="connsiteY28" fmla="*/ 60960 h 304800"/>
              <a:gd name="connsiteX29" fmla="*/ 172720 w 223520"/>
              <a:gd name="connsiteY29" fmla="*/ 50800 h 304800"/>
              <a:gd name="connsiteX30" fmla="*/ 172720 w 223520"/>
              <a:gd name="connsiteY30" fmla="*/ 20320 h 304800"/>
              <a:gd name="connsiteX31" fmla="*/ 96520 w 223520"/>
              <a:gd name="connsiteY31" fmla="*/ 152400 h 304800"/>
              <a:gd name="connsiteX32" fmla="*/ 96520 w 223520"/>
              <a:gd name="connsiteY32" fmla="*/ 187960 h 304800"/>
              <a:gd name="connsiteX33" fmla="*/ 119380 w 223520"/>
              <a:gd name="connsiteY33" fmla="*/ 187960 h 304800"/>
              <a:gd name="connsiteX34" fmla="*/ 137160 w 223520"/>
              <a:gd name="connsiteY34" fmla="*/ 170180 h 304800"/>
              <a:gd name="connsiteX35" fmla="*/ 119380 w 223520"/>
              <a:gd name="connsiteY35" fmla="*/ 152400 h 304800"/>
              <a:gd name="connsiteX36" fmla="*/ 96520 w 223520"/>
              <a:gd name="connsiteY36" fmla="*/ 152400 h 304800"/>
              <a:gd name="connsiteX37" fmla="*/ 157480 w 223520"/>
              <a:gd name="connsiteY37" fmla="*/ 170180 h 304800"/>
              <a:gd name="connsiteX38" fmla="*/ 119380 w 223520"/>
              <a:gd name="connsiteY38" fmla="*/ 208280 h 304800"/>
              <a:gd name="connsiteX39" fmla="*/ 96520 w 223520"/>
              <a:gd name="connsiteY39" fmla="*/ 208280 h 304800"/>
              <a:gd name="connsiteX40" fmla="*/ 96520 w 223520"/>
              <a:gd name="connsiteY40" fmla="*/ 218440 h 304800"/>
              <a:gd name="connsiteX41" fmla="*/ 116840 w 223520"/>
              <a:gd name="connsiteY41" fmla="*/ 218440 h 304800"/>
              <a:gd name="connsiteX42" fmla="*/ 127000 w 223520"/>
              <a:gd name="connsiteY42" fmla="*/ 228600 h 304800"/>
              <a:gd name="connsiteX43" fmla="*/ 116840 w 223520"/>
              <a:gd name="connsiteY43" fmla="*/ 238760 h 304800"/>
              <a:gd name="connsiteX44" fmla="*/ 96520 w 223520"/>
              <a:gd name="connsiteY44" fmla="*/ 238760 h 304800"/>
              <a:gd name="connsiteX45" fmla="*/ 96520 w 223520"/>
              <a:gd name="connsiteY45" fmla="*/ 243840 h 304800"/>
              <a:gd name="connsiteX46" fmla="*/ 86360 w 223520"/>
              <a:gd name="connsiteY46" fmla="*/ 254000 h 304800"/>
              <a:gd name="connsiteX47" fmla="*/ 76200 w 223520"/>
              <a:gd name="connsiteY47" fmla="*/ 243840 h 304800"/>
              <a:gd name="connsiteX48" fmla="*/ 76200 w 223520"/>
              <a:gd name="connsiteY48" fmla="*/ 238760 h 304800"/>
              <a:gd name="connsiteX49" fmla="*/ 71120 w 223520"/>
              <a:gd name="connsiteY49" fmla="*/ 238760 h 304800"/>
              <a:gd name="connsiteX50" fmla="*/ 60960 w 223520"/>
              <a:gd name="connsiteY50" fmla="*/ 228600 h 304800"/>
              <a:gd name="connsiteX51" fmla="*/ 71120 w 223520"/>
              <a:gd name="connsiteY51" fmla="*/ 218440 h 304800"/>
              <a:gd name="connsiteX52" fmla="*/ 76200 w 223520"/>
              <a:gd name="connsiteY52" fmla="*/ 218440 h 304800"/>
              <a:gd name="connsiteX53" fmla="*/ 76200 w 223520"/>
              <a:gd name="connsiteY53" fmla="*/ 208280 h 304800"/>
              <a:gd name="connsiteX54" fmla="*/ 71120 w 223520"/>
              <a:gd name="connsiteY54" fmla="*/ 208280 h 304800"/>
              <a:gd name="connsiteX55" fmla="*/ 60960 w 223520"/>
              <a:gd name="connsiteY55" fmla="*/ 198120 h 304800"/>
              <a:gd name="connsiteX56" fmla="*/ 71120 w 223520"/>
              <a:gd name="connsiteY56" fmla="*/ 187960 h 304800"/>
              <a:gd name="connsiteX57" fmla="*/ 76200 w 223520"/>
              <a:gd name="connsiteY57" fmla="*/ 187960 h 304800"/>
              <a:gd name="connsiteX58" fmla="*/ 76200 w 223520"/>
              <a:gd name="connsiteY58" fmla="*/ 143510 h 304800"/>
              <a:gd name="connsiteX59" fmla="*/ 87630 w 223520"/>
              <a:gd name="connsiteY59" fmla="*/ 132080 h 304800"/>
              <a:gd name="connsiteX60" fmla="*/ 119380 w 223520"/>
              <a:gd name="connsiteY60" fmla="*/ 132080 h 304800"/>
              <a:gd name="connsiteX61" fmla="*/ 157480 w 223520"/>
              <a:gd name="connsiteY61" fmla="*/ 17018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223520" h="304800">
                <a:moveTo>
                  <a:pt x="111760" y="0"/>
                </a:moveTo>
                <a:cubicBezTo>
                  <a:pt x="116840" y="0"/>
                  <a:pt x="121920" y="5080"/>
                  <a:pt x="121920" y="10160"/>
                </a:cubicBezTo>
                <a:lnTo>
                  <a:pt x="121920" y="40640"/>
                </a:lnTo>
                <a:cubicBezTo>
                  <a:pt x="121920" y="45720"/>
                  <a:pt x="116840" y="50800"/>
                  <a:pt x="111760" y="50800"/>
                </a:cubicBezTo>
                <a:cubicBezTo>
                  <a:pt x="106680" y="50800"/>
                  <a:pt x="101600" y="45720"/>
                  <a:pt x="101600" y="40640"/>
                </a:cubicBezTo>
                <a:lnTo>
                  <a:pt x="101600" y="10160"/>
                </a:lnTo>
                <a:cubicBezTo>
                  <a:pt x="101600" y="3810"/>
                  <a:pt x="106680" y="0"/>
                  <a:pt x="111760" y="0"/>
                </a:cubicBezTo>
                <a:close/>
                <a:moveTo>
                  <a:pt x="71120" y="20320"/>
                </a:moveTo>
                <a:cubicBezTo>
                  <a:pt x="71120" y="15240"/>
                  <a:pt x="66040" y="10160"/>
                  <a:pt x="60960" y="10160"/>
                </a:cubicBezTo>
                <a:cubicBezTo>
                  <a:pt x="55880" y="10160"/>
                  <a:pt x="50800" y="15240"/>
                  <a:pt x="50800" y="20320"/>
                </a:cubicBez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20320"/>
                </a:lnTo>
                <a:close/>
                <a:moveTo>
                  <a:pt x="20320" y="191770"/>
                </a:moveTo>
                <a:cubicBezTo>
                  <a:pt x="20320" y="140970"/>
                  <a:pt x="60960" y="100330"/>
                  <a:pt x="111760" y="100330"/>
                </a:cubicBezTo>
                <a:cubicBezTo>
                  <a:pt x="162560" y="100330"/>
                  <a:pt x="203200" y="140970"/>
                  <a:pt x="203200" y="191770"/>
                </a:cubicBezTo>
                <a:cubicBezTo>
                  <a:pt x="203200" y="242570"/>
                  <a:pt x="162560" y="283210"/>
                  <a:pt x="111760" y="283210"/>
                </a:cubicBezTo>
                <a:cubicBezTo>
                  <a:pt x="60960" y="283210"/>
                  <a:pt x="20320" y="242570"/>
                  <a:pt x="20320" y="191770"/>
                </a:cubicBezTo>
                <a:close/>
                <a:moveTo>
                  <a:pt x="111760" y="81280"/>
                </a:moveTo>
                <a:cubicBezTo>
                  <a:pt x="49530" y="81280"/>
                  <a:pt x="0" y="130810"/>
                  <a:pt x="0" y="193040"/>
                </a:cubicBezTo>
                <a:cubicBezTo>
                  <a:pt x="0" y="255270"/>
                  <a:pt x="49530" y="304800"/>
                  <a:pt x="111760" y="304800"/>
                </a:cubicBezTo>
                <a:cubicBezTo>
                  <a:pt x="173990" y="304800"/>
                  <a:pt x="223520" y="255270"/>
                  <a:pt x="223520" y="193040"/>
                </a:cubicBezTo>
                <a:cubicBezTo>
                  <a:pt x="223520" y="130810"/>
                  <a:pt x="173990" y="81280"/>
                  <a:pt x="111760" y="81280"/>
                </a:cubicBezTo>
                <a:close/>
                <a:moveTo>
                  <a:pt x="172720" y="20320"/>
                </a:moveTo>
                <a:cubicBezTo>
                  <a:pt x="172720" y="15240"/>
                  <a:pt x="167640" y="10160"/>
                  <a:pt x="162560" y="10160"/>
                </a:cubicBezTo>
                <a:cubicBezTo>
                  <a:pt x="157480" y="10160"/>
                  <a:pt x="152400" y="15240"/>
                  <a:pt x="152400" y="20320"/>
                </a:cubicBezTo>
                <a:lnTo>
                  <a:pt x="152400" y="50800"/>
                </a:lnTo>
                <a:cubicBezTo>
                  <a:pt x="152400" y="55880"/>
                  <a:pt x="157480" y="60960"/>
                  <a:pt x="162560" y="60960"/>
                </a:cubicBezTo>
                <a:cubicBezTo>
                  <a:pt x="167640" y="60960"/>
                  <a:pt x="172720" y="55880"/>
                  <a:pt x="172720" y="50800"/>
                </a:cubicBezTo>
                <a:lnTo>
                  <a:pt x="172720" y="20320"/>
                </a:lnTo>
                <a:close/>
                <a:moveTo>
                  <a:pt x="96520" y="152400"/>
                </a:moveTo>
                <a:lnTo>
                  <a:pt x="96520" y="187960"/>
                </a:lnTo>
                <a:lnTo>
                  <a:pt x="119380" y="187960"/>
                </a:lnTo>
                <a:cubicBezTo>
                  <a:pt x="129540" y="187960"/>
                  <a:pt x="137160" y="180340"/>
                  <a:pt x="137160" y="170180"/>
                </a:cubicBezTo>
                <a:cubicBezTo>
                  <a:pt x="137160" y="160020"/>
                  <a:pt x="129540" y="152400"/>
                  <a:pt x="119380" y="152400"/>
                </a:cubicBezTo>
                <a:lnTo>
                  <a:pt x="96520" y="152400"/>
                </a:lnTo>
                <a:close/>
                <a:moveTo>
                  <a:pt x="157480" y="170180"/>
                </a:moveTo>
                <a:cubicBezTo>
                  <a:pt x="157480" y="191770"/>
                  <a:pt x="140970" y="208280"/>
                  <a:pt x="119380" y="208280"/>
                </a:cubicBezTo>
                <a:lnTo>
                  <a:pt x="96520" y="208280"/>
                </a:lnTo>
                <a:lnTo>
                  <a:pt x="96520" y="218440"/>
                </a:lnTo>
                <a:lnTo>
                  <a:pt x="116840" y="218440"/>
                </a:lnTo>
                <a:cubicBezTo>
                  <a:pt x="121920" y="218440"/>
                  <a:pt x="127000" y="223520"/>
                  <a:pt x="127000" y="228600"/>
                </a:cubicBezTo>
                <a:cubicBezTo>
                  <a:pt x="127000" y="233680"/>
                  <a:pt x="121920" y="238760"/>
                  <a:pt x="116840" y="238760"/>
                </a:cubicBezTo>
                <a:lnTo>
                  <a:pt x="96520" y="238760"/>
                </a:lnTo>
                <a:lnTo>
                  <a:pt x="96520" y="243840"/>
                </a:lnTo>
                <a:cubicBezTo>
                  <a:pt x="96520" y="248920"/>
                  <a:pt x="91440" y="254000"/>
                  <a:pt x="86360" y="254000"/>
                </a:cubicBezTo>
                <a:cubicBezTo>
                  <a:pt x="81280" y="254000"/>
                  <a:pt x="76200" y="248920"/>
                  <a:pt x="76200" y="243840"/>
                </a:cubicBezTo>
                <a:lnTo>
                  <a:pt x="76200" y="238760"/>
                </a:lnTo>
                <a:lnTo>
                  <a:pt x="71120" y="238760"/>
                </a:lnTo>
                <a:cubicBezTo>
                  <a:pt x="66040" y="238760"/>
                  <a:pt x="60960" y="233680"/>
                  <a:pt x="60960" y="228600"/>
                </a:cubicBezTo>
                <a:cubicBezTo>
                  <a:pt x="60960" y="223520"/>
                  <a:pt x="66040" y="218440"/>
                  <a:pt x="71120" y="218440"/>
                </a:cubicBezTo>
                <a:lnTo>
                  <a:pt x="76200" y="218440"/>
                </a:lnTo>
                <a:lnTo>
                  <a:pt x="76200" y="208280"/>
                </a:lnTo>
                <a:lnTo>
                  <a:pt x="71120" y="208280"/>
                </a:lnTo>
                <a:cubicBezTo>
                  <a:pt x="66040" y="208280"/>
                  <a:pt x="60960" y="203200"/>
                  <a:pt x="60960" y="198120"/>
                </a:cubicBezTo>
                <a:cubicBezTo>
                  <a:pt x="60960" y="193040"/>
                  <a:pt x="66040" y="187960"/>
                  <a:pt x="71120" y="187960"/>
                </a:cubicBezTo>
                <a:lnTo>
                  <a:pt x="76200" y="187960"/>
                </a:lnTo>
                <a:lnTo>
                  <a:pt x="76200" y="143510"/>
                </a:lnTo>
                <a:cubicBezTo>
                  <a:pt x="76200" y="137160"/>
                  <a:pt x="81280" y="132080"/>
                  <a:pt x="87630" y="132080"/>
                </a:cubicBezTo>
                <a:lnTo>
                  <a:pt x="119380" y="132080"/>
                </a:lnTo>
                <a:cubicBezTo>
                  <a:pt x="140970" y="132080"/>
                  <a:pt x="157480" y="148590"/>
                  <a:pt x="157480" y="1701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4" name="Полилиния: фигура 419">
            <a:extLst>
              <a:ext uri="{FF2B5EF4-FFF2-40B4-BE49-F238E27FC236}">
                <a16:creationId xmlns:a16="http://schemas.microsoft.com/office/drawing/2014/main" id="{73AF096C-1A0A-D016-68D8-99D422011D44}"/>
              </a:ext>
            </a:extLst>
          </p:cNvPr>
          <p:cNvSpPr/>
          <p:nvPr/>
        </p:nvSpPr>
        <p:spPr>
          <a:xfrm>
            <a:off x="5011293" y="4933918"/>
            <a:ext cx="243840" cy="243839"/>
          </a:xfrm>
          <a:custGeom>
            <a:avLst/>
            <a:gdLst>
              <a:gd name="connsiteX0" fmla="*/ 30480 w 243840"/>
              <a:gd name="connsiteY0" fmla="*/ 0 h 243839"/>
              <a:gd name="connsiteX1" fmla="*/ 0 w 243840"/>
              <a:gd name="connsiteY1" fmla="*/ 30480 h 243839"/>
              <a:gd name="connsiteX2" fmla="*/ 0 w 243840"/>
              <a:gd name="connsiteY2" fmla="*/ 213360 h 243839"/>
              <a:gd name="connsiteX3" fmla="*/ 30480 w 243840"/>
              <a:gd name="connsiteY3" fmla="*/ 243840 h 243839"/>
              <a:gd name="connsiteX4" fmla="*/ 213360 w 243840"/>
              <a:gd name="connsiteY4" fmla="*/ 243840 h 243839"/>
              <a:gd name="connsiteX5" fmla="*/ 243840 w 243840"/>
              <a:gd name="connsiteY5" fmla="*/ 213360 h 243839"/>
              <a:gd name="connsiteX6" fmla="*/ 243840 w 243840"/>
              <a:gd name="connsiteY6" fmla="*/ 30480 h 243839"/>
              <a:gd name="connsiteX7" fmla="*/ 213360 w 243840"/>
              <a:gd name="connsiteY7" fmla="*/ 0 h 243839"/>
              <a:gd name="connsiteX8" fmla="*/ 30480 w 243840"/>
              <a:gd name="connsiteY8" fmla="*/ 0 h 243839"/>
              <a:gd name="connsiteX9" fmla="*/ 20320 w 243840"/>
              <a:gd name="connsiteY9" fmla="*/ 30480 h 243839"/>
              <a:gd name="connsiteX10" fmla="*/ 30480 w 243840"/>
              <a:gd name="connsiteY10" fmla="*/ 20320 h 243839"/>
              <a:gd name="connsiteX11" fmla="*/ 213360 w 243840"/>
              <a:gd name="connsiteY11" fmla="*/ 20320 h 243839"/>
              <a:gd name="connsiteX12" fmla="*/ 223520 w 243840"/>
              <a:gd name="connsiteY12" fmla="*/ 30480 h 243839"/>
              <a:gd name="connsiteX13" fmla="*/ 223520 w 243840"/>
              <a:gd name="connsiteY13" fmla="*/ 213360 h 243839"/>
              <a:gd name="connsiteX14" fmla="*/ 213360 w 243840"/>
              <a:gd name="connsiteY14" fmla="*/ 223520 h 243839"/>
              <a:gd name="connsiteX15" fmla="*/ 30480 w 243840"/>
              <a:gd name="connsiteY15" fmla="*/ 223520 h 243839"/>
              <a:gd name="connsiteX16" fmla="*/ 20320 w 243840"/>
              <a:gd name="connsiteY16" fmla="*/ 213360 h 243839"/>
              <a:gd name="connsiteX17" fmla="*/ 20320 w 243840"/>
              <a:gd name="connsiteY17" fmla="*/ 30480 h 243839"/>
              <a:gd name="connsiteX18" fmla="*/ 111760 w 243840"/>
              <a:gd name="connsiteY18" fmla="*/ 76200 h 243839"/>
              <a:gd name="connsiteX19" fmla="*/ 111760 w 243840"/>
              <a:gd name="connsiteY19" fmla="*/ 116840 h 243839"/>
              <a:gd name="connsiteX20" fmla="*/ 137160 w 243840"/>
              <a:gd name="connsiteY20" fmla="*/ 116840 h 243839"/>
              <a:gd name="connsiteX21" fmla="*/ 157480 w 243840"/>
              <a:gd name="connsiteY21" fmla="*/ 96520 h 243839"/>
              <a:gd name="connsiteX22" fmla="*/ 137160 w 243840"/>
              <a:gd name="connsiteY22" fmla="*/ 76200 h 243839"/>
              <a:gd name="connsiteX23" fmla="*/ 111760 w 243840"/>
              <a:gd name="connsiteY23" fmla="*/ 76200 h 243839"/>
              <a:gd name="connsiteX24" fmla="*/ 177800 w 243840"/>
              <a:gd name="connsiteY24" fmla="*/ 96520 h 243839"/>
              <a:gd name="connsiteX25" fmla="*/ 137160 w 243840"/>
              <a:gd name="connsiteY25" fmla="*/ 137160 h 243839"/>
              <a:gd name="connsiteX26" fmla="*/ 111760 w 243840"/>
              <a:gd name="connsiteY26" fmla="*/ 137160 h 243839"/>
              <a:gd name="connsiteX27" fmla="*/ 111760 w 243840"/>
              <a:gd name="connsiteY27" fmla="*/ 147320 h 243839"/>
              <a:gd name="connsiteX28" fmla="*/ 132080 w 243840"/>
              <a:gd name="connsiteY28" fmla="*/ 147320 h 243839"/>
              <a:gd name="connsiteX29" fmla="*/ 142240 w 243840"/>
              <a:gd name="connsiteY29" fmla="*/ 157480 h 243839"/>
              <a:gd name="connsiteX30" fmla="*/ 132080 w 243840"/>
              <a:gd name="connsiteY30" fmla="*/ 167640 h 243839"/>
              <a:gd name="connsiteX31" fmla="*/ 111760 w 243840"/>
              <a:gd name="connsiteY31" fmla="*/ 167640 h 243839"/>
              <a:gd name="connsiteX32" fmla="*/ 111760 w 243840"/>
              <a:gd name="connsiteY32" fmla="*/ 177800 h 243839"/>
              <a:gd name="connsiteX33" fmla="*/ 101600 w 243840"/>
              <a:gd name="connsiteY33" fmla="*/ 187960 h 243839"/>
              <a:gd name="connsiteX34" fmla="*/ 91440 w 243840"/>
              <a:gd name="connsiteY34" fmla="*/ 177800 h 243839"/>
              <a:gd name="connsiteX35" fmla="*/ 91440 w 243840"/>
              <a:gd name="connsiteY35" fmla="*/ 167640 h 243839"/>
              <a:gd name="connsiteX36" fmla="*/ 81280 w 243840"/>
              <a:gd name="connsiteY36" fmla="*/ 167640 h 243839"/>
              <a:gd name="connsiteX37" fmla="*/ 71120 w 243840"/>
              <a:gd name="connsiteY37" fmla="*/ 157480 h 243839"/>
              <a:gd name="connsiteX38" fmla="*/ 81280 w 243840"/>
              <a:gd name="connsiteY38" fmla="*/ 147320 h 243839"/>
              <a:gd name="connsiteX39" fmla="*/ 91440 w 243840"/>
              <a:gd name="connsiteY39" fmla="*/ 147320 h 243839"/>
              <a:gd name="connsiteX40" fmla="*/ 91440 w 243840"/>
              <a:gd name="connsiteY40" fmla="*/ 137160 h 243839"/>
              <a:gd name="connsiteX41" fmla="*/ 81280 w 243840"/>
              <a:gd name="connsiteY41" fmla="*/ 137160 h 243839"/>
              <a:gd name="connsiteX42" fmla="*/ 71120 w 243840"/>
              <a:gd name="connsiteY42" fmla="*/ 127000 h 243839"/>
              <a:gd name="connsiteX43" fmla="*/ 81280 w 243840"/>
              <a:gd name="connsiteY43" fmla="*/ 116840 h 243839"/>
              <a:gd name="connsiteX44" fmla="*/ 91440 w 243840"/>
              <a:gd name="connsiteY44" fmla="*/ 116840 h 243839"/>
              <a:gd name="connsiteX45" fmla="*/ 91440 w 243840"/>
              <a:gd name="connsiteY45" fmla="*/ 67310 h 243839"/>
              <a:gd name="connsiteX46" fmla="*/ 102870 w 243840"/>
              <a:gd name="connsiteY46" fmla="*/ 55880 h 243839"/>
              <a:gd name="connsiteX47" fmla="*/ 137160 w 243840"/>
              <a:gd name="connsiteY47" fmla="*/ 55880 h 243839"/>
              <a:gd name="connsiteX48" fmla="*/ 177800 w 243840"/>
              <a:gd name="connsiteY48" fmla="*/ 9652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43840" h="24383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213360" y="243840"/>
                </a:lnTo>
                <a:cubicBezTo>
                  <a:pt x="229870" y="243840"/>
                  <a:pt x="243840" y="229870"/>
                  <a:pt x="243840" y="213360"/>
                </a:cubicBezTo>
                <a:lnTo>
                  <a:pt x="243840" y="30480"/>
                </a:lnTo>
                <a:cubicBezTo>
                  <a:pt x="243840" y="13970"/>
                  <a:pt x="229870" y="0"/>
                  <a:pt x="21336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213360" y="20320"/>
                </a:lnTo>
                <a:cubicBezTo>
                  <a:pt x="218440" y="20320"/>
                  <a:pt x="223520" y="25400"/>
                  <a:pt x="223520" y="30480"/>
                </a:cubicBezTo>
                <a:lnTo>
                  <a:pt x="223520" y="213360"/>
                </a:lnTo>
                <a:cubicBezTo>
                  <a:pt x="223520" y="218440"/>
                  <a:pt x="218440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30480"/>
                </a:lnTo>
                <a:close/>
                <a:moveTo>
                  <a:pt x="111760" y="76200"/>
                </a:moveTo>
                <a:lnTo>
                  <a:pt x="111760" y="116840"/>
                </a:lnTo>
                <a:lnTo>
                  <a:pt x="137160" y="116840"/>
                </a:lnTo>
                <a:cubicBezTo>
                  <a:pt x="148590" y="116840"/>
                  <a:pt x="157480" y="107950"/>
                  <a:pt x="157480" y="96520"/>
                </a:cubicBezTo>
                <a:cubicBezTo>
                  <a:pt x="157480" y="85090"/>
                  <a:pt x="148590" y="76200"/>
                  <a:pt x="137160" y="76200"/>
                </a:cubicBezTo>
                <a:lnTo>
                  <a:pt x="111760" y="76200"/>
                </a:lnTo>
                <a:close/>
                <a:moveTo>
                  <a:pt x="177800" y="96520"/>
                </a:moveTo>
                <a:cubicBezTo>
                  <a:pt x="177800" y="119380"/>
                  <a:pt x="160020" y="137160"/>
                  <a:pt x="137160" y="137160"/>
                </a:cubicBezTo>
                <a:lnTo>
                  <a:pt x="111760" y="137160"/>
                </a:lnTo>
                <a:lnTo>
                  <a:pt x="111760" y="147320"/>
                </a:lnTo>
                <a:lnTo>
                  <a:pt x="132080" y="147320"/>
                </a:lnTo>
                <a:cubicBezTo>
                  <a:pt x="137160" y="147320"/>
                  <a:pt x="142240" y="152400"/>
                  <a:pt x="142240" y="157480"/>
                </a:cubicBezTo>
                <a:cubicBezTo>
                  <a:pt x="142240" y="162560"/>
                  <a:pt x="137160" y="167640"/>
                  <a:pt x="132080" y="167640"/>
                </a:cubicBezTo>
                <a:lnTo>
                  <a:pt x="111760" y="167640"/>
                </a:lnTo>
                <a:lnTo>
                  <a:pt x="111760" y="177800"/>
                </a:lnTo>
                <a:cubicBezTo>
                  <a:pt x="111760" y="182880"/>
                  <a:pt x="106680" y="187960"/>
                  <a:pt x="101600" y="187960"/>
                </a:cubicBezTo>
                <a:cubicBezTo>
                  <a:pt x="96520" y="187960"/>
                  <a:pt x="91440" y="182880"/>
                  <a:pt x="91440" y="177800"/>
                </a:cubicBezTo>
                <a:lnTo>
                  <a:pt x="91440" y="167640"/>
                </a:lnTo>
                <a:lnTo>
                  <a:pt x="81280" y="167640"/>
                </a:lnTo>
                <a:cubicBezTo>
                  <a:pt x="76200" y="167640"/>
                  <a:pt x="71120" y="162560"/>
                  <a:pt x="71120" y="157480"/>
                </a:cubicBezTo>
                <a:cubicBezTo>
                  <a:pt x="71120" y="152400"/>
                  <a:pt x="76200" y="147320"/>
                  <a:pt x="81280" y="147320"/>
                </a:cubicBezTo>
                <a:lnTo>
                  <a:pt x="91440" y="147320"/>
                </a:lnTo>
                <a:lnTo>
                  <a:pt x="91440" y="137160"/>
                </a:lnTo>
                <a:lnTo>
                  <a:pt x="81280" y="137160"/>
                </a:lnTo>
                <a:cubicBezTo>
                  <a:pt x="76200" y="137160"/>
                  <a:pt x="71120" y="132080"/>
                  <a:pt x="71120" y="127000"/>
                </a:cubicBezTo>
                <a:cubicBezTo>
                  <a:pt x="71120" y="121920"/>
                  <a:pt x="76200" y="116840"/>
                  <a:pt x="81280" y="116840"/>
                </a:cubicBezTo>
                <a:lnTo>
                  <a:pt x="91440" y="116840"/>
                </a:lnTo>
                <a:lnTo>
                  <a:pt x="91440" y="67310"/>
                </a:lnTo>
                <a:cubicBezTo>
                  <a:pt x="91440" y="60960"/>
                  <a:pt x="96520" y="55880"/>
                  <a:pt x="102870" y="55880"/>
                </a:cubicBezTo>
                <a:lnTo>
                  <a:pt x="137160" y="55880"/>
                </a:lnTo>
                <a:cubicBezTo>
                  <a:pt x="160020" y="55880"/>
                  <a:pt x="177800" y="73660"/>
                  <a:pt x="177800" y="965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5" name="Полилиния: фигура 423">
            <a:extLst>
              <a:ext uri="{FF2B5EF4-FFF2-40B4-BE49-F238E27FC236}">
                <a16:creationId xmlns:a16="http://schemas.microsoft.com/office/drawing/2014/main" id="{5C0BC2FA-3A34-2220-1FA6-5A16AA61DA4D}"/>
              </a:ext>
            </a:extLst>
          </p:cNvPr>
          <p:cNvSpPr/>
          <p:nvPr/>
        </p:nvSpPr>
        <p:spPr>
          <a:xfrm>
            <a:off x="3324734" y="4954238"/>
            <a:ext cx="264159" cy="201929"/>
          </a:xfrm>
          <a:custGeom>
            <a:avLst/>
            <a:gdLst>
              <a:gd name="connsiteX0" fmla="*/ 20320 w 264159"/>
              <a:gd name="connsiteY0" fmla="*/ 140970 h 201929"/>
              <a:gd name="connsiteX1" fmla="*/ 20320 w 264159"/>
              <a:gd name="connsiteY1" fmla="*/ 19050 h 201929"/>
              <a:gd name="connsiteX2" fmla="*/ 243840 w 264159"/>
              <a:gd name="connsiteY2" fmla="*/ 19050 h 201929"/>
              <a:gd name="connsiteX3" fmla="*/ 243840 w 264159"/>
              <a:gd name="connsiteY3" fmla="*/ 140970 h 201929"/>
              <a:gd name="connsiteX4" fmla="*/ 20320 w 264159"/>
              <a:gd name="connsiteY4" fmla="*/ 140970 h 201929"/>
              <a:gd name="connsiteX5" fmla="*/ 11430 w 264159"/>
              <a:gd name="connsiteY5" fmla="*/ 0 h 201929"/>
              <a:gd name="connsiteX6" fmla="*/ 0 w 264159"/>
              <a:gd name="connsiteY6" fmla="*/ 11430 h 201929"/>
              <a:gd name="connsiteX7" fmla="*/ 0 w 264159"/>
              <a:gd name="connsiteY7" fmla="*/ 151130 h 201929"/>
              <a:gd name="connsiteX8" fmla="*/ 11430 w 264159"/>
              <a:gd name="connsiteY8" fmla="*/ 162560 h 201929"/>
              <a:gd name="connsiteX9" fmla="*/ 252730 w 264159"/>
              <a:gd name="connsiteY9" fmla="*/ 162560 h 201929"/>
              <a:gd name="connsiteX10" fmla="*/ 264160 w 264159"/>
              <a:gd name="connsiteY10" fmla="*/ 151130 h 201929"/>
              <a:gd name="connsiteX11" fmla="*/ 264160 w 264159"/>
              <a:gd name="connsiteY11" fmla="*/ 11430 h 201929"/>
              <a:gd name="connsiteX12" fmla="*/ 252730 w 264159"/>
              <a:gd name="connsiteY12" fmla="*/ 0 h 201929"/>
              <a:gd name="connsiteX13" fmla="*/ 11430 w 264159"/>
              <a:gd name="connsiteY13" fmla="*/ 0 h 201929"/>
              <a:gd name="connsiteX14" fmla="*/ 71120 w 264159"/>
              <a:gd name="connsiteY14" fmla="*/ 71120 h 201929"/>
              <a:gd name="connsiteX15" fmla="*/ 60960 w 264159"/>
              <a:gd name="connsiteY15" fmla="*/ 60960 h 201929"/>
              <a:gd name="connsiteX16" fmla="*/ 50800 w 264159"/>
              <a:gd name="connsiteY16" fmla="*/ 71120 h 201929"/>
              <a:gd name="connsiteX17" fmla="*/ 50800 w 264159"/>
              <a:gd name="connsiteY17" fmla="*/ 91440 h 201929"/>
              <a:gd name="connsiteX18" fmla="*/ 60960 w 264159"/>
              <a:gd name="connsiteY18" fmla="*/ 101600 h 201929"/>
              <a:gd name="connsiteX19" fmla="*/ 71120 w 264159"/>
              <a:gd name="connsiteY19" fmla="*/ 91440 h 201929"/>
              <a:gd name="connsiteX20" fmla="*/ 71120 w 264159"/>
              <a:gd name="connsiteY20" fmla="*/ 71120 h 201929"/>
              <a:gd name="connsiteX21" fmla="*/ 213360 w 264159"/>
              <a:gd name="connsiteY21" fmla="*/ 71120 h 201929"/>
              <a:gd name="connsiteX22" fmla="*/ 203200 w 264159"/>
              <a:gd name="connsiteY22" fmla="*/ 60960 h 201929"/>
              <a:gd name="connsiteX23" fmla="*/ 193040 w 264159"/>
              <a:gd name="connsiteY23" fmla="*/ 71120 h 201929"/>
              <a:gd name="connsiteX24" fmla="*/ 193040 w 264159"/>
              <a:gd name="connsiteY24" fmla="*/ 91440 h 201929"/>
              <a:gd name="connsiteX25" fmla="*/ 203200 w 264159"/>
              <a:gd name="connsiteY25" fmla="*/ 101600 h 201929"/>
              <a:gd name="connsiteX26" fmla="*/ 213360 w 264159"/>
              <a:gd name="connsiteY26" fmla="*/ 91440 h 201929"/>
              <a:gd name="connsiteX27" fmla="*/ 213360 w 264159"/>
              <a:gd name="connsiteY27" fmla="*/ 71120 h 201929"/>
              <a:gd name="connsiteX28" fmla="*/ 10160 w 264159"/>
              <a:gd name="connsiteY28" fmla="*/ 181610 h 201929"/>
              <a:gd name="connsiteX29" fmla="*/ 0 w 264159"/>
              <a:gd name="connsiteY29" fmla="*/ 191770 h 201929"/>
              <a:gd name="connsiteX30" fmla="*/ 10160 w 264159"/>
              <a:gd name="connsiteY30" fmla="*/ 201930 h 201929"/>
              <a:gd name="connsiteX31" fmla="*/ 254000 w 264159"/>
              <a:gd name="connsiteY31" fmla="*/ 201930 h 201929"/>
              <a:gd name="connsiteX32" fmla="*/ 264160 w 264159"/>
              <a:gd name="connsiteY32" fmla="*/ 191770 h 201929"/>
              <a:gd name="connsiteX33" fmla="*/ 254000 w 264159"/>
              <a:gd name="connsiteY33" fmla="*/ 181610 h 201929"/>
              <a:gd name="connsiteX34" fmla="*/ 10160 w 264159"/>
              <a:gd name="connsiteY34" fmla="*/ 181610 h 201929"/>
              <a:gd name="connsiteX35" fmla="*/ 119380 w 264159"/>
              <a:gd name="connsiteY35" fmla="*/ 53340 h 201929"/>
              <a:gd name="connsiteX36" fmla="*/ 119380 w 264159"/>
              <a:gd name="connsiteY36" fmla="*/ 78740 h 201929"/>
              <a:gd name="connsiteX37" fmla="*/ 137160 w 264159"/>
              <a:gd name="connsiteY37" fmla="*/ 78740 h 201929"/>
              <a:gd name="connsiteX38" fmla="*/ 149860 w 264159"/>
              <a:gd name="connsiteY38" fmla="*/ 66040 h 201929"/>
              <a:gd name="connsiteX39" fmla="*/ 137160 w 264159"/>
              <a:gd name="connsiteY39" fmla="*/ 53340 h 201929"/>
              <a:gd name="connsiteX40" fmla="*/ 119380 w 264159"/>
              <a:gd name="connsiteY40" fmla="*/ 53340 h 201929"/>
              <a:gd name="connsiteX41" fmla="*/ 165100 w 264159"/>
              <a:gd name="connsiteY41" fmla="*/ 66040 h 201929"/>
              <a:gd name="connsiteX42" fmla="*/ 137160 w 264159"/>
              <a:gd name="connsiteY42" fmla="*/ 93980 h 201929"/>
              <a:gd name="connsiteX43" fmla="*/ 119380 w 264159"/>
              <a:gd name="connsiteY43" fmla="*/ 93980 h 201929"/>
              <a:gd name="connsiteX44" fmla="*/ 119380 w 264159"/>
              <a:gd name="connsiteY44" fmla="*/ 99060 h 201929"/>
              <a:gd name="connsiteX45" fmla="*/ 132080 w 264159"/>
              <a:gd name="connsiteY45" fmla="*/ 99060 h 201929"/>
              <a:gd name="connsiteX46" fmla="*/ 139700 w 264159"/>
              <a:gd name="connsiteY46" fmla="*/ 106680 h 201929"/>
              <a:gd name="connsiteX47" fmla="*/ 132080 w 264159"/>
              <a:gd name="connsiteY47" fmla="*/ 114300 h 201929"/>
              <a:gd name="connsiteX48" fmla="*/ 119380 w 264159"/>
              <a:gd name="connsiteY48" fmla="*/ 114300 h 201929"/>
              <a:gd name="connsiteX49" fmla="*/ 119380 w 264159"/>
              <a:gd name="connsiteY49" fmla="*/ 121920 h 201929"/>
              <a:gd name="connsiteX50" fmla="*/ 111760 w 264159"/>
              <a:gd name="connsiteY50" fmla="*/ 129540 h 201929"/>
              <a:gd name="connsiteX51" fmla="*/ 104140 w 264159"/>
              <a:gd name="connsiteY51" fmla="*/ 121920 h 201929"/>
              <a:gd name="connsiteX52" fmla="*/ 104140 w 264159"/>
              <a:gd name="connsiteY52" fmla="*/ 114300 h 201929"/>
              <a:gd name="connsiteX53" fmla="*/ 101600 w 264159"/>
              <a:gd name="connsiteY53" fmla="*/ 114300 h 201929"/>
              <a:gd name="connsiteX54" fmla="*/ 93980 w 264159"/>
              <a:gd name="connsiteY54" fmla="*/ 106680 h 201929"/>
              <a:gd name="connsiteX55" fmla="*/ 101600 w 264159"/>
              <a:gd name="connsiteY55" fmla="*/ 99060 h 201929"/>
              <a:gd name="connsiteX56" fmla="*/ 104140 w 264159"/>
              <a:gd name="connsiteY56" fmla="*/ 99060 h 201929"/>
              <a:gd name="connsiteX57" fmla="*/ 104140 w 264159"/>
              <a:gd name="connsiteY57" fmla="*/ 93980 h 201929"/>
              <a:gd name="connsiteX58" fmla="*/ 101600 w 264159"/>
              <a:gd name="connsiteY58" fmla="*/ 93980 h 201929"/>
              <a:gd name="connsiteX59" fmla="*/ 93980 w 264159"/>
              <a:gd name="connsiteY59" fmla="*/ 86360 h 201929"/>
              <a:gd name="connsiteX60" fmla="*/ 101600 w 264159"/>
              <a:gd name="connsiteY60" fmla="*/ 78740 h 201929"/>
              <a:gd name="connsiteX61" fmla="*/ 104140 w 264159"/>
              <a:gd name="connsiteY61" fmla="*/ 78740 h 201929"/>
              <a:gd name="connsiteX62" fmla="*/ 104140 w 264159"/>
              <a:gd name="connsiteY62" fmla="*/ 46990 h 201929"/>
              <a:gd name="connsiteX63" fmla="*/ 113030 w 264159"/>
              <a:gd name="connsiteY63" fmla="*/ 38100 h 201929"/>
              <a:gd name="connsiteX64" fmla="*/ 137160 w 264159"/>
              <a:gd name="connsiteY64" fmla="*/ 38100 h 201929"/>
              <a:gd name="connsiteX65" fmla="*/ 165100 w 264159"/>
              <a:gd name="connsiteY65" fmla="*/ 66040 h 201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264159" h="201929">
                <a:moveTo>
                  <a:pt x="20320" y="140970"/>
                </a:moveTo>
                <a:lnTo>
                  <a:pt x="20320" y="19050"/>
                </a:lnTo>
                <a:lnTo>
                  <a:pt x="243840" y="19050"/>
                </a:lnTo>
                <a:lnTo>
                  <a:pt x="243840" y="140970"/>
                </a:lnTo>
                <a:lnTo>
                  <a:pt x="20320" y="140970"/>
                </a:lnTo>
                <a:close/>
                <a:moveTo>
                  <a:pt x="11430" y="0"/>
                </a:moveTo>
                <a:cubicBezTo>
                  <a:pt x="5080" y="0"/>
                  <a:pt x="0" y="5080"/>
                  <a:pt x="0" y="11430"/>
                </a:cubicBezTo>
                <a:lnTo>
                  <a:pt x="0" y="151130"/>
                </a:lnTo>
                <a:cubicBezTo>
                  <a:pt x="0" y="157480"/>
                  <a:pt x="5080" y="162560"/>
                  <a:pt x="11430" y="162560"/>
                </a:cubicBezTo>
                <a:lnTo>
                  <a:pt x="252730" y="162560"/>
                </a:lnTo>
                <a:cubicBezTo>
                  <a:pt x="259080" y="162560"/>
                  <a:pt x="264160" y="157480"/>
                  <a:pt x="264160" y="151130"/>
                </a:cubicBezTo>
                <a:lnTo>
                  <a:pt x="264160" y="11430"/>
                </a:lnTo>
                <a:cubicBezTo>
                  <a:pt x="264160" y="5080"/>
                  <a:pt x="259080" y="0"/>
                  <a:pt x="252730" y="0"/>
                </a:cubicBezTo>
                <a:lnTo>
                  <a:pt x="11430" y="0"/>
                </a:lnTo>
                <a:close/>
                <a:moveTo>
                  <a:pt x="71120" y="71120"/>
                </a:moveTo>
                <a:cubicBezTo>
                  <a:pt x="71120" y="66040"/>
                  <a:pt x="66040" y="60960"/>
                  <a:pt x="60960" y="60960"/>
                </a:cubicBezTo>
                <a:cubicBezTo>
                  <a:pt x="55880" y="60960"/>
                  <a:pt x="50800" y="66040"/>
                  <a:pt x="50800" y="71120"/>
                </a:cubicBezTo>
                <a:lnTo>
                  <a:pt x="50800" y="91440"/>
                </a:lnTo>
                <a:cubicBezTo>
                  <a:pt x="50800" y="96520"/>
                  <a:pt x="55880" y="101600"/>
                  <a:pt x="60960" y="101600"/>
                </a:cubicBezTo>
                <a:cubicBezTo>
                  <a:pt x="66040" y="101600"/>
                  <a:pt x="71120" y="96520"/>
                  <a:pt x="71120" y="91440"/>
                </a:cubicBezTo>
                <a:lnTo>
                  <a:pt x="71120" y="71120"/>
                </a:ln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  <a:moveTo>
                  <a:pt x="10160" y="181610"/>
                </a:moveTo>
                <a:cubicBezTo>
                  <a:pt x="5080" y="181610"/>
                  <a:pt x="0" y="186690"/>
                  <a:pt x="0" y="191770"/>
                </a:cubicBezTo>
                <a:cubicBezTo>
                  <a:pt x="0" y="196850"/>
                  <a:pt x="5080" y="201930"/>
                  <a:pt x="10160" y="201930"/>
                </a:cubicBezTo>
                <a:lnTo>
                  <a:pt x="254000" y="201930"/>
                </a:lnTo>
                <a:cubicBezTo>
                  <a:pt x="259080" y="201930"/>
                  <a:pt x="264160" y="196850"/>
                  <a:pt x="264160" y="191770"/>
                </a:cubicBezTo>
                <a:cubicBezTo>
                  <a:pt x="264160" y="186690"/>
                  <a:pt x="259080" y="181610"/>
                  <a:pt x="254000" y="181610"/>
                </a:cubicBezTo>
                <a:lnTo>
                  <a:pt x="10160" y="181610"/>
                </a:lnTo>
                <a:close/>
                <a:moveTo>
                  <a:pt x="119380" y="53340"/>
                </a:moveTo>
                <a:lnTo>
                  <a:pt x="119380" y="78740"/>
                </a:lnTo>
                <a:lnTo>
                  <a:pt x="137160" y="78740"/>
                </a:lnTo>
                <a:cubicBezTo>
                  <a:pt x="144780" y="78740"/>
                  <a:pt x="149860" y="73660"/>
                  <a:pt x="149860" y="66040"/>
                </a:cubicBezTo>
                <a:cubicBezTo>
                  <a:pt x="149860" y="58420"/>
                  <a:pt x="144780" y="53340"/>
                  <a:pt x="137160" y="53340"/>
                </a:cubicBezTo>
                <a:lnTo>
                  <a:pt x="119380" y="53340"/>
                </a:lnTo>
                <a:close/>
                <a:moveTo>
                  <a:pt x="165100" y="66040"/>
                </a:moveTo>
                <a:cubicBezTo>
                  <a:pt x="165100" y="81280"/>
                  <a:pt x="152400" y="93980"/>
                  <a:pt x="137160" y="93980"/>
                </a:cubicBezTo>
                <a:lnTo>
                  <a:pt x="119380" y="93980"/>
                </a:lnTo>
                <a:lnTo>
                  <a:pt x="119380" y="99060"/>
                </a:lnTo>
                <a:lnTo>
                  <a:pt x="132080" y="99060"/>
                </a:lnTo>
                <a:cubicBezTo>
                  <a:pt x="135890" y="99060"/>
                  <a:pt x="139700" y="102870"/>
                  <a:pt x="139700" y="106680"/>
                </a:cubicBezTo>
                <a:cubicBezTo>
                  <a:pt x="139700" y="110490"/>
                  <a:pt x="135890" y="114300"/>
                  <a:pt x="132080" y="114300"/>
                </a:cubicBezTo>
                <a:lnTo>
                  <a:pt x="119380" y="114300"/>
                </a:lnTo>
                <a:lnTo>
                  <a:pt x="119380" y="121920"/>
                </a:lnTo>
                <a:cubicBezTo>
                  <a:pt x="119380" y="125730"/>
                  <a:pt x="115570" y="129540"/>
                  <a:pt x="111760" y="129540"/>
                </a:cubicBezTo>
                <a:cubicBezTo>
                  <a:pt x="107950" y="129540"/>
                  <a:pt x="104140" y="125730"/>
                  <a:pt x="104140" y="121920"/>
                </a:cubicBezTo>
                <a:lnTo>
                  <a:pt x="104140" y="114300"/>
                </a:lnTo>
                <a:lnTo>
                  <a:pt x="101600" y="114300"/>
                </a:lnTo>
                <a:cubicBezTo>
                  <a:pt x="97790" y="114300"/>
                  <a:pt x="93980" y="110490"/>
                  <a:pt x="93980" y="106680"/>
                </a:cubicBezTo>
                <a:cubicBezTo>
                  <a:pt x="93980" y="102870"/>
                  <a:pt x="97790" y="99060"/>
                  <a:pt x="101600" y="99060"/>
                </a:cubicBezTo>
                <a:lnTo>
                  <a:pt x="104140" y="99060"/>
                </a:lnTo>
                <a:lnTo>
                  <a:pt x="104140" y="93980"/>
                </a:lnTo>
                <a:lnTo>
                  <a:pt x="101600" y="93980"/>
                </a:lnTo>
                <a:cubicBezTo>
                  <a:pt x="97790" y="93980"/>
                  <a:pt x="93980" y="90170"/>
                  <a:pt x="93980" y="86360"/>
                </a:cubicBezTo>
                <a:cubicBezTo>
                  <a:pt x="93980" y="82550"/>
                  <a:pt x="97790" y="78740"/>
                  <a:pt x="101600" y="78740"/>
                </a:cubicBezTo>
                <a:lnTo>
                  <a:pt x="104140" y="78740"/>
                </a:lnTo>
                <a:lnTo>
                  <a:pt x="104140" y="46990"/>
                </a:lnTo>
                <a:cubicBezTo>
                  <a:pt x="104140" y="41910"/>
                  <a:pt x="107950" y="38100"/>
                  <a:pt x="113030" y="38100"/>
                </a:cubicBezTo>
                <a:lnTo>
                  <a:pt x="137160" y="38100"/>
                </a:lnTo>
                <a:cubicBezTo>
                  <a:pt x="152400" y="38100"/>
                  <a:pt x="165100" y="49530"/>
                  <a:pt x="165100" y="6604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6" name="Полилиния: фигура 425">
            <a:extLst>
              <a:ext uri="{FF2B5EF4-FFF2-40B4-BE49-F238E27FC236}">
                <a16:creationId xmlns:a16="http://schemas.microsoft.com/office/drawing/2014/main" id="{4792272D-530E-A358-0366-8E35955D5F61}"/>
              </a:ext>
            </a:extLst>
          </p:cNvPr>
          <p:cNvSpPr/>
          <p:nvPr/>
        </p:nvSpPr>
        <p:spPr>
          <a:xfrm>
            <a:off x="11170793" y="2158366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1590 w 223520"/>
              <a:gd name="connsiteY9" fmla="*/ 30480 h 264159"/>
              <a:gd name="connsiteX10" fmla="*/ 31750 w 223520"/>
              <a:gd name="connsiteY10" fmla="*/ 20320 h 264159"/>
              <a:gd name="connsiteX11" fmla="*/ 194310 w 223520"/>
              <a:gd name="connsiteY11" fmla="*/ 20320 h 264159"/>
              <a:gd name="connsiteX12" fmla="*/ 204470 w 223520"/>
              <a:gd name="connsiteY12" fmla="*/ 30480 h 264159"/>
              <a:gd name="connsiteX13" fmla="*/ 204470 w 223520"/>
              <a:gd name="connsiteY13" fmla="*/ 233680 h 264159"/>
              <a:gd name="connsiteX14" fmla="*/ 194310 w 223520"/>
              <a:gd name="connsiteY14" fmla="*/ 243840 h 264159"/>
              <a:gd name="connsiteX15" fmla="*/ 31750 w 223520"/>
              <a:gd name="connsiteY15" fmla="*/ 243840 h 264159"/>
              <a:gd name="connsiteX16" fmla="*/ 21590 w 223520"/>
              <a:gd name="connsiteY16" fmla="*/ 233680 h 264159"/>
              <a:gd name="connsiteX17" fmla="*/ 21590 w 223520"/>
              <a:gd name="connsiteY17" fmla="*/ 30480 h 264159"/>
              <a:gd name="connsiteX18" fmla="*/ 124460 w 223520"/>
              <a:gd name="connsiteY18" fmla="*/ 177800 h 264159"/>
              <a:gd name="connsiteX19" fmla="*/ 92710 w 223520"/>
              <a:gd name="connsiteY19" fmla="*/ 133350 h 264159"/>
              <a:gd name="connsiteX20" fmla="*/ 60960 w 223520"/>
              <a:gd name="connsiteY20" fmla="*/ 177800 h 264159"/>
              <a:gd name="connsiteX21" fmla="*/ 46990 w 223520"/>
              <a:gd name="connsiteY21" fmla="*/ 180340 h 264159"/>
              <a:gd name="connsiteX22" fmla="*/ 44450 w 223520"/>
              <a:gd name="connsiteY22" fmla="*/ 166370 h 264159"/>
              <a:gd name="connsiteX23" fmla="*/ 83820 w 223520"/>
              <a:gd name="connsiteY23" fmla="*/ 111760 h 264159"/>
              <a:gd name="connsiteX24" fmla="*/ 101600 w 223520"/>
              <a:gd name="connsiteY24" fmla="*/ 111760 h 264159"/>
              <a:gd name="connsiteX25" fmla="*/ 140970 w 223520"/>
              <a:gd name="connsiteY25" fmla="*/ 166370 h 264159"/>
              <a:gd name="connsiteX26" fmla="*/ 138430 w 223520"/>
              <a:gd name="connsiteY26" fmla="*/ 180340 h 264159"/>
              <a:gd name="connsiteX27" fmla="*/ 124460 w 223520"/>
              <a:gd name="connsiteY27" fmla="*/ 177800 h 264159"/>
              <a:gd name="connsiteX28" fmla="*/ 132080 w 223520"/>
              <a:gd name="connsiteY28" fmla="*/ 113030 h 264159"/>
              <a:gd name="connsiteX29" fmla="*/ 146050 w 223520"/>
              <a:gd name="connsiteY29" fmla="*/ 115570 h 264159"/>
              <a:gd name="connsiteX30" fmla="*/ 181610 w 223520"/>
              <a:gd name="connsiteY30" fmla="*/ 166370 h 264159"/>
              <a:gd name="connsiteX31" fmla="*/ 179070 w 223520"/>
              <a:gd name="connsiteY31" fmla="*/ 180340 h 264159"/>
              <a:gd name="connsiteX32" fmla="*/ 165100 w 223520"/>
              <a:gd name="connsiteY32" fmla="*/ 177800 h 264159"/>
              <a:gd name="connsiteX33" fmla="*/ 129540 w 223520"/>
              <a:gd name="connsiteY33" fmla="*/ 127000 h 264159"/>
              <a:gd name="connsiteX34" fmla="*/ 132080 w 223520"/>
              <a:gd name="connsiteY34" fmla="*/ 113030 h 264159"/>
              <a:gd name="connsiteX35" fmla="*/ 172720 w 223520"/>
              <a:gd name="connsiteY35" fmla="*/ 110490 h 264159"/>
              <a:gd name="connsiteX36" fmla="*/ 182880 w 223520"/>
              <a:gd name="connsiteY36" fmla="*/ 100330 h 264159"/>
              <a:gd name="connsiteX37" fmla="*/ 172720 w 223520"/>
              <a:gd name="connsiteY37" fmla="*/ 90170 h 264159"/>
              <a:gd name="connsiteX38" fmla="*/ 162560 w 223520"/>
              <a:gd name="connsiteY38" fmla="*/ 100330 h 264159"/>
              <a:gd name="connsiteX39" fmla="*/ 172720 w 223520"/>
              <a:gd name="connsiteY39" fmla="*/ 11049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1590" y="30480"/>
                </a:moveTo>
                <a:cubicBezTo>
                  <a:pt x="21590" y="25400"/>
                  <a:pt x="26670" y="20320"/>
                  <a:pt x="31750" y="20320"/>
                </a:cubicBezTo>
                <a:lnTo>
                  <a:pt x="194310" y="20320"/>
                </a:lnTo>
                <a:cubicBezTo>
                  <a:pt x="199390" y="20320"/>
                  <a:pt x="204470" y="25400"/>
                  <a:pt x="204470" y="30480"/>
                </a:cubicBezTo>
                <a:lnTo>
                  <a:pt x="204470" y="233680"/>
                </a:lnTo>
                <a:cubicBezTo>
                  <a:pt x="204470" y="238760"/>
                  <a:pt x="199390" y="243840"/>
                  <a:pt x="194310" y="243840"/>
                </a:cubicBezTo>
                <a:lnTo>
                  <a:pt x="31750" y="243840"/>
                </a:lnTo>
                <a:cubicBezTo>
                  <a:pt x="26670" y="243840"/>
                  <a:pt x="21590" y="238760"/>
                  <a:pt x="21590" y="233680"/>
                </a:cubicBezTo>
                <a:lnTo>
                  <a:pt x="21590" y="30480"/>
                </a:lnTo>
                <a:close/>
                <a:moveTo>
                  <a:pt x="124460" y="177800"/>
                </a:moveTo>
                <a:lnTo>
                  <a:pt x="92710" y="133350"/>
                </a:lnTo>
                <a:lnTo>
                  <a:pt x="60960" y="177800"/>
                </a:lnTo>
                <a:cubicBezTo>
                  <a:pt x="57150" y="182880"/>
                  <a:pt x="50800" y="182880"/>
                  <a:pt x="46990" y="180340"/>
                </a:cubicBezTo>
                <a:cubicBezTo>
                  <a:pt x="41910" y="176530"/>
                  <a:pt x="41910" y="170180"/>
                  <a:pt x="44450" y="166370"/>
                </a:cubicBezTo>
                <a:lnTo>
                  <a:pt x="83820" y="111760"/>
                </a:lnTo>
                <a:cubicBezTo>
                  <a:pt x="88900" y="105410"/>
                  <a:pt x="97790" y="105410"/>
                  <a:pt x="101600" y="111760"/>
                </a:cubicBezTo>
                <a:lnTo>
                  <a:pt x="140970" y="166370"/>
                </a:lnTo>
                <a:cubicBezTo>
                  <a:pt x="144780" y="171450"/>
                  <a:pt x="143510" y="177800"/>
                  <a:pt x="138430" y="180340"/>
                </a:cubicBezTo>
                <a:cubicBezTo>
                  <a:pt x="133350" y="182880"/>
                  <a:pt x="127000" y="182880"/>
                  <a:pt x="124460" y="177800"/>
                </a:cubicBezTo>
                <a:close/>
                <a:moveTo>
                  <a:pt x="132080" y="113030"/>
                </a:moveTo>
                <a:cubicBezTo>
                  <a:pt x="137160" y="109220"/>
                  <a:pt x="143510" y="110490"/>
                  <a:pt x="146050" y="115570"/>
                </a:cubicBezTo>
                <a:lnTo>
                  <a:pt x="181610" y="166370"/>
                </a:lnTo>
                <a:cubicBezTo>
                  <a:pt x="185420" y="171450"/>
                  <a:pt x="184150" y="177800"/>
                  <a:pt x="179070" y="180340"/>
                </a:cubicBezTo>
                <a:cubicBezTo>
                  <a:pt x="173990" y="184150"/>
                  <a:pt x="167640" y="182880"/>
                  <a:pt x="165100" y="177800"/>
                </a:cubicBezTo>
                <a:lnTo>
                  <a:pt x="129540" y="127000"/>
                </a:lnTo>
                <a:cubicBezTo>
                  <a:pt x="125730" y="121920"/>
                  <a:pt x="127000" y="115570"/>
                  <a:pt x="132080" y="113030"/>
                </a:cubicBezTo>
                <a:close/>
                <a:moveTo>
                  <a:pt x="172720" y="110490"/>
                </a:moveTo>
                <a:cubicBezTo>
                  <a:pt x="177800" y="110490"/>
                  <a:pt x="182880" y="105410"/>
                  <a:pt x="182880" y="100330"/>
                </a:cubicBezTo>
                <a:cubicBezTo>
                  <a:pt x="182880" y="95250"/>
                  <a:pt x="177800" y="90170"/>
                  <a:pt x="172720" y="90170"/>
                </a:cubicBezTo>
                <a:cubicBezTo>
                  <a:pt x="167640" y="90170"/>
                  <a:pt x="162560" y="95250"/>
                  <a:pt x="162560" y="100330"/>
                </a:cubicBezTo>
                <a:cubicBezTo>
                  <a:pt x="162560" y="105410"/>
                  <a:pt x="167640" y="110490"/>
                  <a:pt x="172720" y="11049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7" name="Полилиния: фигура 428">
            <a:extLst>
              <a:ext uri="{FF2B5EF4-FFF2-40B4-BE49-F238E27FC236}">
                <a16:creationId xmlns:a16="http://schemas.microsoft.com/office/drawing/2014/main" id="{C809374B-3327-4AF1-C293-F18B2E556DD1}"/>
              </a:ext>
            </a:extLst>
          </p:cNvPr>
          <p:cNvSpPr/>
          <p:nvPr/>
        </p:nvSpPr>
        <p:spPr>
          <a:xfrm>
            <a:off x="549784" y="3537749"/>
            <a:ext cx="223519" cy="264159"/>
          </a:xfrm>
          <a:custGeom>
            <a:avLst/>
            <a:gdLst>
              <a:gd name="connsiteX0" fmla="*/ 30480 w 223519"/>
              <a:gd name="connsiteY0" fmla="*/ 0 h 264159"/>
              <a:gd name="connsiteX1" fmla="*/ 0 w 223519"/>
              <a:gd name="connsiteY1" fmla="*/ 30480 h 264159"/>
              <a:gd name="connsiteX2" fmla="*/ 0 w 223519"/>
              <a:gd name="connsiteY2" fmla="*/ 233680 h 264159"/>
              <a:gd name="connsiteX3" fmla="*/ 30480 w 223519"/>
              <a:gd name="connsiteY3" fmla="*/ 264160 h 264159"/>
              <a:gd name="connsiteX4" fmla="*/ 193040 w 223519"/>
              <a:gd name="connsiteY4" fmla="*/ 264160 h 264159"/>
              <a:gd name="connsiteX5" fmla="*/ 223520 w 223519"/>
              <a:gd name="connsiteY5" fmla="*/ 233680 h 264159"/>
              <a:gd name="connsiteX6" fmla="*/ 223520 w 223519"/>
              <a:gd name="connsiteY6" fmla="*/ 30480 h 264159"/>
              <a:gd name="connsiteX7" fmla="*/ 193040 w 223519"/>
              <a:gd name="connsiteY7" fmla="*/ 0 h 264159"/>
              <a:gd name="connsiteX8" fmla="*/ 30480 w 223519"/>
              <a:gd name="connsiteY8" fmla="*/ 0 h 264159"/>
              <a:gd name="connsiteX9" fmla="*/ 20320 w 223519"/>
              <a:gd name="connsiteY9" fmla="*/ 30480 h 264159"/>
              <a:gd name="connsiteX10" fmla="*/ 30480 w 223519"/>
              <a:gd name="connsiteY10" fmla="*/ 20320 h 264159"/>
              <a:gd name="connsiteX11" fmla="*/ 193040 w 223519"/>
              <a:gd name="connsiteY11" fmla="*/ 20320 h 264159"/>
              <a:gd name="connsiteX12" fmla="*/ 203200 w 223519"/>
              <a:gd name="connsiteY12" fmla="*/ 30480 h 264159"/>
              <a:gd name="connsiteX13" fmla="*/ 203200 w 223519"/>
              <a:gd name="connsiteY13" fmla="*/ 233680 h 264159"/>
              <a:gd name="connsiteX14" fmla="*/ 193040 w 223519"/>
              <a:gd name="connsiteY14" fmla="*/ 243840 h 264159"/>
              <a:gd name="connsiteX15" fmla="*/ 30480 w 223519"/>
              <a:gd name="connsiteY15" fmla="*/ 243840 h 264159"/>
              <a:gd name="connsiteX16" fmla="*/ 20320 w 223519"/>
              <a:gd name="connsiteY16" fmla="*/ 233680 h 264159"/>
              <a:gd name="connsiteX17" fmla="*/ 20320 w 223519"/>
              <a:gd name="connsiteY17" fmla="*/ 30480 h 264159"/>
              <a:gd name="connsiteX18" fmla="*/ 96520 w 223519"/>
              <a:gd name="connsiteY18" fmla="*/ 162560 h 264159"/>
              <a:gd name="connsiteX19" fmla="*/ 96520 w 223519"/>
              <a:gd name="connsiteY19" fmla="*/ 101600 h 264159"/>
              <a:gd name="connsiteX20" fmla="*/ 147320 w 223519"/>
              <a:gd name="connsiteY20" fmla="*/ 101600 h 264159"/>
              <a:gd name="connsiteX21" fmla="*/ 147320 w 223519"/>
              <a:gd name="connsiteY21" fmla="*/ 137160 h 264159"/>
              <a:gd name="connsiteX22" fmla="*/ 142240 w 223519"/>
              <a:gd name="connsiteY22" fmla="*/ 137160 h 264159"/>
              <a:gd name="connsiteX23" fmla="*/ 116840 w 223519"/>
              <a:gd name="connsiteY23" fmla="*/ 162560 h 264159"/>
              <a:gd name="connsiteX24" fmla="*/ 142240 w 223519"/>
              <a:gd name="connsiteY24" fmla="*/ 187960 h 264159"/>
              <a:gd name="connsiteX25" fmla="*/ 167640 w 223519"/>
              <a:gd name="connsiteY25" fmla="*/ 162560 h 264159"/>
              <a:gd name="connsiteX26" fmla="*/ 167640 w 223519"/>
              <a:gd name="connsiteY26" fmla="*/ 92710 h 264159"/>
              <a:gd name="connsiteX27" fmla="*/ 156210 w 223519"/>
              <a:gd name="connsiteY27" fmla="*/ 81280 h 264159"/>
              <a:gd name="connsiteX28" fmla="*/ 87630 w 223519"/>
              <a:gd name="connsiteY28" fmla="*/ 81280 h 264159"/>
              <a:gd name="connsiteX29" fmla="*/ 76200 w 223519"/>
              <a:gd name="connsiteY29" fmla="*/ 92710 h 264159"/>
              <a:gd name="connsiteX30" fmla="*/ 76200 w 223519"/>
              <a:gd name="connsiteY30" fmla="*/ 138430 h 264159"/>
              <a:gd name="connsiteX31" fmla="*/ 71120 w 223519"/>
              <a:gd name="connsiteY31" fmla="*/ 138430 h 264159"/>
              <a:gd name="connsiteX32" fmla="*/ 45720 w 223519"/>
              <a:gd name="connsiteY32" fmla="*/ 163830 h 264159"/>
              <a:gd name="connsiteX33" fmla="*/ 71120 w 223519"/>
              <a:gd name="connsiteY33" fmla="*/ 189230 h 264159"/>
              <a:gd name="connsiteX34" fmla="*/ 96520 w 223519"/>
              <a:gd name="connsiteY34" fmla="*/ 162560 h 264159"/>
              <a:gd name="connsiteX35" fmla="*/ 147320 w 223519"/>
              <a:gd name="connsiteY35" fmla="*/ 162560 h 264159"/>
              <a:gd name="connsiteX36" fmla="*/ 142240 w 223519"/>
              <a:gd name="connsiteY36" fmla="*/ 157480 h 264159"/>
              <a:gd name="connsiteX37" fmla="*/ 137160 w 223519"/>
              <a:gd name="connsiteY37" fmla="*/ 162560 h 264159"/>
              <a:gd name="connsiteX38" fmla="*/ 142240 w 223519"/>
              <a:gd name="connsiteY38" fmla="*/ 167640 h 264159"/>
              <a:gd name="connsiteX39" fmla="*/ 147320 w 223519"/>
              <a:gd name="connsiteY39" fmla="*/ 162560 h 264159"/>
              <a:gd name="connsiteX40" fmla="*/ 71120 w 223519"/>
              <a:gd name="connsiteY40" fmla="*/ 157480 h 264159"/>
              <a:gd name="connsiteX41" fmla="*/ 76200 w 223519"/>
              <a:gd name="connsiteY41" fmla="*/ 162560 h 264159"/>
              <a:gd name="connsiteX42" fmla="*/ 71120 w 223519"/>
              <a:gd name="connsiteY42" fmla="*/ 167640 h 264159"/>
              <a:gd name="connsiteX43" fmla="*/ 66040 w 223519"/>
              <a:gd name="connsiteY43" fmla="*/ 162560 h 264159"/>
              <a:gd name="connsiteX44" fmla="*/ 71120 w 223519"/>
              <a:gd name="connsiteY44" fmla="*/ 1574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23519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96520" y="162560"/>
                </a:moveTo>
                <a:lnTo>
                  <a:pt x="96520" y="101600"/>
                </a:lnTo>
                <a:lnTo>
                  <a:pt x="147320" y="101600"/>
                </a:lnTo>
                <a:lnTo>
                  <a:pt x="147320" y="137160"/>
                </a:lnTo>
                <a:cubicBezTo>
                  <a:pt x="146050" y="137160"/>
                  <a:pt x="143510" y="137160"/>
                  <a:pt x="142240" y="137160"/>
                </a:cubicBezTo>
                <a:cubicBezTo>
                  <a:pt x="128270" y="137160"/>
                  <a:pt x="116840" y="148590"/>
                  <a:pt x="116840" y="162560"/>
                </a:cubicBezTo>
                <a:cubicBezTo>
                  <a:pt x="116840" y="176530"/>
                  <a:pt x="128270" y="187960"/>
                  <a:pt x="142240" y="187960"/>
                </a:cubicBezTo>
                <a:cubicBezTo>
                  <a:pt x="156210" y="187960"/>
                  <a:pt x="167640" y="176530"/>
                  <a:pt x="167640" y="162560"/>
                </a:cubicBezTo>
                <a:lnTo>
                  <a:pt x="167640" y="92710"/>
                </a:lnTo>
                <a:cubicBezTo>
                  <a:pt x="167640" y="86360"/>
                  <a:pt x="162560" y="81280"/>
                  <a:pt x="156210" y="81280"/>
                </a:cubicBezTo>
                <a:lnTo>
                  <a:pt x="87630" y="81280"/>
                </a:lnTo>
                <a:cubicBezTo>
                  <a:pt x="81280" y="81280"/>
                  <a:pt x="76200" y="86360"/>
                  <a:pt x="76200" y="92710"/>
                </a:cubicBezTo>
                <a:lnTo>
                  <a:pt x="76200" y="138430"/>
                </a:lnTo>
                <a:cubicBezTo>
                  <a:pt x="74930" y="138430"/>
                  <a:pt x="72390" y="138430"/>
                  <a:pt x="71120" y="138430"/>
                </a:cubicBezTo>
                <a:cubicBezTo>
                  <a:pt x="57150" y="138430"/>
                  <a:pt x="45720" y="149860"/>
                  <a:pt x="45720" y="163830"/>
                </a:cubicBezTo>
                <a:cubicBezTo>
                  <a:pt x="45720" y="177800"/>
                  <a:pt x="57150" y="189230"/>
                  <a:pt x="71120" y="189230"/>
                </a:cubicBezTo>
                <a:cubicBezTo>
                  <a:pt x="85090" y="189230"/>
                  <a:pt x="96520" y="176530"/>
                  <a:pt x="96520" y="162560"/>
                </a:cubicBezTo>
                <a:close/>
                <a:moveTo>
                  <a:pt x="147320" y="162560"/>
                </a:moveTo>
                <a:cubicBezTo>
                  <a:pt x="147320" y="160020"/>
                  <a:pt x="144780" y="157480"/>
                  <a:pt x="142240" y="157480"/>
                </a:cubicBezTo>
                <a:cubicBezTo>
                  <a:pt x="139700" y="157480"/>
                  <a:pt x="137160" y="160020"/>
                  <a:pt x="137160" y="162560"/>
                </a:cubicBezTo>
                <a:cubicBezTo>
                  <a:pt x="137160" y="165100"/>
                  <a:pt x="139700" y="167640"/>
                  <a:pt x="142240" y="167640"/>
                </a:cubicBezTo>
                <a:cubicBezTo>
                  <a:pt x="144780" y="167640"/>
                  <a:pt x="147320" y="165100"/>
                  <a:pt x="147320" y="162560"/>
                </a:cubicBezTo>
                <a:close/>
                <a:moveTo>
                  <a:pt x="71120" y="157480"/>
                </a:moveTo>
                <a:cubicBezTo>
                  <a:pt x="73660" y="157480"/>
                  <a:pt x="76200" y="160020"/>
                  <a:pt x="76200" y="162560"/>
                </a:cubicBezTo>
                <a:cubicBezTo>
                  <a:pt x="76200" y="165100"/>
                  <a:pt x="73660" y="167640"/>
                  <a:pt x="71120" y="167640"/>
                </a:cubicBezTo>
                <a:cubicBezTo>
                  <a:pt x="68580" y="167640"/>
                  <a:pt x="66040" y="165100"/>
                  <a:pt x="66040" y="162560"/>
                </a:cubicBezTo>
                <a:cubicBezTo>
                  <a:pt x="66040" y="158750"/>
                  <a:pt x="68580" y="157480"/>
                  <a:pt x="71120" y="1574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8" name="Полилиния: фигура 431">
            <a:extLst>
              <a:ext uri="{FF2B5EF4-FFF2-40B4-BE49-F238E27FC236}">
                <a16:creationId xmlns:a16="http://schemas.microsoft.com/office/drawing/2014/main" id="{D30A3F76-18FF-F9B1-37C6-091C6EBE3722}"/>
              </a:ext>
            </a:extLst>
          </p:cNvPr>
          <p:cNvSpPr/>
          <p:nvPr/>
        </p:nvSpPr>
        <p:spPr>
          <a:xfrm>
            <a:off x="1108584" y="3537749"/>
            <a:ext cx="223519" cy="264159"/>
          </a:xfrm>
          <a:custGeom>
            <a:avLst/>
            <a:gdLst>
              <a:gd name="connsiteX0" fmla="*/ 30480 w 223519"/>
              <a:gd name="connsiteY0" fmla="*/ 0 h 264159"/>
              <a:gd name="connsiteX1" fmla="*/ 0 w 223519"/>
              <a:gd name="connsiteY1" fmla="*/ 30480 h 264159"/>
              <a:gd name="connsiteX2" fmla="*/ 0 w 223519"/>
              <a:gd name="connsiteY2" fmla="*/ 233680 h 264159"/>
              <a:gd name="connsiteX3" fmla="*/ 30480 w 223519"/>
              <a:gd name="connsiteY3" fmla="*/ 264160 h 264159"/>
              <a:gd name="connsiteX4" fmla="*/ 193040 w 223519"/>
              <a:gd name="connsiteY4" fmla="*/ 264160 h 264159"/>
              <a:gd name="connsiteX5" fmla="*/ 223520 w 223519"/>
              <a:gd name="connsiteY5" fmla="*/ 233680 h 264159"/>
              <a:gd name="connsiteX6" fmla="*/ 223520 w 223519"/>
              <a:gd name="connsiteY6" fmla="*/ 30480 h 264159"/>
              <a:gd name="connsiteX7" fmla="*/ 193040 w 223519"/>
              <a:gd name="connsiteY7" fmla="*/ 0 h 264159"/>
              <a:gd name="connsiteX8" fmla="*/ 30480 w 223519"/>
              <a:gd name="connsiteY8" fmla="*/ 0 h 264159"/>
              <a:gd name="connsiteX9" fmla="*/ 20320 w 223519"/>
              <a:gd name="connsiteY9" fmla="*/ 30480 h 264159"/>
              <a:gd name="connsiteX10" fmla="*/ 30480 w 223519"/>
              <a:gd name="connsiteY10" fmla="*/ 20320 h 264159"/>
              <a:gd name="connsiteX11" fmla="*/ 193040 w 223519"/>
              <a:gd name="connsiteY11" fmla="*/ 20320 h 264159"/>
              <a:gd name="connsiteX12" fmla="*/ 203200 w 223519"/>
              <a:gd name="connsiteY12" fmla="*/ 30480 h 264159"/>
              <a:gd name="connsiteX13" fmla="*/ 203200 w 223519"/>
              <a:gd name="connsiteY13" fmla="*/ 233680 h 264159"/>
              <a:gd name="connsiteX14" fmla="*/ 193040 w 223519"/>
              <a:gd name="connsiteY14" fmla="*/ 243840 h 264159"/>
              <a:gd name="connsiteX15" fmla="*/ 30480 w 223519"/>
              <a:gd name="connsiteY15" fmla="*/ 243840 h 264159"/>
              <a:gd name="connsiteX16" fmla="*/ 20320 w 223519"/>
              <a:gd name="connsiteY16" fmla="*/ 233680 h 264159"/>
              <a:gd name="connsiteX17" fmla="*/ 20320 w 223519"/>
              <a:gd name="connsiteY17" fmla="*/ 30480 h 264159"/>
              <a:gd name="connsiteX18" fmla="*/ 137160 w 223519"/>
              <a:gd name="connsiteY18" fmla="*/ 132080 h 264159"/>
              <a:gd name="connsiteX19" fmla="*/ 91440 w 223519"/>
              <a:gd name="connsiteY19" fmla="*/ 160020 h 264159"/>
              <a:gd name="connsiteX20" fmla="*/ 91440 w 223519"/>
              <a:gd name="connsiteY20" fmla="*/ 104140 h 264159"/>
              <a:gd name="connsiteX21" fmla="*/ 137160 w 223519"/>
              <a:gd name="connsiteY21" fmla="*/ 132080 h 264159"/>
              <a:gd name="connsiteX22" fmla="*/ 93980 w 223519"/>
              <a:gd name="connsiteY22" fmla="*/ 82550 h 264159"/>
              <a:gd name="connsiteX23" fmla="*/ 71120 w 223519"/>
              <a:gd name="connsiteY23" fmla="*/ 95250 h 264159"/>
              <a:gd name="connsiteX24" fmla="*/ 71120 w 223519"/>
              <a:gd name="connsiteY24" fmla="*/ 168910 h 264159"/>
              <a:gd name="connsiteX25" fmla="*/ 93980 w 223519"/>
              <a:gd name="connsiteY25" fmla="*/ 181610 h 264159"/>
              <a:gd name="connsiteX26" fmla="*/ 154940 w 223519"/>
              <a:gd name="connsiteY26" fmla="*/ 144780 h 264159"/>
              <a:gd name="connsiteX27" fmla="*/ 154940 w 223519"/>
              <a:gd name="connsiteY27" fmla="*/ 118110 h 264159"/>
              <a:gd name="connsiteX28" fmla="*/ 93980 w 223519"/>
              <a:gd name="connsiteY28" fmla="*/ 825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23519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37160" y="132080"/>
                </a:moveTo>
                <a:lnTo>
                  <a:pt x="91440" y="160020"/>
                </a:lnTo>
                <a:lnTo>
                  <a:pt x="91440" y="104140"/>
                </a:lnTo>
                <a:lnTo>
                  <a:pt x="137160" y="132080"/>
                </a:lnTo>
                <a:close/>
                <a:moveTo>
                  <a:pt x="93980" y="82550"/>
                </a:moveTo>
                <a:cubicBezTo>
                  <a:pt x="83820" y="76200"/>
                  <a:pt x="71120" y="83820"/>
                  <a:pt x="71120" y="95250"/>
                </a:cubicBezTo>
                <a:lnTo>
                  <a:pt x="71120" y="168910"/>
                </a:lnTo>
                <a:cubicBezTo>
                  <a:pt x="71120" y="180340"/>
                  <a:pt x="83820" y="187960"/>
                  <a:pt x="93980" y="181610"/>
                </a:cubicBezTo>
                <a:lnTo>
                  <a:pt x="154940" y="144780"/>
                </a:lnTo>
                <a:cubicBezTo>
                  <a:pt x="165100" y="138430"/>
                  <a:pt x="165100" y="124460"/>
                  <a:pt x="154940" y="118110"/>
                </a:cubicBezTo>
                <a:lnTo>
                  <a:pt x="93980" y="825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9" name="Полилиния: фигура 435">
            <a:extLst>
              <a:ext uri="{FF2B5EF4-FFF2-40B4-BE49-F238E27FC236}">
                <a16:creationId xmlns:a16="http://schemas.microsoft.com/office/drawing/2014/main" id="{97BE2685-D440-6507-D597-6D69CA6CEFE8}"/>
              </a:ext>
            </a:extLst>
          </p:cNvPr>
          <p:cNvSpPr/>
          <p:nvPr/>
        </p:nvSpPr>
        <p:spPr>
          <a:xfrm>
            <a:off x="10068434" y="3542828"/>
            <a:ext cx="193040" cy="254000"/>
          </a:xfrm>
          <a:custGeom>
            <a:avLst/>
            <a:gdLst>
              <a:gd name="connsiteX0" fmla="*/ 30480 w 193040"/>
              <a:gd name="connsiteY0" fmla="*/ 0 h 254000"/>
              <a:gd name="connsiteX1" fmla="*/ 0 w 193040"/>
              <a:gd name="connsiteY1" fmla="*/ 30480 h 254000"/>
              <a:gd name="connsiteX2" fmla="*/ 0 w 193040"/>
              <a:gd name="connsiteY2" fmla="*/ 223520 h 254000"/>
              <a:gd name="connsiteX3" fmla="*/ 30480 w 193040"/>
              <a:gd name="connsiteY3" fmla="*/ 254000 h 254000"/>
              <a:gd name="connsiteX4" fmla="*/ 132080 w 193040"/>
              <a:gd name="connsiteY4" fmla="*/ 254000 h 254000"/>
              <a:gd name="connsiteX5" fmla="*/ 162560 w 193040"/>
              <a:gd name="connsiteY5" fmla="*/ 223520 h 254000"/>
              <a:gd name="connsiteX6" fmla="*/ 162560 w 193040"/>
              <a:gd name="connsiteY6" fmla="*/ 193040 h 254000"/>
              <a:gd name="connsiteX7" fmla="*/ 152400 w 193040"/>
              <a:gd name="connsiteY7" fmla="*/ 182880 h 254000"/>
              <a:gd name="connsiteX8" fmla="*/ 142240 w 193040"/>
              <a:gd name="connsiteY8" fmla="*/ 193040 h 254000"/>
              <a:gd name="connsiteX9" fmla="*/ 142240 w 193040"/>
              <a:gd name="connsiteY9" fmla="*/ 223520 h 254000"/>
              <a:gd name="connsiteX10" fmla="*/ 132080 w 193040"/>
              <a:gd name="connsiteY10" fmla="*/ 233680 h 254000"/>
              <a:gd name="connsiteX11" fmla="*/ 30480 w 193040"/>
              <a:gd name="connsiteY11" fmla="*/ 233680 h 254000"/>
              <a:gd name="connsiteX12" fmla="*/ 20320 w 193040"/>
              <a:gd name="connsiteY12" fmla="*/ 223520 h 254000"/>
              <a:gd name="connsiteX13" fmla="*/ 20320 w 193040"/>
              <a:gd name="connsiteY13" fmla="*/ 30480 h 254000"/>
              <a:gd name="connsiteX14" fmla="*/ 30480 w 193040"/>
              <a:gd name="connsiteY14" fmla="*/ 20320 h 254000"/>
              <a:gd name="connsiteX15" fmla="*/ 132080 w 193040"/>
              <a:gd name="connsiteY15" fmla="*/ 20320 h 254000"/>
              <a:gd name="connsiteX16" fmla="*/ 142240 w 193040"/>
              <a:gd name="connsiteY16" fmla="*/ 30480 h 254000"/>
              <a:gd name="connsiteX17" fmla="*/ 142240 w 193040"/>
              <a:gd name="connsiteY17" fmla="*/ 50800 h 254000"/>
              <a:gd name="connsiteX18" fmla="*/ 152400 w 193040"/>
              <a:gd name="connsiteY18" fmla="*/ 60960 h 254000"/>
              <a:gd name="connsiteX19" fmla="*/ 162560 w 193040"/>
              <a:gd name="connsiteY19" fmla="*/ 50800 h 254000"/>
              <a:gd name="connsiteX20" fmla="*/ 162560 w 193040"/>
              <a:gd name="connsiteY20" fmla="*/ 30480 h 254000"/>
              <a:gd name="connsiteX21" fmla="*/ 132080 w 193040"/>
              <a:gd name="connsiteY21" fmla="*/ 0 h 254000"/>
              <a:gd name="connsiteX22" fmla="*/ 30480 w 193040"/>
              <a:gd name="connsiteY22" fmla="*/ 0 h 254000"/>
              <a:gd name="connsiteX23" fmla="*/ 106680 w 193040"/>
              <a:gd name="connsiteY23" fmla="*/ 30480 h 254000"/>
              <a:gd name="connsiteX24" fmla="*/ 116840 w 193040"/>
              <a:gd name="connsiteY24" fmla="*/ 40640 h 254000"/>
              <a:gd name="connsiteX25" fmla="*/ 106680 w 193040"/>
              <a:gd name="connsiteY25" fmla="*/ 50800 h 254000"/>
              <a:gd name="connsiteX26" fmla="*/ 55880 w 193040"/>
              <a:gd name="connsiteY26" fmla="*/ 50800 h 254000"/>
              <a:gd name="connsiteX27" fmla="*/ 45720 w 193040"/>
              <a:gd name="connsiteY27" fmla="*/ 40640 h 254000"/>
              <a:gd name="connsiteX28" fmla="*/ 55880 w 193040"/>
              <a:gd name="connsiteY28" fmla="*/ 30480 h 254000"/>
              <a:gd name="connsiteX29" fmla="*/ 106680 w 193040"/>
              <a:gd name="connsiteY29" fmla="*/ 30480 h 254000"/>
              <a:gd name="connsiteX30" fmla="*/ 152400 w 193040"/>
              <a:gd name="connsiteY30" fmla="*/ 81280 h 254000"/>
              <a:gd name="connsiteX31" fmla="*/ 162560 w 193040"/>
              <a:gd name="connsiteY31" fmla="*/ 91440 h 254000"/>
              <a:gd name="connsiteX32" fmla="*/ 162560 w 193040"/>
              <a:gd name="connsiteY32" fmla="*/ 111760 h 254000"/>
              <a:gd name="connsiteX33" fmla="*/ 182880 w 193040"/>
              <a:gd name="connsiteY33" fmla="*/ 111760 h 254000"/>
              <a:gd name="connsiteX34" fmla="*/ 193040 w 193040"/>
              <a:gd name="connsiteY34" fmla="*/ 121920 h 254000"/>
              <a:gd name="connsiteX35" fmla="*/ 182880 w 193040"/>
              <a:gd name="connsiteY35" fmla="*/ 132080 h 254000"/>
              <a:gd name="connsiteX36" fmla="*/ 162560 w 193040"/>
              <a:gd name="connsiteY36" fmla="*/ 132080 h 254000"/>
              <a:gd name="connsiteX37" fmla="*/ 162560 w 193040"/>
              <a:gd name="connsiteY37" fmla="*/ 152400 h 254000"/>
              <a:gd name="connsiteX38" fmla="*/ 152400 w 193040"/>
              <a:gd name="connsiteY38" fmla="*/ 162560 h 254000"/>
              <a:gd name="connsiteX39" fmla="*/ 142240 w 193040"/>
              <a:gd name="connsiteY39" fmla="*/ 152400 h 254000"/>
              <a:gd name="connsiteX40" fmla="*/ 142240 w 193040"/>
              <a:gd name="connsiteY40" fmla="*/ 132080 h 254000"/>
              <a:gd name="connsiteX41" fmla="*/ 121920 w 193040"/>
              <a:gd name="connsiteY41" fmla="*/ 132080 h 254000"/>
              <a:gd name="connsiteX42" fmla="*/ 111760 w 193040"/>
              <a:gd name="connsiteY42" fmla="*/ 121920 h 254000"/>
              <a:gd name="connsiteX43" fmla="*/ 121920 w 193040"/>
              <a:gd name="connsiteY43" fmla="*/ 111760 h 254000"/>
              <a:gd name="connsiteX44" fmla="*/ 142240 w 193040"/>
              <a:gd name="connsiteY44" fmla="*/ 111760 h 254000"/>
              <a:gd name="connsiteX45" fmla="*/ 142240 w 193040"/>
              <a:gd name="connsiteY45" fmla="*/ 91440 h 254000"/>
              <a:gd name="connsiteX46" fmla="*/ 152400 w 193040"/>
              <a:gd name="connsiteY46" fmla="*/ 81280 h 254000"/>
              <a:gd name="connsiteX47" fmla="*/ 81280 w 193040"/>
              <a:gd name="connsiteY47" fmla="*/ 213360 h 254000"/>
              <a:gd name="connsiteX48" fmla="*/ 91440 w 193040"/>
              <a:gd name="connsiteY48" fmla="*/ 203200 h 254000"/>
              <a:gd name="connsiteX49" fmla="*/ 81280 w 193040"/>
              <a:gd name="connsiteY49" fmla="*/ 193040 h 254000"/>
              <a:gd name="connsiteX50" fmla="*/ 71120 w 193040"/>
              <a:gd name="connsiteY50" fmla="*/ 203200 h 254000"/>
              <a:gd name="connsiteX51" fmla="*/ 81280 w 193040"/>
              <a:gd name="connsiteY51" fmla="*/ 21336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93040" h="25400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23520"/>
                </a:lnTo>
                <a:cubicBezTo>
                  <a:pt x="0" y="240030"/>
                  <a:pt x="13970" y="254000"/>
                  <a:pt x="30480" y="254000"/>
                </a:cubicBezTo>
                <a:lnTo>
                  <a:pt x="132080" y="254000"/>
                </a:lnTo>
                <a:cubicBezTo>
                  <a:pt x="148590" y="254000"/>
                  <a:pt x="162560" y="240030"/>
                  <a:pt x="162560" y="223520"/>
                </a:cubicBezTo>
                <a:lnTo>
                  <a:pt x="162560" y="193040"/>
                </a:lnTo>
                <a:cubicBezTo>
                  <a:pt x="162560" y="187960"/>
                  <a:pt x="157480" y="182880"/>
                  <a:pt x="152400" y="182880"/>
                </a:cubicBezTo>
                <a:cubicBezTo>
                  <a:pt x="147320" y="182880"/>
                  <a:pt x="142240" y="187960"/>
                  <a:pt x="142240" y="193040"/>
                </a:cubicBezTo>
                <a:lnTo>
                  <a:pt x="142240" y="223520"/>
                </a:lnTo>
                <a:cubicBezTo>
                  <a:pt x="142240" y="228600"/>
                  <a:pt x="137160" y="233680"/>
                  <a:pt x="132080" y="233680"/>
                </a:cubicBezTo>
                <a:lnTo>
                  <a:pt x="30480" y="233680"/>
                </a:lnTo>
                <a:cubicBezTo>
                  <a:pt x="25400" y="233680"/>
                  <a:pt x="20320" y="228600"/>
                  <a:pt x="20320" y="223520"/>
                </a:cubicBez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cubicBezTo>
                  <a:pt x="137160" y="20320"/>
                  <a:pt x="142240" y="25400"/>
                  <a:pt x="142240" y="30480"/>
                </a:cubicBezTo>
                <a:lnTo>
                  <a:pt x="142240" y="50800"/>
                </a:lnTo>
                <a:cubicBezTo>
                  <a:pt x="142240" y="55880"/>
                  <a:pt x="147320" y="60960"/>
                  <a:pt x="152400" y="60960"/>
                </a:cubicBezTo>
                <a:cubicBezTo>
                  <a:pt x="157480" y="60960"/>
                  <a:pt x="162560" y="55880"/>
                  <a:pt x="162560" y="50800"/>
                </a:cubicBezTo>
                <a:lnTo>
                  <a:pt x="162560" y="30480"/>
                </a:lnTo>
                <a:cubicBezTo>
                  <a:pt x="162560" y="13970"/>
                  <a:pt x="148590" y="0"/>
                  <a:pt x="132080" y="0"/>
                </a:cubicBezTo>
                <a:lnTo>
                  <a:pt x="30480" y="0"/>
                </a:lnTo>
                <a:close/>
                <a:moveTo>
                  <a:pt x="106680" y="30480"/>
                </a:moveTo>
                <a:cubicBezTo>
                  <a:pt x="111760" y="30480"/>
                  <a:pt x="116840" y="35560"/>
                  <a:pt x="116840" y="40640"/>
                </a:cubicBezTo>
                <a:cubicBezTo>
                  <a:pt x="116840" y="45720"/>
                  <a:pt x="111760" y="50800"/>
                  <a:pt x="106680" y="50800"/>
                </a:cubicBezTo>
                <a:lnTo>
                  <a:pt x="55880" y="50800"/>
                </a:lnTo>
                <a:cubicBezTo>
                  <a:pt x="50800" y="50800"/>
                  <a:pt x="45720" y="45720"/>
                  <a:pt x="45720" y="40640"/>
                </a:cubicBezTo>
                <a:cubicBezTo>
                  <a:pt x="45720" y="35560"/>
                  <a:pt x="50800" y="30480"/>
                  <a:pt x="55880" y="30480"/>
                </a:cubicBezTo>
                <a:lnTo>
                  <a:pt x="106680" y="30480"/>
                </a:lnTo>
                <a:close/>
                <a:moveTo>
                  <a:pt x="152400" y="81280"/>
                </a:moveTo>
                <a:cubicBezTo>
                  <a:pt x="157480" y="81280"/>
                  <a:pt x="162560" y="86360"/>
                  <a:pt x="162560" y="91440"/>
                </a:cubicBezTo>
                <a:lnTo>
                  <a:pt x="162560" y="111760"/>
                </a:lnTo>
                <a:lnTo>
                  <a:pt x="182880" y="111760"/>
                </a:lnTo>
                <a:cubicBezTo>
                  <a:pt x="187960" y="111760"/>
                  <a:pt x="193040" y="116840"/>
                  <a:pt x="193040" y="121920"/>
                </a:cubicBezTo>
                <a:cubicBezTo>
                  <a:pt x="193040" y="127000"/>
                  <a:pt x="187960" y="132080"/>
                  <a:pt x="182880" y="132080"/>
                </a:cubicBezTo>
                <a:lnTo>
                  <a:pt x="162560" y="132080"/>
                </a:lnTo>
                <a:lnTo>
                  <a:pt x="162560" y="152400"/>
                </a:lnTo>
                <a:cubicBezTo>
                  <a:pt x="162560" y="157480"/>
                  <a:pt x="157480" y="162560"/>
                  <a:pt x="152400" y="162560"/>
                </a:cubicBezTo>
                <a:cubicBezTo>
                  <a:pt x="147320" y="162560"/>
                  <a:pt x="142240" y="157480"/>
                  <a:pt x="142240" y="152400"/>
                </a:cubicBezTo>
                <a:lnTo>
                  <a:pt x="142240" y="132080"/>
                </a:lnTo>
                <a:lnTo>
                  <a:pt x="121920" y="132080"/>
                </a:lnTo>
                <a:cubicBezTo>
                  <a:pt x="116840" y="132080"/>
                  <a:pt x="111760" y="127000"/>
                  <a:pt x="111760" y="121920"/>
                </a:cubicBezTo>
                <a:cubicBezTo>
                  <a:pt x="111760" y="116840"/>
                  <a:pt x="116840" y="111760"/>
                  <a:pt x="121920" y="111760"/>
                </a:cubicBezTo>
                <a:lnTo>
                  <a:pt x="142240" y="111760"/>
                </a:lnTo>
                <a:lnTo>
                  <a:pt x="142240" y="91440"/>
                </a:lnTo>
                <a:cubicBezTo>
                  <a:pt x="142240" y="85090"/>
                  <a:pt x="147320" y="81280"/>
                  <a:pt x="152400" y="81280"/>
                </a:cubicBezTo>
                <a:close/>
                <a:moveTo>
                  <a:pt x="81280" y="213360"/>
                </a:moveTo>
                <a:cubicBezTo>
                  <a:pt x="86360" y="213360"/>
                  <a:pt x="91440" y="208280"/>
                  <a:pt x="91440" y="203200"/>
                </a:cubicBezTo>
                <a:cubicBezTo>
                  <a:pt x="91440" y="198120"/>
                  <a:pt x="86360" y="193040"/>
                  <a:pt x="81280" y="193040"/>
                </a:cubicBezTo>
                <a:cubicBezTo>
                  <a:pt x="76200" y="193040"/>
                  <a:pt x="71120" y="198120"/>
                  <a:pt x="71120" y="203200"/>
                </a:cubicBezTo>
                <a:cubicBezTo>
                  <a:pt x="71120" y="208280"/>
                  <a:pt x="76200" y="213360"/>
                  <a:pt x="81280" y="2133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0" name="Полилиния: фигура 440">
            <a:extLst>
              <a:ext uri="{FF2B5EF4-FFF2-40B4-BE49-F238E27FC236}">
                <a16:creationId xmlns:a16="http://schemas.microsoft.com/office/drawing/2014/main" id="{851A074F-D2FA-2FD7-3428-AD09BDDBCC83}"/>
              </a:ext>
            </a:extLst>
          </p:cNvPr>
          <p:cNvSpPr/>
          <p:nvPr/>
        </p:nvSpPr>
        <p:spPr>
          <a:xfrm>
            <a:off x="10622153" y="3542828"/>
            <a:ext cx="203098" cy="254000"/>
          </a:xfrm>
          <a:custGeom>
            <a:avLst/>
            <a:gdLst>
              <a:gd name="connsiteX0" fmla="*/ 0 w 203098"/>
              <a:gd name="connsiteY0" fmla="*/ 30480 h 254000"/>
              <a:gd name="connsiteX1" fmla="*/ 30480 w 203098"/>
              <a:gd name="connsiteY1" fmla="*/ 0 h 254000"/>
              <a:gd name="connsiteX2" fmla="*/ 132080 w 203098"/>
              <a:gd name="connsiteY2" fmla="*/ 0 h 254000"/>
              <a:gd name="connsiteX3" fmla="*/ 162561 w 203098"/>
              <a:gd name="connsiteY3" fmla="*/ 30480 h 254000"/>
              <a:gd name="connsiteX4" fmla="*/ 162561 w 203098"/>
              <a:gd name="connsiteY4" fmla="*/ 55880 h 254000"/>
              <a:gd name="connsiteX5" fmla="*/ 152400 w 203098"/>
              <a:gd name="connsiteY5" fmla="*/ 66040 h 254000"/>
              <a:gd name="connsiteX6" fmla="*/ 142240 w 203098"/>
              <a:gd name="connsiteY6" fmla="*/ 55880 h 254000"/>
              <a:gd name="connsiteX7" fmla="*/ 142240 w 203098"/>
              <a:gd name="connsiteY7" fmla="*/ 30480 h 254000"/>
              <a:gd name="connsiteX8" fmla="*/ 132080 w 203098"/>
              <a:gd name="connsiteY8" fmla="*/ 20320 h 254000"/>
              <a:gd name="connsiteX9" fmla="*/ 30480 w 203098"/>
              <a:gd name="connsiteY9" fmla="*/ 20320 h 254000"/>
              <a:gd name="connsiteX10" fmla="*/ 20320 w 203098"/>
              <a:gd name="connsiteY10" fmla="*/ 30480 h 254000"/>
              <a:gd name="connsiteX11" fmla="*/ 20320 w 203098"/>
              <a:gd name="connsiteY11" fmla="*/ 223520 h 254000"/>
              <a:gd name="connsiteX12" fmla="*/ 30480 w 203098"/>
              <a:gd name="connsiteY12" fmla="*/ 233680 h 254000"/>
              <a:gd name="connsiteX13" fmla="*/ 132080 w 203098"/>
              <a:gd name="connsiteY13" fmla="*/ 233680 h 254000"/>
              <a:gd name="connsiteX14" fmla="*/ 142240 w 203098"/>
              <a:gd name="connsiteY14" fmla="*/ 223520 h 254000"/>
              <a:gd name="connsiteX15" fmla="*/ 142240 w 203098"/>
              <a:gd name="connsiteY15" fmla="*/ 198120 h 254000"/>
              <a:gd name="connsiteX16" fmla="*/ 152400 w 203098"/>
              <a:gd name="connsiteY16" fmla="*/ 187960 h 254000"/>
              <a:gd name="connsiteX17" fmla="*/ 162561 w 203098"/>
              <a:gd name="connsiteY17" fmla="*/ 198120 h 254000"/>
              <a:gd name="connsiteX18" fmla="*/ 162561 w 203098"/>
              <a:gd name="connsiteY18" fmla="*/ 223520 h 254000"/>
              <a:gd name="connsiteX19" fmla="*/ 132080 w 203098"/>
              <a:gd name="connsiteY19" fmla="*/ 254000 h 254000"/>
              <a:gd name="connsiteX20" fmla="*/ 30480 w 203098"/>
              <a:gd name="connsiteY20" fmla="*/ 254000 h 254000"/>
              <a:gd name="connsiteX21" fmla="*/ 0 w 203098"/>
              <a:gd name="connsiteY21" fmla="*/ 223520 h 254000"/>
              <a:gd name="connsiteX22" fmla="*/ 0 w 203098"/>
              <a:gd name="connsiteY22" fmla="*/ 30480 h 254000"/>
              <a:gd name="connsiteX23" fmla="*/ 149861 w 203098"/>
              <a:gd name="connsiteY23" fmla="*/ 104140 h 254000"/>
              <a:gd name="connsiteX24" fmla="*/ 158750 w 203098"/>
              <a:gd name="connsiteY24" fmla="*/ 123190 h 254000"/>
              <a:gd name="connsiteX25" fmla="*/ 149861 w 203098"/>
              <a:gd name="connsiteY25" fmla="*/ 148590 h 254000"/>
              <a:gd name="connsiteX26" fmla="*/ 135890 w 203098"/>
              <a:gd name="connsiteY26" fmla="*/ 148590 h 254000"/>
              <a:gd name="connsiteX27" fmla="*/ 135890 w 203098"/>
              <a:gd name="connsiteY27" fmla="*/ 134620 h 254000"/>
              <a:gd name="connsiteX28" fmla="*/ 138430 w 203098"/>
              <a:gd name="connsiteY28" fmla="*/ 125730 h 254000"/>
              <a:gd name="connsiteX29" fmla="*/ 135890 w 203098"/>
              <a:gd name="connsiteY29" fmla="*/ 118110 h 254000"/>
              <a:gd name="connsiteX30" fmla="*/ 135890 w 203098"/>
              <a:gd name="connsiteY30" fmla="*/ 104140 h 254000"/>
              <a:gd name="connsiteX31" fmla="*/ 149861 w 203098"/>
              <a:gd name="connsiteY31" fmla="*/ 104140 h 254000"/>
              <a:gd name="connsiteX32" fmla="*/ 180340 w 203098"/>
              <a:gd name="connsiteY32" fmla="*/ 73660 h 254000"/>
              <a:gd name="connsiteX33" fmla="*/ 166370 w 203098"/>
              <a:gd name="connsiteY33" fmla="*/ 73660 h 254000"/>
              <a:gd name="connsiteX34" fmla="*/ 166370 w 203098"/>
              <a:gd name="connsiteY34" fmla="*/ 87630 h 254000"/>
              <a:gd name="connsiteX35" fmla="*/ 182880 w 203098"/>
              <a:gd name="connsiteY35" fmla="*/ 119380 h 254000"/>
              <a:gd name="connsiteX36" fmla="*/ 166370 w 203098"/>
              <a:gd name="connsiteY36" fmla="*/ 163830 h 254000"/>
              <a:gd name="connsiteX37" fmla="*/ 166370 w 203098"/>
              <a:gd name="connsiteY37" fmla="*/ 177800 h 254000"/>
              <a:gd name="connsiteX38" fmla="*/ 180340 w 203098"/>
              <a:gd name="connsiteY38" fmla="*/ 177800 h 254000"/>
              <a:gd name="connsiteX39" fmla="*/ 201930 w 203098"/>
              <a:gd name="connsiteY39" fmla="*/ 115570 h 254000"/>
              <a:gd name="connsiteX40" fmla="*/ 180340 w 203098"/>
              <a:gd name="connsiteY40" fmla="*/ 73660 h 254000"/>
              <a:gd name="connsiteX41" fmla="*/ 116840 w 203098"/>
              <a:gd name="connsiteY41" fmla="*/ 40640 h 254000"/>
              <a:gd name="connsiteX42" fmla="*/ 106680 w 203098"/>
              <a:gd name="connsiteY42" fmla="*/ 30480 h 254000"/>
              <a:gd name="connsiteX43" fmla="*/ 55880 w 203098"/>
              <a:gd name="connsiteY43" fmla="*/ 30480 h 254000"/>
              <a:gd name="connsiteX44" fmla="*/ 45720 w 203098"/>
              <a:gd name="connsiteY44" fmla="*/ 40640 h 254000"/>
              <a:gd name="connsiteX45" fmla="*/ 55880 w 203098"/>
              <a:gd name="connsiteY45" fmla="*/ 50800 h 254000"/>
              <a:gd name="connsiteX46" fmla="*/ 106680 w 203098"/>
              <a:gd name="connsiteY46" fmla="*/ 50800 h 254000"/>
              <a:gd name="connsiteX47" fmla="*/ 116840 w 203098"/>
              <a:gd name="connsiteY47" fmla="*/ 40640 h 254000"/>
              <a:gd name="connsiteX48" fmla="*/ 81280 w 203098"/>
              <a:gd name="connsiteY48" fmla="*/ 213360 h 254000"/>
              <a:gd name="connsiteX49" fmla="*/ 91440 w 203098"/>
              <a:gd name="connsiteY49" fmla="*/ 203200 h 254000"/>
              <a:gd name="connsiteX50" fmla="*/ 81280 w 203098"/>
              <a:gd name="connsiteY50" fmla="*/ 193040 h 254000"/>
              <a:gd name="connsiteX51" fmla="*/ 71120 w 203098"/>
              <a:gd name="connsiteY51" fmla="*/ 203200 h 254000"/>
              <a:gd name="connsiteX52" fmla="*/ 81280 w 203098"/>
              <a:gd name="connsiteY52" fmla="*/ 21336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203098" h="25400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32080" y="0"/>
                </a:lnTo>
                <a:cubicBezTo>
                  <a:pt x="148590" y="0"/>
                  <a:pt x="162561" y="13970"/>
                  <a:pt x="162561" y="30480"/>
                </a:cubicBezTo>
                <a:lnTo>
                  <a:pt x="162561" y="55880"/>
                </a:lnTo>
                <a:cubicBezTo>
                  <a:pt x="162561" y="60960"/>
                  <a:pt x="157480" y="66040"/>
                  <a:pt x="152400" y="66040"/>
                </a:cubicBezTo>
                <a:cubicBezTo>
                  <a:pt x="147320" y="66040"/>
                  <a:pt x="142240" y="60960"/>
                  <a:pt x="142240" y="55880"/>
                </a:cubicBezTo>
                <a:lnTo>
                  <a:pt x="142240" y="30480"/>
                </a:lnTo>
                <a:cubicBezTo>
                  <a:pt x="142240" y="25400"/>
                  <a:pt x="137161" y="20320"/>
                  <a:pt x="132080" y="20320"/>
                </a:cubicBez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223520"/>
                </a:lnTo>
                <a:cubicBezTo>
                  <a:pt x="20320" y="228600"/>
                  <a:pt x="25400" y="233680"/>
                  <a:pt x="30480" y="233680"/>
                </a:cubicBezTo>
                <a:lnTo>
                  <a:pt x="132080" y="233680"/>
                </a:lnTo>
                <a:cubicBezTo>
                  <a:pt x="137161" y="233680"/>
                  <a:pt x="142240" y="228600"/>
                  <a:pt x="142240" y="223520"/>
                </a:cubicBezTo>
                <a:lnTo>
                  <a:pt x="142240" y="198120"/>
                </a:lnTo>
                <a:cubicBezTo>
                  <a:pt x="142240" y="193040"/>
                  <a:pt x="147320" y="187960"/>
                  <a:pt x="152400" y="187960"/>
                </a:cubicBezTo>
                <a:cubicBezTo>
                  <a:pt x="157480" y="187960"/>
                  <a:pt x="162561" y="193040"/>
                  <a:pt x="162561" y="198120"/>
                </a:cubicBezTo>
                <a:lnTo>
                  <a:pt x="162561" y="223520"/>
                </a:lnTo>
                <a:cubicBezTo>
                  <a:pt x="162561" y="240030"/>
                  <a:pt x="148590" y="254000"/>
                  <a:pt x="132080" y="254000"/>
                </a:cubicBezTo>
                <a:lnTo>
                  <a:pt x="30480" y="254000"/>
                </a:lnTo>
                <a:cubicBezTo>
                  <a:pt x="13970" y="254000"/>
                  <a:pt x="0" y="240030"/>
                  <a:pt x="0" y="223520"/>
                </a:cubicBezTo>
                <a:lnTo>
                  <a:pt x="0" y="30480"/>
                </a:lnTo>
                <a:close/>
                <a:moveTo>
                  <a:pt x="149861" y="104140"/>
                </a:moveTo>
                <a:cubicBezTo>
                  <a:pt x="153670" y="107950"/>
                  <a:pt x="157480" y="115570"/>
                  <a:pt x="158750" y="123190"/>
                </a:cubicBezTo>
                <a:cubicBezTo>
                  <a:pt x="160020" y="130810"/>
                  <a:pt x="157480" y="140970"/>
                  <a:pt x="149861" y="148590"/>
                </a:cubicBezTo>
                <a:cubicBezTo>
                  <a:pt x="146050" y="152400"/>
                  <a:pt x="139700" y="152400"/>
                  <a:pt x="135890" y="148590"/>
                </a:cubicBezTo>
                <a:cubicBezTo>
                  <a:pt x="132080" y="144780"/>
                  <a:pt x="132080" y="138430"/>
                  <a:pt x="135890" y="134620"/>
                </a:cubicBezTo>
                <a:cubicBezTo>
                  <a:pt x="138430" y="132080"/>
                  <a:pt x="139700" y="129540"/>
                  <a:pt x="138430" y="125730"/>
                </a:cubicBezTo>
                <a:cubicBezTo>
                  <a:pt x="138430" y="121920"/>
                  <a:pt x="135890" y="119380"/>
                  <a:pt x="135890" y="118110"/>
                </a:cubicBezTo>
                <a:cubicBezTo>
                  <a:pt x="132080" y="114300"/>
                  <a:pt x="132080" y="107950"/>
                  <a:pt x="135890" y="104140"/>
                </a:cubicBezTo>
                <a:cubicBezTo>
                  <a:pt x="139700" y="100330"/>
                  <a:pt x="146050" y="100330"/>
                  <a:pt x="149861" y="104140"/>
                </a:cubicBezTo>
                <a:close/>
                <a:moveTo>
                  <a:pt x="180340" y="73660"/>
                </a:moveTo>
                <a:cubicBezTo>
                  <a:pt x="176530" y="69850"/>
                  <a:pt x="170180" y="69850"/>
                  <a:pt x="166370" y="73660"/>
                </a:cubicBezTo>
                <a:cubicBezTo>
                  <a:pt x="162561" y="77470"/>
                  <a:pt x="162561" y="83820"/>
                  <a:pt x="166370" y="87630"/>
                </a:cubicBezTo>
                <a:cubicBezTo>
                  <a:pt x="172720" y="93980"/>
                  <a:pt x="180340" y="105410"/>
                  <a:pt x="182880" y="119380"/>
                </a:cubicBezTo>
                <a:cubicBezTo>
                  <a:pt x="185420" y="132080"/>
                  <a:pt x="181611" y="148590"/>
                  <a:pt x="166370" y="163830"/>
                </a:cubicBezTo>
                <a:cubicBezTo>
                  <a:pt x="162561" y="167640"/>
                  <a:pt x="162561" y="173990"/>
                  <a:pt x="166370" y="177800"/>
                </a:cubicBezTo>
                <a:cubicBezTo>
                  <a:pt x="170180" y="181610"/>
                  <a:pt x="176530" y="181610"/>
                  <a:pt x="180340" y="177800"/>
                </a:cubicBezTo>
                <a:cubicBezTo>
                  <a:pt x="200661" y="157480"/>
                  <a:pt x="205740" y="134620"/>
                  <a:pt x="201930" y="115570"/>
                </a:cubicBezTo>
                <a:cubicBezTo>
                  <a:pt x="199390" y="97790"/>
                  <a:pt x="189230" y="82550"/>
                  <a:pt x="180340" y="73660"/>
                </a:cubicBezTo>
                <a:close/>
                <a:moveTo>
                  <a:pt x="116840" y="40640"/>
                </a:moveTo>
                <a:cubicBezTo>
                  <a:pt x="116840" y="35560"/>
                  <a:pt x="111761" y="30480"/>
                  <a:pt x="106680" y="30480"/>
                </a:cubicBezTo>
                <a:lnTo>
                  <a:pt x="55880" y="30480"/>
                </a:lnTo>
                <a:cubicBezTo>
                  <a:pt x="50800" y="30480"/>
                  <a:pt x="45720" y="35560"/>
                  <a:pt x="45720" y="40640"/>
                </a:cubicBezTo>
                <a:cubicBezTo>
                  <a:pt x="45720" y="45720"/>
                  <a:pt x="50800" y="50800"/>
                  <a:pt x="55880" y="50800"/>
                </a:cubicBezTo>
                <a:lnTo>
                  <a:pt x="106680" y="50800"/>
                </a:lnTo>
                <a:cubicBezTo>
                  <a:pt x="113030" y="50800"/>
                  <a:pt x="116840" y="45720"/>
                  <a:pt x="116840" y="40640"/>
                </a:cubicBezTo>
                <a:close/>
                <a:moveTo>
                  <a:pt x="81280" y="213360"/>
                </a:moveTo>
                <a:cubicBezTo>
                  <a:pt x="86361" y="213360"/>
                  <a:pt x="91440" y="208280"/>
                  <a:pt x="91440" y="203200"/>
                </a:cubicBezTo>
                <a:cubicBezTo>
                  <a:pt x="91440" y="198120"/>
                  <a:pt x="86361" y="193040"/>
                  <a:pt x="81280" y="193040"/>
                </a:cubicBezTo>
                <a:cubicBezTo>
                  <a:pt x="76200" y="193040"/>
                  <a:pt x="71120" y="198120"/>
                  <a:pt x="71120" y="203200"/>
                </a:cubicBezTo>
                <a:cubicBezTo>
                  <a:pt x="71120" y="208280"/>
                  <a:pt x="76200" y="213360"/>
                  <a:pt x="81280" y="2133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61" name="Рисунок 2">
            <a:extLst>
              <a:ext uri="{FF2B5EF4-FFF2-40B4-BE49-F238E27FC236}">
                <a16:creationId xmlns:a16="http://schemas.microsoft.com/office/drawing/2014/main" id="{618FEA47-7910-3D85-57F9-D7D0852CBF07}"/>
              </a:ext>
            </a:extLst>
          </p:cNvPr>
          <p:cNvGrpSpPr/>
          <p:nvPr/>
        </p:nvGrpSpPr>
        <p:grpSpPr>
          <a:xfrm>
            <a:off x="5559934" y="4922488"/>
            <a:ext cx="264159" cy="264159"/>
            <a:chOff x="5708650" y="4961890"/>
            <a:chExt cx="264159" cy="264159"/>
          </a:xfrm>
          <a:solidFill>
            <a:schemeClr val="bg1"/>
          </a:solidFill>
        </p:grpSpPr>
        <p:sp>
          <p:nvSpPr>
            <p:cNvPr id="362" name="Полилиния: фигура 450">
              <a:extLst>
                <a:ext uri="{FF2B5EF4-FFF2-40B4-BE49-F238E27FC236}">
                  <a16:creationId xmlns:a16="http://schemas.microsoft.com/office/drawing/2014/main" id="{0B902B81-EB36-BDFE-ECF9-D8E230F2230B}"/>
                </a:ext>
              </a:extLst>
            </p:cNvPr>
            <p:cNvSpPr/>
            <p:nvPr/>
          </p:nvSpPr>
          <p:spPr>
            <a:xfrm>
              <a:off x="5861921" y="5033881"/>
              <a:ext cx="34688" cy="64920"/>
            </a:xfrm>
            <a:custGeom>
              <a:avLst/>
              <a:gdLst>
                <a:gd name="connsiteX0" fmla="*/ 18178 w 34688"/>
                <a:gd name="connsiteY0" fmla="*/ 4209 h 64920"/>
                <a:gd name="connsiteX1" fmla="*/ 4208 w 34688"/>
                <a:gd name="connsiteY1" fmla="*/ 1669 h 64920"/>
                <a:gd name="connsiteX2" fmla="*/ 1669 w 34688"/>
                <a:gd name="connsiteY2" fmla="*/ 15639 h 64920"/>
                <a:gd name="connsiteX3" fmla="*/ 14369 w 34688"/>
                <a:gd name="connsiteY3" fmla="*/ 60089 h 64920"/>
                <a:gd name="connsiteX4" fmla="*/ 21988 w 34688"/>
                <a:gd name="connsiteY4" fmla="*/ 63898 h 64920"/>
                <a:gd name="connsiteX5" fmla="*/ 32148 w 34688"/>
                <a:gd name="connsiteY5" fmla="*/ 58819 h 64920"/>
                <a:gd name="connsiteX6" fmla="*/ 34688 w 34688"/>
                <a:gd name="connsiteY6" fmla="*/ 53739 h 64920"/>
                <a:gd name="connsiteX7" fmla="*/ 18178 w 34688"/>
                <a:gd name="connsiteY7" fmla="*/ 4209 h 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88" h="64920">
                  <a:moveTo>
                    <a:pt x="18178" y="4209"/>
                  </a:moveTo>
                  <a:cubicBezTo>
                    <a:pt x="14369" y="-872"/>
                    <a:pt x="8019" y="-872"/>
                    <a:pt x="4208" y="1669"/>
                  </a:cubicBezTo>
                  <a:cubicBezTo>
                    <a:pt x="-872" y="5478"/>
                    <a:pt x="-872" y="11828"/>
                    <a:pt x="1669" y="15639"/>
                  </a:cubicBezTo>
                  <a:cubicBezTo>
                    <a:pt x="10558" y="27069"/>
                    <a:pt x="14369" y="42309"/>
                    <a:pt x="14369" y="60089"/>
                  </a:cubicBezTo>
                  <a:cubicBezTo>
                    <a:pt x="14369" y="63898"/>
                    <a:pt x="18178" y="66439"/>
                    <a:pt x="21988" y="63898"/>
                  </a:cubicBezTo>
                  <a:cubicBezTo>
                    <a:pt x="25798" y="61359"/>
                    <a:pt x="28338" y="60089"/>
                    <a:pt x="32148" y="58819"/>
                  </a:cubicBezTo>
                  <a:cubicBezTo>
                    <a:pt x="33419" y="57548"/>
                    <a:pt x="34688" y="56278"/>
                    <a:pt x="34688" y="53739"/>
                  </a:cubicBezTo>
                  <a:cubicBezTo>
                    <a:pt x="33419" y="34689"/>
                    <a:pt x="28338" y="18178"/>
                    <a:pt x="18178" y="4209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3" name="Полилиния: фигура 451">
              <a:extLst>
                <a:ext uri="{FF2B5EF4-FFF2-40B4-BE49-F238E27FC236}">
                  <a16:creationId xmlns:a16="http://schemas.microsoft.com/office/drawing/2014/main" id="{DB670353-8C53-3ECA-60C4-580AFC1EDCFB}"/>
                </a:ext>
              </a:extLst>
            </p:cNvPr>
            <p:cNvSpPr/>
            <p:nvPr/>
          </p:nvSpPr>
          <p:spPr>
            <a:xfrm>
              <a:off x="5820734" y="5054548"/>
              <a:ext cx="30155" cy="79736"/>
            </a:xfrm>
            <a:custGeom>
              <a:avLst/>
              <a:gdLst>
                <a:gd name="connsiteX0" fmla="*/ 4755 w 30155"/>
                <a:gd name="connsiteY0" fmla="*/ 1322 h 79736"/>
                <a:gd name="connsiteX1" fmla="*/ 18725 w 30155"/>
                <a:gd name="connsiteY1" fmla="*/ 3861 h 79736"/>
                <a:gd name="connsiteX2" fmla="*/ 30155 w 30155"/>
                <a:gd name="connsiteY2" fmla="*/ 39422 h 79736"/>
                <a:gd name="connsiteX3" fmla="*/ 18725 w 30155"/>
                <a:gd name="connsiteY3" fmla="*/ 74981 h 79736"/>
                <a:gd name="connsiteX4" fmla="*/ 4755 w 30155"/>
                <a:gd name="connsiteY4" fmla="*/ 77522 h 79736"/>
                <a:gd name="connsiteX5" fmla="*/ 2215 w 30155"/>
                <a:gd name="connsiteY5" fmla="*/ 63551 h 79736"/>
                <a:gd name="connsiteX6" fmla="*/ 11105 w 30155"/>
                <a:gd name="connsiteY6" fmla="*/ 38151 h 79736"/>
                <a:gd name="connsiteX7" fmla="*/ 2215 w 30155"/>
                <a:gd name="connsiteY7" fmla="*/ 12751 h 79736"/>
                <a:gd name="connsiteX8" fmla="*/ 4755 w 30155"/>
                <a:gd name="connsiteY8" fmla="*/ 1322 h 79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155" h="79736">
                  <a:moveTo>
                    <a:pt x="4755" y="1322"/>
                  </a:moveTo>
                  <a:cubicBezTo>
                    <a:pt x="9835" y="-1219"/>
                    <a:pt x="16185" y="51"/>
                    <a:pt x="18725" y="3861"/>
                  </a:cubicBezTo>
                  <a:cubicBezTo>
                    <a:pt x="26345" y="15292"/>
                    <a:pt x="30155" y="27992"/>
                    <a:pt x="30155" y="39422"/>
                  </a:cubicBezTo>
                  <a:cubicBezTo>
                    <a:pt x="30155" y="52122"/>
                    <a:pt x="26345" y="63551"/>
                    <a:pt x="18725" y="74981"/>
                  </a:cubicBezTo>
                  <a:cubicBezTo>
                    <a:pt x="16185" y="80061"/>
                    <a:pt x="9835" y="81331"/>
                    <a:pt x="4755" y="77522"/>
                  </a:cubicBezTo>
                  <a:cubicBezTo>
                    <a:pt x="-325" y="74981"/>
                    <a:pt x="-1595" y="68631"/>
                    <a:pt x="2215" y="63551"/>
                  </a:cubicBezTo>
                  <a:cubicBezTo>
                    <a:pt x="7295" y="54661"/>
                    <a:pt x="11105" y="47042"/>
                    <a:pt x="11105" y="38151"/>
                  </a:cubicBezTo>
                  <a:cubicBezTo>
                    <a:pt x="11105" y="30531"/>
                    <a:pt x="8565" y="21642"/>
                    <a:pt x="2215" y="12751"/>
                  </a:cubicBezTo>
                  <a:cubicBezTo>
                    <a:pt x="-1595" y="10211"/>
                    <a:pt x="-325" y="3861"/>
                    <a:pt x="4755" y="132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4" name="Полилиния: фигура 452">
              <a:extLst>
                <a:ext uri="{FF2B5EF4-FFF2-40B4-BE49-F238E27FC236}">
                  <a16:creationId xmlns:a16="http://schemas.microsoft.com/office/drawing/2014/main" id="{3F3EED82-1EAB-3156-2674-4A809D55FD5F}"/>
                </a:ext>
              </a:extLst>
            </p:cNvPr>
            <p:cNvSpPr/>
            <p:nvPr/>
          </p:nvSpPr>
          <p:spPr>
            <a:xfrm>
              <a:off x="5781040" y="5077459"/>
              <a:ext cx="25400" cy="35560"/>
            </a:xfrm>
            <a:custGeom>
              <a:avLst/>
              <a:gdLst>
                <a:gd name="connsiteX0" fmla="*/ 25400 w 25400"/>
                <a:gd name="connsiteY0" fmla="*/ 17780 h 35560"/>
                <a:gd name="connsiteX1" fmla="*/ 12700 w 25400"/>
                <a:gd name="connsiteY1" fmla="*/ 35560 h 35560"/>
                <a:gd name="connsiteX2" fmla="*/ 0 w 25400"/>
                <a:gd name="connsiteY2" fmla="*/ 17780 h 35560"/>
                <a:gd name="connsiteX3" fmla="*/ 12700 w 25400"/>
                <a:gd name="connsiteY3" fmla="*/ 0 h 35560"/>
                <a:gd name="connsiteX4" fmla="*/ 25400 w 25400"/>
                <a:gd name="connsiteY4" fmla="*/ 17780 h 35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00" h="35560">
                  <a:moveTo>
                    <a:pt x="25400" y="17780"/>
                  </a:moveTo>
                  <a:cubicBezTo>
                    <a:pt x="25400" y="27940"/>
                    <a:pt x="20320" y="35560"/>
                    <a:pt x="12700" y="35560"/>
                  </a:cubicBezTo>
                  <a:cubicBezTo>
                    <a:pt x="5080" y="35560"/>
                    <a:pt x="0" y="27940"/>
                    <a:pt x="0" y="17780"/>
                  </a:cubicBezTo>
                  <a:cubicBezTo>
                    <a:pt x="0" y="7620"/>
                    <a:pt x="5080" y="0"/>
                    <a:pt x="12700" y="0"/>
                  </a:cubicBezTo>
                  <a:cubicBezTo>
                    <a:pt x="20320" y="0"/>
                    <a:pt x="25400" y="7620"/>
                    <a:pt x="25400" y="177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5" name="Полилиния: фигура 453">
              <a:extLst>
                <a:ext uri="{FF2B5EF4-FFF2-40B4-BE49-F238E27FC236}">
                  <a16:creationId xmlns:a16="http://schemas.microsoft.com/office/drawing/2014/main" id="{87572F09-9F4F-2614-85D6-74E179BF476B}"/>
                </a:ext>
              </a:extLst>
            </p:cNvPr>
            <p:cNvSpPr/>
            <p:nvPr/>
          </p:nvSpPr>
          <p:spPr>
            <a:xfrm>
              <a:off x="5708650" y="4961890"/>
              <a:ext cx="264159" cy="264159"/>
            </a:xfrm>
            <a:custGeom>
              <a:avLst/>
              <a:gdLst>
                <a:gd name="connsiteX0" fmla="*/ 132080 w 264159"/>
                <a:gd name="connsiteY0" fmla="*/ 264160 h 264159"/>
                <a:gd name="connsiteX1" fmla="*/ 0 w 264159"/>
                <a:gd name="connsiteY1" fmla="*/ 132080 h 264159"/>
                <a:gd name="connsiteX2" fmla="*/ 132080 w 264159"/>
                <a:gd name="connsiteY2" fmla="*/ 0 h 264159"/>
                <a:gd name="connsiteX3" fmla="*/ 264160 w 264159"/>
                <a:gd name="connsiteY3" fmla="*/ 132080 h 264159"/>
                <a:gd name="connsiteX4" fmla="*/ 222250 w 264159"/>
                <a:gd name="connsiteY4" fmla="*/ 204470 h 264159"/>
                <a:gd name="connsiteX5" fmla="*/ 213360 w 264159"/>
                <a:gd name="connsiteY5" fmla="*/ 213360 h 264159"/>
                <a:gd name="connsiteX6" fmla="*/ 204470 w 264159"/>
                <a:gd name="connsiteY6" fmla="*/ 222250 h 264159"/>
                <a:gd name="connsiteX7" fmla="*/ 132080 w 264159"/>
                <a:gd name="connsiteY7" fmla="*/ 264160 h 264159"/>
                <a:gd name="connsiteX8" fmla="*/ 132080 w 264159"/>
                <a:gd name="connsiteY8" fmla="*/ 243840 h 264159"/>
                <a:gd name="connsiteX9" fmla="*/ 20320 w 264159"/>
                <a:gd name="connsiteY9" fmla="*/ 132080 h 264159"/>
                <a:gd name="connsiteX10" fmla="*/ 132080 w 264159"/>
                <a:gd name="connsiteY10" fmla="*/ 20320 h 264159"/>
                <a:gd name="connsiteX11" fmla="*/ 243840 w 264159"/>
                <a:gd name="connsiteY11" fmla="*/ 132080 h 264159"/>
                <a:gd name="connsiteX12" fmla="*/ 243840 w 264159"/>
                <a:gd name="connsiteY12" fmla="*/ 135890 h 264159"/>
                <a:gd name="connsiteX13" fmla="*/ 236220 w 264159"/>
                <a:gd name="connsiteY13" fmla="*/ 137160 h 264159"/>
                <a:gd name="connsiteX14" fmla="*/ 234950 w 264159"/>
                <a:gd name="connsiteY14" fmla="*/ 137160 h 264159"/>
                <a:gd name="connsiteX15" fmla="*/ 233680 w 264159"/>
                <a:gd name="connsiteY15" fmla="*/ 137160 h 264159"/>
                <a:gd name="connsiteX16" fmla="*/ 168910 w 264159"/>
                <a:gd name="connsiteY16" fmla="*/ 167640 h 264159"/>
                <a:gd name="connsiteX17" fmla="*/ 138430 w 264159"/>
                <a:gd name="connsiteY17" fmla="*/ 232410 h 264159"/>
                <a:gd name="connsiteX18" fmla="*/ 138430 w 264159"/>
                <a:gd name="connsiteY18" fmla="*/ 234950 h 264159"/>
                <a:gd name="connsiteX19" fmla="*/ 137160 w 264159"/>
                <a:gd name="connsiteY19" fmla="*/ 242570 h 264159"/>
                <a:gd name="connsiteX20" fmla="*/ 132080 w 264159"/>
                <a:gd name="connsiteY20" fmla="*/ 243840 h 264159"/>
                <a:gd name="connsiteX21" fmla="*/ 237490 w 264159"/>
                <a:gd name="connsiteY21" fmla="*/ 158750 h 264159"/>
                <a:gd name="connsiteX22" fmla="*/ 232410 w 264159"/>
                <a:gd name="connsiteY22" fmla="*/ 166370 h 264159"/>
                <a:gd name="connsiteX23" fmla="*/ 209550 w 264159"/>
                <a:gd name="connsiteY23" fmla="*/ 190500 h 264159"/>
                <a:gd name="connsiteX24" fmla="*/ 209550 w 264159"/>
                <a:gd name="connsiteY24" fmla="*/ 190500 h 264159"/>
                <a:gd name="connsiteX25" fmla="*/ 199390 w 264159"/>
                <a:gd name="connsiteY25" fmla="*/ 200660 h 264159"/>
                <a:gd name="connsiteX26" fmla="*/ 189230 w 264159"/>
                <a:gd name="connsiteY26" fmla="*/ 210820 h 264159"/>
                <a:gd name="connsiteX27" fmla="*/ 165100 w 264159"/>
                <a:gd name="connsiteY27" fmla="*/ 233680 h 264159"/>
                <a:gd name="connsiteX28" fmla="*/ 157480 w 264159"/>
                <a:gd name="connsiteY28" fmla="*/ 238760 h 264159"/>
                <a:gd name="connsiteX29" fmla="*/ 182880 w 264159"/>
                <a:gd name="connsiteY29" fmla="*/ 185420 h 264159"/>
                <a:gd name="connsiteX30" fmla="*/ 237490 w 264159"/>
                <a:gd name="connsiteY30" fmla="*/ 158750 h 264159"/>
                <a:gd name="connsiteX31" fmla="*/ 243840 w 264159"/>
                <a:gd name="connsiteY31" fmla="*/ 137160 h 264159"/>
                <a:gd name="connsiteX32" fmla="*/ 243840 w 264159"/>
                <a:gd name="connsiteY32" fmla="*/ 137160 h 264159"/>
                <a:gd name="connsiteX33" fmla="*/ 243840 w 264159"/>
                <a:gd name="connsiteY33" fmla="*/ 137160 h 264159"/>
                <a:gd name="connsiteX34" fmla="*/ 137160 w 264159"/>
                <a:gd name="connsiteY34" fmla="*/ 243840 h 264159"/>
                <a:gd name="connsiteX35" fmla="*/ 137160 w 264159"/>
                <a:gd name="connsiteY35" fmla="*/ 243840 h 264159"/>
                <a:gd name="connsiteX36" fmla="*/ 137160 w 264159"/>
                <a:gd name="connsiteY36" fmla="*/ 24384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64159" h="264159">
                  <a:moveTo>
                    <a:pt x="132080" y="264160"/>
                  </a:moveTo>
                  <a:cubicBezTo>
                    <a:pt x="59690" y="264160"/>
                    <a:pt x="0" y="205740"/>
                    <a:pt x="0" y="132080"/>
                  </a:cubicBezTo>
                  <a:cubicBezTo>
                    <a:pt x="0" y="59690"/>
                    <a:pt x="58420" y="0"/>
                    <a:pt x="132080" y="0"/>
                  </a:cubicBezTo>
                  <a:cubicBezTo>
                    <a:pt x="204470" y="0"/>
                    <a:pt x="264160" y="58420"/>
                    <a:pt x="264160" y="132080"/>
                  </a:cubicBezTo>
                  <a:cubicBezTo>
                    <a:pt x="264160" y="163830"/>
                    <a:pt x="243840" y="184150"/>
                    <a:pt x="222250" y="204470"/>
                  </a:cubicBezTo>
                  <a:cubicBezTo>
                    <a:pt x="219710" y="207010"/>
                    <a:pt x="215900" y="210820"/>
                    <a:pt x="213360" y="213360"/>
                  </a:cubicBezTo>
                  <a:cubicBezTo>
                    <a:pt x="210820" y="215900"/>
                    <a:pt x="207010" y="219710"/>
                    <a:pt x="204470" y="222250"/>
                  </a:cubicBezTo>
                  <a:cubicBezTo>
                    <a:pt x="184150" y="243840"/>
                    <a:pt x="165100" y="264160"/>
                    <a:pt x="132080" y="264160"/>
                  </a:cubicBezTo>
                  <a:close/>
                  <a:moveTo>
                    <a:pt x="132080" y="243840"/>
                  </a:moveTo>
                  <a:cubicBezTo>
                    <a:pt x="69850" y="243840"/>
                    <a:pt x="20320" y="194310"/>
                    <a:pt x="20320" y="132080"/>
                  </a:cubicBezTo>
                  <a:cubicBezTo>
                    <a:pt x="20320" y="69850"/>
                    <a:pt x="69850" y="20320"/>
                    <a:pt x="132080" y="20320"/>
                  </a:cubicBezTo>
                  <a:cubicBezTo>
                    <a:pt x="194310" y="20320"/>
                    <a:pt x="243840" y="69850"/>
                    <a:pt x="243840" y="132080"/>
                  </a:cubicBezTo>
                  <a:cubicBezTo>
                    <a:pt x="243840" y="133350"/>
                    <a:pt x="243840" y="134620"/>
                    <a:pt x="243840" y="135890"/>
                  </a:cubicBezTo>
                  <a:cubicBezTo>
                    <a:pt x="242570" y="135890"/>
                    <a:pt x="240030" y="137160"/>
                    <a:pt x="236220" y="137160"/>
                  </a:cubicBezTo>
                  <a:lnTo>
                    <a:pt x="234950" y="137160"/>
                  </a:lnTo>
                  <a:lnTo>
                    <a:pt x="233680" y="137160"/>
                  </a:lnTo>
                  <a:cubicBezTo>
                    <a:pt x="218440" y="139700"/>
                    <a:pt x="193040" y="143510"/>
                    <a:pt x="168910" y="167640"/>
                  </a:cubicBezTo>
                  <a:cubicBezTo>
                    <a:pt x="144780" y="191770"/>
                    <a:pt x="140970" y="217170"/>
                    <a:pt x="138430" y="232410"/>
                  </a:cubicBezTo>
                  <a:cubicBezTo>
                    <a:pt x="138430" y="233680"/>
                    <a:pt x="138430" y="233680"/>
                    <a:pt x="138430" y="234950"/>
                  </a:cubicBezTo>
                  <a:cubicBezTo>
                    <a:pt x="137160" y="240030"/>
                    <a:pt x="137160" y="242570"/>
                    <a:pt x="137160" y="242570"/>
                  </a:cubicBezTo>
                  <a:cubicBezTo>
                    <a:pt x="135890" y="243840"/>
                    <a:pt x="134620" y="243840"/>
                    <a:pt x="132080" y="243840"/>
                  </a:cubicBezTo>
                  <a:close/>
                  <a:moveTo>
                    <a:pt x="237490" y="158750"/>
                  </a:moveTo>
                  <a:cubicBezTo>
                    <a:pt x="236220" y="161290"/>
                    <a:pt x="234950" y="163830"/>
                    <a:pt x="232410" y="166370"/>
                  </a:cubicBezTo>
                  <a:cubicBezTo>
                    <a:pt x="226060" y="175260"/>
                    <a:pt x="218440" y="181610"/>
                    <a:pt x="209550" y="190500"/>
                  </a:cubicBezTo>
                  <a:lnTo>
                    <a:pt x="209550" y="190500"/>
                  </a:lnTo>
                  <a:cubicBezTo>
                    <a:pt x="205740" y="193040"/>
                    <a:pt x="203200" y="196850"/>
                    <a:pt x="199390" y="200660"/>
                  </a:cubicBezTo>
                  <a:cubicBezTo>
                    <a:pt x="195580" y="204470"/>
                    <a:pt x="193040" y="207010"/>
                    <a:pt x="189230" y="210820"/>
                  </a:cubicBezTo>
                  <a:cubicBezTo>
                    <a:pt x="180340" y="219710"/>
                    <a:pt x="173990" y="227330"/>
                    <a:pt x="165100" y="233680"/>
                  </a:cubicBezTo>
                  <a:cubicBezTo>
                    <a:pt x="162560" y="234950"/>
                    <a:pt x="160020" y="237490"/>
                    <a:pt x="157480" y="238760"/>
                  </a:cubicBezTo>
                  <a:cubicBezTo>
                    <a:pt x="160020" y="223520"/>
                    <a:pt x="162560" y="204470"/>
                    <a:pt x="182880" y="185420"/>
                  </a:cubicBezTo>
                  <a:cubicBezTo>
                    <a:pt x="203200" y="163830"/>
                    <a:pt x="222250" y="161290"/>
                    <a:pt x="237490" y="158750"/>
                  </a:cubicBezTo>
                  <a:close/>
                  <a:moveTo>
                    <a:pt x="243840" y="137160"/>
                  </a:moveTo>
                  <a:cubicBezTo>
                    <a:pt x="243840" y="137160"/>
                    <a:pt x="243840" y="137160"/>
                    <a:pt x="243840" y="137160"/>
                  </a:cubicBezTo>
                  <a:cubicBezTo>
                    <a:pt x="243840" y="137160"/>
                    <a:pt x="243840" y="137160"/>
                    <a:pt x="243840" y="137160"/>
                  </a:cubicBezTo>
                  <a:close/>
                  <a:moveTo>
                    <a:pt x="137160" y="243840"/>
                  </a:moveTo>
                  <a:cubicBezTo>
                    <a:pt x="137160" y="243840"/>
                    <a:pt x="137160" y="243840"/>
                    <a:pt x="137160" y="243840"/>
                  </a:cubicBezTo>
                  <a:cubicBezTo>
                    <a:pt x="137160" y="243840"/>
                    <a:pt x="137160" y="243840"/>
                    <a:pt x="137160" y="2438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66" name="Полилиния: фигура 456">
            <a:extLst>
              <a:ext uri="{FF2B5EF4-FFF2-40B4-BE49-F238E27FC236}">
                <a16:creationId xmlns:a16="http://schemas.microsoft.com/office/drawing/2014/main" id="{AD95E7F1-441E-B7CD-0354-4A09531D50F7}"/>
              </a:ext>
            </a:extLst>
          </p:cNvPr>
          <p:cNvSpPr/>
          <p:nvPr/>
        </p:nvSpPr>
        <p:spPr>
          <a:xfrm>
            <a:off x="7810374" y="4937093"/>
            <a:ext cx="236854" cy="235584"/>
          </a:xfrm>
          <a:custGeom>
            <a:avLst/>
            <a:gdLst>
              <a:gd name="connsiteX0" fmla="*/ 129540 w 236854"/>
              <a:gd name="connsiteY0" fmla="*/ 64135 h 235584"/>
              <a:gd name="connsiteX1" fmla="*/ 172720 w 236854"/>
              <a:gd name="connsiteY1" fmla="*/ 20955 h 235584"/>
              <a:gd name="connsiteX2" fmla="*/ 215900 w 236854"/>
              <a:gd name="connsiteY2" fmla="*/ 64135 h 235584"/>
              <a:gd name="connsiteX3" fmla="*/ 172720 w 236854"/>
              <a:gd name="connsiteY3" fmla="*/ 107315 h 235584"/>
              <a:gd name="connsiteX4" fmla="*/ 129540 w 236854"/>
              <a:gd name="connsiteY4" fmla="*/ 64135 h 235584"/>
              <a:gd name="connsiteX5" fmla="*/ 115570 w 236854"/>
              <a:gd name="connsiteY5" fmla="*/ 78105 h 235584"/>
              <a:gd name="connsiteX6" fmla="*/ 115570 w 236854"/>
              <a:gd name="connsiteY6" fmla="*/ 48895 h 235584"/>
              <a:gd name="connsiteX7" fmla="*/ 158750 w 236854"/>
              <a:gd name="connsiteY7" fmla="*/ 5715 h 235584"/>
              <a:gd name="connsiteX8" fmla="*/ 187960 w 236854"/>
              <a:gd name="connsiteY8" fmla="*/ 5715 h 235584"/>
              <a:gd name="connsiteX9" fmla="*/ 231140 w 236854"/>
              <a:gd name="connsiteY9" fmla="*/ 48895 h 235584"/>
              <a:gd name="connsiteX10" fmla="*/ 231140 w 236854"/>
              <a:gd name="connsiteY10" fmla="*/ 78105 h 235584"/>
              <a:gd name="connsiteX11" fmla="*/ 187960 w 236854"/>
              <a:gd name="connsiteY11" fmla="*/ 121285 h 235584"/>
              <a:gd name="connsiteX12" fmla="*/ 158750 w 236854"/>
              <a:gd name="connsiteY12" fmla="*/ 121285 h 235584"/>
              <a:gd name="connsiteX13" fmla="*/ 115570 w 236854"/>
              <a:gd name="connsiteY13" fmla="*/ 78105 h 235584"/>
              <a:gd name="connsiteX14" fmla="*/ 20320 w 236854"/>
              <a:gd name="connsiteY14" fmla="*/ 33655 h 235584"/>
              <a:gd name="connsiteX15" fmla="*/ 81280 w 236854"/>
              <a:gd name="connsiteY15" fmla="*/ 33655 h 235584"/>
              <a:gd name="connsiteX16" fmla="*/ 81280 w 236854"/>
              <a:gd name="connsiteY16" fmla="*/ 94615 h 235584"/>
              <a:gd name="connsiteX17" fmla="*/ 20320 w 236854"/>
              <a:gd name="connsiteY17" fmla="*/ 94615 h 235584"/>
              <a:gd name="connsiteX18" fmla="*/ 20320 w 236854"/>
              <a:gd name="connsiteY18" fmla="*/ 33655 h 235584"/>
              <a:gd name="connsiteX19" fmla="*/ 0 w 236854"/>
              <a:gd name="connsiteY19" fmla="*/ 33655 h 235584"/>
              <a:gd name="connsiteX20" fmla="*/ 20320 w 236854"/>
              <a:gd name="connsiteY20" fmla="*/ 13335 h 235584"/>
              <a:gd name="connsiteX21" fmla="*/ 81280 w 236854"/>
              <a:gd name="connsiteY21" fmla="*/ 13335 h 235584"/>
              <a:gd name="connsiteX22" fmla="*/ 101600 w 236854"/>
              <a:gd name="connsiteY22" fmla="*/ 33655 h 235584"/>
              <a:gd name="connsiteX23" fmla="*/ 101600 w 236854"/>
              <a:gd name="connsiteY23" fmla="*/ 94615 h 235584"/>
              <a:gd name="connsiteX24" fmla="*/ 81280 w 236854"/>
              <a:gd name="connsiteY24" fmla="*/ 114935 h 235584"/>
              <a:gd name="connsiteX25" fmla="*/ 20320 w 236854"/>
              <a:gd name="connsiteY25" fmla="*/ 114935 h 235584"/>
              <a:gd name="connsiteX26" fmla="*/ 0 w 236854"/>
              <a:gd name="connsiteY26" fmla="*/ 94615 h 235584"/>
              <a:gd name="connsiteX27" fmla="*/ 0 w 236854"/>
              <a:gd name="connsiteY27" fmla="*/ 33655 h 235584"/>
              <a:gd name="connsiteX28" fmla="*/ 81280 w 236854"/>
              <a:gd name="connsiteY28" fmla="*/ 154305 h 235584"/>
              <a:gd name="connsiteX29" fmla="*/ 20320 w 236854"/>
              <a:gd name="connsiteY29" fmla="*/ 154305 h 235584"/>
              <a:gd name="connsiteX30" fmla="*/ 20320 w 236854"/>
              <a:gd name="connsiteY30" fmla="*/ 215265 h 235584"/>
              <a:gd name="connsiteX31" fmla="*/ 81280 w 236854"/>
              <a:gd name="connsiteY31" fmla="*/ 215265 h 235584"/>
              <a:gd name="connsiteX32" fmla="*/ 81280 w 236854"/>
              <a:gd name="connsiteY32" fmla="*/ 154305 h 235584"/>
              <a:gd name="connsiteX33" fmla="*/ 20320 w 236854"/>
              <a:gd name="connsiteY33" fmla="*/ 133985 h 235584"/>
              <a:gd name="connsiteX34" fmla="*/ 0 w 236854"/>
              <a:gd name="connsiteY34" fmla="*/ 154305 h 235584"/>
              <a:gd name="connsiteX35" fmla="*/ 0 w 236854"/>
              <a:gd name="connsiteY35" fmla="*/ 215265 h 235584"/>
              <a:gd name="connsiteX36" fmla="*/ 20320 w 236854"/>
              <a:gd name="connsiteY36" fmla="*/ 235585 h 235584"/>
              <a:gd name="connsiteX37" fmla="*/ 81280 w 236854"/>
              <a:gd name="connsiteY37" fmla="*/ 235585 h 235584"/>
              <a:gd name="connsiteX38" fmla="*/ 101600 w 236854"/>
              <a:gd name="connsiteY38" fmla="*/ 215265 h 235584"/>
              <a:gd name="connsiteX39" fmla="*/ 101600 w 236854"/>
              <a:gd name="connsiteY39" fmla="*/ 154305 h 235584"/>
              <a:gd name="connsiteX40" fmla="*/ 81280 w 236854"/>
              <a:gd name="connsiteY40" fmla="*/ 133985 h 235584"/>
              <a:gd name="connsiteX41" fmla="*/ 20320 w 236854"/>
              <a:gd name="connsiteY41" fmla="*/ 133985 h 235584"/>
              <a:gd name="connsiteX42" fmla="*/ 142240 w 236854"/>
              <a:gd name="connsiteY42" fmla="*/ 154305 h 235584"/>
              <a:gd name="connsiteX43" fmla="*/ 203200 w 236854"/>
              <a:gd name="connsiteY43" fmla="*/ 154305 h 235584"/>
              <a:gd name="connsiteX44" fmla="*/ 203200 w 236854"/>
              <a:gd name="connsiteY44" fmla="*/ 215265 h 235584"/>
              <a:gd name="connsiteX45" fmla="*/ 142240 w 236854"/>
              <a:gd name="connsiteY45" fmla="*/ 215265 h 235584"/>
              <a:gd name="connsiteX46" fmla="*/ 142240 w 236854"/>
              <a:gd name="connsiteY46" fmla="*/ 154305 h 235584"/>
              <a:gd name="connsiteX47" fmla="*/ 121920 w 236854"/>
              <a:gd name="connsiteY47" fmla="*/ 154305 h 235584"/>
              <a:gd name="connsiteX48" fmla="*/ 142240 w 236854"/>
              <a:gd name="connsiteY48" fmla="*/ 133985 h 235584"/>
              <a:gd name="connsiteX49" fmla="*/ 203200 w 236854"/>
              <a:gd name="connsiteY49" fmla="*/ 133985 h 235584"/>
              <a:gd name="connsiteX50" fmla="*/ 223520 w 236854"/>
              <a:gd name="connsiteY50" fmla="*/ 154305 h 235584"/>
              <a:gd name="connsiteX51" fmla="*/ 223520 w 236854"/>
              <a:gd name="connsiteY51" fmla="*/ 215265 h 235584"/>
              <a:gd name="connsiteX52" fmla="*/ 203200 w 236854"/>
              <a:gd name="connsiteY52" fmla="*/ 235585 h 235584"/>
              <a:gd name="connsiteX53" fmla="*/ 142240 w 236854"/>
              <a:gd name="connsiteY53" fmla="*/ 235585 h 235584"/>
              <a:gd name="connsiteX54" fmla="*/ 121920 w 236854"/>
              <a:gd name="connsiteY54" fmla="*/ 215265 h 235584"/>
              <a:gd name="connsiteX55" fmla="*/ 121920 w 236854"/>
              <a:gd name="connsiteY55" fmla="*/ 154305 h 235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36854" h="235584">
                <a:moveTo>
                  <a:pt x="129540" y="64135"/>
                </a:moveTo>
                <a:lnTo>
                  <a:pt x="172720" y="20955"/>
                </a:lnTo>
                <a:lnTo>
                  <a:pt x="215900" y="64135"/>
                </a:lnTo>
                <a:lnTo>
                  <a:pt x="172720" y="107315"/>
                </a:lnTo>
                <a:lnTo>
                  <a:pt x="129540" y="64135"/>
                </a:lnTo>
                <a:close/>
                <a:moveTo>
                  <a:pt x="115570" y="78105"/>
                </a:moveTo>
                <a:cubicBezTo>
                  <a:pt x="107950" y="70485"/>
                  <a:pt x="107950" y="57785"/>
                  <a:pt x="115570" y="48895"/>
                </a:cubicBezTo>
                <a:lnTo>
                  <a:pt x="158750" y="5715"/>
                </a:lnTo>
                <a:cubicBezTo>
                  <a:pt x="166370" y="-1905"/>
                  <a:pt x="179070" y="-1905"/>
                  <a:pt x="187960" y="5715"/>
                </a:cubicBezTo>
                <a:lnTo>
                  <a:pt x="231140" y="48895"/>
                </a:lnTo>
                <a:cubicBezTo>
                  <a:pt x="238760" y="56515"/>
                  <a:pt x="238760" y="69215"/>
                  <a:pt x="231140" y="78105"/>
                </a:cubicBezTo>
                <a:lnTo>
                  <a:pt x="187960" y="121285"/>
                </a:lnTo>
                <a:cubicBezTo>
                  <a:pt x="180340" y="128905"/>
                  <a:pt x="167640" y="128905"/>
                  <a:pt x="158750" y="121285"/>
                </a:cubicBezTo>
                <a:lnTo>
                  <a:pt x="115570" y="78105"/>
                </a:lnTo>
                <a:close/>
                <a:moveTo>
                  <a:pt x="20320" y="33655"/>
                </a:moveTo>
                <a:lnTo>
                  <a:pt x="81280" y="33655"/>
                </a:lnTo>
                <a:lnTo>
                  <a:pt x="81280" y="94615"/>
                </a:lnTo>
                <a:lnTo>
                  <a:pt x="20320" y="94615"/>
                </a:lnTo>
                <a:lnTo>
                  <a:pt x="20320" y="33655"/>
                </a:lnTo>
                <a:close/>
                <a:moveTo>
                  <a:pt x="0" y="33655"/>
                </a:moveTo>
                <a:cubicBezTo>
                  <a:pt x="0" y="22225"/>
                  <a:pt x="8890" y="13335"/>
                  <a:pt x="20320" y="13335"/>
                </a:cubicBezTo>
                <a:lnTo>
                  <a:pt x="81280" y="13335"/>
                </a:lnTo>
                <a:cubicBezTo>
                  <a:pt x="92710" y="13335"/>
                  <a:pt x="101600" y="22225"/>
                  <a:pt x="101600" y="33655"/>
                </a:cubicBezTo>
                <a:lnTo>
                  <a:pt x="101600" y="94615"/>
                </a:lnTo>
                <a:cubicBezTo>
                  <a:pt x="101600" y="106045"/>
                  <a:pt x="92710" y="114935"/>
                  <a:pt x="81280" y="114935"/>
                </a:cubicBezTo>
                <a:lnTo>
                  <a:pt x="20320" y="114935"/>
                </a:lnTo>
                <a:cubicBezTo>
                  <a:pt x="8890" y="114935"/>
                  <a:pt x="0" y="106045"/>
                  <a:pt x="0" y="94615"/>
                </a:cubicBezTo>
                <a:lnTo>
                  <a:pt x="0" y="33655"/>
                </a:lnTo>
                <a:close/>
                <a:moveTo>
                  <a:pt x="81280" y="154305"/>
                </a:moveTo>
                <a:lnTo>
                  <a:pt x="20320" y="154305"/>
                </a:lnTo>
                <a:lnTo>
                  <a:pt x="20320" y="215265"/>
                </a:lnTo>
                <a:lnTo>
                  <a:pt x="81280" y="215265"/>
                </a:lnTo>
                <a:lnTo>
                  <a:pt x="81280" y="154305"/>
                </a:lnTo>
                <a:close/>
                <a:moveTo>
                  <a:pt x="20320" y="133985"/>
                </a:moveTo>
                <a:cubicBezTo>
                  <a:pt x="8890" y="133985"/>
                  <a:pt x="0" y="142875"/>
                  <a:pt x="0" y="154305"/>
                </a:cubicBezTo>
                <a:lnTo>
                  <a:pt x="0" y="215265"/>
                </a:lnTo>
                <a:cubicBezTo>
                  <a:pt x="0" y="226695"/>
                  <a:pt x="8890" y="235585"/>
                  <a:pt x="20320" y="235585"/>
                </a:cubicBezTo>
                <a:lnTo>
                  <a:pt x="81280" y="235585"/>
                </a:lnTo>
                <a:cubicBezTo>
                  <a:pt x="92710" y="235585"/>
                  <a:pt x="101600" y="226695"/>
                  <a:pt x="101600" y="215265"/>
                </a:cubicBezTo>
                <a:lnTo>
                  <a:pt x="101600" y="154305"/>
                </a:lnTo>
                <a:cubicBezTo>
                  <a:pt x="101600" y="142875"/>
                  <a:pt x="92710" y="133985"/>
                  <a:pt x="81280" y="133985"/>
                </a:cubicBezTo>
                <a:lnTo>
                  <a:pt x="20320" y="133985"/>
                </a:lnTo>
                <a:close/>
                <a:moveTo>
                  <a:pt x="142240" y="154305"/>
                </a:moveTo>
                <a:lnTo>
                  <a:pt x="203200" y="154305"/>
                </a:lnTo>
                <a:lnTo>
                  <a:pt x="203200" y="215265"/>
                </a:lnTo>
                <a:lnTo>
                  <a:pt x="142240" y="215265"/>
                </a:lnTo>
                <a:lnTo>
                  <a:pt x="142240" y="154305"/>
                </a:lnTo>
                <a:close/>
                <a:moveTo>
                  <a:pt x="121920" y="154305"/>
                </a:moveTo>
                <a:cubicBezTo>
                  <a:pt x="121920" y="142875"/>
                  <a:pt x="130810" y="133985"/>
                  <a:pt x="142240" y="133985"/>
                </a:cubicBezTo>
                <a:lnTo>
                  <a:pt x="203200" y="133985"/>
                </a:lnTo>
                <a:cubicBezTo>
                  <a:pt x="214630" y="133985"/>
                  <a:pt x="223520" y="142875"/>
                  <a:pt x="223520" y="154305"/>
                </a:cubicBezTo>
                <a:lnTo>
                  <a:pt x="223520" y="215265"/>
                </a:lnTo>
                <a:cubicBezTo>
                  <a:pt x="223520" y="226695"/>
                  <a:pt x="214630" y="235585"/>
                  <a:pt x="203200" y="235585"/>
                </a:cubicBezTo>
                <a:lnTo>
                  <a:pt x="142240" y="235585"/>
                </a:lnTo>
                <a:cubicBezTo>
                  <a:pt x="130810" y="235585"/>
                  <a:pt x="121920" y="226695"/>
                  <a:pt x="121920" y="215265"/>
                </a:cubicBezTo>
                <a:lnTo>
                  <a:pt x="121920" y="15430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7" name="Полилиния: фигура 457">
            <a:extLst>
              <a:ext uri="{FF2B5EF4-FFF2-40B4-BE49-F238E27FC236}">
                <a16:creationId xmlns:a16="http://schemas.microsoft.com/office/drawing/2014/main" id="{C53A24EA-7D67-FF65-7D9F-DDCDC609FAD5}"/>
              </a:ext>
            </a:extLst>
          </p:cNvPr>
          <p:cNvSpPr/>
          <p:nvPr/>
        </p:nvSpPr>
        <p:spPr>
          <a:xfrm>
            <a:off x="8386953" y="4979638"/>
            <a:ext cx="203200" cy="151129"/>
          </a:xfrm>
          <a:custGeom>
            <a:avLst/>
            <a:gdLst>
              <a:gd name="connsiteX0" fmla="*/ 15240 w 203200"/>
              <a:gd name="connsiteY0" fmla="*/ 0 h 151129"/>
              <a:gd name="connsiteX1" fmla="*/ 0 w 203200"/>
              <a:gd name="connsiteY1" fmla="*/ 15240 h 151129"/>
              <a:gd name="connsiteX2" fmla="*/ 15240 w 203200"/>
              <a:gd name="connsiteY2" fmla="*/ 30480 h 151129"/>
              <a:gd name="connsiteX3" fmla="*/ 30480 w 203200"/>
              <a:gd name="connsiteY3" fmla="*/ 15240 h 151129"/>
              <a:gd name="connsiteX4" fmla="*/ 15240 w 203200"/>
              <a:gd name="connsiteY4" fmla="*/ 0 h 151129"/>
              <a:gd name="connsiteX5" fmla="*/ 15240 w 203200"/>
              <a:gd name="connsiteY5" fmla="*/ 60960 h 151129"/>
              <a:gd name="connsiteX6" fmla="*/ 0 w 203200"/>
              <a:gd name="connsiteY6" fmla="*/ 76200 h 151129"/>
              <a:gd name="connsiteX7" fmla="*/ 15240 w 203200"/>
              <a:gd name="connsiteY7" fmla="*/ 91440 h 151129"/>
              <a:gd name="connsiteX8" fmla="*/ 30480 w 203200"/>
              <a:gd name="connsiteY8" fmla="*/ 76200 h 151129"/>
              <a:gd name="connsiteX9" fmla="*/ 15240 w 203200"/>
              <a:gd name="connsiteY9" fmla="*/ 60960 h 151129"/>
              <a:gd name="connsiteX10" fmla="*/ 0 w 203200"/>
              <a:gd name="connsiteY10" fmla="*/ 135890 h 151129"/>
              <a:gd name="connsiteX11" fmla="*/ 15240 w 203200"/>
              <a:gd name="connsiteY11" fmla="*/ 120650 h 151129"/>
              <a:gd name="connsiteX12" fmla="*/ 30480 w 203200"/>
              <a:gd name="connsiteY12" fmla="*/ 135890 h 151129"/>
              <a:gd name="connsiteX13" fmla="*/ 15240 w 203200"/>
              <a:gd name="connsiteY13" fmla="*/ 151130 h 151129"/>
              <a:gd name="connsiteX14" fmla="*/ 0 w 203200"/>
              <a:gd name="connsiteY14" fmla="*/ 135890 h 151129"/>
              <a:gd name="connsiteX15" fmla="*/ 59690 w 203200"/>
              <a:gd name="connsiteY15" fmla="*/ 5080 h 151129"/>
              <a:gd name="connsiteX16" fmla="*/ 49530 w 203200"/>
              <a:gd name="connsiteY16" fmla="*/ 15240 h 151129"/>
              <a:gd name="connsiteX17" fmla="*/ 59690 w 203200"/>
              <a:gd name="connsiteY17" fmla="*/ 25400 h 151129"/>
              <a:gd name="connsiteX18" fmla="*/ 191770 w 203200"/>
              <a:gd name="connsiteY18" fmla="*/ 25400 h 151129"/>
              <a:gd name="connsiteX19" fmla="*/ 201930 w 203200"/>
              <a:gd name="connsiteY19" fmla="*/ 15240 h 151129"/>
              <a:gd name="connsiteX20" fmla="*/ 191770 w 203200"/>
              <a:gd name="connsiteY20" fmla="*/ 5080 h 151129"/>
              <a:gd name="connsiteX21" fmla="*/ 59690 w 203200"/>
              <a:gd name="connsiteY21" fmla="*/ 5080 h 151129"/>
              <a:gd name="connsiteX22" fmla="*/ 50800 w 203200"/>
              <a:gd name="connsiteY22" fmla="*/ 76200 h 151129"/>
              <a:gd name="connsiteX23" fmla="*/ 60961 w 203200"/>
              <a:gd name="connsiteY23" fmla="*/ 66040 h 151129"/>
              <a:gd name="connsiteX24" fmla="*/ 193040 w 203200"/>
              <a:gd name="connsiteY24" fmla="*/ 66040 h 151129"/>
              <a:gd name="connsiteX25" fmla="*/ 203200 w 203200"/>
              <a:gd name="connsiteY25" fmla="*/ 76200 h 151129"/>
              <a:gd name="connsiteX26" fmla="*/ 193040 w 203200"/>
              <a:gd name="connsiteY26" fmla="*/ 86360 h 151129"/>
              <a:gd name="connsiteX27" fmla="*/ 60961 w 203200"/>
              <a:gd name="connsiteY27" fmla="*/ 86360 h 151129"/>
              <a:gd name="connsiteX28" fmla="*/ 50800 w 203200"/>
              <a:gd name="connsiteY28" fmla="*/ 76200 h 151129"/>
              <a:gd name="connsiteX29" fmla="*/ 59690 w 203200"/>
              <a:gd name="connsiteY29" fmla="*/ 125730 h 151129"/>
              <a:gd name="connsiteX30" fmla="*/ 49530 w 203200"/>
              <a:gd name="connsiteY30" fmla="*/ 135890 h 151129"/>
              <a:gd name="connsiteX31" fmla="*/ 59690 w 203200"/>
              <a:gd name="connsiteY31" fmla="*/ 146050 h 151129"/>
              <a:gd name="connsiteX32" fmla="*/ 191770 w 203200"/>
              <a:gd name="connsiteY32" fmla="*/ 146050 h 151129"/>
              <a:gd name="connsiteX33" fmla="*/ 201930 w 203200"/>
              <a:gd name="connsiteY33" fmla="*/ 135890 h 151129"/>
              <a:gd name="connsiteX34" fmla="*/ 191770 w 203200"/>
              <a:gd name="connsiteY34" fmla="*/ 125730 h 151129"/>
              <a:gd name="connsiteX35" fmla="*/ 59690 w 203200"/>
              <a:gd name="connsiteY35" fmla="*/ 125730 h 151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03200" h="151129">
                <a:moveTo>
                  <a:pt x="15240" y="0"/>
                </a:moveTo>
                <a:cubicBezTo>
                  <a:pt x="6350" y="0"/>
                  <a:pt x="0" y="6350"/>
                  <a:pt x="0" y="15240"/>
                </a:cubicBezTo>
                <a:cubicBezTo>
                  <a:pt x="0" y="24130"/>
                  <a:pt x="6350" y="30480"/>
                  <a:pt x="15240" y="30480"/>
                </a:cubicBezTo>
                <a:cubicBezTo>
                  <a:pt x="24130" y="30480"/>
                  <a:pt x="30480" y="24130"/>
                  <a:pt x="30480" y="15240"/>
                </a:cubicBezTo>
                <a:cubicBezTo>
                  <a:pt x="30480" y="6350"/>
                  <a:pt x="22861" y="0"/>
                  <a:pt x="15240" y="0"/>
                </a:cubicBezTo>
                <a:close/>
                <a:moveTo>
                  <a:pt x="15240" y="60960"/>
                </a:moveTo>
                <a:cubicBezTo>
                  <a:pt x="6350" y="60960"/>
                  <a:pt x="0" y="67310"/>
                  <a:pt x="0" y="76200"/>
                </a:cubicBezTo>
                <a:cubicBezTo>
                  <a:pt x="0" y="85090"/>
                  <a:pt x="6350" y="91440"/>
                  <a:pt x="15240" y="91440"/>
                </a:cubicBezTo>
                <a:cubicBezTo>
                  <a:pt x="24130" y="91440"/>
                  <a:pt x="30480" y="85090"/>
                  <a:pt x="30480" y="76200"/>
                </a:cubicBezTo>
                <a:cubicBezTo>
                  <a:pt x="30480" y="67310"/>
                  <a:pt x="22861" y="60960"/>
                  <a:pt x="15240" y="60960"/>
                </a:cubicBezTo>
                <a:close/>
                <a:moveTo>
                  <a:pt x="0" y="135890"/>
                </a:moveTo>
                <a:cubicBezTo>
                  <a:pt x="0" y="127000"/>
                  <a:pt x="6350" y="120650"/>
                  <a:pt x="15240" y="120650"/>
                </a:cubicBezTo>
                <a:cubicBezTo>
                  <a:pt x="24130" y="120650"/>
                  <a:pt x="30480" y="127000"/>
                  <a:pt x="30480" y="135890"/>
                </a:cubicBezTo>
                <a:cubicBezTo>
                  <a:pt x="30480" y="144780"/>
                  <a:pt x="24130" y="151130"/>
                  <a:pt x="15240" y="151130"/>
                </a:cubicBezTo>
                <a:cubicBezTo>
                  <a:pt x="6350" y="151130"/>
                  <a:pt x="0" y="144780"/>
                  <a:pt x="0" y="135890"/>
                </a:cubicBezTo>
                <a:close/>
                <a:moveTo>
                  <a:pt x="59690" y="5080"/>
                </a:moveTo>
                <a:cubicBezTo>
                  <a:pt x="54611" y="5080"/>
                  <a:pt x="49530" y="10160"/>
                  <a:pt x="49530" y="15240"/>
                </a:cubicBezTo>
                <a:cubicBezTo>
                  <a:pt x="49530" y="20320"/>
                  <a:pt x="54611" y="25400"/>
                  <a:pt x="59690" y="25400"/>
                </a:cubicBezTo>
                <a:lnTo>
                  <a:pt x="191770" y="25400"/>
                </a:lnTo>
                <a:cubicBezTo>
                  <a:pt x="196850" y="25400"/>
                  <a:pt x="201930" y="20320"/>
                  <a:pt x="201930" y="15240"/>
                </a:cubicBezTo>
                <a:cubicBezTo>
                  <a:pt x="201930" y="10160"/>
                  <a:pt x="196850" y="5080"/>
                  <a:pt x="191770" y="5080"/>
                </a:cubicBezTo>
                <a:lnTo>
                  <a:pt x="59690" y="5080"/>
                </a:lnTo>
                <a:close/>
                <a:moveTo>
                  <a:pt x="50800" y="76200"/>
                </a:moveTo>
                <a:cubicBezTo>
                  <a:pt x="50800" y="71120"/>
                  <a:pt x="55880" y="66040"/>
                  <a:pt x="60961" y="66040"/>
                </a:cubicBezTo>
                <a:lnTo>
                  <a:pt x="193040" y="66040"/>
                </a:lnTo>
                <a:cubicBezTo>
                  <a:pt x="198120" y="66040"/>
                  <a:pt x="203200" y="71120"/>
                  <a:pt x="203200" y="76200"/>
                </a:cubicBezTo>
                <a:cubicBezTo>
                  <a:pt x="203200" y="81280"/>
                  <a:pt x="198120" y="86360"/>
                  <a:pt x="193040" y="86360"/>
                </a:cubicBezTo>
                <a:lnTo>
                  <a:pt x="60961" y="86360"/>
                </a:lnTo>
                <a:cubicBezTo>
                  <a:pt x="54611" y="86360"/>
                  <a:pt x="50800" y="81280"/>
                  <a:pt x="50800" y="76200"/>
                </a:cubicBezTo>
                <a:close/>
                <a:moveTo>
                  <a:pt x="59690" y="125730"/>
                </a:moveTo>
                <a:cubicBezTo>
                  <a:pt x="54611" y="125730"/>
                  <a:pt x="49530" y="130810"/>
                  <a:pt x="49530" y="135890"/>
                </a:cubicBezTo>
                <a:cubicBezTo>
                  <a:pt x="49530" y="140970"/>
                  <a:pt x="54611" y="146050"/>
                  <a:pt x="59690" y="146050"/>
                </a:cubicBezTo>
                <a:lnTo>
                  <a:pt x="191770" y="146050"/>
                </a:lnTo>
                <a:cubicBezTo>
                  <a:pt x="196850" y="146050"/>
                  <a:pt x="201930" y="140970"/>
                  <a:pt x="201930" y="135890"/>
                </a:cubicBezTo>
                <a:cubicBezTo>
                  <a:pt x="201930" y="130810"/>
                  <a:pt x="196850" y="125730"/>
                  <a:pt x="191770" y="125730"/>
                </a:cubicBezTo>
                <a:lnTo>
                  <a:pt x="59690" y="12573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8" name="Полилиния: фигура 460">
            <a:extLst>
              <a:ext uri="{FF2B5EF4-FFF2-40B4-BE49-F238E27FC236}">
                <a16:creationId xmlns:a16="http://schemas.microsoft.com/office/drawing/2014/main" id="{99985E61-82BD-90B3-EFD3-82BA4E665799}"/>
              </a:ext>
            </a:extLst>
          </p:cNvPr>
          <p:cNvSpPr/>
          <p:nvPr/>
        </p:nvSpPr>
        <p:spPr>
          <a:xfrm>
            <a:off x="8939086" y="4967177"/>
            <a:ext cx="217487" cy="176290"/>
          </a:xfrm>
          <a:custGeom>
            <a:avLst/>
            <a:gdLst>
              <a:gd name="connsiteX0" fmla="*/ 57467 w 217487"/>
              <a:gd name="connsiteY0" fmla="*/ 16270 h 176290"/>
              <a:gd name="connsiteX1" fmla="*/ 56198 w 217487"/>
              <a:gd name="connsiteY1" fmla="*/ 2300 h 176290"/>
              <a:gd name="connsiteX2" fmla="*/ 42228 w 217487"/>
              <a:gd name="connsiteY2" fmla="*/ 3570 h 176290"/>
              <a:gd name="connsiteX3" fmla="*/ 24448 w 217487"/>
              <a:gd name="connsiteY3" fmla="*/ 25161 h 176290"/>
              <a:gd name="connsiteX4" fmla="*/ 16828 w 217487"/>
              <a:gd name="connsiteY4" fmla="*/ 17540 h 176290"/>
              <a:gd name="connsiteX5" fmla="*/ 2857 w 217487"/>
              <a:gd name="connsiteY5" fmla="*/ 17540 h 176290"/>
              <a:gd name="connsiteX6" fmla="*/ 2857 w 217487"/>
              <a:gd name="connsiteY6" fmla="*/ 31511 h 176290"/>
              <a:gd name="connsiteX7" fmla="*/ 16828 w 217487"/>
              <a:gd name="connsiteY7" fmla="*/ 45480 h 176290"/>
              <a:gd name="connsiteX8" fmla="*/ 33338 w 217487"/>
              <a:gd name="connsiteY8" fmla="*/ 44211 h 176290"/>
              <a:gd name="connsiteX9" fmla="*/ 57467 w 217487"/>
              <a:gd name="connsiteY9" fmla="*/ 16270 h 176290"/>
              <a:gd name="connsiteX10" fmla="*/ 85407 w 217487"/>
              <a:gd name="connsiteY10" fmla="*/ 40400 h 176290"/>
              <a:gd name="connsiteX11" fmla="*/ 95567 w 217487"/>
              <a:gd name="connsiteY11" fmla="*/ 30240 h 176290"/>
              <a:gd name="connsiteX12" fmla="*/ 207328 w 217487"/>
              <a:gd name="connsiteY12" fmla="*/ 30240 h 176290"/>
              <a:gd name="connsiteX13" fmla="*/ 217488 w 217487"/>
              <a:gd name="connsiteY13" fmla="*/ 40400 h 176290"/>
              <a:gd name="connsiteX14" fmla="*/ 207328 w 217487"/>
              <a:gd name="connsiteY14" fmla="*/ 50561 h 176290"/>
              <a:gd name="connsiteX15" fmla="*/ 95567 w 217487"/>
              <a:gd name="connsiteY15" fmla="*/ 50561 h 176290"/>
              <a:gd name="connsiteX16" fmla="*/ 85407 w 217487"/>
              <a:gd name="connsiteY16" fmla="*/ 40400 h 176290"/>
              <a:gd name="connsiteX17" fmla="*/ 24448 w 217487"/>
              <a:gd name="connsiteY17" fmla="*/ 86120 h 176290"/>
              <a:gd name="connsiteX18" fmla="*/ 9207 w 217487"/>
              <a:gd name="connsiteY18" fmla="*/ 101361 h 176290"/>
              <a:gd name="connsiteX19" fmla="*/ 24448 w 217487"/>
              <a:gd name="connsiteY19" fmla="*/ 116600 h 176290"/>
              <a:gd name="connsiteX20" fmla="*/ 39688 w 217487"/>
              <a:gd name="connsiteY20" fmla="*/ 101361 h 176290"/>
              <a:gd name="connsiteX21" fmla="*/ 24448 w 217487"/>
              <a:gd name="connsiteY21" fmla="*/ 86120 h 176290"/>
              <a:gd name="connsiteX22" fmla="*/ 24448 w 217487"/>
              <a:gd name="connsiteY22" fmla="*/ 145811 h 176290"/>
              <a:gd name="connsiteX23" fmla="*/ 9207 w 217487"/>
              <a:gd name="connsiteY23" fmla="*/ 161050 h 176290"/>
              <a:gd name="connsiteX24" fmla="*/ 24448 w 217487"/>
              <a:gd name="connsiteY24" fmla="*/ 176290 h 176290"/>
              <a:gd name="connsiteX25" fmla="*/ 39688 w 217487"/>
              <a:gd name="connsiteY25" fmla="*/ 161050 h 176290"/>
              <a:gd name="connsiteX26" fmla="*/ 24448 w 217487"/>
              <a:gd name="connsiteY26" fmla="*/ 145811 h 176290"/>
              <a:gd name="connsiteX27" fmla="*/ 75248 w 217487"/>
              <a:gd name="connsiteY27" fmla="*/ 91200 h 176290"/>
              <a:gd name="connsiteX28" fmla="*/ 65088 w 217487"/>
              <a:gd name="connsiteY28" fmla="*/ 101361 h 176290"/>
              <a:gd name="connsiteX29" fmla="*/ 75248 w 217487"/>
              <a:gd name="connsiteY29" fmla="*/ 111520 h 176290"/>
              <a:gd name="connsiteX30" fmla="*/ 207328 w 217487"/>
              <a:gd name="connsiteY30" fmla="*/ 111520 h 176290"/>
              <a:gd name="connsiteX31" fmla="*/ 217488 w 217487"/>
              <a:gd name="connsiteY31" fmla="*/ 101361 h 176290"/>
              <a:gd name="connsiteX32" fmla="*/ 207328 w 217487"/>
              <a:gd name="connsiteY32" fmla="*/ 91200 h 176290"/>
              <a:gd name="connsiteX33" fmla="*/ 75248 w 217487"/>
              <a:gd name="connsiteY33" fmla="*/ 91200 h 176290"/>
              <a:gd name="connsiteX34" fmla="*/ 65088 w 217487"/>
              <a:gd name="connsiteY34" fmla="*/ 161050 h 176290"/>
              <a:gd name="connsiteX35" fmla="*/ 75248 w 217487"/>
              <a:gd name="connsiteY35" fmla="*/ 150890 h 176290"/>
              <a:gd name="connsiteX36" fmla="*/ 207328 w 217487"/>
              <a:gd name="connsiteY36" fmla="*/ 150890 h 176290"/>
              <a:gd name="connsiteX37" fmla="*/ 217488 w 217487"/>
              <a:gd name="connsiteY37" fmla="*/ 161050 h 176290"/>
              <a:gd name="connsiteX38" fmla="*/ 207328 w 217487"/>
              <a:gd name="connsiteY38" fmla="*/ 171211 h 176290"/>
              <a:gd name="connsiteX39" fmla="*/ 75248 w 217487"/>
              <a:gd name="connsiteY39" fmla="*/ 171211 h 176290"/>
              <a:gd name="connsiteX40" fmla="*/ 65088 w 217487"/>
              <a:gd name="connsiteY40" fmla="*/ 161050 h 176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17487" h="176290">
                <a:moveTo>
                  <a:pt x="57467" y="16270"/>
                </a:moveTo>
                <a:cubicBezTo>
                  <a:pt x="61278" y="12461"/>
                  <a:pt x="60007" y="6111"/>
                  <a:pt x="56198" y="2300"/>
                </a:cubicBezTo>
                <a:cubicBezTo>
                  <a:pt x="52388" y="-1510"/>
                  <a:pt x="46038" y="-239"/>
                  <a:pt x="42228" y="3570"/>
                </a:cubicBezTo>
                <a:lnTo>
                  <a:pt x="24448" y="25161"/>
                </a:lnTo>
                <a:lnTo>
                  <a:pt x="16828" y="17540"/>
                </a:lnTo>
                <a:cubicBezTo>
                  <a:pt x="13017" y="13730"/>
                  <a:pt x="6667" y="13730"/>
                  <a:pt x="2857" y="17540"/>
                </a:cubicBezTo>
                <a:cubicBezTo>
                  <a:pt x="-952" y="21350"/>
                  <a:pt x="-952" y="27700"/>
                  <a:pt x="2857" y="31511"/>
                </a:cubicBezTo>
                <a:lnTo>
                  <a:pt x="16828" y="45480"/>
                </a:lnTo>
                <a:cubicBezTo>
                  <a:pt x="21907" y="50561"/>
                  <a:pt x="29528" y="49290"/>
                  <a:pt x="33338" y="44211"/>
                </a:cubicBezTo>
                <a:lnTo>
                  <a:pt x="57467" y="16270"/>
                </a:lnTo>
                <a:close/>
                <a:moveTo>
                  <a:pt x="85407" y="40400"/>
                </a:moveTo>
                <a:cubicBezTo>
                  <a:pt x="85407" y="35320"/>
                  <a:pt x="90488" y="30240"/>
                  <a:pt x="95567" y="30240"/>
                </a:cubicBezTo>
                <a:lnTo>
                  <a:pt x="207328" y="30240"/>
                </a:lnTo>
                <a:cubicBezTo>
                  <a:pt x="212407" y="30240"/>
                  <a:pt x="217488" y="35320"/>
                  <a:pt x="217488" y="40400"/>
                </a:cubicBezTo>
                <a:cubicBezTo>
                  <a:pt x="217488" y="45480"/>
                  <a:pt x="212407" y="50561"/>
                  <a:pt x="207328" y="50561"/>
                </a:cubicBezTo>
                <a:lnTo>
                  <a:pt x="95567" y="50561"/>
                </a:lnTo>
                <a:cubicBezTo>
                  <a:pt x="89217" y="50561"/>
                  <a:pt x="85407" y="45480"/>
                  <a:pt x="85407" y="40400"/>
                </a:cubicBezTo>
                <a:close/>
                <a:moveTo>
                  <a:pt x="24448" y="86120"/>
                </a:moveTo>
                <a:cubicBezTo>
                  <a:pt x="15557" y="86120"/>
                  <a:pt x="9207" y="92470"/>
                  <a:pt x="9207" y="101361"/>
                </a:cubicBezTo>
                <a:cubicBezTo>
                  <a:pt x="9207" y="110250"/>
                  <a:pt x="15557" y="116600"/>
                  <a:pt x="24448" y="116600"/>
                </a:cubicBezTo>
                <a:cubicBezTo>
                  <a:pt x="33338" y="116600"/>
                  <a:pt x="39688" y="110250"/>
                  <a:pt x="39688" y="101361"/>
                </a:cubicBezTo>
                <a:cubicBezTo>
                  <a:pt x="39688" y="92470"/>
                  <a:pt x="32067" y="86120"/>
                  <a:pt x="24448" y="86120"/>
                </a:cubicBezTo>
                <a:close/>
                <a:moveTo>
                  <a:pt x="24448" y="145811"/>
                </a:moveTo>
                <a:cubicBezTo>
                  <a:pt x="15557" y="145811"/>
                  <a:pt x="9207" y="152161"/>
                  <a:pt x="9207" y="161050"/>
                </a:cubicBezTo>
                <a:cubicBezTo>
                  <a:pt x="9207" y="169940"/>
                  <a:pt x="15557" y="176290"/>
                  <a:pt x="24448" y="176290"/>
                </a:cubicBezTo>
                <a:cubicBezTo>
                  <a:pt x="33338" y="176290"/>
                  <a:pt x="39688" y="169940"/>
                  <a:pt x="39688" y="161050"/>
                </a:cubicBezTo>
                <a:cubicBezTo>
                  <a:pt x="39688" y="152161"/>
                  <a:pt x="32067" y="145811"/>
                  <a:pt x="24448" y="145811"/>
                </a:cubicBezTo>
                <a:close/>
                <a:moveTo>
                  <a:pt x="75248" y="91200"/>
                </a:moveTo>
                <a:cubicBezTo>
                  <a:pt x="70167" y="91200"/>
                  <a:pt x="65088" y="96280"/>
                  <a:pt x="65088" y="101361"/>
                </a:cubicBezTo>
                <a:cubicBezTo>
                  <a:pt x="65088" y="106440"/>
                  <a:pt x="70167" y="111520"/>
                  <a:pt x="75248" y="111520"/>
                </a:cubicBezTo>
                <a:lnTo>
                  <a:pt x="207328" y="111520"/>
                </a:lnTo>
                <a:cubicBezTo>
                  <a:pt x="212407" y="111520"/>
                  <a:pt x="217488" y="106440"/>
                  <a:pt x="217488" y="101361"/>
                </a:cubicBezTo>
                <a:cubicBezTo>
                  <a:pt x="217488" y="96280"/>
                  <a:pt x="212407" y="91200"/>
                  <a:pt x="207328" y="91200"/>
                </a:cubicBezTo>
                <a:lnTo>
                  <a:pt x="75248" y="91200"/>
                </a:lnTo>
                <a:close/>
                <a:moveTo>
                  <a:pt x="65088" y="161050"/>
                </a:moveTo>
                <a:cubicBezTo>
                  <a:pt x="65088" y="155970"/>
                  <a:pt x="70167" y="150890"/>
                  <a:pt x="75248" y="150890"/>
                </a:cubicBezTo>
                <a:lnTo>
                  <a:pt x="207328" y="150890"/>
                </a:lnTo>
                <a:cubicBezTo>
                  <a:pt x="212407" y="150890"/>
                  <a:pt x="217488" y="155970"/>
                  <a:pt x="217488" y="161050"/>
                </a:cubicBezTo>
                <a:cubicBezTo>
                  <a:pt x="217488" y="166130"/>
                  <a:pt x="212407" y="171211"/>
                  <a:pt x="207328" y="171211"/>
                </a:cubicBezTo>
                <a:lnTo>
                  <a:pt x="75248" y="171211"/>
                </a:lnTo>
                <a:cubicBezTo>
                  <a:pt x="68898" y="171211"/>
                  <a:pt x="65088" y="167400"/>
                  <a:pt x="65088" y="16105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9" name="Полилиния: фигура 465">
            <a:extLst>
              <a:ext uri="{FF2B5EF4-FFF2-40B4-BE49-F238E27FC236}">
                <a16:creationId xmlns:a16="http://schemas.microsoft.com/office/drawing/2014/main" id="{1958E79C-1BC8-A3BA-699C-2FDF4EDE9F92}"/>
              </a:ext>
            </a:extLst>
          </p:cNvPr>
          <p:cNvSpPr/>
          <p:nvPr/>
        </p:nvSpPr>
        <p:spPr>
          <a:xfrm>
            <a:off x="9473827" y="4964398"/>
            <a:ext cx="264406" cy="182879"/>
          </a:xfrm>
          <a:custGeom>
            <a:avLst/>
            <a:gdLst>
              <a:gd name="connsiteX0" fmla="*/ 91686 w 264406"/>
              <a:gd name="connsiteY0" fmla="*/ 20320 h 182879"/>
              <a:gd name="connsiteX1" fmla="*/ 91686 w 264406"/>
              <a:gd name="connsiteY1" fmla="*/ 60960 h 182879"/>
              <a:gd name="connsiteX2" fmla="*/ 244086 w 264406"/>
              <a:gd name="connsiteY2" fmla="*/ 60960 h 182879"/>
              <a:gd name="connsiteX3" fmla="*/ 244086 w 264406"/>
              <a:gd name="connsiteY3" fmla="*/ 20320 h 182879"/>
              <a:gd name="connsiteX4" fmla="*/ 91686 w 264406"/>
              <a:gd name="connsiteY4" fmla="*/ 20320 h 182879"/>
              <a:gd name="connsiteX5" fmla="*/ 81526 w 264406"/>
              <a:gd name="connsiteY5" fmla="*/ 0 h 182879"/>
              <a:gd name="connsiteX6" fmla="*/ 71366 w 264406"/>
              <a:gd name="connsiteY6" fmla="*/ 10160 h 182879"/>
              <a:gd name="connsiteX7" fmla="*/ 71366 w 264406"/>
              <a:gd name="connsiteY7" fmla="*/ 71120 h 182879"/>
              <a:gd name="connsiteX8" fmla="*/ 81526 w 264406"/>
              <a:gd name="connsiteY8" fmla="*/ 81280 h 182879"/>
              <a:gd name="connsiteX9" fmla="*/ 254246 w 264406"/>
              <a:gd name="connsiteY9" fmla="*/ 81280 h 182879"/>
              <a:gd name="connsiteX10" fmla="*/ 264406 w 264406"/>
              <a:gd name="connsiteY10" fmla="*/ 71120 h 182879"/>
              <a:gd name="connsiteX11" fmla="*/ 264406 w 264406"/>
              <a:gd name="connsiteY11" fmla="*/ 10160 h 182879"/>
              <a:gd name="connsiteX12" fmla="*/ 254246 w 264406"/>
              <a:gd name="connsiteY12" fmla="*/ 0 h 182879"/>
              <a:gd name="connsiteX13" fmla="*/ 81526 w 264406"/>
              <a:gd name="connsiteY13" fmla="*/ 0 h 182879"/>
              <a:gd name="connsiteX14" fmla="*/ 91686 w 264406"/>
              <a:gd name="connsiteY14" fmla="*/ 121920 h 182879"/>
              <a:gd name="connsiteX15" fmla="*/ 91686 w 264406"/>
              <a:gd name="connsiteY15" fmla="*/ 162560 h 182879"/>
              <a:gd name="connsiteX16" fmla="*/ 244086 w 264406"/>
              <a:gd name="connsiteY16" fmla="*/ 162560 h 182879"/>
              <a:gd name="connsiteX17" fmla="*/ 244086 w 264406"/>
              <a:gd name="connsiteY17" fmla="*/ 121920 h 182879"/>
              <a:gd name="connsiteX18" fmla="*/ 91686 w 264406"/>
              <a:gd name="connsiteY18" fmla="*/ 121920 h 182879"/>
              <a:gd name="connsiteX19" fmla="*/ 81526 w 264406"/>
              <a:gd name="connsiteY19" fmla="*/ 101600 h 182879"/>
              <a:gd name="connsiteX20" fmla="*/ 71366 w 264406"/>
              <a:gd name="connsiteY20" fmla="*/ 111760 h 182879"/>
              <a:gd name="connsiteX21" fmla="*/ 71366 w 264406"/>
              <a:gd name="connsiteY21" fmla="*/ 172720 h 182879"/>
              <a:gd name="connsiteX22" fmla="*/ 81526 w 264406"/>
              <a:gd name="connsiteY22" fmla="*/ 182880 h 182879"/>
              <a:gd name="connsiteX23" fmla="*/ 254246 w 264406"/>
              <a:gd name="connsiteY23" fmla="*/ 182880 h 182879"/>
              <a:gd name="connsiteX24" fmla="*/ 264406 w 264406"/>
              <a:gd name="connsiteY24" fmla="*/ 172720 h 182879"/>
              <a:gd name="connsiteX25" fmla="*/ 264406 w 264406"/>
              <a:gd name="connsiteY25" fmla="*/ 111760 h 182879"/>
              <a:gd name="connsiteX26" fmla="*/ 254246 w 264406"/>
              <a:gd name="connsiteY26" fmla="*/ 101600 h 182879"/>
              <a:gd name="connsiteX27" fmla="*/ 81526 w 264406"/>
              <a:gd name="connsiteY27" fmla="*/ 101600 h 182879"/>
              <a:gd name="connsiteX28" fmla="*/ 45966 w 264406"/>
              <a:gd name="connsiteY28" fmla="*/ 86360 h 182879"/>
              <a:gd name="connsiteX29" fmla="*/ 35806 w 264406"/>
              <a:gd name="connsiteY29" fmla="*/ 78740 h 182879"/>
              <a:gd name="connsiteX30" fmla="*/ 34536 w 264406"/>
              <a:gd name="connsiteY30" fmla="*/ 69850 h 182879"/>
              <a:gd name="connsiteX31" fmla="*/ 25646 w 264406"/>
              <a:gd name="connsiteY31" fmla="*/ 96520 h 182879"/>
              <a:gd name="connsiteX32" fmla="*/ 42156 w 264406"/>
              <a:gd name="connsiteY32" fmla="*/ 129540 h 182879"/>
              <a:gd name="connsiteX33" fmla="*/ 43426 w 264406"/>
              <a:gd name="connsiteY33" fmla="*/ 142240 h 182879"/>
              <a:gd name="connsiteX34" fmla="*/ 30726 w 264406"/>
              <a:gd name="connsiteY34" fmla="*/ 143510 h 182879"/>
              <a:gd name="connsiteX35" fmla="*/ 6596 w 264406"/>
              <a:gd name="connsiteY35" fmla="*/ 95250 h 182879"/>
              <a:gd name="connsiteX36" fmla="*/ 20566 w 264406"/>
              <a:gd name="connsiteY36" fmla="*/ 57150 h 182879"/>
              <a:gd name="connsiteX37" fmla="*/ 10406 w 264406"/>
              <a:gd name="connsiteY37" fmla="*/ 58420 h 182879"/>
              <a:gd name="connsiteX38" fmla="*/ 246 w 264406"/>
              <a:gd name="connsiteY38" fmla="*/ 50800 h 182879"/>
              <a:gd name="connsiteX39" fmla="*/ 7866 w 264406"/>
              <a:gd name="connsiteY39" fmla="*/ 40640 h 182879"/>
              <a:gd name="connsiteX40" fmla="*/ 39616 w 264406"/>
              <a:gd name="connsiteY40" fmla="*/ 36830 h 182879"/>
              <a:gd name="connsiteX41" fmla="*/ 49776 w 264406"/>
              <a:gd name="connsiteY41" fmla="*/ 44450 h 182879"/>
              <a:gd name="connsiteX42" fmla="*/ 53586 w 264406"/>
              <a:gd name="connsiteY42" fmla="*/ 76200 h 182879"/>
              <a:gd name="connsiteX43" fmla="*/ 45966 w 264406"/>
              <a:gd name="connsiteY43" fmla="*/ 86360 h 182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64406" h="182879">
                <a:moveTo>
                  <a:pt x="91686" y="20320"/>
                </a:moveTo>
                <a:lnTo>
                  <a:pt x="91686" y="60960"/>
                </a:lnTo>
                <a:lnTo>
                  <a:pt x="244086" y="60960"/>
                </a:lnTo>
                <a:lnTo>
                  <a:pt x="244086" y="20320"/>
                </a:lnTo>
                <a:lnTo>
                  <a:pt x="91686" y="20320"/>
                </a:lnTo>
                <a:close/>
                <a:moveTo>
                  <a:pt x="81526" y="0"/>
                </a:moveTo>
                <a:cubicBezTo>
                  <a:pt x="76446" y="0"/>
                  <a:pt x="71366" y="5080"/>
                  <a:pt x="71366" y="10160"/>
                </a:cubicBezTo>
                <a:lnTo>
                  <a:pt x="71366" y="71120"/>
                </a:lnTo>
                <a:cubicBezTo>
                  <a:pt x="71366" y="76200"/>
                  <a:pt x="76446" y="81280"/>
                  <a:pt x="81526" y="81280"/>
                </a:cubicBezTo>
                <a:lnTo>
                  <a:pt x="254246" y="81280"/>
                </a:lnTo>
                <a:cubicBezTo>
                  <a:pt x="259326" y="81280"/>
                  <a:pt x="264406" y="76200"/>
                  <a:pt x="264406" y="71120"/>
                </a:cubicBezTo>
                <a:lnTo>
                  <a:pt x="264406" y="10160"/>
                </a:lnTo>
                <a:cubicBezTo>
                  <a:pt x="264406" y="5080"/>
                  <a:pt x="259326" y="0"/>
                  <a:pt x="254246" y="0"/>
                </a:cubicBezTo>
                <a:lnTo>
                  <a:pt x="81526" y="0"/>
                </a:lnTo>
                <a:close/>
                <a:moveTo>
                  <a:pt x="91686" y="121920"/>
                </a:moveTo>
                <a:lnTo>
                  <a:pt x="91686" y="162560"/>
                </a:lnTo>
                <a:lnTo>
                  <a:pt x="244086" y="162560"/>
                </a:lnTo>
                <a:lnTo>
                  <a:pt x="244086" y="121920"/>
                </a:lnTo>
                <a:lnTo>
                  <a:pt x="91686" y="121920"/>
                </a:lnTo>
                <a:close/>
                <a:moveTo>
                  <a:pt x="81526" y="101600"/>
                </a:moveTo>
                <a:cubicBezTo>
                  <a:pt x="76446" y="101600"/>
                  <a:pt x="71366" y="106680"/>
                  <a:pt x="71366" y="111760"/>
                </a:cubicBezTo>
                <a:lnTo>
                  <a:pt x="71366" y="172720"/>
                </a:lnTo>
                <a:cubicBezTo>
                  <a:pt x="71366" y="177800"/>
                  <a:pt x="76446" y="182880"/>
                  <a:pt x="81526" y="182880"/>
                </a:cubicBezTo>
                <a:lnTo>
                  <a:pt x="254246" y="182880"/>
                </a:lnTo>
                <a:cubicBezTo>
                  <a:pt x="259326" y="182880"/>
                  <a:pt x="264406" y="177800"/>
                  <a:pt x="264406" y="172720"/>
                </a:cubicBezTo>
                <a:lnTo>
                  <a:pt x="264406" y="111760"/>
                </a:lnTo>
                <a:cubicBezTo>
                  <a:pt x="264406" y="106680"/>
                  <a:pt x="259326" y="101600"/>
                  <a:pt x="254246" y="101600"/>
                </a:cubicBezTo>
                <a:lnTo>
                  <a:pt x="81526" y="101600"/>
                </a:lnTo>
                <a:close/>
                <a:moveTo>
                  <a:pt x="45966" y="86360"/>
                </a:moveTo>
                <a:cubicBezTo>
                  <a:pt x="40886" y="87630"/>
                  <a:pt x="35806" y="83820"/>
                  <a:pt x="35806" y="78740"/>
                </a:cubicBezTo>
                <a:lnTo>
                  <a:pt x="34536" y="69850"/>
                </a:lnTo>
                <a:cubicBezTo>
                  <a:pt x="28186" y="77470"/>
                  <a:pt x="25646" y="86360"/>
                  <a:pt x="25646" y="96520"/>
                </a:cubicBezTo>
                <a:cubicBezTo>
                  <a:pt x="25646" y="110490"/>
                  <a:pt x="31996" y="121920"/>
                  <a:pt x="42156" y="129540"/>
                </a:cubicBezTo>
                <a:cubicBezTo>
                  <a:pt x="45966" y="132080"/>
                  <a:pt x="47236" y="138430"/>
                  <a:pt x="43426" y="142240"/>
                </a:cubicBezTo>
                <a:cubicBezTo>
                  <a:pt x="40886" y="146050"/>
                  <a:pt x="34536" y="147320"/>
                  <a:pt x="30726" y="143510"/>
                </a:cubicBezTo>
                <a:cubicBezTo>
                  <a:pt x="16756" y="132080"/>
                  <a:pt x="6596" y="115570"/>
                  <a:pt x="6596" y="95250"/>
                </a:cubicBezTo>
                <a:cubicBezTo>
                  <a:pt x="6596" y="81280"/>
                  <a:pt x="11676" y="67310"/>
                  <a:pt x="20566" y="57150"/>
                </a:cubicBezTo>
                <a:lnTo>
                  <a:pt x="10406" y="58420"/>
                </a:lnTo>
                <a:cubicBezTo>
                  <a:pt x="5326" y="59690"/>
                  <a:pt x="246" y="55880"/>
                  <a:pt x="246" y="50800"/>
                </a:cubicBezTo>
                <a:cubicBezTo>
                  <a:pt x="-1024" y="45720"/>
                  <a:pt x="2786" y="40640"/>
                  <a:pt x="7866" y="40640"/>
                </a:cubicBezTo>
                <a:lnTo>
                  <a:pt x="39616" y="36830"/>
                </a:lnTo>
                <a:cubicBezTo>
                  <a:pt x="44696" y="35560"/>
                  <a:pt x="49776" y="39370"/>
                  <a:pt x="49776" y="44450"/>
                </a:cubicBezTo>
                <a:lnTo>
                  <a:pt x="53586" y="76200"/>
                </a:lnTo>
                <a:cubicBezTo>
                  <a:pt x="54856" y="81280"/>
                  <a:pt x="51046" y="85090"/>
                  <a:pt x="45966" y="863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70" name="Рисунок 2">
            <a:extLst>
              <a:ext uri="{FF2B5EF4-FFF2-40B4-BE49-F238E27FC236}">
                <a16:creationId xmlns:a16="http://schemas.microsoft.com/office/drawing/2014/main" id="{2498951C-E0ED-F644-1D49-AA70AC0F3903}"/>
              </a:ext>
            </a:extLst>
          </p:cNvPr>
          <p:cNvGrpSpPr/>
          <p:nvPr/>
        </p:nvGrpSpPr>
        <p:grpSpPr>
          <a:xfrm>
            <a:off x="10032874" y="4963127"/>
            <a:ext cx="264159" cy="182879"/>
            <a:chOff x="10181590" y="5002529"/>
            <a:chExt cx="264159" cy="182879"/>
          </a:xfrm>
          <a:solidFill>
            <a:schemeClr val="bg1"/>
          </a:solidFill>
        </p:grpSpPr>
        <p:sp>
          <p:nvSpPr>
            <p:cNvPr id="371" name="Полилиния: фигура 469">
              <a:extLst>
                <a:ext uri="{FF2B5EF4-FFF2-40B4-BE49-F238E27FC236}">
                  <a16:creationId xmlns:a16="http://schemas.microsoft.com/office/drawing/2014/main" id="{BA9C8784-696F-9407-0D86-7DDB9EC40DC3}"/>
                </a:ext>
              </a:extLst>
            </p:cNvPr>
            <p:cNvSpPr/>
            <p:nvPr/>
          </p:nvSpPr>
          <p:spPr>
            <a:xfrm>
              <a:off x="10222230" y="5002529"/>
              <a:ext cx="182879" cy="182879"/>
            </a:xfrm>
            <a:custGeom>
              <a:avLst/>
              <a:gdLst>
                <a:gd name="connsiteX0" fmla="*/ 182880 w 182879"/>
                <a:gd name="connsiteY0" fmla="*/ 152400 h 182879"/>
                <a:gd name="connsiteX1" fmla="*/ 152400 w 182879"/>
                <a:gd name="connsiteY1" fmla="*/ 182880 h 182879"/>
                <a:gd name="connsiteX2" fmla="*/ 30480 w 182879"/>
                <a:gd name="connsiteY2" fmla="*/ 182880 h 182879"/>
                <a:gd name="connsiteX3" fmla="*/ 0 w 182879"/>
                <a:gd name="connsiteY3" fmla="*/ 152400 h 182879"/>
                <a:gd name="connsiteX4" fmla="*/ 0 w 182879"/>
                <a:gd name="connsiteY4" fmla="*/ 30480 h 182879"/>
                <a:gd name="connsiteX5" fmla="*/ 30480 w 182879"/>
                <a:gd name="connsiteY5" fmla="*/ 0 h 182879"/>
                <a:gd name="connsiteX6" fmla="*/ 152400 w 182879"/>
                <a:gd name="connsiteY6" fmla="*/ 0 h 182879"/>
                <a:gd name="connsiteX7" fmla="*/ 182880 w 182879"/>
                <a:gd name="connsiteY7" fmla="*/ 30480 h 182879"/>
                <a:gd name="connsiteX8" fmla="*/ 182880 w 182879"/>
                <a:gd name="connsiteY8" fmla="*/ 152400 h 182879"/>
                <a:gd name="connsiteX9" fmla="*/ 162560 w 182879"/>
                <a:gd name="connsiteY9" fmla="*/ 152400 h 182879"/>
                <a:gd name="connsiteX10" fmla="*/ 162560 w 182879"/>
                <a:gd name="connsiteY10" fmla="*/ 30480 h 182879"/>
                <a:gd name="connsiteX11" fmla="*/ 152400 w 182879"/>
                <a:gd name="connsiteY11" fmla="*/ 20320 h 182879"/>
                <a:gd name="connsiteX12" fmla="*/ 30480 w 182879"/>
                <a:gd name="connsiteY12" fmla="*/ 20320 h 182879"/>
                <a:gd name="connsiteX13" fmla="*/ 20320 w 182879"/>
                <a:gd name="connsiteY13" fmla="*/ 30480 h 182879"/>
                <a:gd name="connsiteX14" fmla="*/ 20320 w 182879"/>
                <a:gd name="connsiteY14" fmla="*/ 152400 h 182879"/>
                <a:gd name="connsiteX15" fmla="*/ 30480 w 182879"/>
                <a:gd name="connsiteY15" fmla="*/ 162560 h 182879"/>
                <a:gd name="connsiteX16" fmla="*/ 152400 w 182879"/>
                <a:gd name="connsiteY16" fmla="*/ 162560 h 182879"/>
                <a:gd name="connsiteX17" fmla="*/ 162560 w 182879"/>
                <a:gd name="connsiteY17" fmla="*/ 15240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2879" h="182879">
                  <a:moveTo>
                    <a:pt x="182880" y="152400"/>
                  </a:moveTo>
                  <a:cubicBezTo>
                    <a:pt x="182880" y="168910"/>
                    <a:pt x="168910" y="182880"/>
                    <a:pt x="152400" y="182880"/>
                  </a:cubicBezTo>
                  <a:lnTo>
                    <a:pt x="30480" y="182880"/>
                  </a:lnTo>
                  <a:cubicBezTo>
                    <a:pt x="13970" y="182880"/>
                    <a:pt x="0" y="168910"/>
                    <a:pt x="0" y="15240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152400" y="0"/>
                  </a:lnTo>
                  <a:cubicBezTo>
                    <a:pt x="168910" y="0"/>
                    <a:pt x="182880" y="13970"/>
                    <a:pt x="182880" y="30480"/>
                  </a:cubicBezTo>
                  <a:lnTo>
                    <a:pt x="182880" y="152400"/>
                  </a:lnTo>
                  <a:close/>
                  <a:moveTo>
                    <a:pt x="162560" y="152400"/>
                  </a:moveTo>
                  <a:lnTo>
                    <a:pt x="162560" y="30480"/>
                  </a:lnTo>
                  <a:cubicBezTo>
                    <a:pt x="162560" y="25400"/>
                    <a:pt x="157480" y="20320"/>
                    <a:pt x="152400" y="20320"/>
                  </a:cubicBezTo>
                  <a:lnTo>
                    <a:pt x="30480" y="20320"/>
                  </a:ln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152400"/>
                  </a:lnTo>
                  <a:cubicBezTo>
                    <a:pt x="20320" y="157480"/>
                    <a:pt x="25400" y="162560"/>
                    <a:pt x="30480" y="162560"/>
                  </a:cubicBezTo>
                  <a:lnTo>
                    <a:pt x="152400" y="162560"/>
                  </a:lnTo>
                  <a:cubicBezTo>
                    <a:pt x="157480" y="162560"/>
                    <a:pt x="162560" y="158750"/>
                    <a:pt x="162560" y="1524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2" name="Полилиния: фигура 470">
              <a:extLst>
                <a:ext uri="{FF2B5EF4-FFF2-40B4-BE49-F238E27FC236}">
                  <a16:creationId xmlns:a16="http://schemas.microsoft.com/office/drawing/2014/main" id="{1C319B58-956D-C75E-345E-9172779076F2}"/>
                </a:ext>
              </a:extLst>
            </p:cNvPr>
            <p:cNvSpPr/>
            <p:nvPr/>
          </p:nvSpPr>
          <p:spPr>
            <a:xfrm>
              <a:off x="10181590" y="5022850"/>
              <a:ext cx="30479" cy="142240"/>
            </a:xfrm>
            <a:custGeom>
              <a:avLst/>
              <a:gdLst>
                <a:gd name="connsiteX0" fmla="*/ 30480 w 30479"/>
                <a:gd name="connsiteY0" fmla="*/ 132080 h 142240"/>
                <a:gd name="connsiteX1" fmla="*/ 20320 w 30479"/>
                <a:gd name="connsiteY1" fmla="*/ 142240 h 142240"/>
                <a:gd name="connsiteX2" fmla="*/ 0 w 30479"/>
                <a:gd name="connsiteY2" fmla="*/ 121920 h 142240"/>
                <a:gd name="connsiteX3" fmla="*/ 0 w 30479"/>
                <a:gd name="connsiteY3" fmla="*/ 20320 h 142240"/>
                <a:gd name="connsiteX4" fmla="*/ 20320 w 30479"/>
                <a:gd name="connsiteY4" fmla="*/ 0 h 142240"/>
                <a:gd name="connsiteX5" fmla="*/ 30480 w 30479"/>
                <a:gd name="connsiteY5" fmla="*/ 10160 h 142240"/>
                <a:gd name="connsiteX6" fmla="*/ 20320 w 30479"/>
                <a:gd name="connsiteY6" fmla="*/ 20320 h 142240"/>
                <a:gd name="connsiteX7" fmla="*/ 20320 w 30479"/>
                <a:gd name="connsiteY7" fmla="*/ 121920 h 142240"/>
                <a:gd name="connsiteX8" fmla="*/ 30480 w 30479"/>
                <a:gd name="connsiteY8" fmla="*/ 132080 h 142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142240">
                  <a:moveTo>
                    <a:pt x="30480" y="132080"/>
                  </a:moveTo>
                  <a:cubicBezTo>
                    <a:pt x="30480" y="137160"/>
                    <a:pt x="25400" y="142240"/>
                    <a:pt x="20320" y="142240"/>
                  </a:cubicBezTo>
                  <a:cubicBezTo>
                    <a:pt x="8890" y="142240"/>
                    <a:pt x="0" y="133350"/>
                    <a:pt x="0" y="121920"/>
                  </a:cubicBezTo>
                  <a:lnTo>
                    <a:pt x="0" y="20320"/>
                  </a:lnTo>
                  <a:cubicBezTo>
                    <a:pt x="0" y="8890"/>
                    <a:pt x="8890" y="0"/>
                    <a:pt x="20320" y="0"/>
                  </a:cubicBezTo>
                  <a:cubicBezTo>
                    <a:pt x="25400" y="0"/>
                    <a:pt x="30480" y="5080"/>
                    <a:pt x="30480" y="10160"/>
                  </a:cubicBezTo>
                  <a:cubicBezTo>
                    <a:pt x="30480" y="15240"/>
                    <a:pt x="25400" y="20320"/>
                    <a:pt x="20320" y="20320"/>
                  </a:cubicBezTo>
                  <a:lnTo>
                    <a:pt x="20320" y="121920"/>
                  </a:lnTo>
                  <a:cubicBezTo>
                    <a:pt x="26670" y="121920"/>
                    <a:pt x="30480" y="127000"/>
                    <a:pt x="30480" y="1320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3" name="Полилиния: фигура 471">
              <a:extLst>
                <a:ext uri="{FF2B5EF4-FFF2-40B4-BE49-F238E27FC236}">
                  <a16:creationId xmlns:a16="http://schemas.microsoft.com/office/drawing/2014/main" id="{CADF89D4-00AC-4364-4863-5F0D6A4DA5C7}"/>
                </a:ext>
              </a:extLst>
            </p:cNvPr>
            <p:cNvSpPr/>
            <p:nvPr/>
          </p:nvSpPr>
          <p:spPr>
            <a:xfrm>
              <a:off x="10415269" y="5024120"/>
              <a:ext cx="30480" cy="142239"/>
            </a:xfrm>
            <a:custGeom>
              <a:avLst/>
              <a:gdLst>
                <a:gd name="connsiteX0" fmla="*/ 0 w 30480"/>
                <a:gd name="connsiteY0" fmla="*/ 10160 h 142239"/>
                <a:gd name="connsiteX1" fmla="*/ 10161 w 30480"/>
                <a:gd name="connsiteY1" fmla="*/ 0 h 142239"/>
                <a:gd name="connsiteX2" fmla="*/ 30480 w 30480"/>
                <a:gd name="connsiteY2" fmla="*/ 20320 h 142239"/>
                <a:gd name="connsiteX3" fmla="*/ 30480 w 30480"/>
                <a:gd name="connsiteY3" fmla="*/ 121920 h 142239"/>
                <a:gd name="connsiteX4" fmla="*/ 10161 w 30480"/>
                <a:gd name="connsiteY4" fmla="*/ 142240 h 142239"/>
                <a:gd name="connsiteX5" fmla="*/ 0 w 30480"/>
                <a:gd name="connsiteY5" fmla="*/ 132080 h 142239"/>
                <a:gd name="connsiteX6" fmla="*/ 10161 w 30480"/>
                <a:gd name="connsiteY6" fmla="*/ 121920 h 142239"/>
                <a:gd name="connsiteX7" fmla="*/ 10161 w 30480"/>
                <a:gd name="connsiteY7" fmla="*/ 20320 h 142239"/>
                <a:gd name="connsiteX8" fmla="*/ 0 w 30480"/>
                <a:gd name="connsiteY8" fmla="*/ 1016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4223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21590" y="0"/>
                    <a:pt x="30480" y="8890"/>
                    <a:pt x="30480" y="20320"/>
                  </a:cubicBezTo>
                  <a:lnTo>
                    <a:pt x="30480" y="121920"/>
                  </a:lnTo>
                  <a:cubicBezTo>
                    <a:pt x="30480" y="133350"/>
                    <a:pt x="21590" y="142240"/>
                    <a:pt x="10161" y="142240"/>
                  </a:cubicBezTo>
                  <a:cubicBezTo>
                    <a:pt x="5080" y="142240"/>
                    <a:pt x="0" y="137160"/>
                    <a:pt x="0" y="132080"/>
                  </a:cubicBezTo>
                  <a:cubicBezTo>
                    <a:pt x="0" y="127000"/>
                    <a:pt x="5080" y="121920"/>
                    <a:pt x="10161" y="121920"/>
                  </a:cubicBezTo>
                  <a:lnTo>
                    <a:pt x="10161" y="20320"/>
                  </a:lnTo>
                  <a:cubicBezTo>
                    <a:pt x="3811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74" name="Полилиния: фигура 474">
            <a:extLst>
              <a:ext uri="{FF2B5EF4-FFF2-40B4-BE49-F238E27FC236}">
                <a16:creationId xmlns:a16="http://schemas.microsoft.com/office/drawing/2014/main" id="{F61ACF6D-6237-0F40-05E0-C16342842F2F}"/>
              </a:ext>
            </a:extLst>
          </p:cNvPr>
          <p:cNvSpPr/>
          <p:nvPr/>
        </p:nvSpPr>
        <p:spPr>
          <a:xfrm>
            <a:off x="10594214" y="4938802"/>
            <a:ext cx="260350" cy="231653"/>
          </a:xfrm>
          <a:custGeom>
            <a:avLst/>
            <a:gdLst>
              <a:gd name="connsiteX0" fmla="*/ 166370 w 260350"/>
              <a:gd name="connsiteY0" fmla="*/ 10356 h 231653"/>
              <a:gd name="connsiteX1" fmla="*/ 180339 w 260350"/>
              <a:gd name="connsiteY1" fmla="*/ 44646 h 231653"/>
              <a:gd name="connsiteX2" fmla="*/ 180339 w 260350"/>
              <a:gd name="connsiteY2" fmla="*/ 190696 h 231653"/>
              <a:gd name="connsiteX3" fmla="*/ 166370 w 260350"/>
              <a:gd name="connsiteY3" fmla="*/ 223716 h 231653"/>
              <a:gd name="connsiteX4" fmla="*/ 166370 w 260350"/>
              <a:gd name="connsiteY4" fmla="*/ 223716 h 231653"/>
              <a:gd name="connsiteX5" fmla="*/ 139700 w 260350"/>
              <a:gd name="connsiteY5" fmla="*/ 231336 h 231653"/>
              <a:gd name="connsiteX6" fmla="*/ 27939 w 260350"/>
              <a:gd name="connsiteY6" fmla="*/ 211016 h 231653"/>
              <a:gd name="connsiteX7" fmla="*/ 27939 w 260350"/>
              <a:gd name="connsiteY7" fmla="*/ 211016 h 231653"/>
              <a:gd name="connsiteX8" fmla="*/ 7620 w 260350"/>
              <a:gd name="connsiteY8" fmla="*/ 194506 h 231653"/>
              <a:gd name="connsiteX9" fmla="*/ 0 w 260350"/>
              <a:gd name="connsiteY9" fmla="*/ 166566 h 231653"/>
              <a:gd name="connsiteX10" fmla="*/ 0 w 260350"/>
              <a:gd name="connsiteY10" fmla="*/ 59886 h 231653"/>
              <a:gd name="connsiteX11" fmla="*/ 7620 w 260350"/>
              <a:gd name="connsiteY11" fmla="*/ 33216 h 231653"/>
              <a:gd name="connsiteX12" fmla="*/ 27939 w 260350"/>
              <a:gd name="connsiteY12" fmla="*/ 19246 h 231653"/>
              <a:gd name="connsiteX13" fmla="*/ 139700 w 260350"/>
              <a:gd name="connsiteY13" fmla="*/ 196 h 231653"/>
              <a:gd name="connsiteX14" fmla="*/ 166370 w 260350"/>
              <a:gd name="connsiteY14" fmla="*/ 10356 h 231653"/>
              <a:gd name="connsiteX15" fmla="*/ 140970 w 260350"/>
              <a:gd name="connsiteY15" fmla="*/ 19246 h 231653"/>
              <a:gd name="connsiteX16" fmla="*/ 29210 w 260350"/>
              <a:gd name="connsiteY16" fmla="*/ 38296 h 231653"/>
              <a:gd name="connsiteX17" fmla="*/ 21589 w 260350"/>
              <a:gd name="connsiteY17" fmla="*/ 44646 h 231653"/>
              <a:gd name="connsiteX18" fmla="*/ 16510 w 260350"/>
              <a:gd name="connsiteY18" fmla="*/ 61156 h 231653"/>
              <a:gd name="connsiteX19" fmla="*/ 16510 w 260350"/>
              <a:gd name="connsiteY19" fmla="*/ 167836 h 231653"/>
              <a:gd name="connsiteX20" fmla="*/ 21589 w 260350"/>
              <a:gd name="connsiteY20" fmla="*/ 185616 h 231653"/>
              <a:gd name="connsiteX21" fmla="*/ 30480 w 260350"/>
              <a:gd name="connsiteY21" fmla="*/ 193236 h 231653"/>
              <a:gd name="connsiteX22" fmla="*/ 142239 w 260350"/>
              <a:gd name="connsiteY22" fmla="*/ 213556 h 231653"/>
              <a:gd name="connsiteX23" fmla="*/ 142239 w 260350"/>
              <a:gd name="connsiteY23" fmla="*/ 213556 h 231653"/>
              <a:gd name="connsiteX24" fmla="*/ 153670 w 260350"/>
              <a:gd name="connsiteY24" fmla="*/ 211016 h 231653"/>
              <a:gd name="connsiteX25" fmla="*/ 161289 w 260350"/>
              <a:gd name="connsiteY25" fmla="*/ 191966 h 231653"/>
              <a:gd name="connsiteX26" fmla="*/ 161289 w 260350"/>
              <a:gd name="connsiteY26" fmla="*/ 45916 h 231653"/>
              <a:gd name="connsiteX27" fmla="*/ 153670 w 260350"/>
              <a:gd name="connsiteY27" fmla="*/ 24326 h 231653"/>
              <a:gd name="connsiteX28" fmla="*/ 153670 w 260350"/>
              <a:gd name="connsiteY28" fmla="*/ 24326 h 231653"/>
              <a:gd name="connsiteX29" fmla="*/ 140970 w 260350"/>
              <a:gd name="connsiteY29" fmla="*/ 19246 h 231653"/>
              <a:gd name="connsiteX30" fmla="*/ 193039 w 260350"/>
              <a:gd name="connsiteY30" fmla="*/ 14166 h 231653"/>
              <a:gd name="connsiteX31" fmla="*/ 205739 w 260350"/>
              <a:gd name="connsiteY31" fmla="*/ 14166 h 231653"/>
              <a:gd name="connsiteX32" fmla="*/ 219710 w 260350"/>
              <a:gd name="connsiteY32" fmla="*/ 47186 h 231653"/>
              <a:gd name="connsiteX33" fmla="*/ 219710 w 260350"/>
              <a:gd name="connsiteY33" fmla="*/ 188156 h 231653"/>
              <a:gd name="connsiteX34" fmla="*/ 205739 w 260350"/>
              <a:gd name="connsiteY34" fmla="*/ 219906 h 231653"/>
              <a:gd name="connsiteX35" fmla="*/ 193039 w 260350"/>
              <a:gd name="connsiteY35" fmla="*/ 218636 h 231653"/>
              <a:gd name="connsiteX36" fmla="*/ 194310 w 260350"/>
              <a:gd name="connsiteY36" fmla="*/ 205936 h 231653"/>
              <a:gd name="connsiteX37" fmla="*/ 200660 w 260350"/>
              <a:gd name="connsiteY37" fmla="*/ 188156 h 231653"/>
              <a:gd name="connsiteX38" fmla="*/ 200660 w 260350"/>
              <a:gd name="connsiteY38" fmla="*/ 45916 h 231653"/>
              <a:gd name="connsiteX39" fmla="*/ 200660 w 260350"/>
              <a:gd name="connsiteY39" fmla="*/ 45916 h 231653"/>
              <a:gd name="connsiteX40" fmla="*/ 193039 w 260350"/>
              <a:gd name="connsiteY40" fmla="*/ 26866 h 231653"/>
              <a:gd name="connsiteX41" fmla="*/ 193039 w 260350"/>
              <a:gd name="connsiteY41" fmla="*/ 14166 h 231653"/>
              <a:gd name="connsiteX42" fmla="*/ 234950 w 260350"/>
              <a:gd name="connsiteY42" fmla="*/ 24326 h 231653"/>
              <a:gd name="connsiteX43" fmla="*/ 247650 w 260350"/>
              <a:gd name="connsiteY43" fmla="*/ 24326 h 231653"/>
              <a:gd name="connsiteX44" fmla="*/ 260350 w 260350"/>
              <a:gd name="connsiteY44" fmla="*/ 56076 h 231653"/>
              <a:gd name="connsiteX45" fmla="*/ 260350 w 260350"/>
              <a:gd name="connsiteY45" fmla="*/ 180536 h 231653"/>
              <a:gd name="connsiteX46" fmla="*/ 246380 w 260350"/>
              <a:gd name="connsiteY46" fmla="*/ 211016 h 231653"/>
              <a:gd name="connsiteX47" fmla="*/ 233680 w 260350"/>
              <a:gd name="connsiteY47" fmla="*/ 209746 h 231653"/>
              <a:gd name="connsiteX48" fmla="*/ 234950 w 260350"/>
              <a:gd name="connsiteY48" fmla="*/ 197046 h 231653"/>
              <a:gd name="connsiteX49" fmla="*/ 242570 w 260350"/>
              <a:gd name="connsiteY49" fmla="*/ 180536 h 231653"/>
              <a:gd name="connsiteX50" fmla="*/ 242570 w 260350"/>
              <a:gd name="connsiteY50" fmla="*/ 56076 h 231653"/>
              <a:gd name="connsiteX51" fmla="*/ 242570 w 260350"/>
              <a:gd name="connsiteY51" fmla="*/ 56076 h 231653"/>
              <a:gd name="connsiteX52" fmla="*/ 234950 w 260350"/>
              <a:gd name="connsiteY52" fmla="*/ 38296 h 231653"/>
              <a:gd name="connsiteX53" fmla="*/ 234950 w 260350"/>
              <a:gd name="connsiteY53" fmla="*/ 24326 h 231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0350" h="231653">
                <a:moveTo>
                  <a:pt x="166370" y="10356"/>
                </a:moveTo>
                <a:cubicBezTo>
                  <a:pt x="175260" y="19246"/>
                  <a:pt x="180339" y="31946"/>
                  <a:pt x="180339" y="44646"/>
                </a:cubicBezTo>
                <a:lnTo>
                  <a:pt x="180339" y="190696"/>
                </a:lnTo>
                <a:cubicBezTo>
                  <a:pt x="180339" y="203396"/>
                  <a:pt x="175260" y="216096"/>
                  <a:pt x="166370" y="223716"/>
                </a:cubicBezTo>
                <a:lnTo>
                  <a:pt x="166370" y="223716"/>
                </a:lnTo>
                <a:cubicBezTo>
                  <a:pt x="158750" y="230066"/>
                  <a:pt x="148589" y="232606"/>
                  <a:pt x="139700" y="231336"/>
                </a:cubicBezTo>
                <a:lnTo>
                  <a:pt x="27939" y="211016"/>
                </a:lnTo>
                <a:lnTo>
                  <a:pt x="27939" y="211016"/>
                </a:lnTo>
                <a:cubicBezTo>
                  <a:pt x="19050" y="209746"/>
                  <a:pt x="11430" y="202126"/>
                  <a:pt x="7620" y="194506"/>
                </a:cubicBezTo>
                <a:cubicBezTo>
                  <a:pt x="2539" y="186886"/>
                  <a:pt x="0" y="176726"/>
                  <a:pt x="0" y="166566"/>
                </a:cubicBezTo>
                <a:lnTo>
                  <a:pt x="0" y="59886"/>
                </a:lnTo>
                <a:cubicBezTo>
                  <a:pt x="0" y="49726"/>
                  <a:pt x="2539" y="40836"/>
                  <a:pt x="7620" y="33216"/>
                </a:cubicBezTo>
                <a:cubicBezTo>
                  <a:pt x="12700" y="25596"/>
                  <a:pt x="19050" y="20516"/>
                  <a:pt x="27939" y="19246"/>
                </a:cubicBezTo>
                <a:lnTo>
                  <a:pt x="139700" y="196"/>
                </a:lnTo>
                <a:cubicBezTo>
                  <a:pt x="149860" y="-1074"/>
                  <a:pt x="158750" y="4006"/>
                  <a:pt x="166370" y="10356"/>
                </a:cubicBezTo>
                <a:close/>
                <a:moveTo>
                  <a:pt x="140970" y="19246"/>
                </a:moveTo>
                <a:lnTo>
                  <a:pt x="29210" y="38296"/>
                </a:lnTo>
                <a:cubicBezTo>
                  <a:pt x="26670" y="38296"/>
                  <a:pt x="24130" y="40836"/>
                  <a:pt x="21589" y="44646"/>
                </a:cubicBezTo>
                <a:cubicBezTo>
                  <a:pt x="19050" y="48456"/>
                  <a:pt x="16510" y="54806"/>
                  <a:pt x="16510" y="61156"/>
                </a:cubicBezTo>
                <a:lnTo>
                  <a:pt x="16510" y="167836"/>
                </a:lnTo>
                <a:cubicBezTo>
                  <a:pt x="16510" y="174186"/>
                  <a:pt x="17780" y="180536"/>
                  <a:pt x="21589" y="185616"/>
                </a:cubicBezTo>
                <a:cubicBezTo>
                  <a:pt x="24130" y="190696"/>
                  <a:pt x="27939" y="193236"/>
                  <a:pt x="30480" y="193236"/>
                </a:cubicBezTo>
                <a:lnTo>
                  <a:pt x="142239" y="213556"/>
                </a:lnTo>
                <a:lnTo>
                  <a:pt x="142239" y="213556"/>
                </a:lnTo>
                <a:cubicBezTo>
                  <a:pt x="146050" y="214826"/>
                  <a:pt x="151130" y="213556"/>
                  <a:pt x="153670" y="211016"/>
                </a:cubicBezTo>
                <a:cubicBezTo>
                  <a:pt x="157480" y="207206"/>
                  <a:pt x="161289" y="200856"/>
                  <a:pt x="161289" y="191966"/>
                </a:cubicBezTo>
                <a:lnTo>
                  <a:pt x="161289" y="45916"/>
                </a:lnTo>
                <a:cubicBezTo>
                  <a:pt x="161289" y="37026"/>
                  <a:pt x="157480" y="29406"/>
                  <a:pt x="153670" y="24326"/>
                </a:cubicBezTo>
                <a:lnTo>
                  <a:pt x="153670" y="24326"/>
                </a:lnTo>
                <a:cubicBezTo>
                  <a:pt x="148589" y="20516"/>
                  <a:pt x="144780" y="19246"/>
                  <a:pt x="140970" y="19246"/>
                </a:cubicBezTo>
                <a:close/>
                <a:moveTo>
                  <a:pt x="193039" y="14166"/>
                </a:moveTo>
                <a:cubicBezTo>
                  <a:pt x="196850" y="10356"/>
                  <a:pt x="201930" y="10356"/>
                  <a:pt x="205739" y="14166"/>
                </a:cubicBezTo>
                <a:cubicBezTo>
                  <a:pt x="214630" y="23056"/>
                  <a:pt x="219710" y="34486"/>
                  <a:pt x="219710" y="47186"/>
                </a:cubicBezTo>
                <a:lnTo>
                  <a:pt x="219710" y="188156"/>
                </a:lnTo>
                <a:cubicBezTo>
                  <a:pt x="219710" y="200856"/>
                  <a:pt x="214630" y="212286"/>
                  <a:pt x="205739" y="219906"/>
                </a:cubicBezTo>
                <a:cubicBezTo>
                  <a:pt x="201930" y="223716"/>
                  <a:pt x="195580" y="222446"/>
                  <a:pt x="193039" y="218636"/>
                </a:cubicBezTo>
                <a:cubicBezTo>
                  <a:pt x="189230" y="214826"/>
                  <a:pt x="190500" y="208476"/>
                  <a:pt x="194310" y="205936"/>
                </a:cubicBezTo>
                <a:cubicBezTo>
                  <a:pt x="198120" y="202126"/>
                  <a:pt x="200660" y="197046"/>
                  <a:pt x="200660" y="188156"/>
                </a:cubicBezTo>
                <a:lnTo>
                  <a:pt x="200660" y="45916"/>
                </a:lnTo>
                <a:lnTo>
                  <a:pt x="200660" y="45916"/>
                </a:lnTo>
                <a:cubicBezTo>
                  <a:pt x="200660" y="38296"/>
                  <a:pt x="198120" y="30676"/>
                  <a:pt x="193039" y="26866"/>
                </a:cubicBezTo>
                <a:cubicBezTo>
                  <a:pt x="190500" y="23056"/>
                  <a:pt x="190500" y="17976"/>
                  <a:pt x="193039" y="14166"/>
                </a:cubicBezTo>
                <a:close/>
                <a:moveTo>
                  <a:pt x="234950" y="24326"/>
                </a:moveTo>
                <a:cubicBezTo>
                  <a:pt x="238760" y="20516"/>
                  <a:pt x="243839" y="20516"/>
                  <a:pt x="247650" y="24326"/>
                </a:cubicBezTo>
                <a:cubicBezTo>
                  <a:pt x="256539" y="33216"/>
                  <a:pt x="260350" y="44646"/>
                  <a:pt x="260350" y="56076"/>
                </a:cubicBezTo>
                <a:lnTo>
                  <a:pt x="260350" y="180536"/>
                </a:lnTo>
                <a:cubicBezTo>
                  <a:pt x="260350" y="193236"/>
                  <a:pt x="254000" y="204666"/>
                  <a:pt x="246380" y="211016"/>
                </a:cubicBezTo>
                <a:cubicBezTo>
                  <a:pt x="242570" y="213556"/>
                  <a:pt x="236220" y="213556"/>
                  <a:pt x="233680" y="209746"/>
                </a:cubicBezTo>
                <a:cubicBezTo>
                  <a:pt x="231139" y="205936"/>
                  <a:pt x="231139" y="199586"/>
                  <a:pt x="234950" y="197046"/>
                </a:cubicBezTo>
                <a:cubicBezTo>
                  <a:pt x="238760" y="193236"/>
                  <a:pt x="242570" y="188156"/>
                  <a:pt x="242570" y="180536"/>
                </a:cubicBezTo>
                <a:lnTo>
                  <a:pt x="242570" y="56076"/>
                </a:lnTo>
                <a:lnTo>
                  <a:pt x="242570" y="56076"/>
                </a:lnTo>
                <a:cubicBezTo>
                  <a:pt x="242570" y="48456"/>
                  <a:pt x="240030" y="42106"/>
                  <a:pt x="234950" y="38296"/>
                </a:cubicBezTo>
                <a:cubicBezTo>
                  <a:pt x="231139" y="33216"/>
                  <a:pt x="231139" y="28136"/>
                  <a:pt x="234950" y="24326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75" name="Рисунок 2">
            <a:extLst>
              <a:ext uri="{FF2B5EF4-FFF2-40B4-BE49-F238E27FC236}">
                <a16:creationId xmlns:a16="http://schemas.microsoft.com/office/drawing/2014/main" id="{CC7F6DE7-4009-3003-CC4A-296DBDBF1793}"/>
              </a:ext>
            </a:extLst>
          </p:cNvPr>
          <p:cNvGrpSpPr/>
          <p:nvPr/>
        </p:nvGrpSpPr>
        <p:grpSpPr>
          <a:xfrm>
            <a:off x="11140948" y="4933918"/>
            <a:ext cx="284480" cy="243839"/>
            <a:chOff x="11289664" y="4973320"/>
            <a:chExt cx="284480" cy="243839"/>
          </a:xfrm>
          <a:solidFill>
            <a:schemeClr val="bg1"/>
          </a:solidFill>
        </p:grpSpPr>
        <p:sp>
          <p:nvSpPr>
            <p:cNvPr id="376" name="Полилиния: фигура 478">
              <a:extLst>
                <a:ext uri="{FF2B5EF4-FFF2-40B4-BE49-F238E27FC236}">
                  <a16:creationId xmlns:a16="http://schemas.microsoft.com/office/drawing/2014/main" id="{D474CBD5-DFEB-2BBD-1332-D0361951D9F3}"/>
                </a:ext>
              </a:extLst>
            </p:cNvPr>
            <p:cNvSpPr/>
            <p:nvPr/>
          </p:nvSpPr>
          <p:spPr>
            <a:xfrm>
              <a:off x="11421109" y="4973320"/>
              <a:ext cx="20320" cy="243839"/>
            </a:xfrm>
            <a:custGeom>
              <a:avLst/>
              <a:gdLst>
                <a:gd name="connsiteX0" fmla="*/ 0 w 20320"/>
                <a:gd name="connsiteY0" fmla="*/ 10160 h 243839"/>
                <a:gd name="connsiteX1" fmla="*/ 10160 w 20320"/>
                <a:gd name="connsiteY1" fmla="*/ 0 h 243839"/>
                <a:gd name="connsiteX2" fmla="*/ 20320 w 20320"/>
                <a:gd name="connsiteY2" fmla="*/ 10160 h 243839"/>
                <a:gd name="connsiteX3" fmla="*/ 20320 w 20320"/>
                <a:gd name="connsiteY3" fmla="*/ 233680 h 243839"/>
                <a:gd name="connsiteX4" fmla="*/ 10160 w 20320"/>
                <a:gd name="connsiteY4" fmla="*/ 243840 h 243839"/>
                <a:gd name="connsiteX5" fmla="*/ 0 w 20320"/>
                <a:gd name="connsiteY5" fmla="*/ 233680 h 243839"/>
                <a:gd name="connsiteX6" fmla="*/ 0 w 20320"/>
                <a:gd name="connsiteY6" fmla="*/ 10160 h 24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24383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233680"/>
                  </a:lnTo>
                  <a:cubicBezTo>
                    <a:pt x="20320" y="238760"/>
                    <a:pt x="15240" y="243840"/>
                    <a:pt x="10160" y="243840"/>
                  </a:cubicBezTo>
                  <a:cubicBezTo>
                    <a:pt x="5080" y="243840"/>
                    <a:pt x="0" y="238760"/>
                    <a:pt x="0" y="23368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7" name="Полилиния: фигура 479">
              <a:extLst>
                <a:ext uri="{FF2B5EF4-FFF2-40B4-BE49-F238E27FC236}">
                  <a16:creationId xmlns:a16="http://schemas.microsoft.com/office/drawing/2014/main" id="{354CDD1A-BAC6-3BE2-937B-E9FFA37DCED6}"/>
                </a:ext>
              </a:extLst>
            </p:cNvPr>
            <p:cNvSpPr/>
            <p:nvPr/>
          </p:nvSpPr>
          <p:spPr>
            <a:xfrm>
              <a:off x="11289664" y="5003800"/>
              <a:ext cx="112394" cy="81279"/>
            </a:xfrm>
            <a:custGeom>
              <a:avLst/>
              <a:gdLst>
                <a:gd name="connsiteX0" fmla="*/ 26035 w 112394"/>
                <a:gd name="connsiteY0" fmla="*/ 74930 h 81279"/>
                <a:gd name="connsiteX1" fmla="*/ 40005 w 112394"/>
                <a:gd name="connsiteY1" fmla="*/ 81280 h 81279"/>
                <a:gd name="connsiteX2" fmla="*/ 92075 w 112394"/>
                <a:gd name="connsiteY2" fmla="*/ 81280 h 81279"/>
                <a:gd name="connsiteX3" fmla="*/ 112395 w 112394"/>
                <a:gd name="connsiteY3" fmla="*/ 60960 h 81279"/>
                <a:gd name="connsiteX4" fmla="*/ 112395 w 112394"/>
                <a:gd name="connsiteY4" fmla="*/ 20320 h 81279"/>
                <a:gd name="connsiteX5" fmla="*/ 92075 w 112394"/>
                <a:gd name="connsiteY5" fmla="*/ 0 h 81279"/>
                <a:gd name="connsiteX6" fmla="*/ 40005 w 112394"/>
                <a:gd name="connsiteY6" fmla="*/ 0 h 81279"/>
                <a:gd name="connsiteX7" fmla="*/ 26035 w 112394"/>
                <a:gd name="connsiteY7" fmla="*/ 6350 h 81279"/>
                <a:gd name="connsiteX8" fmla="*/ 5715 w 112394"/>
                <a:gd name="connsiteY8" fmla="*/ 26670 h 81279"/>
                <a:gd name="connsiteX9" fmla="*/ 5715 w 112394"/>
                <a:gd name="connsiteY9" fmla="*/ 55880 h 81279"/>
                <a:gd name="connsiteX10" fmla="*/ 26035 w 112394"/>
                <a:gd name="connsiteY10" fmla="*/ 74930 h 81279"/>
                <a:gd name="connsiteX11" fmla="*/ 92075 w 112394"/>
                <a:gd name="connsiteY11" fmla="*/ 20320 h 81279"/>
                <a:gd name="connsiteX12" fmla="*/ 40005 w 112394"/>
                <a:gd name="connsiteY12" fmla="*/ 20320 h 81279"/>
                <a:gd name="connsiteX13" fmla="*/ 19685 w 112394"/>
                <a:gd name="connsiteY13" fmla="*/ 40640 h 81279"/>
                <a:gd name="connsiteX14" fmla="*/ 40005 w 112394"/>
                <a:gd name="connsiteY14" fmla="*/ 60960 h 81279"/>
                <a:gd name="connsiteX15" fmla="*/ 92075 w 112394"/>
                <a:gd name="connsiteY15" fmla="*/ 60960 h 81279"/>
                <a:gd name="connsiteX16" fmla="*/ 92075 w 112394"/>
                <a:gd name="connsiteY16" fmla="*/ 20320 h 8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2394" h="81279">
                  <a:moveTo>
                    <a:pt x="26035" y="74930"/>
                  </a:moveTo>
                  <a:cubicBezTo>
                    <a:pt x="29845" y="78740"/>
                    <a:pt x="34925" y="81280"/>
                    <a:pt x="40005" y="81280"/>
                  </a:cubicBezTo>
                  <a:lnTo>
                    <a:pt x="92075" y="81280"/>
                  </a:lnTo>
                  <a:cubicBezTo>
                    <a:pt x="103505" y="81280"/>
                    <a:pt x="112395" y="72390"/>
                    <a:pt x="112395" y="60960"/>
                  </a:cubicBezTo>
                  <a:lnTo>
                    <a:pt x="112395" y="20320"/>
                  </a:lnTo>
                  <a:cubicBezTo>
                    <a:pt x="112395" y="8890"/>
                    <a:pt x="103505" y="0"/>
                    <a:pt x="92075" y="0"/>
                  </a:cubicBezTo>
                  <a:lnTo>
                    <a:pt x="40005" y="0"/>
                  </a:lnTo>
                  <a:cubicBezTo>
                    <a:pt x="34925" y="0"/>
                    <a:pt x="29845" y="2540"/>
                    <a:pt x="26035" y="6350"/>
                  </a:cubicBezTo>
                  <a:lnTo>
                    <a:pt x="5715" y="26670"/>
                  </a:lnTo>
                  <a:cubicBezTo>
                    <a:pt x="-1905" y="34290"/>
                    <a:pt x="-1905" y="46990"/>
                    <a:pt x="5715" y="55880"/>
                  </a:cubicBezTo>
                  <a:lnTo>
                    <a:pt x="26035" y="74930"/>
                  </a:lnTo>
                  <a:close/>
                  <a:moveTo>
                    <a:pt x="92075" y="20320"/>
                  </a:moveTo>
                  <a:lnTo>
                    <a:pt x="40005" y="20320"/>
                  </a:lnTo>
                  <a:lnTo>
                    <a:pt x="19685" y="40640"/>
                  </a:lnTo>
                  <a:lnTo>
                    <a:pt x="40005" y="60960"/>
                  </a:lnTo>
                  <a:lnTo>
                    <a:pt x="92075" y="60960"/>
                  </a:lnTo>
                  <a:lnTo>
                    <a:pt x="92075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78" name="Полилиния: фигура 480">
              <a:extLst>
                <a:ext uri="{FF2B5EF4-FFF2-40B4-BE49-F238E27FC236}">
                  <a16:creationId xmlns:a16="http://schemas.microsoft.com/office/drawing/2014/main" id="{028C347E-8DB4-8DFC-26A2-2F0470EE3AD1}"/>
                </a:ext>
              </a:extLst>
            </p:cNvPr>
            <p:cNvSpPr/>
            <p:nvPr/>
          </p:nvSpPr>
          <p:spPr>
            <a:xfrm>
              <a:off x="11461750" y="5044440"/>
              <a:ext cx="112395" cy="82550"/>
            </a:xfrm>
            <a:custGeom>
              <a:avLst/>
              <a:gdLst>
                <a:gd name="connsiteX0" fmla="*/ 72390 w 112395"/>
                <a:gd name="connsiteY0" fmla="*/ 0 h 82550"/>
                <a:gd name="connsiteX1" fmla="*/ 86360 w 112395"/>
                <a:gd name="connsiteY1" fmla="*/ 6350 h 82550"/>
                <a:gd name="connsiteX2" fmla="*/ 106680 w 112395"/>
                <a:gd name="connsiteY2" fmla="*/ 26670 h 82550"/>
                <a:gd name="connsiteX3" fmla="*/ 106680 w 112395"/>
                <a:gd name="connsiteY3" fmla="*/ 55880 h 82550"/>
                <a:gd name="connsiteX4" fmla="*/ 86360 w 112395"/>
                <a:gd name="connsiteY4" fmla="*/ 76200 h 82550"/>
                <a:gd name="connsiteX5" fmla="*/ 72390 w 112395"/>
                <a:gd name="connsiteY5" fmla="*/ 82550 h 82550"/>
                <a:gd name="connsiteX6" fmla="*/ 20320 w 112395"/>
                <a:gd name="connsiteY6" fmla="*/ 82550 h 82550"/>
                <a:gd name="connsiteX7" fmla="*/ 0 w 112395"/>
                <a:gd name="connsiteY7" fmla="*/ 62230 h 82550"/>
                <a:gd name="connsiteX8" fmla="*/ 0 w 112395"/>
                <a:gd name="connsiteY8" fmla="*/ 21590 h 82550"/>
                <a:gd name="connsiteX9" fmla="*/ 20320 w 112395"/>
                <a:gd name="connsiteY9" fmla="*/ 1270 h 82550"/>
                <a:gd name="connsiteX10" fmla="*/ 72390 w 112395"/>
                <a:gd name="connsiteY10" fmla="*/ 1270 h 82550"/>
                <a:gd name="connsiteX11" fmla="*/ 72390 w 112395"/>
                <a:gd name="connsiteY11" fmla="*/ 60960 h 82550"/>
                <a:gd name="connsiteX12" fmla="*/ 20320 w 112395"/>
                <a:gd name="connsiteY12" fmla="*/ 60960 h 82550"/>
                <a:gd name="connsiteX13" fmla="*/ 20320 w 112395"/>
                <a:gd name="connsiteY13" fmla="*/ 20320 h 82550"/>
                <a:gd name="connsiteX14" fmla="*/ 72390 w 112395"/>
                <a:gd name="connsiteY14" fmla="*/ 20320 h 82550"/>
                <a:gd name="connsiteX15" fmla="*/ 92710 w 112395"/>
                <a:gd name="connsiteY15" fmla="*/ 40640 h 82550"/>
                <a:gd name="connsiteX16" fmla="*/ 72390 w 112395"/>
                <a:gd name="connsiteY16" fmla="*/ 60960 h 82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2395" h="82550">
                  <a:moveTo>
                    <a:pt x="72390" y="0"/>
                  </a:moveTo>
                  <a:cubicBezTo>
                    <a:pt x="77470" y="0"/>
                    <a:pt x="82550" y="2540"/>
                    <a:pt x="86360" y="6350"/>
                  </a:cubicBezTo>
                  <a:lnTo>
                    <a:pt x="106680" y="26670"/>
                  </a:lnTo>
                  <a:cubicBezTo>
                    <a:pt x="114300" y="34290"/>
                    <a:pt x="114300" y="46990"/>
                    <a:pt x="106680" y="55880"/>
                  </a:cubicBezTo>
                  <a:lnTo>
                    <a:pt x="86360" y="76200"/>
                  </a:lnTo>
                  <a:cubicBezTo>
                    <a:pt x="82550" y="80010"/>
                    <a:pt x="77470" y="82550"/>
                    <a:pt x="72390" y="82550"/>
                  </a:cubicBezTo>
                  <a:lnTo>
                    <a:pt x="20320" y="82550"/>
                  </a:lnTo>
                  <a:cubicBezTo>
                    <a:pt x="8890" y="82550"/>
                    <a:pt x="0" y="73660"/>
                    <a:pt x="0" y="62230"/>
                  </a:cubicBezTo>
                  <a:lnTo>
                    <a:pt x="0" y="21590"/>
                  </a:lnTo>
                  <a:cubicBezTo>
                    <a:pt x="0" y="10160"/>
                    <a:pt x="8890" y="1270"/>
                    <a:pt x="20320" y="1270"/>
                  </a:cubicBezTo>
                  <a:lnTo>
                    <a:pt x="72390" y="1270"/>
                  </a:lnTo>
                  <a:close/>
                  <a:moveTo>
                    <a:pt x="72390" y="60960"/>
                  </a:moveTo>
                  <a:lnTo>
                    <a:pt x="20320" y="60960"/>
                  </a:lnTo>
                  <a:lnTo>
                    <a:pt x="20320" y="20320"/>
                  </a:lnTo>
                  <a:lnTo>
                    <a:pt x="72390" y="20320"/>
                  </a:lnTo>
                  <a:lnTo>
                    <a:pt x="92710" y="40640"/>
                  </a:lnTo>
                  <a:lnTo>
                    <a:pt x="72390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79" name="Полилиния: фигура 482">
            <a:extLst>
              <a:ext uri="{FF2B5EF4-FFF2-40B4-BE49-F238E27FC236}">
                <a16:creationId xmlns:a16="http://schemas.microsoft.com/office/drawing/2014/main" id="{4EB98577-BDFA-7E57-0028-049EEFF09656}"/>
              </a:ext>
            </a:extLst>
          </p:cNvPr>
          <p:cNvSpPr/>
          <p:nvPr/>
        </p:nvSpPr>
        <p:spPr>
          <a:xfrm>
            <a:off x="6122067" y="4954198"/>
            <a:ext cx="263092" cy="203563"/>
          </a:xfrm>
          <a:custGeom>
            <a:avLst/>
            <a:gdLst>
              <a:gd name="connsiteX0" fmla="*/ 183356 w 263092"/>
              <a:gd name="connsiteY0" fmla="*/ 5120 h 203563"/>
              <a:gd name="connsiteX1" fmla="*/ 165576 w 263092"/>
              <a:gd name="connsiteY1" fmla="*/ 6390 h 203563"/>
              <a:gd name="connsiteX2" fmla="*/ 89376 w 263092"/>
              <a:gd name="connsiteY2" fmla="*/ 189270 h 203563"/>
              <a:gd name="connsiteX3" fmla="*/ 89376 w 263092"/>
              <a:gd name="connsiteY3" fmla="*/ 190540 h 203563"/>
              <a:gd name="connsiteX4" fmla="*/ 95726 w 263092"/>
              <a:gd name="connsiteY4" fmla="*/ 203240 h 203563"/>
              <a:gd name="connsiteX5" fmla="*/ 96996 w 263092"/>
              <a:gd name="connsiteY5" fmla="*/ 203240 h 203563"/>
              <a:gd name="connsiteX6" fmla="*/ 109696 w 263092"/>
              <a:gd name="connsiteY6" fmla="*/ 196890 h 203563"/>
              <a:gd name="connsiteX7" fmla="*/ 128746 w 263092"/>
              <a:gd name="connsiteY7" fmla="*/ 152440 h 203563"/>
              <a:gd name="connsiteX8" fmla="*/ 225266 w 263092"/>
              <a:gd name="connsiteY8" fmla="*/ 152440 h 203563"/>
              <a:gd name="connsiteX9" fmla="*/ 244316 w 263092"/>
              <a:gd name="connsiteY9" fmla="*/ 196890 h 203563"/>
              <a:gd name="connsiteX10" fmla="*/ 244316 w 263092"/>
              <a:gd name="connsiteY10" fmla="*/ 198159 h 203563"/>
              <a:gd name="connsiteX11" fmla="*/ 257016 w 263092"/>
              <a:gd name="connsiteY11" fmla="*/ 201970 h 203563"/>
              <a:gd name="connsiteX12" fmla="*/ 262097 w 263092"/>
              <a:gd name="connsiteY12" fmla="*/ 189270 h 203563"/>
              <a:gd name="connsiteX13" fmla="*/ 183356 w 263092"/>
              <a:gd name="connsiteY13" fmla="*/ 5120 h 203563"/>
              <a:gd name="connsiteX14" fmla="*/ 183356 w 263092"/>
              <a:gd name="connsiteY14" fmla="*/ 5120 h 203563"/>
              <a:gd name="connsiteX15" fmla="*/ 213836 w 263092"/>
              <a:gd name="connsiteY15" fmla="*/ 132120 h 203563"/>
              <a:gd name="connsiteX16" fmla="*/ 174466 w 263092"/>
              <a:gd name="connsiteY16" fmla="*/ 36870 h 203563"/>
              <a:gd name="connsiteX17" fmla="*/ 135096 w 263092"/>
              <a:gd name="connsiteY17" fmla="*/ 132120 h 203563"/>
              <a:gd name="connsiteX18" fmla="*/ 213836 w 263092"/>
              <a:gd name="connsiteY18" fmla="*/ 132120 h 203563"/>
              <a:gd name="connsiteX19" fmla="*/ 39846 w 263092"/>
              <a:gd name="connsiteY19" fmla="*/ 6390 h 203563"/>
              <a:gd name="connsiteX20" fmla="*/ 53816 w 263092"/>
              <a:gd name="connsiteY20" fmla="*/ 5120 h 203563"/>
              <a:gd name="connsiteX21" fmla="*/ 53816 w 263092"/>
              <a:gd name="connsiteY21" fmla="*/ 6390 h 203563"/>
              <a:gd name="connsiteX22" fmla="*/ 94456 w 263092"/>
              <a:gd name="connsiteY22" fmla="*/ 104179 h 203563"/>
              <a:gd name="connsiteX23" fmla="*/ 90646 w 263092"/>
              <a:gd name="connsiteY23" fmla="*/ 114340 h 203563"/>
              <a:gd name="connsiteX24" fmla="*/ 81756 w 263092"/>
              <a:gd name="connsiteY24" fmla="*/ 111799 h 203563"/>
              <a:gd name="connsiteX25" fmla="*/ 81756 w 263092"/>
              <a:gd name="connsiteY25" fmla="*/ 110529 h 203563"/>
              <a:gd name="connsiteX26" fmla="*/ 72866 w 263092"/>
              <a:gd name="connsiteY26" fmla="*/ 88940 h 203563"/>
              <a:gd name="connsiteX27" fmla="*/ 23336 w 263092"/>
              <a:gd name="connsiteY27" fmla="*/ 88940 h 203563"/>
              <a:gd name="connsiteX28" fmla="*/ 14446 w 263092"/>
              <a:gd name="connsiteY28" fmla="*/ 110529 h 203563"/>
              <a:gd name="connsiteX29" fmla="*/ 5556 w 263092"/>
              <a:gd name="connsiteY29" fmla="*/ 114340 h 203563"/>
              <a:gd name="connsiteX30" fmla="*/ 4286 w 263092"/>
              <a:gd name="connsiteY30" fmla="*/ 114340 h 203563"/>
              <a:gd name="connsiteX31" fmla="*/ 476 w 263092"/>
              <a:gd name="connsiteY31" fmla="*/ 105449 h 203563"/>
              <a:gd name="connsiteX32" fmla="*/ 476 w 263092"/>
              <a:gd name="connsiteY32" fmla="*/ 104179 h 203563"/>
              <a:gd name="connsiteX33" fmla="*/ 39846 w 263092"/>
              <a:gd name="connsiteY33" fmla="*/ 6390 h 203563"/>
              <a:gd name="connsiteX34" fmla="*/ 47466 w 263092"/>
              <a:gd name="connsiteY34" fmla="*/ 29249 h 203563"/>
              <a:gd name="connsiteX35" fmla="*/ 28416 w 263092"/>
              <a:gd name="connsiteY35" fmla="*/ 73699 h 203563"/>
              <a:gd name="connsiteX36" fmla="*/ 65246 w 263092"/>
              <a:gd name="connsiteY36" fmla="*/ 73699 h 203563"/>
              <a:gd name="connsiteX37" fmla="*/ 47466 w 263092"/>
              <a:gd name="connsiteY37" fmla="*/ 29249 h 203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3092" h="203563">
                <a:moveTo>
                  <a:pt x="183356" y="5120"/>
                </a:moveTo>
                <a:cubicBezTo>
                  <a:pt x="179546" y="-2501"/>
                  <a:pt x="168116" y="-1230"/>
                  <a:pt x="165576" y="6390"/>
                </a:cubicBezTo>
                <a:lnTo>
                  <a:pt x="89376" y="189270"/>
                </a:lnTo>
                <a:lnTo>
                  <a:pt x="89376" y="190540"/>
                </a:lnTo>
                <a:cubicBezTo>
                  <a:pt x="88106" y="195620"/>
                  <a:pt x="90646" y="200699"/>
                  <a:pt x="95726" y="203240"/>
                </a:cubicBezTo>
                <a:lnTo>
                  <a:pt x="96996" y="203240"/>
                </a:lnTo>
                <a:cubicBezTo>
                  <a:pt x="102076" y="204509"/>
                  <a:pt x="107156" y="201970"/>
                  <a:pt x="109696" y="196890"/>
                </a:cubicBezTo>
                <a:lnTo>
                  <a:pt x="128746" y="152440"/>
                </a:lnTo>
                <a:lnTo>
                  <a:pt x="225266" y="152440"/>
                </a:lnTo>
                <a:lnTo>
                  <a:pt x="244316" y="196890"/>
                </a:lnTo>
                <a:lnTo>
                  <a:pt x="244316" y="198159"/>
                </a:lnTo>
                <a:cubicBezTo>
                  <a:pt x="246856" y="201970"/>
                  <a:pt x="251936" y="204509"/>
                  <a:pt x="257016" y="201970"/>
                </a:cubicBezTo>
                <a:cubicBezTo>
                  <a:pt x="262097" y="199429"/>
                  <a:pt x="264636" y="194349"/>
                  <a:pt x="262097" y="189270"/>
                </a:cubicBezTo>
                <a:lnTo>
                  <a:pt x="183356" y="5120"/>
                </a:lnTo>
                <a:lnTo>
                  <a:pt x="183356" y="5120"/>
                </a:lnTo>
                <a:close/>
                <a:moveTo>
                  <a:pt x="213836" y="132120"/>
                </a:moveTo>
                <a:lnTo>
                  <a:pt x="174466" y="36870"/>
                </a:lnTo>
                <a:lnTo>
                  <a:pt x="135096" y="132120"/>
                </a:lnTo>
                <a:lnTo>
                  <a:pt x="213836" y="132120"/>
                </a:lnTo>
                <a:close/>
                <a:moveTo>
                  <a:pt x="39846" y="6390"/>
                </a:moveTo>
                <a:cubicBezTo>
                  <a:pt x="42386" y="40"/>
                  <a:pt x="50006" y="40"/>
                  <a:pt x="53816" y="5120"/>
                </a:cubicBezTo>
                <a:lnTo>
                  <a:pt x="53816" y="6390"/>
                </a:lnTo>
                <a:lnTo>
                  <a:pt x="94456" y="104179"/>
                </a:lnTo>
                <a:cubicBezTo>
                  <a:pt x="95726" y="107990"/>
                  <a:pt x="94456" y="113070"/>
                  <a:pt x="90646" y="114340"/>
                </a:cubicBezTo>
                <a:cubicBezTo>
                  <a:pt x="86836" y="115609"/>
                  <a:pt x="83026" y="114340"/>
                  <a:pt x="81756" y="111799"/>
                </a:cubicBezTo>
                <a:lnTo>
                  <a:pt x="81756" y="110529"/>
                </a:lnTo>
                <a:lnTo>
                  <a:pt x="72866" y="88940"/>
                </a:lnTo>
                <a:lnTo>
                  <a:pt x="23336" y="88940"/>
                </a:lnTo>
                <a:lnTo>
                  <a:pt x="14446" y="110529"/>
                </a:lnTo>
                <a:cubicBezTo>
                  <a:pt x="13176" y="114340"/>
                  <a:pt x="9366" y="115609"/>
                  <a:pt x="5556" y="114340"/>
                </a:cubicBezTo>
                <a:lnTo>
                  <a:pt x="4286" y="114340"/>
                </a:lnTo>
                <a:cubicBezTo>
                  <a:pt x="476" y="113070"/>
                  <a:pt x="-794" y="109259"/>
                  <a:pt x="476" y="105449"/>
                </a:cubicBezTo>
                <a:lnTo>
                  <a:pt x="476" y="104179"/>
                </a:lnTo>
                <a:lnTo>
                  <a:pt x="39846" y="6390"/>
                </a:lnTo>
                <a:close/>
                <a:moveTo>
                  <a:pt x="47466" y="29249"/>
                </a:moveTo>
                <a:lnTo>
                  <a:pt x="28416" y="73699"/>
                </a:lnTo>
                <a:lnTo>
                  <a:pt x="65246" y="73699"/>
                </a:lnTo>
                <a:lnTo>
                  <a:pt x="47466" y="29249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80" name="Рисунок 2">
            <a:extLst>
              <a:ext uri="{FF2B5EF4-FFF2-40B4-BE49-F238E27FC236}">
                <a16:creationId xmlns:a16="http://schemas.microsoft.com/office/drawing/2014/main" id="{DD8B78B0-5D55-E8BA-BA82-A1526CA41684}"/>
              </a:ext>
            </a:extLst>
          </p:cNvPr>
          <p:cNvGrpSpPr/>
          <p:nvPr/>
        </p:nvGrpSpPr>
        <p:grpSpPr>
          <a:xfrm>
            <a:off x="7232524" y="4954238"/>
            <a:ext cx="254000" cy="181609"/>
            <a:chOff x="7381240" y="4993640"/>
            <a:chExt cx="254000" cy="181609"/>
          </a:xfrm>
          <a:solidFill>
            <a:schemeClr val="bg1"/>
          </a:solidFill>
        </p:grpSpPr>
        <p:sp>
          <p:nvSpPr>
            <p:cNvPr id="381" name="Полилиния: фигура 486">
              <a:extLst>
                <a:ext uri="{FF2B5EF4-FFF2-40B4-BE49-F238E27FC236}">
                  <a16:creationId xmlns:a16="http://schemas.microsoft.com/office/drawing/2014/main" id="{3D71A9D7-359C-046B-476E-C65B71329644}"/>
                </a:ext>
              </a:extLst>
            </p:cNvPr>
            <p:cNvSpPr/>
            <p:nvPr/>
          </p:nvSpPr>
          <p:spPr>
            <a:xfrm>
              <a:off x="7553959" y="4993640"/>
              <a:ext cx="30480" cy="152400"/>
            </a:xfrm>
            <a:custGeom>
              <a:avLst/>
              <a:gdLst>
                <a:gd name="connsiteX0" fmla="*/ 0 w 30480"/>
                <a:gd name="connsiteY0" fmla="*/ 10160 h 152400"/>
                <a:gd name="connsiteX1" fmla="*/ 10160 w 30480"/>
                <a:gd name="connsiteY1" fmla="*/ 0 h 152400"/>
                <a:gd name="connsiteX2" fmla="*/ 20320 w 30480"/>
                <a:gd name="connsiteY2" fmla="*/ 0 h 152400"/>
                <a:gd name="connsiteX3" fmla="*/ 30480 w 30480"/>
                <a:gd name="connsiteY3" fmla="*/ 10160 h 152400"/>
                <a:gd name="connsiteX4" fmla="*/ 30480 w 30480"/>
                <a:gd name="connsiteY4" fmla="*/ 142240 h 152400"/>
                <a:gd name="connsiteX5" fmla="*/ 20320 w 30480"/>
                <a:gd name="connsiteY5" fmla="*/ 152400 h 152400"/>
                <a:gd name="connsiteX6" fmla="*/ 10160 w 30480"/>
                <a:gd name="connsiteY6" fmla="*/ 152400 h 152400"/>
                <a:gd name="connsiteX7" fmla="*/ 0 w 30480"/>
                <a:gd name="connsiteY7" fmla="*/ 142240 h 152400"/>
                <a:gd name="connsiteX8" fmla="*/ 0 w 30480"/>
                <a:gd name="connsiteY8" fmla="*/ 1016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5240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42240"/>
                  </a:lnTo>
                  <a:cubicBezTo>
                    <a:pt x="30480" y="147320"/>
                    <a:pt x="25400" y="152400"/>
                    <a:pt x="20320" y="152400"/>
                  </a:cubicBezTo>
                  <a:lnTo>
                    <a:pt x="10160" y="152400"/>
                  </a:lnTo>
                  <a:cubicBezTo>
                    <a:pt x="5080" y="152400"/>
                    <a:pt x="0" y="147320"/>
                    <a:pt x="0" y="14224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2" name="Полилиния: фигура 487">
              <a:extLst>
                <a:ext uri="{FF2B5EF4-FFF2-40B4-BE49-F238E27FC236}">
                  <a16:creationId xmlns:a16="http://schemas.microsoft.com/office/drawing/2014/main" id="{F8556A68-DD60-0858-8134-67A978EF991B}"/>
                </a:ext>
              </a:extLst>
            </p:cNvPr>
            <p:cNvSpPr/>
            <p:nvPr/>
          </p:nvSpPr>
          <p:spPr>
            <a:xfrm>
              <a:off x="7472680" y="5024120"/>
              <a:ext cx="30479" cy="121920"/>
            </a:xfrm>
            <a:custGeom>
              <a:avLst/>
              <a:gdLst>
                <a:gd name="connsiteX0" fmla="*/ 0 w 30479"/>
                <a:gd name="connsiteY0" fmla="*/ 10160 h 121920"/>
                <a:gd name="connsiteX1" fmla="*/ 10160 w 30479"/>
                <a:gd name="connsiteY1" fmla="*/ 0 h 121920"/>
                <a:gd name="connsiteX2" fmla="*/ 20320 w 30479"/>
                <a:gd name="connsiteY2" fmla="*/ 0 h 121920"/>
                <a:gd name="connsiteX3" fmla="*/ 30480 w 30479"/>
                <a:gd name="connsiteY3" fmla="*/ 10160 h 121920"/>
                <a:gd name="connsiteX4" fmla="*/ 30480 w 30479"/>
                <a:gd name="connsiteY4" fmla="*/ 111760 h 121920"/>
                <a:gd name="connsiteX5" fmla="*/ 20320 w 30479"/>
                <a:gd name="connsiteY5" fmla="*/ 121920 h 121920"/>
                <a:gd name="connsiteX6" fmla="*/ 10160 w 30479"/>
                <a:gd name="connsiteY6" fmla="*/ 121920 h 121920"/>
                <a:gd name="connsiteX7" fmla="*/ 0 w 30479"/>
                <a:gd name="connsiteY7" fmla="*/ 111760 h 121920"/>
                <a:gd name="connsiteX8" fmla="*/ 0 w 30479"/>
                <a:gd name="connsiteY8" fmla="*/ 101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12192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11760"/>
                  </a:lnTo>
                  <a:cubicBezTo>
                    <a:pt x="30480" y="116840"/>
                    <a:pt x="25400" y="121920"/>
                    <a:pt x="20320" y="121920"/>
                  </a:cubicBezTo>
                  <a:lnTo>
                    <a:pt x="10160" y="121920"/>
                  </a:ln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3" name="Полилиния: фигура 488">
              <a:extLst>
                <a:ext uri="{FF2B5EF4-FFF2-40B4-BE49-F238E27FC236}">
                  <a16:creationId xmlns:a16="http://schemas.microsoft.com/office/drawing/2014/main" id="{638C7585-C14B-AC2A-814F-D77A6BBE8CC4}"/>
                </a:ext>
              </a:extLst>
            </p:cNvPr>
            <p:cNvSpPr/>
            <p:nvPr/>
          </p:nvSpPr>
          <p:spPr>
            <a:xfrm>
              <a:off x="7391400" y="5064759"/>
              <a:ext cx="30480" cy="81280"/>
            </a:xfrm>
            <a:custGeom>
              <a:avLst/>
              <a:gdLst>
                <a:gd name="connsiteX0" fmla="*/ 0 w 30480"/>
                <a:gd name="connsiteY0" fmla="*/ 10160 h 81280"/>
                <a:gd name="connsiteX1" fmla="*/ 10160 w 30480"/>
                <a:gd name="connsiteY1" fmla="*/ 0 h 81280"/>
                <a:gd name="connsiteX2" fmla="*/ 20320 w 30480"/>
                <a:gd name="connsiteY2" fmla="*/ 0 h 81280"/>
                <a:gd name="connsiteX3" fmla="*/ 30480 w 30480"/>
                <a:gd name="connsiteY3" fmla="*/ 10160 h 81280"/>
                <a:gd name="connsiteX4" fmla="*/ 30480 w 30480"/>
                <a:gd name="connsiteY4" fmla="*/ 71120 h 81280"/>
                <a:gd name="connsiteX5" fmla="*/ 20320 w 30480"/>
                <a:gd name="connsiteY5" fmla="*/ 81280 h 81280"/>
                <a:gd name="connsiteX6" fmla="*/ 10160 w 30480"/>
                <a:gd name="connsiteY6" fmla="*/ 81280 h 81280"/>
                <a:gd name="connsiteX7" fmla="*/ 0 w 30480"/>
                <a:gd name="connsiteY7" fmla="*/ 71120 h 81280"/>
                <a:gd name="connsiteX8" fmla="*/ 0 w 30480"/>
                <a:gd name="connsiteY8" fmla="*/ 1016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8128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71120"/>
                  </a:lnTo>
                  <a:cubicBezTo>
                    <a:pt x="30480" y="76200"/>
                    <a:pt x="25400" y="81280"/>
                    <a:pt x="20320" y="81280"/>
                  </a:cubicBezTo>
                  <a:lnTo>
                    <a:pt x="10160" y="81280"/>
                  </a:lnTo>
                  <a:cubicBezTo>
                    <a:pt x="5080" y="81280"/>
                    <a:pt x="0" y="76200"/>
                    <a:pt x="0" y="7112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4" name="Полилиния: фигура 489">
              <a:extLst>
                <a:ext uri="{FF2B5EF4-FFF2-40B4-BE49-F238E27FC236}">
                  <a16:creationId xmlns:a16="http://schemas.microsoft.com/office/drawing/2014/main" id="{54CBA915-BE83-053D-9FAF-EAC267B03054}"/>
                </a:ext>
              </a:extLst>
            </p:cNvPr>
            <p:cNvSpPr/>
            <p:nvPr/>
          </p:nvSpPr>
          <p:spPr>
            <a:xfrm>
              <a:off x="7432040" y="5095240"/>
              <a:ext cx="30479" cy="50800"/>
            </a:xfrm>
            <a:custGeom>
              <a:avLst/>
              <a:gdLst>
                <a:gd name="connsiteX0" fmla="*/ 10160 w 30479"/>
                <a:gd name="connsiteY0" fmla="*/ 0 h 50800"/>
                <a:gd name="connsiteX1" fmla="*/ 0 w 30479"/>
                <a:gd name="connsiteY1" fmla="*/ 10160 h 50800"/>
                <a:gd name="connsiteX2" fmla="*/ 0 w 30479"/>
                <a:gd name="connsiteY2" fmla="*/ 40640 h 50800"/>
                <a:gd name="connsiteX3" fmla="*/ 10160 w 30479"/>
                <a:gd name="connsiteY3" fmla="*/ 50800 h 50800"/>
                <a:gd name="connsiteX4" fmla="*/ 20320 w 30479"/>
                <a:gd name="connsiteY4" fmla="*/ 50800 h 50800"/>
                <a:gd name="connsiteX5" fmla="*/ 30480 w 30479"/>
                <a:gd name="connsiteY5" fmla="*/ 40640 h 50800"/>
                <a:gd name="connsiteX6" fmla="*/ 30480 w 30479"/>
                <a:gd name="connsiteY6" fmla="*/ 10160 h 50800"/>
                <a:gd name="connsiteX7" fmla="*/ 20320 w 30479"/>
                <a:gd name="connsiteY7" fmla="*/ 0 h 50800"/>
                <a:gd name="connsiteX8" fmla="*/ 10160 w 30479"/>
                <a:gd name="connsiteY8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5080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20320" y="50800"/>
                  </a:lnTo>
                  <a:cubicBezTo>
                    <a:pt x="25400" y="50800"/>
                    <a:pt x="30480" y="45720"/>
                    <a:pt x="30480" y="4064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5" name="Полилиния: фигура 490">
              <a:extLst>
                <a:ext uri="{FF2B5EF4-FFF2-40B4-BE49-F238E27FC236}">
                  <a16:creationId xmlns:a16="http://schemas.microsoft.com/office/drawing/2014/main" id="{3E5AB7E0-0008-6775-FF68-9C1D829E292A}"/>
                </a:ext>
              </a:extLst>
            </p:cNvPr>
            <p:cNvSpPr/>
            <p:nvPr/>
          </p:nvSpPr>
          <p:spPr>
            <a:xfrm>
              <a:off x="7513319" y="5074920"/>
              <a:ext cx="30480" cy="71120"/>
            </a:xfrm>
            <a:custGeom>
              <a:avLst/>
              <a:gdLst>
                <a:gd name="connsiteX0" fmla="*/ 0 w 30480"/>
                <a:gd name="connsiteY0" fmla="*/ 10160 h 71120"/>
                <a:gd name="connsiteX1" fmla="*/ 10161 w 30480"/>
                <a:gd name="connsiteY1" fmla="*/ 0 h 71120"/>
                <a:gd name="connsiteX2" fmla="*/ 20320 w 30480"/>
                <a:gd name="connsiteY2" fmla="*/ 0 h 71120"/>
                <a:gd name="connsiteX3" fmla="*/ 30480 w 30480"/>
                <a:gd name="connsiteY3" fmla="*/ 10160 h 71120"/>
                <a:gd name="connsiteX4" fmla="*/ 30480 w 30480"/>
                <a:gd name="connsiteY4" fmla="*/ 60960 h 71120"/>
                <a:gd name="connsiteX5" fmla="*/ 20320 w 30480"/>
                <a:gd name="connsiteY5" fmla="*/ 71120 h 71120"/>
                <a:gd name="connsiteX6" fmla="*/ 10161 w 30480"/>
                <a:gd name="connsiteY6" fmla="*/ 71120 h 71120"/>
                <a:gd name="connsiteX7" fmla="*/ 0 w 30480"/>
                <a:gd name="connsiteY7" fmla="*/ 60960 h 71120"/>
                <a:gd name="connsiteX8" fmla="*/ 0 w 30480"/>
                <a:gd name="connsiteY8" fmla="*/ 1016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711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60960"/>
                  </a:lnTo>
                  <a:cubicBezTo>
                    <a:pt x="30480" y="66040"/>
                    <a:pt x="25400" y="71120"/>
                    <a:pt x="20320" y="71120"/>
                  </a:cubicBezTo>
                  <a:lnTo>
                    <a:pt x="10161" y="71120"/>
                  </a:lnTo>
                  <a:cubicBezTo>
                    <a:pt x="5080" y="71120"/>
                    <a:pt x="0" y="66040"/>
                    <a:pt x="0" y="609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6" name="Полилиния: фигура 491">
              <a:extLst>
                <a:ext uri="{FF2B5EF4-FFF2-40B4-BE49-F238E27FC236}">
                  <a16:creationId xmlns:a16="http://schemas.microsoft.com/office/drawing/2014/main" id="{A465E072-0688-0EA3-2932-AEAA98DE8EC6}"/>
                </a:ext>
              </a:extLst>
            </p:cNvPr>
            <p:cNvSpPr/>
            <p:nvPr/>
          </p:nvSpPr>
          <p:spPr>
            <a:xfrm>
              <a:off x="7594600" y="5054600"/>
              <a:ext cx="30480" cy="91440"/>
            </a:xfrm>
            <a:custGeom>
              <a:avLst/>
              <a:gdLst>
                <a:gd name="connsiteX0" fmla="*/ 10160 w 30480"/>
                <a:gd name="connsiteY0" fmla="*/ 0 h 91440"/>
                <a:gd name="connsiteX1" fmla="*/ 0 w 30480"/>
                <a:gd name="connsiteY1" fmla="*/ 10160 h 91440"/>
                <a:gd name="connsiteX2" fmla="*/ 0 w 30480"/>
                <a:gd name="connsiteY2" fmla="*/ 81280 h 91440"/>
                <a:gd name="connsiteX3" fmla="*/ 10160 w 30480"/>
                <a:gd name="connsiteY3" fmla="*/ 91440 h 91440"/>
                <a:gd name="connsiteX4" fmla="*/ 20320 w 30480"/>
                <a:gd name="connsiteY4" fmla="*/ 91440 h 91440"/>
                <a:gd name="connsiteX5" fmla="*/ 30480 w 30480"/>
                <a:gd name="connsiteY5" fmla="*/ 81280 h 91440"/>
                <a:gd name="connsiteX6" fmla="*/ 30480 w 30480"/>
                <a:gd name="connsiteY6" fmla="*/ 10160 h 91440"/>
                <a:gd name="connsiteX7" fmla="*/ 20320 w 30480"/>
                <a:gd name="connsiteY7" fmla="*/ 0 h 91440"/>
                <a:gd name="connsiteX8" fmla="*/ 10160 w 30480"/>
                <a:gd name="connsiteY8" fmla="*/ 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81280"/>
                  </a:lnTo>
                  <a:cubicBezTo>
                    <a:pt x="0" y="86360"/>
                    <a:pt x="5080" y="91440"/>
                    <a:pt x="10160" y="91440"/>
                  </a:cubicBezTo>
                  <a:lnTo>
                    <a:pt x="20320" y="91440"/>
                  </a:lnTo>
                  <a:cubicBezTo>
                    <a:pt x="25400" y="91440"/>
                    <a:pt x="30480" y="86360"/>
                    <a:pt x="30480" y="8128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7" name="Полилиния: фигура 492">
              <a:extLst>
                <a:ext uri="{FF2B5EF4-FFF2-40B4-BE49-F238E27FC236}">
                  <a16:creationId xmlns:a16="http://schemas.microsoft.com/office/drawing/2014/main" id="{180FD400-D9CE-DCCC-3FA6-0F262897209A}"/>
                </a:ext>
              </a:extLst>
            </p:cNvPr>
            <p:cNvSpPr/>
            <p:nvPr/>
          </p:nvSpPr>
          <p:spPr>
            <a:xfrm>
              <a:off x="7381240" y="5154929"/>
              <a:ext cx="254000" cy="20320"/>
            </a:xfrm>
            <a:custGeom>
              <a:avLst/>
              <a:gdLst>
                <a:gd name="connsiteX0" fmla="*/ 10160 w 254000"/>
                <a:gd name="connsiteY0" fmla="*/ 0 h 20320"/>
                <a:gd name="connsiteX1" fmla="*/ 0 w 254000"/>
                <a:gd name="connsiteY1" fmla="*/ 10160 h 20320"/>
                <a:gd name="connsiteX2" fmla="*/ 10160 w 254000"/>
                <a:gd name="connsiteY2" fmla="*/ 20320 h 20320"/>
                <a:gd name="connsiteX3" fmla="*/ 243840 w 254000"/>
                <a:gd name="connsiteY3" fmla="*/ 20320 h 20320"/>
                <a:gd name="connsiteX4" fmla="*/ 254000 w 254000"/>
                <a:gd name="connsiteY4" fmla="*/ 10160 h 20320"/>
                <a:gd name="connsiteX5" fmla="*/ 243840 w 254000"/>
                <a:gd name="connsiteY5" fmla="*/ 0 h 20320"/>
                <a:gd name="connsiteX6" fmla="*/ 10160 w 2540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0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43840" y="20320"/>
                  </a:lnTo>
                  <a:cubicBezTo>
                    <a:pt x="248920" y="20320"/>
                    <a:pt x="254000" y="15240"/>
                    <a:pt x="254000" y="10160"/>
                  </a:cubicBezTo>
                  <a:cubicBezTo>
                    <a:pt x="254000" y="5080"/>
                    <a:pt x="248920" y="0"/>
                    <a:pt x="2438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88" name="Рисунок 2">
            <a:extLst>
              <a:ext uri="{FF2B5EF4-FFF2-40B4-BE49-F238E27FC236}">
                <a16:creationId xmlns:a16="http://schemas.microsoft.com/office/drawing/2014/main" id="{8997F711-02F1-20C8-C238-B63F5E822A86}"/>
              </a:ext>
            </a:extLst>
          </p:cNvPr>
          <p:cNvGrpSpPr/>
          <p:nvPr/>
        </p:nvGrpSpPr>
        <p:grpSpPr>
          <a:xfrm>
            <a:off x="6673724" y="4946618"/>
            <a:ext cx="233679" cy="223520"/>
            <a:chOff x="6822440" y="4986020"/>
            <a:chExt cx="233679" cy="223520"/>
          </a:xfrm>
          <a:solidFill>
            <a:schemeClr val="bg1"/>
          </a:solidFill>
        </p:grpSpPr>
        <p:sp>
          <p:nvSpPr>
            <p:cNvPr id="389" name="Полилиния: фигура 495">
              <a:extLst>
                <a:ext uri="{FF2B5EF4-FFF2-40B4-BE49-F238E27FC236}">
                  <a16:creationId xmlns:a16="http://schemas.microsoft.com/office/drawing/2014/main" id="{FEFD908D-D5DB-29E0-7714-D78A2413EE24}"/>
                </a:ext>
              </a:extLst>
            </p:cNvPr>
            <p:cNvSpPr/>
            <p:nvPr/>
          </p:nvSpPr>
          <p:spPr>
            <a:xfrm>
              <a:off x="6903719" y="4986020"/>
              <a:ext cx="30480" cy="121920"/>
            </a:xfrm>
            <a:custGeom>
              <a:avLst/>
              <a:gdLst>
                <a:gd name="connsiteX0" fmla="*/ 0 w 30480"/>
                <a:gd name="connsiteY0" fmla="*/ 10160 h 121920"/>
                <a:gd name="connsiteX1" fmla="*/ 10161 w 30480"/>
                <a:gd name="connsiteY1" fmla="*/ 0 h 121920"/>
                <a:gd name="connsiteX2" fmla="*/ 20320 w 30480"/>
                <a:gd name="connsiteY2" fmla="*/ 0 h 121920"/>
                <a:gd name="connsiteX3" fmla="*/ 30480 w 30480"/>
                <a:gd name="connsiteY3" fmla="*/ 10160 h 121920"/>
                <a:gd name="connsiteX4" fmla="*/ 30480 w 30480"/>
                <a:gd name="connsiteY4" fmla="*/ 111760 h 121920"/>
                <a:gd name="connsiteX5" fmla="*/ 20320 w 30480"/>
                <a:gd name="connsiteY5" fmla="*/ 121920 h 121920"/>
                <a:gd name="connsiteX6" fmla="*/ 10161 w 30480"/>
                <a:gd name="connsiteY6" fmla="*/ 121920 h 121920"/>
                <a:gd name="connsiteX7" fmla="*/ 0 w 30480"/>
                <a:gd name="connsiteY7" fmla="*/ 111760 h 121920"/>
                <a:gd name="connsiteX8" fmla="*/ 0 w 30480"/>
                <a:gd name="connsiteY8" fmla="*/ 101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219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11760"/>
                  </a:lnTo>
                  <a:cubicBezTo>
                    <a:pt x="30480" y="116840"/>
                    <a:pt x="25400" y="121920"/>
                    <a:pt x="20320" y="121920"/>
                  </a:cubicBezTo>
                  <a:lnTo>
                    <a:pt x="10161" y="121920"/>
                  </a:ln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0" name="Полилиния: фигура 496">
              <a:extLst>
                <a:ext uri="{FF2B5EF4-FFF2-40B4-BE49-F238E27FC236}">
                  <a16:creationId xmlns:a16="http://schemas.microsoft.com/office/drawing/2014/main" id="{C7C9A81F-50E0-2AF5-169D-E1B06C40B851}"/>
                </a:ext>
              </a:extLst>
            </p:cNvPr>
            <p:cNvSpPr/>
            <p:nvPr/>
          </p:nvSpPr>
          <p:spPr>
            <a:xfrm>
              <a:off x="6822440" y="5026659"/>
              <a:ext cx="30479" cy="81280"/>
            </a:xfrm>
            <a:custGeom>
              <a:avLst/>
              <a:gdLst>
                <a:gd name="connsiteX0" fmla="*/ 10160 w 30479"/>
                <a:gd name="connsiteY0" fmla="*/ 0 h 81280"/>
                <a:gd name="connsiteX1" fmla="*/ 0 w 30479"/>
                <a:gd name="connsiteY1" fmla="*/ 10160 h 81280"/>
                <a:gd name="connsiteX2" fmla="*/ 0 w 30479"/>
                <a:gd name="connsiteY2" fmla="*/ 71120 h 81280"/>
                <a:gd name="connsiteX3" fmla="*/ 10160 w 30479"/>
                <a:gd name="connsiteY3" fmla="*/ 81280 h 81280"/>
                <a:gd name="connsiteX4" fmla="*/ 20320 w 30479"/>
                <a:gd name="connsiteY4" fmla="*/ 81280 h 81280"/>
                <a:gd name="connsiteX5" fmla="*/ 30480 w 30479"/>
                <a:gd name="connsiteY5" fmla="*/ 71120 h 81280"/>
                <a:gd name="connsiteX6" fmla="*/ 30480 w 30479"/>
                <a:gd name="connsiteY6" fmla="*/ 10160 h 81280"/>
                <a:gd name="connsiteX7" fmla="*/ 20320 w 30479"/>
                <a:gd name="connsiteY7" fmla="*/ 0 h 81280"/>
                <a:gd name="connsiteX8" fmla="*/ 10160 w 30479"/>
                <a:gd name="connsiteY8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8128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71120"/>
                  </a:lnTo>
                  <a:cubicBezTo>
                    <a:pt x="0" y="76200"/>
                    <a:pt x="5080" y="81280"/>
                    <a:pt x="10160" y="81280"/>
                  </a:cubicBezTo>
                  <a:lnTo>
                    <a:pt x="20320" y="81280"/>
                  </a:lnTo>
                  <a:cubicBezTo>
                    <a:pt x="25400" y="81280"/>
                    <a:pt x="30480" y="76200"/>
                    <a:pt x="30480" y="7112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1" name="Полилиния: фигура 497">
              <a:extLst>
                <a:ext uri="{FF2B5EF4-FFF2-40B4-BE49-F238E27FC236}">
                  <a16:creationId xmlns:a16="http://schemas.microsoft.com/office/drawing/2014/main" id="{CA268A4E-8F30-50DA-4BE2-B44A56A8858E}"/>
                </a:ext>
              </a:extLst>
            </p:cNvPr>
            <p:cNvSpPr/>
            <p:nvPr/>
          </p:nvSpPr>
          <p:spPr>
            <a:xfrm>
              <a:off x="7025640" y="5106670"/>
              <a:ext cx="30479" cy="71120"/>
            </a:xfrm>
            <a:custGeom>
              <a:avLst/>
              <a:gdLst>
                <a:gd name="connsiteX0" fmla="*/ 20320 w 30479"/>
                <a:gd name="connsiteY0" fmla="*/ 71120 h 71120"/>
                <a:gd name="connsiteX1" fmla="*/ 30480 w 30479"/>
                <a:gd name="connsiteY1" fmla="*/ 60960 h 71120"/>
                <a:gd name="connsiteX2" fmla="*/ 30480 w 30479"/>
                <a:gd name="connsiteY2" fmla="*/ 10160 h 71120"/>
                <a:gd name="connsiteX3" fmla="*/ 20320 w 30479"/>
                <a:gd name="connsiteY3" fmla="*/ 0 h 71120"/>
                <a:gd name="connsiteX4" fmla="*/ 10160 w 30479"/>
                <a:gd name="connsiteY4" fmla="*/ 0 h 71120"/>
                <a:gd name="connsiteX5" fmla="*/ 0 w 30479"/>
                <a:gd name="connsiteY5" fmla="*/ 10160 h 71120"/>
                <a:gd name="connsiteX6" fmla="*/ 0 w 30479"/>
                <a:gd name="connsiteY6" fmla="*/ 60960 h 71120"/>
                <a:gd name="connsiteX7" fmla="*/ 10160 w 30479"/>
                <a:gd name="connsiteY7" fmla="*/ 71120 h 71120"/>
                <a:gd name="connsiteX8" fmla="*/ 20320 w 30479"/>
                <a:gd name="connsiteY8" fmla="*/ 7112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71120">
                  <a:moveTo>
                    <a:pt x="20320" y="71120"/>
                  </a:moveTo>
                  <a:cubicBezTo>
                    <a:pt x="25400" y="71120"/>
                    <a:pt x="30480" y="66040"/>
                    <a:pt x="30480" y="6096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60960"/>
                  </a:lnTo>
                  <a:cubicBezTo>
                    <a:pt x="0" y="66040"/>
                    <a:pt x="5080" y="71120"/>
                    <a:pt x="10160" y="71120"/>
                  </a:cubicBezTo>
                  <a:lnTo>
                    <a:pt x="20320" y="711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2" name="Полилиния: фигура 498">
              <a:extLst>
                <a:ext uri="{FF2B5EF4-FFF2-40B4-BE49-F238E27FC236}">
                  <a16:creationId xmlns:a16="http://schemas.microsoft.com/office/drawing/2014/main" id="{0A385798-958B-903F-F692-0E76790ED6CC}"/>
                </a:ext>
              </a:extLst>
            </p:cNvPr>
            <p:cNvSpPr/>
            <p:nvPr/>
          </p:nvSpPr>
          <p:spPr>
            <a:xfrm>
              <a:off x="6985000" y="5107940"/>
              <a:ext cx="30480" cy="101600"/>
            </a:xfrm>
            <a:custGeom>
              <a:avLst/>
              <a:gdLst>
                <a:gd name="connsiteX0" fmla="*/ 20320 w 30480"/>
                <a:gd name="connsiteY0" fmla="*/ 100330 h 101600"/>
                <a:gd name="connsiteX1" fmla="*/ 30480 w 30480"/>
                <a:gd name="connsiteY1" fmla="*/ 90170 h 101600"/>
                <a:gd name="connsiteX2" fmla="*/ 30480 w 30480"/>
                <a:gd name="connsiteY2" fmla="*/ 10160 h 101600"/>
                <a:gd name="connsiteX3" fmla="*/ 20320 w 30480"/>
                <a:gd name="connsiteY3" fmla="*/ 0 h 101600"/>
                <a:gd name="connsiteX4" fmla="*/ 10160 w 30480"/>
                <a:gd name="connsiteY4" fmla="*/ 0 h 101600"/>
                <a:gd name="connsiteX5" fmla="*/ 0 w 30480"/>
                <a:gd name="connsiteY5" fmla="*/ 10160 h 101600"/>
                <a:gd name="connsiteX6" fmla="*/ 0 w 30480"/>
                <a:gd name="connsiteY6" fmla="*/ 91440 h 101600"/>
                <a:gd name="connsiteX7" fmla="*/ 10160 w 30480"/>
                <a:gd name="connsiteY7" fmla="*/ 101600 h 101600"/>
                <a:gd name="connsiteX8" fmla="*/ 20320 w 30480"/>
                <a:gd name="connsiteY8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01600">
                  <a:moveTo>
                    <a:pt x="20320" y="100330"/>
                  </a:moveTo>
                  <a:cubicBezTo>
                    <a:pt x="25400" y="100330"/>
                    <a:pt x="30480" y="95250"/>
                    <a:pt x="30480" y="9017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91440"/>
                  </a:lnTo>
                  <a:cubicBezTo>
                    <a:pt x="0" y="96520"/>
                    <a:pt x="5080" y="101600"/>
                    <a:pt x="10160" y="101600"/>
                  </a:cubicBezTo>
                  <a:lnTo>
                    <a:pt x="203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3" name="Полилиния: фигура 499">
              <a:extLst>
                <a:ext uri="{FF2B5EF4-FFF2-40B4-BE49-F238E27FC236}">
                  <a16:creationId xmlns:a16="http://schemas.microsoft.com/office/drawing/2014/main" id="{F2797148-F3E0-9E44-FB36-E706942AA223}"/>
                </a:ext>
              </a:extLst>
            </p:cNvPr>
            <p:cNvSpPr/>
            <p:nvPr/>
          </p:nvSpPr>
          <p:spPr>
            <a:xfrm>
              <a:off x="6863080" y="5057140"/>
              <a:ext cx="30479" cy="50800"/>
            </a:xfrm>
            <a:custGeom>
              <a:avLst/>
              <a:gdLst>
                <a:gd name="connsiteX0" fmla="*/ 0 w 30479"/>
                <a:gd name="connsiteY0" fmla="*/ 10160 h 50800"/>
                <a:gd name="connsiteX1" fmla="*/ 10160 w 30479"/>
                <a:gd name="connsiteY1" fmla="*/ 0 h 50800"/>
                <a:gd name="connsiteX2" fmla="*/ 20320 w 30479"/>
                <a:gd name="connsiteY2" fmla="*/ 0 h 50800"/>
                <a:gd name="connsiteX3" fmla="*/ 30480 w 30479"/>
                <a:gd name="connsiteY3" fmla="*/ 10160 h 50800"/>
                <a:gd name="connsiteX4" fmla="*/ 30480 w 30479"/>
                <a:gd name="connsiteY4" fmla="*/ 40640 h 50800"/>
                <a:gd name="connsiteX5" fmla="*/ 20320 w 30479"/>
                <a:gd name="connsiteY5" fmla="*/ 50800 h 50800"/>
                <a:gd name="connsiteX6" fmla="*/ 10160 w 30479"/>
                <a:gd name="connsiteY6" fmla="*/ 50800 h 50800"/>
                <a:gd name="connsiteX7" fmla="*/ 0 w 30479"/>
                <a:gd name="connsiteY7" fmla="*/ 40640 h 50800"/>
                <a:gd name="connsiteX8" fmla="*/ 0 w 30479"/>
                <a:gd name="connsiteY8" fmla="*/ 1016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5080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40640"/>
                  </a:lnTo>
                  <a:cubicBezTo>
                    <a:pt x="30480" y="45720"/>
                    <a:pt x="25400" y="50800"/>
                    <a:pt x="20320" y="50800"/>
                  </a:cubicBezTo>
                  <a:lnTo>
                    <a:pt x="10160" y="50800"/>
                  </a:lnTo>
                  <a:cubicBezTo>
                    <a:pt x="5080" y="50800"/>
                    <a:pt x="0" y="45720"/>
                    <a:pt x="0" y="4064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4" name="Полилиния: фигура 500">
              <a:extLst>
                <a:ext uri="{FF2B5EF4-FFF2-40B4-BE49-F238E27FC236}">
                  <a16:creationId xmlns:a16="http://schemas.microsoft.com/office/drawing/2014/main" id="{0F440E95-37A4-0368-6DCC-D1663B64660F}"/>
                </a:ext>
              </a:extLst>
            </p:cNvPr>
            <p:cNvSpPr/>
            <p:nvPr/>
          </p:nvSpPr>
          <p:spPr>
            <a:xfrm>
              <a:off x="6944359" y="5107940"/>
              <a:ext cx="30480" cy="50800"/>
            </a:xfrm>
            <a:custGeom>
              <a:avLst/>
              <a:gdLst>
                <a:gd name="connsiteX0" fmla="*/ 20320 w 30480"/>
                <a:gd name="connsiteY0" fmla="*/ 49530 h 50800"/>
                <a:gd name="connsiteX1" fmla="*/ 30480 w 30480"/>
                <a:gd name="connsiteY1" fmla="*/ 39370 h 50800"/>
                <a:gd name="connsiteX2" fmla="*/ 30480 w 30480"/>
                <a:gd name="connsiteY2" fmla="*/ 10160 h 50800"/>
                <a:gd name="connsiteX3" fmla="*/ 20320 w 30480"/>
                <a:gd name="connsiteY3" fmla="*/ 0 h 50800"/>
                <a:gd name="connsiteX4" fmla="*/ 10160 w 30480"/>
                <a:gd name="connsiteY4" fmla="*/ 0 h 50800"/>
                <a:gd name="connsiteX5" fmla="*/ 0 w 30480"/>
                <a:gd name="connsiteY5" fmla="*/ 10160 h 50800"/>
                <a:gd name="connsiteX6" fmla="*/ 0 w 30480"/>
                <a:gd name="connsiteY6" fmla="*/ 40640 h 50800"/>
                <a:gd name="connsiteX7" fmla="*/ 10160 w 30480"/>
                <a:gd name="connsiteY7" fmla="*/ 50800 h 50800"/>
                <a:gd name="connsiteX8" fmla="*/ 20320 w 30480"/>
                <a:gd name="connsiteY8" fmla="*/ 5080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50800">
                  <a:moveTo>
                    <a:pt x="20320" y="49530"/>
                  </a:moveTo>
                  <a:cubicBezTo>
                    <a:pt x="25400" y="49530"/>
                    <a:pt x="30480" y="44450"/>
                    <a:pt x="30480" y="3937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20320" y="508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60991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8FE9C7-DA4F-86A5-3076-9652611A1FB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9AC1E5-7465-9556-B7C3-29263C40D8E2}"/>
              </a:ext>
            </a:extLst>
          </p:cNvPr>
          <p:cNvSpPr txBox="1"/>
          <p:nvPr/>
        </p:nvSpPr>
        <p:spPr bwMode="auto">
          <a:xfrm>
            <a:off x="425803" y="792340"/>
            <a:ext cx="10012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Пиктограммы и элементы для презентации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43AE3A-3F0B-974E-EDE1-B307228562DE}"/>
              </a:ext>
            </a:extLst>
          </p:cNvPr>
          <p:cNvSpPr txBox="1"/>
          <p:nvPr/>
        </p:nvSpPr>
        <p:spPr bwMode="auto">
          <a:xfrm>
            <a:off x="459256" y="1438670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Редактируемые иконки</a:t>
            </a:r>
            <a:endParaRPr dirty="0"/>
          </a:p>
        </p:txBody>
      </p:sp>
      <p:sp>
        <p:nvSpPr>
          <p:cNvPr id="8" name="Полилиния: фигура 10">
            <a:extLst>
              <a:ext uri="{FF2B5EF4-FFF2-40B4-BE49-F238E27FC236}">
                <a16:creationId xmlns:a16="http://schemas.microsoft.com/office/drawing/2014/main" id="{6455E2DD-8A40-E65E-C350-960ABD0A0E59}"/>
              </a:ext>
            </a:extLst>
          </p:cNvPr>
          <p:cNvSpPr/>
          <p:nvPr/>
        </p:nvSpPr>
        <p:spPr>
          <a:xfrm>
            <a:off x="7254216" y="2245562"/>
            <a:ext cx="264160" cy="193039"/>
          </a:xfrm>
          <a:custGeom>
            <a:avLst/>
            <a:gdLst>
              <a:gd name="connsiteX0" fmla="*/ 233680 w 264160"/>
              <a:gd name="connsiteY0" fmla="*/ 20320 h 193039"/>
              <a:gd name="connsiteX1" fmla="*/ 30480 w 264160"/>
              <a:gd name="connsiteY1" fmla="*/ 20320 h 193039"/>
              <a:gd name="connsiteX2" fmla="*/ 20320 w 264160"/>
              <a:gd name="connsiteY2" fmla="*/ 30480 h 193039"/>
              <a:gd name="connsiteX3" fmla="*/ 20320 w 264160"/>
              <a:gd name="connsiteY3" fmla="*/ 162560 h 193039"/>
              <a:gd name="connsiteX4" fmla="*/ 30480 w 264160"/>
              <a:gd name="connsiteY4" fmla="*/ 172720 h 193039"/>
              <a:gd name="connsiteX5" fmla="*/ 233680 w 264160"/>
              <a:gd name="connsiteY5" fmla="*/ 172720 h 193039"/>
              <a:gd name="connsiteX6" fmla="*/ 243840 w 264160"/>
              <a:gd name="connsiteY6" fmla="*/ 162560 h 193039"/>
              <a:gd name="connsiteX7" fmla="*/ 243840 w 264160"/>
              <a:gd name="connsiteY7" fmla="*/ 30480 h 193039"/>
              <a:gd name="connsiteX8" fmla="*/ 233680 w 264160"/>
              <a:gd name="connsiteY8" fmla="*/ 20320 h 193039"/>
              <a:gd name="connsiteX9" fmla="*/ 30480 w 264160"/>
              <a:gd name="connsiteY9" fmla="*/ 0 h 193039"/>
              <a:gd name="connsiteX10" fmla="*/ 0 w 264160"/>
              <a:gd name="connsiteY10" fmla="*/ 30480 h 193039"/>
              <a:gd name="connsiteX11" fmla="*/ 0 w 264160"/>
              <a:gd name="connsiteY11" fmla="*/ 162560 h 193039"/>
              <a:gd name="connsiteX12" fmla="*/ 30480 w 264160"/>
              <a:gd name="connsiteY12" fmla="*/ 193040 h 193039"/>
              <a:gd name="connsiteX13" fmla="*/ 233680 w 264160"/>
              <a:gd name="connsiteY13" fmla="*/ 193040 h 193039"/>
              <a:gd name="connsiteX14" fmla="*/ 264161 w 264160"/>
              <a:gd name="connsiteY14" fmla="*/ 162560 h 193039"/>
              <a:gd name="connsiteX15" fmla="*/ 264161 w 264160"/>
              <a:gd name="connsiteY15" fmla="*/ 30480 h 193039"/>
              <a:gd name="connsiteX16" fmla="*/ 233680 w 264160"/>
              <a:gd name="connsiteY16" fmla="*/ 0 h 193039"/>
              <a:gd name="connsiteX17" fmla="*/ 30480 w 264160"/>
              <a:gd name="connsiteY17" fmla="*/ 0 h 193039"/>
              <a:gd name="connsiteX18" fmla="*/ 30480 w 264160"/>
              <a:gd name="connsiteY18" fmla="*/ 142240 h 193039"/>
              <a:gd name="connsiteX19" fmla="*/ 50800 w 264160"/>
              <a:gd name="connsiteY19" fmla="*/ 142240 h 193039"/>
              <a:gd name="connsiteX20" fmla="*/ 50800 w 264160"/>
              <a:gd name="connsiteY20" fmla="*/ 162560 h 193039"/>
              <a:gd name="connsiteX21" fmla="*/ 30480 w 264160"/>
              <a:gd name="connsiteY21" fmla="*/ 162560 h 193039"/>
              <a:gd name="connsiteX22" fmla="*/ 30480 w 264160"/>
              <a:gd name="connsiteY22" fmla="*/ 142240 h 193039"/>
              <a:gd name="connsiteX23" fmla="*/ 81280 w 264160"/>
              <a:gd name="connsiteY23" fmla="*/ 142240 h 193039"/>
              <a:gd name="connsiteX24" fmla="*/ 60961 w 264160"/>
              <a:gd name="connsiteY24" fmla="*/ 142240 h 193039"/>
              <a:gd name="connsiteX25" fmla="*/ 60961 w 264160"/>
              <a:gd name="connsiteY25" fmla="*/ 162560 h 193039"/>
              <a:gd name="connsiteX26" fmla="*/ 81280 w 264160"/>
              <a:gd name="connsiteY26" fmla="*/ 162560 h 193039"/>
              <a:gd name="connsiteX27" fmla="*/ 81280 w 264160"/>
              <a:gd name="connsiteY27" fmla="*/ 142240 h 193039"/>
              <a:gd name="connsiteX28" fmla="*/ 91440 w 264160"/>
              <a:gd name="connsiteY28" fmla="*/ 142240 h 193039"/>
              <a:gd name="connsiteX29" fmla="*/ 111761 w 264160"/>
              <a:gd name="connsiteY29" fmla="*/ 142240 h 193039"/>
              <a:gd name="connsiteX30" fmla="*/ 111761 w 264160"/>
              <a:gd name="connsiteY30" fmla="*/ 162560 h 193039"/>
              <a:gd name="connsiteX31" fmla="*/ 91440 w 264160"/>
              <a:gd name="connsiteY31" fmla="*/ 162560 h 193039"/>
              <a:gd name="connsiteX32" fmla="*/ 91440 w 264160"/>
              <a:gd name="connsiteY32" fmla="*/ 142240 h 193039"/>
              <a:gd name="connsiteX33" fmla="*/ 125730 w 264160"/>
              <a:gd name="connsiteY33" fmla="*/ 129540 h 193039"/>
              <a:gd name="connsiteX34" fmla="*/ 88900 w 264160"/>
              <a:gd name="connsiteY34" fmla="*/ 92710 h 193039"/>
              <a:gd name="connsiteX35" fmla="*/ 88900 w 264160"/>
              <a:gd name="connsiteY35" fmla="*/ 57150 h 193039"/>
              <a:gd name="connsiteX36" fmla="*/ 128270 w 264160"/>
              <a:gd name="connsiteY36" fmla="*/ 62230 h 193039"/>
              <a:gd name="connsiteX37" fmla="*/ 132080 w 264160"/>
              <a:gd name="connsiteY37" fmla="*/ 69850 h 193039"/>
              <a:gd name="connsiteX38" fmla="*/ 135890 w 264160"/>
              <a:gd name="connsiteY38" fmla="*/ 62230 h 193039"/>
              <a:gd name="connsiteX39" fmla="*/ 175261 w 264160"/>
              <a:gd name="connsiteY39" fmla="*/ 57150 h 193039"/>
              <a:gd name="connsiteX40" fmla="*/ 175261 w 264160"/>
              <a:gd name="connsiteY40" fmla="*/ 92710 h 193039"/>
              <a:gd name="connsiteX41" fmla="*/ 138430 w 264160"/>
              <a:gd name="connsiteY41" fmla="*/ 129540 h 193039"/>
              <a:gd name="connsiteX42" fmla="*/ 125730 w 264160"/>
              <a:gd name="connsiteY42" fmla="*/ 129540 h 193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60" h="193039">
                <a:moveTo>
                  <a:pt x="233680" y="20320"/>
                </a:move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162560"/>
                </a:lnTo>
                <a:cubicBezTo>
                  <a:pt x="20320" y="167640"/>
                  <a:pt x="25400" y="172720"/>
                  <a:pt x="30480" y="172720"/>
                </a:cubicBezTo>
                <a:lnTo>
                  <a:pt x="233680" y="172720"/>
                </a:lnTo>
                <a:cubicBezTo>
                  <a:pt x="238761" y="172720"/>
                  <a:pt x="243840" y="167640"/>
                  <a:pt x="243840" y="162560"/>
                </a:cubicBezTo>
                <a:lnTo>
                  <a:pt x="243840" y="30480"/>
                </a:lnTo>
                <a:cubicBezTo>
                  <a:pt x="243840" y="24130"/>
                  <a:pt x="238761" y="20320"/>
                  <a:pt x="23368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233680" y="193040"/>
                </a:lnTo>
                <a:cubicBezTo>
                  <a:pt x="250190" y="193040"/>
                  <a:pt x="264161" y="179070"/>
                  <a:pt x="264161" y="162560"/>
                </a:cubicBezTo>
                <a:lnTo>
                  <a:pt x="264161" y="30480"/>
                </a:lnTo>
                <a:cubicBezTo>
                  <a:pt x="264161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30480" y="142240"/>
                </a:moveTo>
                <a:lnTo>
                  <a:pt x="50800" y="142240"/>
                </a:lnTo>
                <a:lnTo>
                  <a:pt x="50800" y="162560"/>
                </a:lnTo>
                <a:lnTo>
                  <a:pt x="30480" y="162560"/>
                </a:lnTo>
                <a:lnTo>
                  <a:pt x="30480" y="142240"/>
                </a:lnTo>
                <a:close/>
                <a:moveTo>
                  <a:pt x="81280" y="142240"/>
                </a:moveTo>
                <a:lnTo>
                  <a:pt x="60961" y="142240"/>
                </a:lnTo>
                <a:lnTo>
                  <a:pt x="60961" y="162560"/>
                </a:lnTo>
                <a:lnTo>
                  <a:pt x="81280" y="162560"/>
                </a:lnTo>
                <a:lnTo>
                  <a:pt x="81280" y="142240"/>
                </a:lnTo>
                <a:close/>
                <a:moveTo>
                  <a:pt x="91440" y="142240"/>
                </a:moveTo>
                <a:lnTo>
                  <a:pt x="111761" y="142240"/>
                </a:lnTo>
                <a:lnTo>
                  <a:pt x="111761" y="162560"/>
                </a:lnTo>
                <a:lnTo>
                  <a:pt x="91440" y="162560"/>
                </a:lnTo>
                <a:lnTo>
                  <a:pt x="91440" y="142240"/>
                </a:lnTo>
                <a:close/>
                <a:moveTo>
                  <a:pt x="125730" y="129540"/>
                </a:moveTo>
                <a:lnTo>
                  <a:pt x="88900" y="92710"/>
                </a:lnTo>
                <a:cubicBezTo>
                  <a:pt x="78740" y="82550"/>
                  <a:pt x="78740" y="67310"/>
                  <a:pt x="88900" y="57150"/>
                </a:cubicBezTo>
                <a:cubicBezTo>
                  <a:pt x="100330" y="45720"/>
                  <a:pt x="119380" y="48260"/>
                  <a:pt x="128270" y="62230"/>
                </a:cubicBezTo>
                <a:lnTo>
                  <a:pt x="132080" y="69850"/>
                </a:lnTo>
                <a:lnTo>
                  <a:pt x="135890" y="62230"/>
                </a:lnTo>
                <a:cubicBezTo>
                  <a:pt x="143511" y="48260"/>
                  <a:pt x="163830" y="45720"/>
                  <a:pt x="175261" y="57150"/>
                </a:cubicBezTo>
                <a:cubicBezTo>
                  <a:pt x="185420" y="67310"/>
                  <a:pt x="185420" y="82550"/>
                  <a:pt x="175261" y="92710"/>
                </a:cubicBezTo>
                <a:lnTo>
                  <a:pt x="138430" y="129540"/>
                </a:lnTo>
                <a:cubicBezTo>
                  <a:pt x="134620" y="133350"/>
                  <a:pt x="129540" y="133350"/>
                  <a:pt x="125730" y="12954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" name="Рисунок 2">
            <a:extLst>
              <a:ext uri="{FF2B5EF4-FFF2-40B4-BE49-F238E27FC236}">
                <a16:creationId xmlns:a16="http://schemas.microsoft.com/office/drawing/2014/main" id="{D4B1B625-FA7B-D450-E896-9FEC47E37271}"/>
              </a:ext>
            </a:extLst>
          </p:cNvPr>
          <p:cNvGrpSpPr/>
          <p:nvPr/>
        </p:nvGrpSpPr>
        <p:grpSpPr>
          <a:xfrm>
            <a:off x="7853656" y="2184601"/>
            <a:ext cx="182880" cy="303530"/>
            <a:chOff x="7985759" y="1094739"/>
            <a:chExt cx="182880" cy="303530"/>
          </a:xfrm>
          <a:solidFill>
            <a:schemeClr val="bg1"/>
          </a:solidFill>
        </p:grpSpPr>
        <p:sp>
          <p:nvSpPr>
            <p:cNvPr id="15" name="Полилиния: фигура 18">
              <a:extLst>
                <a:ext uri="{FF2B5EF4-FFF2-40B4-BE49-F238E27FC236}">
                  <a16:creationId xmlns:a16="http://schemas.microsoft.com/office/drawing/2014/main" id="{92EE43BB-4B9F-9138-8894-38EEE6691532}"/>
                </a:ext>
              </a:extLst>
            </p:cNvPr>
            <p:cNvSpPr/>
            <p:nvPr/>
          </p:nvSpPr>
          <p:spPr>
            <a:xfrm>
              <a:off x="8026400" y="1196339"/>
              <a:ext cx="101600" cy="50800"/>
            </a:xfrm>
            <a:custGeom>
              <a:avLst/>
              <a:gdLst>
                <a:gd name="connsiteX0" fmla="*/ 10160 w 101600"/>
                <a:gd name="connsiteY0" fmla="*/ 0 h 50800"/>
                <a:gd name="connsiteX1" fmla="*/ 0 w 101600"/>
                <a:gd name="connsiteY1" fmla="*/ 10160 h 50800"/>
                <a:gd name="connsiteX2" fmla="*/ 0 w 101600"/>
                <a:gd name="connsiteY2" fmla="*/ 40640 h 50800"/>
                <a:gd name="connsiteX3" fmla="*/ 10160 w 101600"/>
                <a:gd name="connsiteY3" fmla="*/ 50800 h 50800"/>
                <a:gd name="connsiteX4" fmla="*/ 91440 w 101600"/>
                <a:gd name="connsiteY4" fmla="*/ 50800 h 50800"/>
                <a:gd name="connsiteX5" fmla="*/ 101600 w 101600"/>
                <a:gd name="connsiteY5" fmla="*/ 40640 h 50800"/>
                <a:gd name="connsiteX6" fmla="*/ 101600 w 101600"/>
                <a:gd name="connsiteY6" fmla="*/ 10160 h 50800"/>
                <a:gd name="connsiteX7" fmla="*/ 91440 w 101600"/>
                <a:gd name="connsiteY7" fmla="*/ 0 h 50800"/>
                <a:gd name="connsiteX8" fmla="*/ 10160 w 101600"/>
                <a:gd name="connsiteY8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600" h="5080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91440" y="50800"/>
                  </a:lnTo>
                  <a:cubicBezTo>
                    <a:pt x="96520" y="50800"/>
                    <a:pt x="101600" y="45720"/>
                    <a:pt x="101600" y="40640"/>
                  </a:cubicBezTo>
                  <a:lnTo>
                    <a:pt x="101600" y="10160"/>
                  </a:lnTo>
                  <a:cubicBezTo>
                    <a:pt x="101600" y="5080"/>
                    <a:pt x="96520" y="0"/>
                    <a:pt x="914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19">
              <a:extLst>
                <a:ext uri="{FF2B5EF4-FFF2-40B4-BE49-F238E27FC236}">
                  <a16:creationId xmlns:a16="http://schemas.microsoft.com/office/drawing/2014/main" id="{6CD6C7B6-042F-705D-94A0-A9FBB06CF496}"/>
                </a:ext>
              </a:extLst>
            </p:cNvPr>
            <p:cNvSpPr/>
            <p:nvPr/>
          </p:nvSpPr>
          <p:spPr>
            <a:xfrm>
              <a:off x="8036559" y="1277619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0 w 20320"/>
                <a:gd name="connsiteY1" fmla="*/ 0 h 20319"/>
                <a:gd name="connsiteX2" fmla="*/ 20320 w 20320"/>
                <a:gd name="connsiteY2" fmla="*/ 10160 h 20319"/>
                <a:gd name="connsiteX3" fmla="*/ 10160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" name="Полилиния: фигура 20">
              <a:extLst>
                <a:ext uri="{FF2B5EF4-FFF2-40B4-BE49-F238E27FC236}">
                  <a16:creationId xmlns:a16="http://schemas.microsoft.com/office/drawing/2014/main" id="{DA8728D5-081F-E7F5-B9C7-B08D95D5D721}"/>
                </a:ext>
              </a:extLst>
            </p:cNvPr>
            <p:cNvSpPr/>
            <p:nvPr/>
          </p:nvSpPr>
          <p:spPr>
            <a:xfrm>
              <a:off x="8036559" y="1308100"/>
              <a:ext cx="20320" cy="20319"/>
            </a:xfrm>
            <a:custGeom>
              <a:avLst/>
              <a:gdLst>
                <a:gd name="connsiteX0" fmla="*/ 10160 w 20320"/>
                <a:gd name="connsiteY0" fmla="*/ 0 h 20319"/>
                <a:gd name="connsiteX1" fmla="*/ 0 w 20320"/>
                <a:gd name="connsiteY1" fmla="*/ 10160 h 20319"/>
                <a:gd name="connsiteX2" fmla="*/ 10160 w 20320"/>
                <a:gd name="connsiteY2" fmla="*/ 20320 h 20319"/>
                <a:gd name="connsiteX3" fmla="*/ 20320 w 20320"/>
                <a:gd name="connsiteY3" fmla="*/ 10160 h 20319"/>
                <a:gd name="connsiteX4" fmla="*/ 1016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381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" name="Полилиния: фигура 21">
              <a:extLst>
                <a:ext uri="{FF2B5EF4-FFF2-40B4-BE49-F238E27FC236}">
                  <a16:creationId xmlns:a16="http://schemas.microsoft.com/office/drawing/2014/main" id="{9FF82E87-A38C-B83C-99DF-98694C82458C}"/>
                </a:ext>
              </a:extLst>
            </p:cNvPr>
            <p:cNvSpPr/>
            <p:nvPr/>
          </p:nvSpPr>
          <p:spPr>
            <a:xfrm>
              <a:off x="8067040" y="1308100"/>
              <a:ext cx="20319" cy="20319"/>
            </a:xfrm>
            <a:custGeom>
              <a:avLst/>
              <a:gdLst>
                <a:gd name="connsiteX0" fmla="*/ 10160 w 20319"/>
                <a:gd name="connsiteY0" fmla="*/ 0 h 20319"/>
                <a:gd name="connsiteX1" fmla="*/ 0 w 20319"/>
                <a:gd name="connsiteY1" fmla="*/ 10160 h 20319"/>
                <a:gd name="connsiteX2" fmla="*/ 10160 w 20319"/>
                <a:gd name="connsiteY2" fmla="*/ 20320 h 20319"/>
                <a:gd name="connsiteX3" fmla="*/ 20320 w 20319"/>
                <a:gd name="connsiteY3" fmla="*/ 10160 h 20319"/>
                <a:gd name="connsiteX4" fmla="*/ 10160 w 20319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381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22">
              <a:extLst>
                <a:ext uri="{FF2B5EF4-FFF2-40B4-BE49-F238E27FC236}">
                  <a16:creationId xmlns:a16="http://schemas.microsoft.com/office/drawing/2014/main" id="{5A3FEDBE-2BC4-82AA-4DC4-2329183B351B}"/>
                </a:ext>
              </a:extLst>
            </p:cNvPr>
            <p:cNvSpPr/>
            <p:nvPr/>
          </p:nvSpPr>
          <p:spPr>
            <a:xfrm>
              <a:off x="8097519" y="1308100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1 w 20320"/>
                <a:gd name="connsiteY1" fmla="*/ 0 h 20319"/>
                <a:gd name="connsiteX2" fmla="*/ 20320 w 20320"/>
                <a:gd name="connsiteY2" fmla="*/ 10160 h 20319"/>
                <a:gd name="connsiteX3" fmla="*/ 10161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1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23">
              <a:extLst>
                <a:ext uri="{FF2B5EF4-FFF2-40B4-BE49-F238E27FC236}">
                  <a16:creationId xmlns:a16="http://schemas.microsoft.com/office/drawing/2014/main" id="{DA185222-D55F-E1FA-00C2-A17775C91ACB}"/>
                </a:ext>
              </a:extLst>
            </p:cNvPr>
            <p:cNvSpPr/>
            <p:nvPr/>
          </p:nvSpPr>
          <p:spPr>
            <a:xfrm>
              <a:off x="8036559" y="1337310"/>
              <a:ext cx="20320" cy="20319"/>
            </a:xfrm>
            <a:custGeom>
              <a:avLst/>
              <a:gdLst>
                <a:gd name="connsiteX0" fmla="*/ 10160 w 20320"/>
                <a:gd name="connsiteY0" fmla="*/ 0 h 20319"/>
                <a:gd name="connsiteX1" fmla="*/ 0 w 20320"/>
                <a:gd name="connsiteY1" fmla="*/ 10160 h 20319"/>
                <a:gd name="connsiteX2" fmla="*/ 10160 w 20320"/>
                <a:gd name="connsiteY2" fmla="*/ 20320 h 20319"/>
                <a:gd name="connsiteX3" fmla="*/ 20320 w 20320"/>
                <a:gd name="connsiteY3" fmla="*/ 10160 h 20319"/>
                <a:gd name="connsiteX4" fmla="*/ 1016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24">
              <a:extLst>
                <a:ext uri="{FF2B5EF4-FFF2-40B4-BE49-F238E27FC236}">
                  <a16:creationId xmlns:a16="http://schemas.microsoft.com/office/drawing/2014/main" id="{4819E169-15E2-65A5-3BB3-F75CE6B9F627}"/>
                </a:ext>
              </a:extLst>
            </p:cNvPr>
            <p:cNvSpPr/>
            <p:nvPr/>
          </p:nvSpPr>
          <p:spPr>
            <a:xfrm>
              <a:off x="8067040" y="1337310"/>
              <a:ext cx="20319" cy="20319"/>
            </a:xfrm>
            <a:custGeom>
              <a:avLst/>
              <a:gdLst>
                <a:gd name="connsiteX0" fmla="*/ 0 w 20319"/>
                <a:gd name="connsiteY0" fmla="*/ 10160 h 20319"/>
                <a:gd name="connsiteX1" fmla="*/ 10160 w 20319"/>
                <a:gd name="connsiteY1" fmla="*/ 0 h 20319"/>
                <a:gd name="connsiteX2" fmla="*/ 20320 w 20319"/>
                <a:gd name="connsiteY2" fmla="*/ 10160 h 20319"/>
                <a:gd name="connsiteX3" fmla="*/ 10160 w 20319"/>
                <a:gd name="connsiteY3" fmla="*/ 20320 h 20319"/>
                <a:gd name="connsiteX4" fmla="*/ 0 w 20319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651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Полилиния: фигура 25">
              <a:extLst>
                <a:ext uri="{FF2B5EF4-FFF2-40B4-BE49-F238E27FC236}">
                  <a16:creationId xmlns:a16="http://schemas.microsoft.com/office/drawing/2014/main" id="{13899DD4-2108-7AD8-86DA-82258C087923}"/>
                </a:ext>
              </a:extLst>
            </p:cNvPr>
            <p:cNvSpPr/>
            <p:nvPr/>
          </p:nvSpPr>
          <p:spPr>
            <a:xfrm>
              <a:off x="8097519" y="1337310"/>
              <a:ext cx="20320" cy="20319"/>
            </a:xfrm>
            <a:custGeom>
              <a:avLst/>
              <a:gdLst>
                <a:gd name="connsiteX0" fmla="*/ 10161 w 20320"/>
                <a:gd name="connsiteY0" fmla="*/ 0 h 20319"/>
                <a:gd name="connsiteX1" fmla="*/ 0 w 20320"/>
                <a:gd name="connsiteY1" fmla="*/ 10160 h 20319"/>
                <a:gd name="connsiteX2" fmla="*/ 10161 w 20320"/>
                <a:gd name="connsiteY2" fmla="*/ 20320 h 20319"/>
                <a:gd name="connsiteX3" fmla="*/ 20320 w 20320"/>
                <a:gd name="connsiteY3" fmla="*/ 10160 h 20319"/>
                <a:gd name="connsiteX4" fmla="*/ 10161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1" y="0"/>
                    <a:pt x="10161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5" name="Полилиния: фигура 26">
              <a:extLst>
                <a:ext uri="{FF2B5EF4-FFF2-40B4-BE49-F238E27FC236}">
                  <a16:creationId xmlns:a16="http://schemas.microsoft.com/office/drawing/2014/main" id="{C7A01863-EEA3-AF4E-8BE1-EABE3FD91C8A}"/>
                </a:ext>
              </a:extLst>
            </p:cNvPr>
            <p:cNvSpPr/>
            <p:nvPr/>
          </p:nvSpPr>
          <p:spPr>
            <a:xfrm>
              <a:off x="8067040" y="1277619"/>
              <a:ext cx="20319" cy="20319"/>
            </a:xfrm>
            <a:custGeom>
              <a:avLst/>
              <a:gdLst>
                <a:gd name="connsiteX0" fmla="*/ 10160 w 20319"/>
                <a:gd name="connsiteY0" fmla="*/ 0 h 20319"/>
                <a:gd name="connsiteX1" fmla="*/ 0 w 20319"/>
                <a:gd name="connsiteY1" fmla="*/ 10160 h 20319"/>
                <a:gd name="connsiteX2" fmla="*/ 10160 w 20319"/>
                <a:gd name="connsiteY2" fmla="*/ 20320 h 20319"/>
                <a:gd name="connsiteX3" fmla="*/ 20320 w 20319"/>
                <a:gd name="connsiteY3" fmla="*/ 10160 h 20319"/>
                <a:gd name="connsiteX4" fmla="*/ 10160 w 20319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27">
              <a:extLst>
                <a:ext uri="{FF2B5EF4-FFF2-40B4-BE49-F238E27FC236}">
                  <a16:creationId xmlns:a16="http://schemas.microsoft.com/office/drawing/2014/main" id="{1BEC7993-99C6-6EC2-2B82-6FF56A72C3F4}"/>
                </a:ext>
              </a:extLst>
            </p:cNvPr>
            <p:cNvSpPr/>
            <p:nvPr/>
          </p:nvSpPr>
          <p:spPr>
            <a:xfrm>
              <a:off x="8097519" y="1277619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1 w 20320"/>
                <a:gd name="connsiteY1" fmla="*/ 0 h 20319"/>
                <a:gd name="connsiteX2" fmla="*/ 20320 w 20320"/>
                <a:gd name="connsiteY2" fmla="*/ 10160 h 20319"/>
                <a:gd name="connsiteX3" fmla="*/ 10161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1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28">
              <a:extLst>
                <a:ext uri="{FF2B5EF4-FFF2-40B4-BE49-F238E27FC236}">
                  <a16:creationId xmlns:a16="http://schemas.microsoft.com/office/drawing/2014/main" id="{86333BA9-CE82-B3EA-6ED5-B4025B9B63DB}"/>
                </a:ext>
              </a:extLst>
            </p:cNvPr>
            <p:cNvSpPr/>
            <p:nvPr/>
          </p:nvSpPr>
          <p:spPr>
            <a:xfrm>
              <a:off x="7985759" y="1094739"/>
              <a:ext cx="182880" cy="303530"/>
            </a:xfrm>
            <a:custGeom>
              <a:avLst/>
              <a:gdLst>
                <a:gd name="connsiteX0" fmla="*/ 40640 w 182880"/>
                <a:gd name="connsiteY0" fmla="*/ 10160 h 303530"/>
                <a:gd name="connsiteX1" fmla="*/ 50800 w 182880"/>
                <a:gd name="connsiteY1" fmla="*/ 0 h 303530"/>
                <a:gd name="connsiteX2" fmla="*/ 132080 w 182880"/>
                <a:gd name="connsiteY2" fmla="*/ 0 h 303530"/>
                <a:gd name="connsiteX3" fmla="*/ 142240 w 182880"/>
                <a:gd name="connsiteY3" fmla="*/ 10160 h 303530"/>
                <a:gd name="connsiteX4" fmla="*/ 142240 w 182880"/>
                <a:gd name="connsiteY4" fmla="*/ 20320 h 303530"/>
                <a:gd name="connsiteX5" fmla="*/ 182880 w 182880"/>
                <a:gd name="connsiteY5" fmla="*/ 60960 h 303530"/>
                <a:gd name="connsiteX6" fmla="*/ 182880 w 182880"/>
                <a:gd name="connsiteY6" fmla="*/ 111760 h 303530"/>
                <a:gd name="connsiteX7" fmla="*/ 182880 w 182880"/>
                <a:gd name="connsiteY7" fmla="*/ 114300 h 303530"/>
                <a:gd name="connsiteX8" fmla="*/ 170180 w 182880"/>
                <a:gd name="connsiteY8" fmla="*/ 265430 h 303530"/>
                <a:gd name="connsiteX9" fmla="*/ 151130 w 182880"/>
                <a:gd name="connsiteY9" fmla="*/ 294640 h 303530"/>
                <a:gd name="connsiteX10" fmla="*/ 121920 w 182880"/>
                <a:gd name="connsiteY10" fmla="*/ 303530 h 303530"/>
                <a:gd name="connsiteX11" fmla="*/ 60960 w 182880"/>
                <a:gd name="connsiteY11" fmla="*/ 303530 h 303530"/>
                <a:gd name="connsiteX12" fmla="*/ 31750 w 182880"/>
                <a:gd name="connsiteY12" fmla="*/ 294640 h 303530"/>
                <a:gd name="connsiteX13" fmla="*/ 12700 w 182880"/>
                <a:gd name="connsiteY13" fmla="*/ 265430 h 303530"/>
                <a:gd name="connsiteX14" fmla="*/ 0 w 182880"/>
                <a:gd name="connsiteY14" fmla="*/ 114300 h 303530"/>
                <a:gd name="connsiteX15" fmla="*/ 0 w 182880"/>
                <a:gd name="connsiteY15" fmla="*/ 111760 h 303530"/>
                <a:gd name="connsiteX16" fmla="*/ 0 w 182880"/>
                <a:gd name="connsiteY16" fmla="*/ 60960 h 303530"/>
                <a:gd name="connsiteX17" fmla="*/ 40640 w 182880"/>
                <a:gd name="connsiteY17" fmla="*/ 20320 h 303530"/>
                <a:gd name="connsiteX18" fmla="*/ 40640 w 182880"/>
                <a:gd name="connsiteY18" fmla="*/ 10160 h 303530"/>
                <a:gd name="connsiteX19" fmla="*/ 121920 w 182880"/>
                <a:gd name="connsiteY19" fmla="*/ 60960 h 303530"/>
                <a:gd name="connsiteX20" fmla="*/ 60960 w 182880"/>
                <a:gd name="connsiteY20" fmla="*/ 60960 h 303530"/>
                <a:gd name="connsiteX21" fmla="*/ 60960 w 182880"/>
                <a:gd name="connsiteY21" fmla="*/ 20320 h 303530"/>
                <a:gd name="connsiteX22" fmla="*/ 121920 w 182880"/>
                <a:gd name="connsiteY22" fmla="*/ 20320 h 303530"/>
                <a:gd name="connsiteX23" fmla="*/ 121920 w 182880"/>
                <a:gd name="connsiteY23" fmla="*/ 60960 h 303530"/>
                <a:gd name="connsiteX24" fmla="*/ 40640 w 182880"/>
                <a:gd name="connsiteY24" fmla="*/ 40640 h 303530"/>
                <a:gd name="connsiteX25" fmla="*/ 20320 w 182880"/>
                <a:gd name="connsiteY25" fmla="*/ 60960 h 303530"/>
                <a:gd name="connsiteX26" fmla="*/ 20320 w 182880"/>
                <a:gd name="connsiteY26" fmla="*/ 111760 h 303530"/>
                <a:gd name="connsiteX27" fmla="*/ 20320 w 182880"/>
                <a:gd name="connsiteY27" fmla="*/ 113030 h 303530"/>
                <a:gd name="connsiteX28" fmla="*/ 33020 w 182880"/>
                <a:gd name="connsiteY28" fmla="*/ 259080 h 303530"/>
                <a:gd name="connsiteX29" fmla="*/ 40640 w 182880"/>
                <a:gd name="connsiteY29" fmla="*/ 275590 h 303530"/>
                <a:gd name="connsiteX30" fmla="*/ 60960 w 182880"/>
                <a:gd name="connsiteY30" fmla="*/ 284480 h 303530"/>
                <a:gd name="connsiteX31" fmla="*/ 60960 w 182880"/>
                <a:gd name="connsiteY31" fmla="*/ 284480 h 303530"/>
                <a:gd name="connsiteX32" fmla="*/ 60960 w 182880"/>
                <a:gd name="connsiteY32" fmla="*/ 284480 h 303530"/>
                <a:gd name="connsiteX33" fmla="*/ 121920 w 182880"/>
                <a:gd name="connsiteY33" fmla="*/ 284480 h 303530"/>
                <a:gd name="connsiteX34" fmla="*/ 121920 w 182880"/>
                <a:gd name="connsiteY34" fmla="*/ 284480 h 303530"/>
                <a:gd name="connsiteX35" fmla="*/ 121920 w 182880"/>
                <a:gd name="connsiteY35" fmla="*/ 284480 h 303530"/>
                <a:gd name="connsiteX36" fmla="*/ 142240 w 182880"/>
                <a:gd name="connsiteY36" fmla="*/ 275590 h 303530"/>
                <a:gd name="connsiteX37" fmla="*/ 149860 w 182880"/>
                <a:gd name="connsiteY37" fmla="*/ 259080 h 303530"/>
                <a:gd name="connsiteX38" fmla="*/ 162560 w 182880"/>
                <a:gd name="connsiteY38" fmla="*/ 113030 h 303530"/>
                <a:gd name="connsiteX39" fmla="*/ 162560 w 182880"/>
                <a:gd name="connsiteY39" fmla="*/ 111760 h 303530"/>
                <a:gd name="connsiteX40" fmla="*/ 162560 w 182880"/>
                <a:gd name="connsiteY40" fmla="*/ 60960 h 303530"/>
                <a:gd name="connsiteX41" fmla="*/ 142240 w 182880"/>
                <a:gd name="connsiteY41" fmla="*/ 40640 h 303530"/>
                <a:gd name="connsiteX42" fmla="*/ 142240 w 182880"/>
                <a:gd name="connsiteY42" fmla="*/ 71120 h 303530"/>
                <a:gd name="connsiteX43" fmla="*/ 132080 w 182880"/>
                <a:gd name="connsiteY43" fmla="*/ 81280 h 303530"/>
                <a:gd name="connsiteX44" fmla="*/ 50800 w 182880"/>
                <a:gd name="connsiteY44" fmla="*/ 81280 h 303530"/>
                <a:gd name="connsiteX45" fmla="*/ 40640 w 182880"/>
                <a:gd name="connsiteY45" fmla="*/ 71120 h 303530"/>
                <a:gd name="connsiteX46" fmla="*/ 40640 w 182880"/>
                <a:gd name="connsiteY46" fmla="*/ 40640 h 303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82880" h="303530">
                  <a:moveTo>
                    <a:pt x="40640" y="10160"/>
                  </a:moveTo>
                  <a:cubicBezTo>
                    <a:pt x="40640" y="5080"/>
                    <a:pt x="45720" y="0"/>
                    <a:pt x="50800" y="0"/>
                  </a:cubicBezTo>
                  <a:lnTo>
                    <a:pt x="132080" y="0"/>
                  </a:lnTo>
                  <a:cubicBezTo>
                    <a:pt x="137160" y="0"/>
                    <a:pt x="142240" y="5080"/>
                    <a:pt x="142240" y="10160"/>
                  </a:cubicBezTo>
                  <a:lnTo>
                    <a:pt x="142240" y="20320"/>
                  </a:lnTo>
                  <a:cubicBezTo>
                    <a:pt x="165100" y="20320"/>
                    <a:pt x="182880" y="38100"/>
                    <a:pt x="182880" y="60960"/>
                  </a:cubicBezTo>
                  <a:lnTo>
                    <a:pt x="182880" y="111760"/>
                  </a:lnTo>
                  <a:cubicBezTo>
                    <a:pt x="182880" y="113030"/>
                    <a:pt x="182880" y="113030"/>
                    <a:pt x="182880" y="114300"/>
                  </a:cubicBezTo>
                  <a:cubicBezTo>
                    <a:pt x="182880" y="205740"/>
                    <a:pt x="177800" y="238760"/>
                    <a:pt x="170180" y="265430"/>
                  </a:cubicBezTo>
                  <a:cubicBezTo>
                    <a:pt x="166370" y="278130"/>
                    <a:pt x="160020" y="288290"/>
                    <a:pt x="151130" y="294640"/>
                  </a:cubicBezTo>
                  <a:cubicBezTo>
                    <a:pt x="142240" y="302260"/>
                    <a:pt x="130810" y="303530"/>
                    <a:pt x="121920" y="303530"/>
                  </a:cubicBezTo>
                  <a:lnTo>
                    <a:pt x="60960" y="303530"/>
                  </a:lnTo>
                  <a:cubicBezTo>
                    <a:pt x="52070" y="303530"/>
                    <a:pt x="41910" y="300990"/>
                    <a:pt x="31750" y="294640"/>
                  </a:cubicBezTo>
                  <a:cubicBezTo>
                    <a:pt x="22860" y="287020"/>
                    <a:pt x="16510" y="276860"/>
                    <a:pt x="12700" y="265430"/>
                  </a:cubicBezTo>
                  <a:cubicBezTo>
                    <a:pt x="3810" y="238760"/>
                    <a:pt x="0" y="205740"/>
                    <a:pt x="0" y="114300"/>
                  </a:cubicBezTo>
                  <a:cubicBezTo>
                    <a:pt x="0" y="113030"/>
                    <a:pt x="0" y="113030"/>
                    <a:pt x="0" y="111760"/>
                  </a:cubicBezTo>
                  <a:lnTo>
                    <a:pt x="0" y="60960"/>
                  </a:lnTo>
                  <a:cubicBezTo>
                    <a:pt x="0" y="38100"/>
                    <a:pt x="17780" y="20320"/>
                    <a:pt x="40640" y="20320"/>
                  </a:cubicBezTo>
                  <a:lnTo>
                    <a:pt x="40640" y="10160"/>
                  </a:lnTo>
                  <a:close/>
                  <a:moveTo>
                    <a:pt x="121920" y="60960"/>
                  </a:moveTo>
                  <a:lnTo>
                    <a:pt x="60960" y="60960"/>
                  </a:lnTo>
                  <a:lnTo>
                    <a:pt x="60960" y="20320"/>
                  </a:lnTo>
                  <a:lnTo>
                    <a:pt x="121920" y="20320"/>
                  </a:lnTo>
                  <a:lnTo>
                    <a:pt x="121920" y="60960"/>
                  </a:lnTo>
                  <a:close/>
                  <a:moveTo>
                    <a:pt x="40640" y="40640"/>
                  </a:moveTo>
                  <a:cubicBezTo>
                    <a:pt x="29210" y="40640"/>
                    <a:pt x="20320" y="49530"/>
                    <a:pt x="20320" y="60960"/>
                  </a:cubicBezTo>
                  <a:lnTo>
                    <a:pt x="20320" y="111760"/>
                  </a:lnTo>
                  <a:cubicBezTo>
                    <a:pt x="20320" y="111760"/>
                    <a:pt x="20320" y="113030"/>
                    <a:pt x="20320" y="113030"/>
                  </a:cubicBezTo>
                  <a:cubicBezTo>
                    <a:pt x="20320" y="204470"/>
                    <a:pt x="25400" y="234950"/>
                    <a:pt x="33020" y="259080"/>
                  </a:cubicBezTo>
                  <a:cubicBezTo>
                    <a:pt x="35560" y="266700"/>
                    <a:pt x="38100" y="271780"/>
                    <a:pt x="40640" y="275590"/>
                  </a:cubicBezTo>
                  <a:cubicBezTo>
                    <a:pt x="45720" y="281940"/>
                    <a:pt x="53340" y="284480"/>
                    <a:pt x="60960" y="284480"/>
                  </a:cubicBezTo>
                  <a:cubicBezTo>
                    <a:pt x="60960" y="284480"/>
                    <a:pt x="60960" y="284480"/>
                    <a:pt x="60960" y="284480"/>
                  </a:cubicBezTo>
                  <a:lnTo>
                    <a:pt x="60960" y="284480"/>
                  </a:lnTo>
                  <a:lnTo>
                    <a:pt x="121920" y="284480"/>
                  </a:lnTo>
                  <a:cubicBezTo>
                    <a:pt x="121920" y="284480"/>
                    <a:pt x="121920" y="284480"/>
                    <a:pt x="121920" y="284480"/>
                  </a:cubicBezTo>
                  <a:cubicBezTo>
                    <a:pt x="121920" y="284480"/>
                    <a:pt x="121920" y="284480"/>
                    <a:pt x="121920" y="284480"/>
                  </a:cubicBezTo>
                  <a:cubicBezTo>
                    <a:pt x="129540" y="284480"/>
                    <a:pt x="135890" y="281940"/>
                    <a:pt x="142240" y="275590"/>
                  </a:cubicBezTo>
                  <a:cubicBezTo>
                    <a:pt x="144780" y="271780"/>
                    <a:pt x="148590" y="266700"/>
                    <a:pt x="149860" y="259080"/>
                  </a:cubicBezTo>
                  <a:cubicBezTo>
                    <a:pt x="157480" y="236220"/>
                    <a:pt x="161290" y="204470"/>
                    <a:pt x="162560" y="113030"/>
                  </a:cubicBezTo>
                  <a:cubicBezTo>
                    <a:pt x="162560" y="113030"/>
                    <a:pt x="162560" y="111760"/>
                    <a:pt x="162560" y="111760"/>
                  </a:cubicBezTo>
                  <a:lnTo>
                    <a:pt x="162560" y="60960"/>
                  </a:lnTo>
                  <a:cubicBezTo>
                    <a:pt x="162560" y="49530"/>
                    <a:pt x="153670" y="40640"/>
                    <a:pt x="142240" y="40640"/>
                  </a:cubicBezTo>
                  <a:lnTo>
                    <a:pt x="142240" y="71120"/>
                  </a:lnTo>
                  <a:cubicBezTo>
                    <a:pt x="142240" y="76200"/>
                    <a:pt x="137160" y="81280"/>
                    <a:pt x="132080" y="81280"/>
                  </a:cubicBezTo>
                  <a:lnTo>
                    <a:pt x="50800" y="81280"/>
                  </a:lnTo>
                  <a:cubicBezTo>
                    <a:pt x="45720" y="81280"/>
                    <a:pt x="40640" y="76200"/>
                    <a:pt x="40640" y="71120"/>
                  </a:cubicBezTo>
                  <a:lnTo>
                    <a:pt x="40640" y="406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0" name="Рисунок 2">
            <a:extLst>
              <a:ext uri="{FF2B5EF4-FFF2-40B4-BE49-F238E27FC236}">
                <a16:creationId xmlns:a16="http://schemas.microsoft.com/office/drawing/2014/main" id="{1E295E3A-C6C6-B535-4F70-1AA006FE4ED4}"/>
              </a:ext>
            </a:extLst>
          </p:cNvPr>
          <p:cNvGrpSpPr/>
          <p:nvPr/>
        </p:nvGrpSpPr>
        <p:grpSpPr>
          <a:xfrm>
            <a:off x="8933733" y="2214082"/>
            <a:ext cx="257352" cy="233409"/>
            <a:chOff x="9065836" y="1124220"/>
            <a:chExt cx="257352" cy="233409"/>
          </a:xfrm>
          <a:solidFill>
            <a:schemeClr val="bg1"/>
          </a:solidFill>
        </p:grpSpPr>
        <p:sp>
          <p:nvSpPr>
            <p:cNvPr id="31" name="Полилиния: фигура 34">
              <a:extLst>
                <a:ext uri="{FF2B5EF4-FFF2-40B4-BE49-F238E27FC236}">
                  <a16:creationId xmlns:a16="http://schemas.microsoft.com/office/drawing/2014/main" id="{35F05468-8A6F-086B-77A0-EDE03453B251}"/>
                </a:ext>
              </a:extLst>
            </p:cNvPr>
            <p:cNvSpPr/>
            <p:nvPr/>
          </p:nvSpPr>
          <p:spPr>
            <a:xfrm>
              <a:off x="9161780" y="1215389"/>
              <a:ext cx="40639" cy="40639"/>
            </a:xfrm>
            <a:custGeom>
              <a:avLst/>
              <a:gdLst>
                <a:gd name="connsiteX0" fmla="*/ 30480 w 40639"/>
                <a:gd name="connsiteY0" fmla="*/ 38100 h 40639"/>
                <a:gd name="connsiteX1" fmla="*/ 2540 w 40639"/>
                <a:gd name="connsiteY1" fmla="*/ 30480 h 40639"/>
                <a:gd name="connsiteX2" fmla="*/ 10160 w 40639"/>
                <a:gd name="connsiteY2" fmla="*/ 2540 h 40639"/>
                <a:gd name="connsiteX3" fmla="*/ 38100 w 40639"/>
                <a:gd name="connsiteY3" fmla="*/ 10160 h 40639"/>
                <a:gd name="connsiteX4" fmla="*/ 30480 w 40639"/>
                <a:gd name="connsiteY4" fmla="*/ 3810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39" h="40639">
                  <a:moveTo>
                    <a:pt x="30480" y="38100"/>
                  </a:moveTo>
                  <a:cubicBezTo>
                    <a:pt x="20320" y="43180"/>
                    <a:pt x="8890" y="40640"/>
                    <a:pt x="2540" y="30480"/>
                  </a:cubicBezTo>
                  <a:cubicBezTo>
                    <a:pt x="-2540" y="20320"/>
                    <a:pt x="0" y="8890"/>
                    <a:pt x="10160" y="2540"/>
                  </a:cubicBezTo>
                  <a:cubicBezTo>
                    <a:pt x="20320" y="-2540"/>
                    <a:pt x="31750" y="0"/>
                    <a:pt x="38100" y="10160"/>
                  </a:cubicBezTo>
                  <a:cubicBezTo>
                    <a:pt x="43180" y="20320"/>
                    <a:pt x="40640" y="33020"/>
                    <a:pt x="30480" y="381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35">
              <a:extLst>
                <a:ext uri="{FF2B5EF4-FFF2-40B4-BE49-F238E27FC236}">
                  <a16:creationId xmlns:a16="http://schemas.microsoft.com/office/drawing/2014/main" id="{DE8BFEB7-3CF7-B6BF-B8F3-4322209859F0}"/>
                </a:ext>
              </a:extLst>
            </p:cNvPr>
            <p:cNvSpPr/>
            <p:nvPr/>
          </p:nvSpPr>
          <p:spPr>
            <a:xfrm>
              <a:off x="9065836" y="1124220"/>
              <a:ext cx="257352" cy="233409"/>
            </a:xfrm>
            <a:custGeom>
              <a:avLst/>
              <a:gdLst>
                <a:gd name="connsiteX0" fmla="*/ 228024 w 257352"/>
                <a:gd name="connsiteY0" fmla="*/ 94980 h 233409"/>
                <a:gd name="connsiteX1" fmla="*/ 135314 w 257352"/>
                <a:gd name="connsiteY1" fmla="*/ 3540 h 233409"/>
                <a:gd name="connsiteX2" fmla="*/ 93404 w 257352"/>
                <a:gd name="connsiteY2" fmla="*/ 14969 h 233409"/>
                <a:gd name="connsiteX3" fmla="*/ 90864 w 257352"/>
                <a:gd name="connsiteY3" fmla="*/ 39100 h 233409"/>
                <a:gd name="connsiteX4" fmla="*/ 85784 w 257352"/>
                <a:gd name="connsiteY4" fmla="*/ 45450 h 233409"/>
                <a:gd name="connsiteX5" fmla="*/ 4504 w 257352"/>
                <a:gd name="connsiteY5" fmla="*/ 188960 h 233409"/>
                <a:gd name="connsiteX6" fmla="*/ 3234 w 257352"/>
                <a:gd name="connsiteY6" fmla="*/ 216900 h 233409"/>
                <a:gd name="connsiteX7" fmla="*/ 29904 w 257352"/>
                <a:gd name="connsiteY7" fmla="*/ 233410 h 233409"/>
                <a:gd name="connsiteX8" fmla="*/ 196274 w 257352"/>
                <a:gd name="connsiteY8" fmla="*/ 233410 h 233409"/>
                <a:gd name="connsiteX9" fmla="*/ 196274 w 257352"/>
                <a:gd name="connsiteY9" fmla="*/ 233410 h 233409"/>
                <a:gd name="connsiteX10" fmla="*/ 196274 w 257352"/>
                <a:gd name="connsiteY10" fmla="*/ 233410 h 233409"/>
                <a:gd name="connsiteX11" fmla="*/ 236914 w 257352"/>
                <a:gd name="connsiteY11" fmla="*/ 233410 h 233409"/>
                <a:gd name="connsiteX12" fmla="*/ 257234 w 257352"/>
                <a:gd name="connsiteY12" fmla="*/ 213090 h 233409"/>
                <a:gd name="connsiteX13" fmla="*/ 257234 w 257352"/>
                <a:gd name="connsiteY13" fmla="*/ 213090 h 233409"/>
                <a:gd name="connsiteX14" fmla="*/ 228024 w 257352"/>
                <a:gd name="connsiteY14" fmla="*/ 94980 h 233409"/>
                <a:gd name="connsiteX15" fmla="*/ 104834 w 257352"/>
                <a:gd name="connsiteY15" fmla="*/ 55610 h 233409"/>
                <a:gd name="connsiteX16" fmla="*/ 104834 w 257352"/>
                <a:gd name="connsiteY16" fmla="*/ 55610 h 233409"/>
                <a:gd name="connsiteX17" fmla="*/ 107374 w 257352"/>
                <a:gd name="connsiteY17" fmla="*/ 56880 h 233409"/>
                <a:gd name="connsiteX18" fmla="*/ 175954 w 257352"/>
                <a:gd name="connsiteY18" fmla="*/ 124190 h 233409"/>
                <a:gd name="connsiteX19" fmla="*/ 197544 w 257352"/>
                <a:gd name="connsiteY19" fmla="*/ 192769 h 233409"/>
                <a:gd name="connsiteX20" fmla="*/ 200084 w 257352"/>
                <a:gd name="connsiteY20" fmla="*/ 197850 h 233409"/>
                <a:gd name="connsiteX21" fmla="*/ 214054 w 257352"/>
                <a:gd name="connsiteY21" fmla="*/ 201660 h 233409"/>
                <a:gd name="connsiteX22" fmla="*/ 217864 w 257352"/>
                <a:gd name="connsiteY22" fmla="*/ 188960 h 233409"/>
                <a:gd name="connsiteX23" fmla="*/ 193734 w 257352"/>
                <a:gd name="connsiteY23" fmla="*/ 114030 h 233409"/>
                <a:gd name="connsiteX24" fmla="*/ 117534 w 257352"/>
                <a:gd name="connsiteY24" fmla="*/ 37830 h 233409"/>
                <a:gd name="connsiteX25" fmla="*/ 113724 w 257352"/>
                <a:gd name="connsiteY25" fmla="*/ 23860 h 233409"/>
                <a:gd name="connsiteX26" fmla="*/ 127694 w 257352"/>
                <a:gd name="connsiteY26" fmla="*/ 20050 h 233409"/>
                <a:gd name="connsiteX27" fmla="*/ 211514 w 257352"/>
                <a:gd name="connsiteY27" fmla="*/ 103869 h 233409"/>
                <a:gd name="connsiteX28" fmla="*/ 238184 w 257352"/>
                <a:gd name="connsiteY28" fmla="*/ 200390 h 233409"/>
                <a:gd name="connsiteX29" fmla="*/ 238184 w 257352"/>
                <a:gd name="connsiteY29" fmla="*/ 211819 h 233409"/>
                <a:gd name="connsiteX30" fmla="*/ 169604 w 257352"/>
                <a:gd name="connsiteY30" fmla="*/ 211819 h 233409"/>
                <a:gd name="connsiteX31" fmla="*/ 173414 w 257352"/>
                <a:gd name="connsiteY31" fmla="*/ 176260 h 233409"/>
                <a:gd name="connsiteX32" fmla="*/ 131504 w 257352"/>
                <a:gd name="connsiteY32" fmla="*/ 164830 h 233409"/>
                <a:gd name="connsiteX33" fmla="*/ 120074 w 257352"/>
                <a:gd name="connsiteY33" fmla="*/ 206740 h 233409"/>
                <a:gd name="connsiteX34" fmla="*/ 123884 w 257352"/>
                <a:gd name="connsiteY34" fmla="*/ 211819 h 233409"/>
                <a:gd name="connsiteX35" fmla="*/ 29904 w 257352"/>
                <a:gd name="connsiteY35" fmla="*/ 211819 h 233409"/>
                <a:gd name="connsiteX36" fmla="*/ 22284 w 257352"/>
                <a:gd name="connsiteY36" fmla="*/ 197850 h 233409"/>
                <a:gd name="connsiteX37" fmla="*/ 38794 w 257352"/>
                <a:gd name="connsiteY37" fmla="*/ 169910 h 233409"/>
                <a:gd name="connsiteX38" fmla="*/ 73084 w 257352"/>
                <a:gd name="connsiteY38" fmla="*/ 178800 h 233409"/>
                <a:gd name="connsiteX39" fmla="*/ 81974 w 257352"/>
                <a:gd name="connsiteY39" fmla="*/ 144510 h 233409"/>
                <a:gd name="connsiteX40" fmla="*/ 60384 w 257352"/>
                <a:gd name="connsiteY40" fmla="*/ 131810 h 233409"/>
                <a:gd name="connsiteX41" fmla="*/ 104834 w 257352"/>
                <a:gd name="connsiteY41" fmla="*/ 55610 h 23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57352" h="233409">
                  <a:moveTo>
                    <a:pt x="228024" y="94980"/>
                  </a:moveTo>
                  <a:cubicBezTo>
                    <a:pt x="205164" y="55610"/>
                    <a:pt x="173414" y="23860"/>
                    <a:pt x="135314" y="3540"/>
                  </a:cubicBezTo>
                  <a:cubicBezTo>
                    <a:pt x="120074" y="-4081"/>
                    <a:pt x="102294" y="1000"/>
                    <a:pt x="93404" y="14969"/>
                  </a:cubicBezTo>
                  <a:cubicBezTo>
                    <a:pt x="89594" y="22590"/>
                    <a:pt x="88324" y="31480"/>
                    <a:pt x="90864" y="39100"/>
                  </a:cubicBezTo>
                  <a:cubicBezTo>
                    <a:pt x="88324" y="40369"/>
                    <a:pt x="87054" y="42910"/>
                    <a:pt x="85784" y="45450"/>
                  </a:cubicBezTo>
                  <a:lnTo>
                    <a:pt x="4504" y="188960"/>
                  </a:lnTo>
                  <a:cubicBezTo>
                    <a:pt x="-576" y="197850"/>
                    <a:pt x="-1846" y="208010"/>
                    <a:pt x="3234" y="216900"/>
                  </a:cubicBezTo>
                  <a:cubicBezTo>
                    <a:pt x="8314" y="227060"/>
                    <a:pt x="17204" y="233410"/>
                    <a:pt x="29904" y="233410"/>
                  </a:cubicBezTo>
                  <a:lnTo>
                    <a:pt x="196274" y="233410"/>
                  </a:lnTo>
                  <a:cubicBezTo>
                    <a:pt x="196274" y="233410"/>
                    <a:pt x="196274" y="233410"/>
                    <a:pt x="196274" y="233410"/>
                  </a:cubicBezTo>
                  <a:cubicBezTo>
                    <a:pt x="196274" y="233410"/>
                    <a:pt x="196274" y="233410"/>
                    <a:pt x="196274" y="233410"/>
                  </a:cubicBezTo>
                  <a:lnTo>
                    <a:pt x="236914" y="233410"/>
                  </a:lnTo>
                  <a:cubicBezTo>
                    <a:pt x="248344" y="233410"/>
                    <a:pt x="257234" y="224519"/>
                    <a:pt x="257234" y="213090"/>
                  </a:cubicBezTo>
                  <a:lnTo>
                    <a:pt x="257234" y="213090"/>
                  </a:lnTo>
                  <a:cubicBezTo>
                    <a:pt x="258504" y="173719"/>
                    <a:pt x="249614" y="133080"/>
                    <a:pt x="228024" y="94980"/>
                  </a:cubicBezTo>
                  <a:close/>
                  <a:moveTo>
                    <a:pt x="104834" y="55610"/>
                  </a:moveTo>
                  <a:cubicBezTo>
                    <a:pt x="104834" y="55610"/>
                    <a:pt x="104834" y="55610"/>
                    <a:pt x="104834" y="55610"/>
                  </a:cubicBezTo>
                  <a:cubicBezTo>
                    <a:pt x="106104" y="55610"/>
                    <a:pt x="106104" y="56880"/>
                    <a:pt x="107374" y="56880"/>
                  </a:cubicBezTo>
                  <a:cubicBezTo>
                    <a:pt x="135314" y="72119"/>
                    <a:pt x="159444" y="94980"/>
                    <a:pt x="175954" y="124190"/>
                  </a:cubicBezTo>
                  <a:cubicBezTo>
                    <a:pt x="188654" y="145780"/>
                    <a:pt x="195004" y="169910"/>
                    <a:pt x="197544" y="192769"/>
                  </a:cubicBezTo>
                  <a:cubicBezTo>
                    <a:pt x="198814" y="192769"/>
                    <a:pt x="198814" y="196580"/>
                    <a:pt x="200084" y="197850"/>
                  </a:cubicBezTo>
                  <a:cubicBezTo>
                    <a:pt x="202624" y="202930"/>
                    <a:pt x="208974" y="204200"/>
                    <a:pt x="214054" y="201660"/>
                  </a:cubicBezTo>
                  <a:cubicBezTo>
                    <a:pt x="219134" y="199119"/>
                    <a:pt x="220404" y="194040"/>
                    <a:pt x="217864" y="188960"/>
                  </a:cubicBezTo>
                  <a:cubicBezTo>
                    <a:pt x="215324" y="163560"/>
                    <a:pt x="207704" y="138160"/>
                    <a:pt x="193734" y="114030"/>
                  </a:cubicBezTo>
                  <a:cubicBezTo>
                    <a:pt x="174684" y="81010"/>
                    <a:pt x="148014" y="55610"/>
                    <a:pt x="117534" y="37830"/>
                  </a:cubicBezTo>
                  <a:cubicBezTo>
                    <a:pt x="112454" y="35290"/>
                    <a:pt x="111184" y="28940"/>
                    <a:pt x="113724" y="23860"/>
                  </a:cubicBezTo>
                  <a:cubicBezTo>
                    <a:pt x="116264" y="18780"/>
                    <a:pt x="122614" y="17510"/>
                    <a:pt x="127694" y="20050"/>
                  </a:cubicBezTo>
                  <a:cubicBezTo>
                    <a:pt x="161984" y="39100"/>
                    <a:pt x="191194" y="67040"/>
                    <a:pt x="211514" y="103869"/>
                  </a:cubicBezTo>
                  <a:cubicBezTo>
                    <a:pt x="228024" y="134350"/>
                    <a:pt x="238184" y="167369"/>
                    <a:pt x="238184" y="200390"/>
                  </a:cubicBezTo>
                  <a:cubicBezTo>
                    <a:pt x="238184" y="200390"/>
                    <a:pt x="238184" y="204200"/>
                    <a:pt x="238184" y="211819"/>
                  </a:cubicBezTo>
                  <a:lnTo>
                    <a:pt x="169604" y="211819"/>
                  </a:lnTo>
                  <a:cubicBezTo>
                    <a:pt x="178494" y="201660"/>
                    <a:pt x="179764" y="187690"/>
                    <a:pt x="173414" y="176260"/>
                  </a:cubicBezTo>
                  <a:cubicBezTo>
                    <a:pt x="164524" y="162290"/>
                    <a:pt x="146744" y="157210"/>
                    <a:pt x="131504" y="164830"/>
                  </a:cubicBezTo>
                  <a:cubicBezTo>
                    <a:pt x="117534" y="173719"/>
                    <a:pt x="112454" y="191500"/>
                    <a:pt x="120074" y="206740"/>
                  </a:cubicBezTo>
                  <a:cubicBezTo>
                    <a:pt x="121344" y="208010"/>
                    <a:pt x="122614" y="210550"/>
                    <a:pt x="123884" y="211819"/>
                  </a:cubicBezTo>
                  <a:lnTo>
                    <a:pt x="29904" y="211819"/>
                  </a:lnTo>
                  <a:cubicBezTo>
                    <a:pt x="22284" y="211819"/>
                    <a:pt x="18474" y="204200"/>
                    <a:pt x="22284" y="197850"/>
                  </a:cubicBezTo>
                  <a:lnTo>
                    <a:pt x="38794" y="169910"/>
                  </a:lnTo>
                  <a:cubicBezTo>
                    <a:pt x="46414" y="181340"/>
                    <a:pt x="61654" y="185150"/>
                    <a:pt x="73084" y="178800"/>
                  </a:cubicBezTo>
                  <a:cubicBezTo>
                    <a:pt x="85784" y="171180"/>
                    <a:pt x="89594" y="155940"/>
                    <a:pt x="81974" y="144510"/>
                  </a:cubicBezTo>
                  <a:cubicBezTo>
                    <a:pt x="76894" y="136890"/>
                    <a:pt x="69274" y="131810"/>
                    <a:pt x="60384" y="131810"/>
                  </a:cubicBezTo>
                  <a:lnTo>
                    <a:pt x="104834" y="5561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3" name="Рисунок 2">
            <a:extLst>
              <a:ext uri="{FF2B5EF4-FFF2-40B4-BE49-F238E27FC236}">
                <a16:creationId xmlns:a16="http://schemas.microsoft.com/office/drawing/2014/main" id="{2EC7E0CE-1488-79E9-B7EF-405456C77126}"/>
              </a:ext>
            </a:extLst>
          </p:cNvPr>
          <p:cNvGrpSpPr/>
          <p:nvPr/>
        </p:nvGrpSpPr>
        <p:grpSpPr>
          <a:xfrm>
            <a:off x="10625373" y="2204922"/>
            <a:ext cx="229987" cy="264278"/>
            <a:chOff x="10757476" y="1115060"/>
            <a:chExt cx="229987" cy="264278"/>
          </a:xfrm>
          <a:solidFill>
            <a:schemeClr val="bg1"/>
          </a:solidFill>
        </p:grpSpPr>
        <p:sp>
          <p:nvSpPr>
            <p:cNvPr id="34" name="Полилиния: фигура 37">
              <a:extLst>
                <a:ext uri="{FF2B5EF4-FFF2-40B4-BE49-F238E27FC236}">
                  <a16:creationId xmlns:a16="http://schemas.microsoft.com/office/drawing/2014/main" id="{B67ED7C1-0B18-03C2-A6E1-42A392154B87}"/>
                </a:ext>
              </a:extLst>
            </p:cNvPr>
            <p:cNvSpPr/>
            <p:nvPr/>
          </p:nvSpPr>
          <p:spPr>
            <a:xfrm>
              <a:off x="10862309" y="1115384"/>
              <a:ext cx="31425" cy="61905"/>
            </a:xfrm>
            <a:custGeom>
              <a:avLst/>
              <a:gdLst>
                <a:gd name="connsiteX0" fmla="*/ 29210 w 31425"/>
                <a:gd name="connsiteY0" fmla="*/ 16185 h 61905"/>
                <a:gd name="connsiteX1" fmla="*/ 26670 w 31425"/>
                <a:gd name="connsiteY1" fmla="*/ 2215 h 61905"/>
                <a:gd name="connsiteX2" fmla="*/ 12700 w 31425"/>
                <a:gd name="connsiteY2" fmla="*/ 4755 h 61905"/>
                <a:gd name="connsiteX3" fmla="*/ 0 w 31425"/>
                <a:gd name="connsiteY3" fmla="*/ 51745 h 61905"/>
                <a:gd name="connsiteX4" fmla="*/ 10160 w 31425"/>
                <a:gd name="connsiteY4" fmla="*/ 61905 h 61905"/>
                <a:gd name="connsiteX5" fmla="*/ 20320 w 31425"/>
                <a:gd name="connsiteY5" fmla="*/ 51745 h 61905"/>
                <a:gd name="connsiteX6" fmla="*/ 29210 w 31425"/>
                <a:gd name="connsiteY6" fmla="*/ 16185 h 6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425" h="61905">
                  <a:moveTo>
                    <a:pt x="29210" y="16185"/>
                  </a:moveTo>
                  <a:cubicBezTo>
                    <a:pt x="33020" y="11105"/>
                    <a:pt x="31750" y="4755"/>
                    <a:pt x="26670" y="2215"/>
                  </a:cubicBezTo>
                  <a:cubicBezTo>
                    <a:pt x="21590" y="-1595"/>
                    <a:pt x="15240" y="-325"/>
                    <a:pt x="12700" y="4755"/>
                  </a:cubicBezTo>
                  <a:cubicBezTo>
                    <a:pt x="7620" y="11105"/>
                    <a:pt x="0" y="27615"/>
                    <a:pt x="0" y="51745"/>
                  </a:cubicBezTo>
                  <a:cubicBezTo>
                    <a:pt x="0" y="56825"/>
                    <a:pt x="5080" y="61905"/>
                    <a:pt x="10160" y="61905"/>
                  </a:cubicBezTo>
                  <a:cubicBezTo>
                    <a:pt x="15240" y="61905"/>
                    <a:pt x="20320" y="56825"/>
                    <a:pt x="20320" y="51745"/>
                  </a:cubicBezTo>
                  <a:cubicBezTo>
                    <a:pt x="20320" y="30155"/>
                    <a:pt x="26670" y="18725"/>
                    <a:pt x="29210" y="1618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5" name="Полилиния: фигура 38">
              <a:extLst>
                <a:ext uri="{FF2B5EF4-FFF2-40B4-BE49-F238E27FC236}">
                  <a16:creationId xmlns:a16="http://schemas.microsoft.com/office/drawing/2014/main" id="{263BFBB1-2EE0-622F-00CB-02D85E8DA926}"/>
                </a:ext>
              </a:extLst>
            </p:cNvPr>
            <p:cNvSpPr/>
            <p:nvPr/>
          </p:nvSpPr>
          <p:spPr>
            <a:xfrm>
              <a:off x="10800080" y="1115060"/>
              <a:ext cx="52206" cy="57150"/>
            </a:xfrm>
            <a:custGeom>
              <a:avLst/>
              <a:gdLst>
                <a:gd name="connsiteX0" fmla="*/ 52070 w 52206"/>
                <a:gd name="connsiteY0" fmla="*/ 49530 h 57150"/>
                <a:gd name="connsiteX1" fmla="*/ 43180 w 52206"/>
                <a:gd name="connsiteY1" fmla="*/ 57150 h 57150"/>
                <a:gd name="connsiteX2" fmla="*/ 20320 w 52206"/>
                <a:gd name="connsiteY2" fmla="*/ 46990 h 57150"/>
                <a:gd name="connsiteX3" fmla="*/ 0 w 52206"/>
                <a:gd name="connsiteY3" fmla="*/ 7620 h 57150"/>
                <a:gd name="connsiteX4" fmla="*/ 8889 w 52206"/>
                <a:gd name="connsiteY4" fmla="*/ 0 h 57150"/>
                <a:gd name="connsiteX5" fmla="*/ 31750 w 52206"/>
                <a:gd name="connsiteY5" fmla="*/ 10160 h 57150"/>
                <a:gd name="connsiteX6" fmla="*/ 52070 w 52206"/>
                <a:gd name="connsiteY6" fmla="*/ 4953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206" h="57150">
                  <a:moveTo>
                    <a:pt x="52070" y="49530"/>
                  </a:moveTo>
                  <a:cubicBezTo>
                    <a:pt x="52070" y="54610"/>
                    <a:pt x="48260" y="57150"/>
                    <a:pt x="43180" y="57150"/>
                  </a:cubicBezTo>
                  <a:cubicBezTo>
                    <a:pt x="35560" y="55880"/>
                    <a:pt x="26670" y="53340"/>
                    <a:pt x="20320" y="46990"/>
                  </a:cubicBezTo>
                  <a:cubicBezTo>
                    <a:pt x="6350" y="36830"/>
                    <a:pt x="0" y="21590"/>
                    <a:pt x="0" y="7620"/>
                  </a:cubicBezTo>
                  <a:cubicBezTo>
                    <a:pt x="0" y="2540"/>
                    <a:pt x="3810" y="0"/>
                    <a:pt x="8889" y="0"/>
                  </a:cubicBezTo>
                  <a:cubicBezTo>
                    <a:pt x="16510" y="1270"/>
                    <a:pt x="25400" y="3810"/>
                    <a:pt x="31750" y="10160"/>
                  </a:cubicBezTo>
                  <a:cubicBezTo>
                    <a:pt x="45720" y="20320"/>
                    <a:pt x="53339" y="35560"/>
                    <a:pt x="52070" y="4953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Полилиния: фигура 39">
              <a:extLst>
                <a:ext uri="{FF2B5EF4-FFF2-40B4-BE49-F238E27FC236}">
                  <a16:creationId xmlns:a16="http://schemas.microsoft.com/office/drawing/2014/main" id="{542D3EAD-6B7E-D818-FE8E-5B23B05001B4}"/>
                </a:ext>
              </a:extLst>
            </p:cNvPr>
            <p:cNvSpPr/>
            <p:nvPr/>
          </p:nvSpPr>
          <p:spPr>
            <a:xfrm>
              <a:off x="10796269" y="1226819"/>
              <a:ext cx="45720" cy="50800"/>
            </a:xfrm>
            <a:custGeom>
              <a:avLst/>
              <a:gdLst>
                <a:gd name="connsiteX0" fmla="*/ 0 w 45720"/>
                <a:gd name="connsiteY0" fmla="*/ 40640 h 50800"/>
                <a:gd name="connsiteX1" fmla="*/ 10161 w 45720"/>
                <a:gd name="connsiteY1" fmla="*/ 50800 h 50800"/>
                <a:gd name="connsiteX2" fmla="*/ 20320 w 45720"/>
                <a:gd name="connsiteY2" fmla="*/ 40640 h 50800"/>
                <a:gd name="connsiteX3" fmla="*/ 25400 w 45720"/>
                <a:gd name="connsiteY3" fmla="*/ 26670 h 50800"/>
                <a:gd name="connsiteX4" fmla="*/ 35561 w 45720"/>
                <a:gd name="connsiteY4" fmla="*/ 20320 h 50800"/>
                <a:gd name="connsiteX5" fmla="*/ 45720 w 45720"/>
                <a:gd name="connsiteY5" fmla="*/ 10160 h 50800"/>
                <a:gd name="connsiteX6" fmla="*/ 35561 w 45720"/>
                <a:gd name="connsiteY6" fmla="*/ 0 h 50800"/>
                <a:gd name="connsiteX7" fmla="*/ 10161 w 45720"/>
                <a:gd name="connsiteY7" fmla="*/ 13970 h 50800"/>
                <a:gd name="connsiteX8" fmla="*/ 0 w 45720"/>
                <a:gd name="connsiteY8" fmla="*/ 4064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" h="50800">
                  <a:moveTo>
                    <a:pt x="0" y="40640"/>
                  </a:moveTo>
                  <a:cubicBezTo>
                    <a:pt x="0" y="45720"/>
                    <a:pt x="5080" y="50800"/>
                    <a:pt x="10161" y="50800"/>
                  </a:cubicBezTo>
                  <a:cubicBezTo>
                    <a:pt x="15240" y="50800"/>
                    <a:pt x="20320" y="45720"/>
                    <a:pt x="20320" y="40640"/>
                  </a:cubicBezTo>
                  <a:cubicBezTo>
                    <a:pt x="20320" y="35560"/>
                    <a:pt x="22861" y="30480"/>
                    <a:pt x="25400" y="26670"/>
                  </a:cubicBezTo>
                  <a:cubicBezTo>
                    <a:pt x="27940" y="22860"/>
                    <a:pt x="31750" y="20320"/>
                    <a:pt x="35561" y="20320"/>
                  </a:cubicBezTo>
                  <a:cubicBezTo>
                    <a:pt x="40640" y="20320"/>
                    <a:pt x="45720" y="15240"/>
                    <a:pt x="45720" y="10160"/>
                  </a:cubicBezTo>
                  <a:cubicBezTo>
                    <a:pt x="45720" y="5080"/>
                    <a:pt x="40640" y="0"/>
                    <a:pt x="35561" y="0"/>
                  </a:cubicBezTo>
                  <a:cubicBezTo>
                    <a:pt x="24130" y="0"/>
                    <a:pt x="15240" y="6350"/>
                    <a:pt x="10161" y="13970"/>
                  </a:cubicBezTo>
                  <a:cubicBezTo>
                    <a:pt x="3811" y="20320"/>
                    <a:pt x="0" y="30480"/>
                    <a:pt x="0" y="406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8" name="Полилиния: фигура 40">
              <a:extLst>
                <a:ext uri="{FF2B5EF4-FFF2-40B4-BE49-F238E27FC236}">
                  <a16:creationId xmlns:a16="http://schemas.microsoft.com/office/drawing/2014/main" id="{22E0BD3A-DE0B-B821-3A39-0FC5AFCF739A}"/>
                </a:ext>
              </a:extLst>
            </p:cNvPr>
            <p:cNvSpPr/>
            <p:nvPr/>
          </p:nvSpPr>
          <p:spPr>
            <a:xfrm>
              <a:off x="10757476" y="1185192"/>
              <a:ext cx="229987" cy="194145"/>
            </a:xfrm>
            <a:custGeom>
              <a:avLst/>
              <a:gdLst>
                <a:gd name="connsiteX0" fmla="*/ 48954 w 229987"/>
                <a:gd name="connsiteY0" fmla="*/ 3527 h 194145"/>
                <a:gd name="connsiteX1" fmla="*/ 114993 w 229987"/>
                <a:gd name="connsiteY1" fmla="*/ 8607 h 194145"/>
                <a:gd name="connsiteX2" fmla="*/ 181034 w 229987"/>
                <a:gd name="connsiteY2" fmla="*/ 3527 h 194145"/>
                <a:gd name="connsiteX3" fmla="*/ 226754 w 229987"/>
                <a:gd name="connsiteY3" fmla="*/ 51787 h 194145"/>
                <a:gd name="connsiteX4" fmla="*/ 225484 w 229987"/>
                <a:gd name="connsiteY4" fmla="*/ 111477 h 194145"/>
                <a:gd name="connsiteX5" fmla="*/ 200084 w 229987"/>
                <a:gd name="connsiteY5" fmla="*/ 164817 h 194145"/>
                <a:gd name="connsiteX6" fmla="*/ 141664 w 229987"/>
                <a:gd name="connsiteY6" fmla="*/ 194027 h 194145"/>
                <a:gd name="connsiteX7" fmla="*/ 114993 w 229987"/>
                <a:gd name="connsiteY7" fmla="*/ 187677 h 194145"/>
                <a:gd name="connsiteX8" fmla="*/ 88324 w 229987"/>
                <a:gd name="connsiteY8" fmla="*/ 194027 h 194145"/>
                <a:gd name="connsiteX9" fmla="*/ 29904 w 229987"/>
                <a:gd name="connsiteY9" fmla="*/ 164817 h 194145"/>
                <a:gd name="connsiteX10" fmla="*/ 4504 w 229987"/>
                <a:gd name="connsiteY10" fmla="*/ 111477 h 194145"/>
                <a:gd name="connsiteX11" fmla="*/ 3234 w 229987"/>
                <a:gd name="connsiteY11" fmla="*/ 51787 h 194145"/>
                <a:gd name="connsiteX12" fmla="*/ 48954 w 229987"/>
                <a:gd name="connsiteY12" fmla="*/ 3527 h 194145"/>
                <a:gd name="connsiteX13" fmla="*/ 206434 w 229987"/>
                <a:gd name="connsiteY13" fmla="*/ 107667 h 194145"/>
                <a:gd name="connsiteX14" fmla="*/ 184843 w 229987"/>
                <a:gd name="connsiteY14" fmla="*/ 152117 h 194145"/>
                <a:gd name="connsiteX15" fmla="*/ 156904 w 229987"/>
                <a:gd name="connsiteY15" fmla="*/ 171167 h 194145"/>
                <a:gd name="connsiteX16" fmla="*/ 128964 w 229987"/>
                <a:gd name="connsiteY16" fmla="*/ 169897 h 194145"/>
                <a:gd name="connsiteX17" fmla="*/ 103564 w 229987"/>
                <a:gd name="connsiteY17" fmla="*/ 169897 h 194145"/>
                <a:gd name="connsiteX18" fmla="*/ 75624 w 229987"/>
                <a:gd name="connsiteY18" fmla="*/ 171167 h 194145"/>
                <a:gd name="connsiteX19" fmla="*/ 47684 w 229987"/>
                <a:gd name="connsiteY19" fmla="*/ 152117 h 194145"/>
                <a:gd name="connsiteX20" fmla="*/ 26093 w 229987"/>
                <a:gd name="connsiteY20" fmla="*/ 107667 h 194145"/>
                <a:gd name="connsiteX21" fmla="*/ 23554 w 229987"/>
                <a:gd name="connsiteY21" fmla="*/ 59407 h 194145"/>
                <a:gd name="connsiteX22" fmla="*/ 51493 w 229987"/>
                <a:gd name="connsiteY22" fmla="*/ 23847 h 194145"/>
                <a:gd name="connsiteX23" fmla="*/ 109914 w 229987"/>
                <a:gd name="connsiteY23" fmla="*/ 26387 h 194145"/>
                <a:gd name="connsiteX24" fmla="*/ 123884 w 229987"/>
                <a:gd name="connsiteY24" fmla="*/ 26387 h 194145"/>
                <a:gd name="connsiteX25" fmla="*/ 182304 w 229987"/>
                <a:gd name="connsiteY25" fmla="*/ 23847 h 194145"/>
                <a:gd name="connsiteX26" fmla="*/ 210243 w 229987"/>
                <a:gd name="connsiteY26" fmla="*/ 59407 h 194145"/>
                <a:gd name="connsiteX27" fmla="*/ 206434 w 229987"/>
                <a:gd name="connsiteY27" fmla="*/ 107667 h 19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9987" h="194145">
                  <a:moveTo>
                    <a:pt x="48954" y="3527"/>
                  </a:moveTo>
                  <a:cubicBezTo>
                    <a:pt x="69274" y="-2823"/>
                    <a:pt x="92134" y="-283"/>
                    <a:pt x="114993" y="8607"/>
                  </a:cubicBezTo>
                  <a:cubicBezTo>
                    <a:pt x="139124" y="-283"/>
                    <a:pt x="161984" y="-2823"/>
                    <a:pt x="181034" y="3527"/>
                  </a:cubicBezTo>
                  <a:cubicBezTo>
                    <a:pt x="206434" y="11147"/>
                    <a:pt x="220404" y="30197"/>
                    <a:pt x="226754" y="51787"/>
                  </a:cubicBezTo>
                  <a:cubicBezTo>
                    <a:pt x="231834" y="70837"/>
                    <a:pt x="230564" y="92427"/>
                    <a:pt x="225484" y="111477"/>
                  </a:cubicBezTo>
                  <a:cubicBezTo>
                    <a:pt x="220404" y="130527"/>
                    <a:pt x="211514" y="149577"/>
                    <a:pt x="200084" y="164817"/>
                  </a:cubicBezTo>
                  <a:cubicBezTo>
                    <a:pt x="183574" y="186407"/>
                    <a:pt x="161984" y="194027"/>
                    <a:pt x="141664" y="194027"/>
                  </a:cubicBezTo>
                  <a:cubicBezTo>
                    <a:pt x="131504" y="194027"/>
                    <a:pt x="122614" y="191487"/>
                    <a:pt x="114993" y="187677"/>
                  </a:cubicBezTo>
                  <a:cubicBezTo>
                    <a:pt x="107374" y="191487"/>
                    <a:pt x="98484" y="192757"/>
                    <a:pt x="88324" y="194027"/>
                  </a:cubicBezTo>
                  <a:cubicBezTo>
                    <a:pt x="68004" y="195297"/>
                    <a:pt x="46414" y="186407"/>
                    <a:pt x="29904" y="164817"/>
                  </a:cubicBezTo>
                  <a:cubicBezTo>
                    <a:pt x="18474" y="149577"/>
                    <a:pt x="9584" y="130527"/>
                    <a:pt x="4504" y="111477"/>
                  </a:cubicBezTo>
                  <a:cubicBezTo>
                    <a:pt x="-576" y="92427"/>
                    <a:pt x="-1846" y="72107"/>
                    <a:pt x="3234" y="51787"/>
                  </a:cubicBezTo>
                  <a:cubicBezTo>
                    <a:pt x="9584" y="31467"/>
                    <a:pt x="23554" y="11147"/>
                    <a:pt x="48954" y="3527"/>
                  </a:cubicBezTo>
                  <a:close/>
                  <a:moveTo>
                    <a:pt x="206434" y="107667"/>
                  </a:moveTo>
                  <a:cubicBezTo>
                    <a:pt x="202624" y="124177"/>
                    <a:pt x="195004" y="139417"/>
                    <a:pt x="184843" y="152117"/>
                  </a:cubicBezTo>
                  <a:cubicBezTo>
                    <a:pt x="175954" y="163547"/>
                    <a:pt x="167064" y="168627"/>
                    <a:pt x="156904" y="171167"/>
                  </a:cubicBezTo>
                  <a:cubicBezTo>
                    <a:pt x="146743" y="173707"/>
                    <a:pt x="136584" y="172437"/>
                    <a:pt x="128964" y="169897"/>
                  </a:cubicBezTo>
                  <a:cubicBezTo>
                    <a:pt x="121343" y="167357"/>
                    <a:pt x="111184" y="167357"/>
                    <a:pt x="103564" y="169897"/>
                  </a:cubicBezTo>
                  <a:cubicBezTo>
                    <a:pt x="94674" y="172437"/>
                    <a:pt x="85784" y="173707"/>
                    <a:pt x="75624" y="171167"/>
                  </a:cubicBezTo>
                  <a:cubicBezTo>
                    <a:pt x="65464" y="168627"/>
                    <a:pt x="55304" y="162277"/>
                    <a:pt x="47684" y="152117"/>
                  </a:cubicBezTo>
                  <a:cubicBezTo>
                    <a:pt x="37524" y="139417"/>
                    <a:pt x="31174" y="124177"/>
                    <a:pt x="26093" y="107667"/>
                  </a:cubicBezTo>
                  <a:cubicBezTo>
                    <a:pt x="22284" y="91157"/>
                    <a:pt x="21014" y="74647"/>
                    <a:pt x="23554" y="59407"/>
                  </a:cubicBezTo>
                  <a:cubicBezTo>
                    <a:pt x="27364" y="44167"/>
                    <a:pt x="34984" y="31467"/>
                    <a:pt x="51493" y="23847"/>
                  </a:cubicBezTo>
                  <a:cubicBezTo>
                    <a:pt x="66734" y="17497"/>
                    <a:pt x="85784" y="18767"/>
                    <a:pt x="109914" y="26387"/>
                  </a:cubicBezTo>
                  <a:cubicBezTo>
                    <a:pt x="113724" y="27657"/>
                    <a:pt x="118804" y="27657"/>
                    <a:pt x="123884" y="26387"/>
                  </a:cubicBezTo>
                  <a:cubicBezTo>
                    <a:pt x="148014" y="17497"/>
                    <a:pt x="167064" y="16227"/>
                    <a:pt x="182304" y="23847"/>
                  </a:cubicBezTo>
                  <a:cubicBezTo>
                    <a:pt x="197543" y="30197"/>
                    <a:pt x="206434" y="44167"/>
                    <a:pt x="210243" y="59407"/>
                  </a:cubicBezTo>
                  <a:cubicBezTo>
                    <a:pt x="211514" y="74647"/>
                    <a:pt x="210243" y="92427"/>
                    <a:pt x="206434" y="10766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9" name="Рисунок 2">
            <a:extLst>
              <a:ext uri="{FF2B5EF4-FFF2-40B4-BE49-F238E27FC236}">
                <a16:creationId xmlns:a16="http://schemas.microsoft.com/office/drawing/2014/main" id="{BC96705F-C1A4-F5A4-816B-829B88848736}"/>
              </a:ext>
            </a:extLst>
          </p:cNvPr>
          <p:cNvGrpSpPr/>
          <p:nvPr/>
        </p:nvGrpSpPr>
        <p:grpSpPr>
          <a:xfrm>
            <a:off x="11195344" y="2193492"/>
            <a:ext cx="206395" cy="295909"/>
            <a:chOff x="11327447" y="1103630"/>
            <a:chExt cx="206395" cy="295909"/>
          </a:xfrm>
          <a:solidFill>
            <a:schemeClr val="bg1"/>
          </a:solidFill>
        </p:grpSpPr>
        <p:sp>
          <p:nvSpPr>
            <p:cNvPr id="40" name="Полилиния: фигура 55">
              <a:extLst>
                <a:ext uri="{FF2B5EF4-FFF2-40B4-BE49-F238E27FC236}">
                  <a16:creationId xmlns:a16="http://schemas.microsoft.com/office/drawing/2014/main" id="{68389920-18C2-E8C9-BAEB-4BB50FB970E6}"/>
                </a:ext>
              </a:extLst>
            </p:cNvPr>
            <p:cNvSpPr/>
            <p:nvPr/>
          </p:nvSpPr>
          <p:spPr>
            <a:xfrm>
              <a:off x="11335455" y="1103630"/>
              <a:ext cx="191628" cy="111759"/>
            </a:xfrm>
            <a:custGeom>
              <a:avLst/>
              <a:gdLst>
                <a:gd name="connsiteX0" fmla="*/ 95814 w 191628"/>
                <a:gd name="connsiteY0" fmla="*/ 0 h 111759"/>
                <a:gd name="connsiteX1" fmla="*/ 55175 w 191628"/>
                <a:gd name="connsiteY1" fmla="*/ 33020 h 111759"/>
                <a:gd name="connsiteX2" fmla="*/ 5645 w 191628"/>
                <a:gd name="connsiteY2" fmla="*/ 50800 h 111759"/>
                <a:gd name="connsiteX3" fmla="*/ 20885 w 191628"/>
                <a:gd name="connsiteY3" fmla="*/ 106680 h 111759"/>
                <a:gd name="connsiteX4" fmla="*/ 39935 w 191628"/>
                <a:gd name="connsiteY4" fmla="*/ 111760 h 111759"/>
                <a:gd name="connsiteX5" fmla="*/ 41204 w 191628"/>
                <a:gd name="connsiteY5" fmla="*/ 111760 h 111759"/>
                <a:gd name="connsiteX6" fmla="*/ 150425 w 191628"/>
                <a:gd name="connsiteY6" fmla="*/ 111760 h 111759"/>
                <a:gd name="connsiteX7" fmla="*/ 151695 w 191628"/>
                <a:gd name="connsiteY7" fmla="*/ 111760 h 111759"/>
                <a:gd name="connsiteX8" fmla="*/ 170745 w 191628"/>
                <a:gd name="connsiteY8" fmla="*/ 106680 h 111759"/>
                <a:gd name="connsiteX9" fmla="*/ 185985 w 191628"/>
                <a:gd name="connsiteY9" fmla="*/ 50800 h 111759"/>
                <a:gd name="connsiteX10" fmla="*/ 136454 w 191628"/>
                <a:gd name="connsiteY10" fmla="*/ 33020 h 111759"/>
                <a:gd name="connsiteX11" fmla="*/ 95814 w 191628"/>
                <a:gd name="connsiteY11" fmla="*/ 0 h 111759"/>
                <a:gd name="connsiteX12" fmla="*/ 95814 w 191628"/>
                <a:gd name="connsiteY12" fmla="*/ 19050 h 111759"/>
                <a:gd name="connsiteX13" fmla="*/ 75495 w 191628"/>
                <a:gd name="connsiteY13" fmla="*/ 39370 h 111759"/>
                <a:gd name="connsiteX14" fmla="*/ 78035 w 191628"/>
                <a:gd name="connsiteY14" fmla="*/ 49530 h 111759"/>
                <a:gd name="connsiteX15" fmla="*/ 78035 w 191628"/>
                <a:gd name="connsiteY15" fmla="*/ 49530 h 111759"/>
                <a:gd name="connsiteX16" fmla="*/ 95814 w 191628"/>
                <a:gd name="connsiteY16" fmla="*/ 81280 h 111759"/>
                <a:gd name="connsiteX17" fmla="*/ 114864 w 191628"/>
                <a:gd name="connsiteY17" fmla="*/ 49530 h 111759"/>
                <a:gd name="connsiteX18" fmla="*/ 114864 w 191628"/>
                <a:gd name="connsiteY18" fmla="*/ 49530 h 111759"/>
                <a:gd name="connsiteX19" fmla="*/ 114864 w 191628"/>
                <a:gd name="connsiteY19" fmla="*/ 48260 h 111759"/>
                <a:gd name="connsiteX20" fmla="*/ 114864 w 191628"/>
                <a:gd name="connsiteY20" fmla="*/ 48260 h 111759"/>
                <a:gd name="connsiteX21" fmla="*/ 116135 w 191628"/>
                <a:gd name="connsiteY21" fmla="*/ 40640 h 111759"/>
                <a:gd name="connsiteX22" fmla="*/ 95814 w 191628"/>
                <a:gd name="connsiteY22" fmla="*/ 19050 h 111759"/>
                <a:gd name="connsiteX23" fmla="*/ 150425 w 191628"/>
                <a:gd name="connsiteY23" fmla="*/ 92710 h 111759"/>
                <a:gd name="connsiteX24" fmla="*/ 150425 w 191628"/>
                <a:gd name="connsiteY24" fmla="*/ 92710 h 111759"/>
                <a:gd name="connsiteX25" fmla="*/ 160585 w 191628"/>
                <a:gd name="connsiteY25" fmla="*/ 90170 h 111759"/>
                <a:gd name="connsiteX26" fmla="*/ 168204 w 191628"/>
                <a:gd name="connsiteY26" fmla="*/ 62230 h 111759"/>
                <a:gd name="connsiteX27" fmla="*/ 138995 w 191628"/>
                <a:gd name="connsiteY27" fmla="*/ 54610 h 111759"/>
                <a:gd name="connsiteX28" fmla="*/ 132645 w 191628"/>
                <a:gd name="connsiteY28" fmla="*/ 59690 h 111759"/>
                <a:gd name="connsiteX29" fmla="*/ 132645 w 191628"/>
                <a:gd name="connsiteY29" fmla="*/ 59690 h 111759"/>
                <a:gd name="connsiteX30" fmla="*/ 132645 w 191628"/>
                <a:gd name="connsiteY30" fmla="*/ 59690 h 111759"/>
                <a:gd name="connsiteX31" fmla="*/ 132645 w 191628"/>
                <a:gd name="connsiteY31" fmla="*/ 59690 h 111759"/>
                <a:gd name="connsiteX32" fmla="*/ 132645 w 191628"/>
                <a:gd name="connsiteY32" fmla="*/ 59690 h 111759"/>
                <a:gd name="connsiteX33" fmla="*/ 132645 w 191628"/>
                <a:gd name="connsiteY33" fmla="*/ 59690 h 111759"/>
                <a:gd name="connsiteX34" fmla="*/ 114864 w 191628"/>
                <a:gd name="connsiteY34" fmla="*/ 91440 h 111759"/>
                <a:gd name="connsiteX35" fmla="*/ 150425 w 191628"/>
                <a:gd name="connsiteY35" fmla="*/ 91440 h 111759"/>
                <a:gd name="connsiteX36" fmla="*/ 78035 w 191628"/>
                <a:gd name="connsiteY36" fmla="*/ 92710 h 111759"/>
                <a:gd name="connsiteX37" fmla="*/ 60254 w 191628"/>
                <a:gd name="connsiteY37" fmla="*/ 60960 h 111759"/>
                <a:gd name="connsiteX38" fmla="*/ 60254 w 191628"/>
                <a:gd name="connsiteY38" fmla="*/ 60960 h 111759"/>
                <a:gd name="connsiteX39" fmla="*/ 52635 w 191628"/>
                <a:gd name="connsiteY39" fmla="*/ 53340 h 111759"/>
                <a:gd name="connsiteX40" fmla="*/ 23425 w 191628"/>
                <a:gd name="connsiteY40" fmla="*/ 60960 h 111759"/>
                <a:gd name="connsiteX41" fmla="*/ 31045 w 191628"/>
                <a:gd name="connsiteY41" fmla="*/ 88900 h 111759"/>
                <a:gd name="connsiteX42" fmla="*/ 41204 w 191628"/>
                <a:gd name="connsiteY42" fmla="*/ 91440 h 111759"/>
                <a:gd name="connsiteX43" fmla="*/ 41204 w 191628"/>
                <a:gd name="connsiteY43" fmla="*/ 91440 h 111759"/>
                <a:gd name="connsiteX44" fmla="*/ 41204 w 191628"/>
                <a:gd name="connsiteY44" fmla="*/ 91440 h 111759"/>
                <a:gd name="connsiteX45" fmla="*/ 78035 w 191628"/>
                <a:gd name="connsiteY45" fmla="*/ 91440 h 11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91628" h="111759">
                  <a:moveTo>
                    <a:pt x="95814" y="0"/>
                  </a:moveTo>
                  <a:cubicBezTo>
                    <a:pt x="75495" y="0"/>
                    <a:pt x="58985" y="13970"/>
                    <a:pt x="55175" y="33020"/>
                  </a:cubicBezTo>
                  <a:cubicBezTo>
                    <a:pt x="37395" y="26670"/>
                    <a:pt x="15804" y="34290"/>
                    <a:pt x="5645" y="50800"/>
                  </a:cubicBezTo>
                  <a:cubicBezTo>
                    <a:pt x="-5786" y="71120"/>
                    <a:pt x="564" y="95250"/>
                    <a:pt x="20885" y="106680"/>
                  </a:cubicBezTo>
                  <a:cubicBezTo>
                    <a:pt x="27235" y="110490"/>
                    <a:pt x="33585" y="111760"/>
                    <a:pt x="39935" y="111760"/>
                  </a:cubicBezTo>
                  <a:cubicBezTo>
                    <a:pt x="39935" y="111760"/>
                    <a:pt x="41204" y="111760"/>
                    <a:pt x="41204" y="111760"/>
                  </a:cubicBezTo>
                  <a:lnTo>
                    <a:pt x="150425" y="111760"/>
                  </a:lnTo>
                  <a:cubicBezTo>
                    <a:pt x="150425" y="111760"/>
                    <a:pt x="151695" y="111760"/>
                    <a:pt x="151695" y="111760"/>
                  </a:cubicBezTo>
                  <a:cubicBezTo>
                    <a:pt x="158045" y="111760"/>
                    <a:pt x="164395" y="109220"/>
                    <a:pt x="170745" y="106680"/>
                  </a:cubicBezTo>
                  <a:cubicBezTo>
                    <a:pt x="191064" y="95250"/>
                    <a:pt x="197414" y="69850"/>
                    <a:pt x="185985" y="50800"/>
                  </a:cubicBezTo>
                  <a:cubicBezTo>
                    <a:pt x="175825" y="33020"/>
                    <a:pt x="155504" y="26670"/>
                    <a:pt x="136454" y="33020"/>
                  </a:cubicBezTo>
                  <a:cubicBezTo>
                    <a:pt x="132645" y="13970"/>
                    <a:pt x="116135" y="0"/>
                    <a:pt x="95814" y="0"/>
                  </a:cubicBezTo>
                  <a:close/>
                  <a:moveTo>
                    <a:pt x="95814" y="19050"/>
                  </a:moveTo>
                  <a:cubicBezTo>
                    <a:pt x="84385" y="19050"/>
                    <a:pt x="75495" y="27940"/>
                    <a:pt x="75495" y="39370"/>
                  </a:cubicBezTo>
                  <a:cubicBezTo>
                    <a:pt x="75495" y="43180"/>
                    <a:pt x="76764" y="45720"/>
                    <a:pt x="78035" y="49530"/>
                  </a:cubicBezTo>
                  <a:lnTo>
                    <a:pt x="78035" y="49530"/>
                  </a:lnTo>
                  <a:lnTo>
                    <a:pt x="95814" y="81280"/>
                  </a:lnTo>
                  <a:lnTo>
                    <a:pt x="114864" y="49530"/>
                  </a:lnTo>
                  <a:cubicBezTo>
                    <a:pt x="114864" y="49530"/>
                    <a:pt x="114864" y="49530"/>
                    <a:pt x="114864" y="49530"/>
                  </a:cubicBezTo>
                  <a:cubicBezTo>
                    <a:pt x="114864" y="49530"/>
                    <a:pt x="114864" y="49530"/>
                    <a:pt x="114864" y="48260"/>
                  </a:cubicBezTo>
                  <a:lnTo>
                    <a:pt x="114864" y="48260"/>
                  </a:lnTo>
                  <a:cubicBezTo>
                    <a:pt x="116135" y="45720"/>
                    <a:pt x="116135" y="43180"/>
                    <a:pt x="116135" y="40640"/>
                  </a:cubicBezTo>
                  <a:cubicBezTo>
                    <a:pt x="117404" y="29210"/>
                    <a:pt x="108514" y="19050"/>
                    <a:pt x="95814" y="19050"/>
                  </a:cubicBezTo>
                  <a:close/>
                  <a:moveTo>
                    <a:pt x="150425" y="92710"/>
                  </a:moveTo>
                  <a:cubicBezTo>
                    <a:pt x="150425" y="92710"/>
                    <a:pt x="150425" y="92710"/>
                    <a:pt x="150425" y="92710"/>
                  </a:cubicBezTo>
                  <a:cubicBezTo>
                    <a:pt x="154235" y="92710"/>
                    <a:pt x="158045" y="91440"/>
                    <a:pt x="160585" y="90170"/>
                  </a:cubicBezTo>
                  <a:cubicBezTo>
                    <a:pt x="170745" y="83820"/>
                    <a:pt x="174554" y="71120"/>
                    <a:pt x="168204" y="62230"/>
                  </a:cubicBezTo>
                  <a:cubicBezTo>
                    <a:pt x="161854" y="52070"/>
                    <a:pt x="149154" y="48260"/>
                    <a:pt x="138995" y="54610"/>
                  </a:cubicBezTo>
                  <a:cubicBezTo>
                    <a:pt x="136454" y="55880"/>
                    <a:pt x="133914" y="58420"/>
                    <a:pt x="132645" y="59690"/>
                  </a:cubicBezTo>
                  <a:lnTo>
                    <a:pt x="132645" y="59690"/>
                  </a:lnTo>
                  <a:lnTo>
                    <a:pt x="132645" y="59690"/>
                  </a:lnTo>
                  <a:lnTo>
                    <a:pt x="132645" y="59690"/>
                  </a:lnTo>
                  <a:cubicBezTo>
                    <a:pt x="132645" y="59690"/>
                    <a:pt x="132645" y="59690"/>
                    <a:pt x="132645" y="59690"/>
                  </a:cubicBezTo>
                  <a:lnTo>
                    <a:pt x="132645" y="59690"/>
                  </a:lnTo>
                  <a:lnTo>
                    <a:pt x="114864" y="91440"/>
                  </a:lnTo>
                  <a:lnTo>
                    <a:pt x="150425" y="91440"/>
                  </a:lnTo>
                  <a:close/>
                  <a:moveTo>
                    <a:pt x="78035" y="92710"/>
                  </a:moveTo>
                  <a:lnTo>
                    <a:pt x="60254" y="60960"/>
                  </a:lnTo>
                  <a:lnTo>
                    <a:pt x="60254" y="60960"/>
                  </a:lnTo>
                  <a:cubicBezTo>
                    <a:pt x="58985" y="58420"/>
                    <a:pt x="56445" y="55880"/>
                    <a:pt x="52635" y="53340"/>
                  </a:cubicBezTo>
                  <a:cubicBezTo>
                    <a:pt x="42475" y="46990"/>
                    <a:pt x="29775" y="50800"/>
                    <a:pt x="23425" y="60960"/>
                  </a:cubicBezTo>
                  <a:cubicBezTo>
                    <a:pt x="17075" y="71120"/>
                    <a:pt x="20885" y="83820"/>
                    <a:pt x="31045" y="88900"/>
                  </a:cubicBezTo>
                  <a:cubicBezTo>
                    <a:pt x="33585" y="90170"/>
                    <a:pt x="37395" y="91440"/>
                    <a:pt x="41204" y="91440"/>
                  </a:cubicBezTo>
                  <a:cubicBezTo>
                    <a:pt x="41204" y="91440"/>
                    <a:pt x="41204" y="91440"/>
                    <a:pt x="41204" y="91440"/>
                  </a:cubicBezTo>
                  <a:lnTo>
                    <a:pt x="41204" y="91440"/>
                  </a:lnTo>
                  <a:lnTo>
                    <a:pt x="78035" y="914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: фигура 56">
              <a:extLst>
                <a:ext uri="{FF2B5EF4-FFF2-40B4-BE49-F238E27FC236}">
                  <a16:creationId xmlns:a16="http://schemas.microsoft.com/office/drawing/2014/main" id="{F69EC167-3C93-FEC3-B077-B4A3D159CC44}"/>
                </a:ext>
              </a:extLst>
            </p:cNvPr>
            <p:cNvSpPr/>
            <p:nvPr/>
          </p:nvSpPr>
          <p:spPr>
            <a:xfrm>
              <a:off x="11471909" y="1267460"/>
              <a:ext cx="20320" cy="20319"/>
            </a:xfrm>
            <a:custGeom>
              <a:avLst/>
              <a:gdLst>
                <a:gd name="connsiteX0" fmla="*/ 10160 w 20320"/>
                <a:gd name="connsiteY0" fmla="*/ 20320 h 20319"/>
                <a:gd name="connsiteX1" fmla="*/ 20320 w 20320"/>
                <a:gd name="connsiteY1" fmla="*/ 10160 h 20319"/>
                <a:gd name="connsiteX2" fmla="*/ 10160 w 20320"/>
                <a:gd name="connsiteY2" fmla="*/ 0 h 20319"/>
                <a:gd name="connsiteX3" fmla="*/ 0 w 20320"/>
                <a:gd name="connsiteY3" fmla="*/ 10160 h 20319"/>
                <a:gd name="connsiteX4" fmla="*/ 10160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: фигура 57">
              <a:extLst>
                <a:ext uri="{FF2B5EF4-FFF2-40B4-BE49-F238E27FC236}">
                  <a16:creationId xmlns:a16="http://schemas.microsoft.com/office/drawing/2014/main" id="{AF127823-E589-B7D0-B8D9-DAE9BC77DAE7}"/>
                </a:ext>
              </a:extLst>
            </p:cNvPr>
            <p:cNvSpPr/>
            <p:nvPr/>
          </p:nvSpPr>
          <p:spPr>
            <a:xfrm>
              <a:off x="11451590" y="1297939"/>
              <a:ext cx="20319" cy="20320"/>
            </a:xfrm>
            <a:custGeom>
              <a:avLst/>
              <a:gdLst>
                <a:gd name="connsiteX0" fmla="*/ 20320 w 20319"/>
                <a:gd name="connsiteY0" fmla="*/ 10160 h 20320"/>
                <a:gd name="connsiteX1" fmla="*/ 10160 w 20319"/>
                <a:gd name="connsiteY1" fmla="*/ 20320 h 20320"/>
                <a:gd name="connsiteX2" fmla="*/ 0 w 20319"/>
                <a:gd name="connsiteY2" fmla="*/ 10160 h 20320"/>
                <a:gd name="connsiteX3" fmla="*/ 10160 w 20319"/>
                <a:gd name="connsiteY3" fmla="*/ 0 h 20320"/>
                <a:gd name="connsiteX4" fmla="*/ 20320 w 20319"/>
                <a:gd name="connsiteY4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20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381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" name="Полилиния: фигура 58">
              <a:extLst>
                <a:ext uri="{FF2B5EF4-FFF2-40B4-BE49-F238E27FC236}">
                  <a16:creationId xmlns:a16="http://schemas.microsoft.com/office/drawing/2014/main" id="{AEDF9D31-9230-2120-A65E-822D03A6D6C1}"/>
                </a:ext>
              </a:extLst>
            </p:cNvPr>
            <p:cNvSpPr/>
            <p:nvPr/>
          </p:nvSpPr>
          <p:spPr>
            <a:xfrm>
              <a:off x="11431269" y="1267460"/>
              <a:ext cx="20320" cy="20319"/>
            </a:xfrm>
            <a:custGeom>
              <a:avLst/>
              <a:gdLst>
                <a:gd name="connsiteX0" fmla="*/ 10161 w 20320"/>
                <a:gd name="connsiteY0" fmla="*/ 20320 h 20319"/>
                <a:gd name="connsiteX1" fmla="*/ 20320 w 20320"/>
                <a:gd name="connsiteY1" fmla="*/ 10160 h 20319"/>
                <a:gd name="connsiteX2" fmla="*/ 10161 w 20320"/>
                <a:gd name="connsiteY2" fmla="*/ 0 h 20319"/>
                <a:gd name="connsiteX3" fmla="*/ 0 w 20320"/>
                <a:gd name="connsiteY3" fmla="*/ 10160 h 20319"/>
                <a:gd name="connsiteX4" fmla="*/ 10161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1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" name="Полилиния: фигура 59">
              <a:extLst>
                <a:ext uri="{FF2B5EF4-FFF2-40B4-BE49-F238E27FC236}">
                  <a16:creationId xmlns:a16="http://schemas.microsoft.com/office/drawing/2014/main" id="{70E0FE6B-33F4-6D3A-556B-AE38BB273412}"/>
                </a:ext>
              </a:extLst>
            </p:cNvPr>
            <p:cNvSpPr/>
            <p:nvPr/>
          </p:nvSpPr>
          <p:spPr>
            <a:xfrm>
              <a:off x="11327447" y="1227454"/>
              <a:ext cx="206395" cy="172084"/>
            </a:xfrm>
            <a:custGeom>
              <a:avLst/>
              <a:gdLst>
                <a:gd name="connsiteX0" fmla="*/ 205422 w 206395"/>
                <a:gd name="connsiteY0" fmla="*/ 51435 h 172084"/>
                <a:gd name="connsiteX1" fmla="*/ 169862 w 206395"/>
                <a:gd name="connsiteY1" fmla="*/ 5715 h 172084"/>
                <a:gd name="connsiteX2" fmla="*/ 108903 w 206395"/>
                <a:gd name="connsiteY2" fmla="*/ 5715 h 172084"/>
                <a:gd name="connsiteX3" fmla="*/ 97472 w 206395"/>
                <a:gd name="connsiteY3" fmla="*/ 5715 h 172084"/>
                <a:gd name="connsiteX4" fmla="*/ 36512 w 206395"/>
                <a:gd name="connsiteY4" fmla="*/ 5715 h 172084"/>
                <a:gd name="connsiteX5" fmla="*/ 953 w 206395"/>
                <a:gd name="connsiteY5" fmla="*/ 51435 h 172084"/>
                <a:gd name="connsiteX6" fmla="*/ 8572 w 206395"/>
                <a:gd name="connsiteY6" fmla="*/ 92075 h 172084"/>
                <a:gd name="connsiteX7" fmla="*/ 35243 w 206395"/>
                <a:gd name="connsiteY7" fmla="*/ 117475 h 172084"/>
                <a:gd name="connsiteX8" fmla="*/ 47943 w 206395"/>
                <a:gd name="connsiteY8" fmla="*/ 126365 h 172084"/>
                <a:gd name="connsiteX9" fmla="*/ 47943 w 206395"/>
                <a:gd name="connsiteY9" fmla="*/ 126365 h 172084"/>
                <a:gd name="connsiteX10" fmla="*/ 47943 w 206395"/>
                <a:gd name="connsiteY10" fmla="*/ 126365 h 172084"/>
                <a:gd name="connsiteX11" fmla="*/ 65722 w 206395"/>
                <a:gd name="connsiteY11" fmla="*/ 139065 h 172084"/>
                <a:gd name="connsiteX12" fmla="*/ 88583 w 206395"/>
                <a:gd name="connsiteY12" fmla="*/ 164465 h 172084"/>
                <a:gd name="connsiteX13" fmla="*/ 103822 w 206395"/>
                <a:gd name="connsiteY13" fmla="*/ 172085 h 172084"/>
                <a:gd name="connsiteX14" fmla="*/ 119062 w 206395"/>
                <a:gd name="connsiteY14" fmla="*/ 164465 h 172084"/>
                <a:gd name="connsiteX15" fmla="*/ 141922 w 206395"/>
                <a:gd name="connsiteY15" fmla="*/ 139065 h 172084"/>
                <a:gd name="connsiteX16" fmla="*/ 157162 w 206395"/>
                <a:gd name="connsiteY16" fmla="*/ 128905 h 172084"/>
                <a:gd name="connsiteX17" fmla="*/ 159703 w 206395"/>
                <a:gd name="connsiteY17" fmla="*/ 126365 h 172084"/>
                <a:gd name="connsiteX18" fmla="*/ 172403 w 206395"/>
                <a:gd name="connsiteY18" fmla="*/ 117475 h 172084"/>
                <a:gd name="connsiteX19" fmla="*/ 199072 w 206395"/>
                <a:gd name="connsiteY19" fmla="*/ 92075 h 172084"/>
                <a:gd name="connsiteX20" fmla="*/ 205422 w 206395"/>
                <a:gd name="connsiteY20" fmla="*/ 51435 h 172084"/>
                <a:gd name="connsiteX21" fmla="*/ 116522 w 206395"/>
                <a:gd name="connsiteY21" fmla="*/ 24765 h 172084"/>
                <a:gd name="connsiteX22" fmla="*/ 162243 w 206395"/>
                <a:gd name="connsiteY22" fmla="*/ 24765 h 172084"/>
                <a:gd name="connsiteX23" fmla="*/ 185103 w 206395"/>
                <a:gd name="connsiteY23" fmla="*/ 55245 h 172084"/>
                <a:gd name="connsiteX24" fmla="*/ 181293 w 206395"/>
                <a:gd name="connsiteY24" fmla="*/ 81915 h 172084"/>
                <a:gd name="connsiteX25" fmla="*/ 160972 w 206395"/>
                <a:gd name="connsiteY25" fmla="*/ 102235 h 172084"/>
                <a:gd name="connsiteX26" fmla="*/ 155893 w 206395"/>
                <a:gd name="connsiteY26" fmla="*/ 106045 h 172084"/>
                <a:gd name="connsiteX27" fmla="*/ 149543 w 206395"/>
                <a:gd name="connsiteY27" fmla="*/ 109855 h 172084"/>
                <a:gd name="connsiteX28" fmla="*/ 145733 w 206395"/>
                <a:gd name="connsiteY28" fmla="*/ 112395 h 172084"/>
                <a:gd name="connsiteX29" fmla="*/ 130493 w 206395"/>
                <a:gd name="connsiteY29" fmla="*/ 123825 h 172084"/>
                <a:gd name="connsiteX30" fmla="*/ 105093 w 206395"/>
                <a:gd name="connsiteY30" fmla="*/ 150495 h 172084"/>
                <a:gd name="connsiteX31" fmla="*/ 79693 w 206395"/>
                <a:gd name="connsiteY31" fmla="*/ 123825 h 172084"/>
                <a:gd name="connsiteX32" fmla="*/ 60643 w 206395"/>
                <a:gd name="connsiteY32" fmla="*/ 109855 h 172084"/>
                <a:gd name="connsiteX33" fmla="*/ 49212 w 206395"/>
                <a:gd name="connsiteY33" fmla="*/ 102235 h 172084"/>
                <a:gd name="connsiteX34" fmla="*/ 28893 w 206395"/>
                <a:gd name="connsiteY34" fmla="*/ 81915 h 172084"/>
                <a:gd name="connsiteX35" fmla="*/ 25083 w 206395"/>
                <a:gd name="connsiteY35" fmla="*/ 55245 h 172084"/>
                <a:gd name="connsiteX36" fmla="*/ 47943 w 206395"/>
                <a:gd name="connsiteY36" fmla="*/ 24765 h 172084"/>
                <a:gd name="connsiteX37" fmla="*/ 93662 w 206395"/>
                <a:gd name="connsiteY37" fmla="*/ 24765 h 172084"/>
                <a:gd name="connsiteX38" fmla="*/ 116522 w 206395"/>
                <a:gd name="connsiteY38" fmla="*/ 24765 h 17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6395" h="172084">
                  <a:moveTo>
                    <a:pt x="205422" y="51435"/>
                  </a:moveTo>
                  <a:cubicBezTo>
                    <a:pt x="201612" y="29845"/>
                    <a:pt x="188912" y="13335"/>
                    <a:pt x="169862" y="5715"/>
                  </a:cubicBezTo>
                  <a:cubicBezTo>
                    <a:pt x="152083" y="-1905"/>
                    <a:pt x="130493" y="-1905"/>
                    <a:pt x="108903" y="5715"/>
                  </a:cubicBezTo>
                  <a:cubicBezTo>
                    <a:pt x="105093" y="6985"/>
                    <a:pt x="101283" y="6985"/>
                    <a:pt x="97472" y="5715"/>
                  </a:cubicBezTo>
                  <a:cubicBezTo>
                    <a:pt x="77153" y="-1905"/>
                    <a:pt x="54293" y="-1905"/>
                    <a:pt x="36512" y="5715"/>
                  </a:cubicBezTo>
                  <a:cubicBezTo>
                    <a:pt x="18733" y="13335"/>
                    <a:pt x="4762" y="29845"/>
                    <a:pt x="953" y="51435"/>
                  </a:cubicBezTo>
                  <a:cubicBezTo>
                    <a:pt x="-1588" y="67945"/>
                    <a:pt x="953" y="80645"/>
                    <a:pt x="8572" y="92075"/>
                  </a:cubicBezTo>
                  <a:cubicBezTo>
                    <a:pt x="14922" y="102235"/>
                    <a:pt x="25083" y="111125"/>
                    <a:pt x="35243" y="117475"/>
                  </a:cubicBezTo>
                  <a:cubicBezTo>
                    <a:pt x="39053" y="120015"/>
                    <a:pt x="44133" y="123825"/>
                    <a:pt x="47943" y="126365"/>
                  </a:cubicBezTo>
                  <a:lnTo>
                    <a:pt x="47943" y="126365"/>
                  </a:lnTo>
                  <a:lnTo>
                    <a:pt x="47943" y="126365"/>
                  </a:lnTo>
                  <a:cubicBezTo>
                    <a:pt x="54293" y="130175"/>
                    <a:pt x="59372" y="133985"/>
                    <a:pt x="65722" y="139065"/>
                  </a:cubicBezTo>
                  <a:cubicBezTo>
                    <a:pt x="74612" y="146685"/>
                    <a:pt x="83503" y="154305"/>
                    <a:pt x="88583" y="164465"/>
                  </a:cubicBezTo>
                  <a:cubicBezTo>
                    <a:pt x="92393" y="170815"/>
                    <a:pt x="98743" y="172085"/>
                    <a:pt x="103822" y="172085"/>
                  </a:cubicBezTo>
                  <a:cubicBezTo>
                    <a:pt x="108903" y="172085"/>
                    <a:pt x="115253" y="169545"/>
                    <a:pt x="119062" y="164465"/>
                  </a:cubicBezTo>
                  <a:cubicBezTo>
                    <a:pt x="125412" y="154305"/>
                    <a:pt x="133033" y="146685"/>
                    <a:pt x="141922" y="139065"/>
                  </a:cubicBezTo>
                  <a:cubicBezTo>
                    <a:pt x="147003" y="135255"/>
                    <a:pt x="152083" y="131445"/>
                    <a:pt x="157162" y="128905"/>
                  </a:cubicBezTo>
                  <a:lnTo>
                    <a:pt x="159703" y="126365"/>
                  </a:lnTo>
                  <a:cubicBezTo>
                    <a:pt x="163512" y="123825"/>
                    <a:pt x="167322" y="121285"/>
                    <a:pt x="172403" y="117475"/>
                  </a:cubicBezTo>
                  <a:cubicBezTo>
                    <a:pt x="182562" y="111125"/>
                    <a:pt x="191453" y="102235"/>
                    <a:pt x="199072" y="92075"/>
                  </a:cubicBezTo>
                  <a:cubicBezTo>
                    <a:pt x="205422" y="80645"/>
                    <a:pt x="207962" y="67945"/>
                    <a:pt x="205422" y="51435"/>
                  </a:cubicBezTo>
                  <a:close/>
                  <a:moveTo>
                    <a:pt x="116522" y="24765"/>
                  </a:moveTo>
                  <a:cubicBezTo>
                    <a:pt x="133033" y="18415"/>
                    <a:pt x="149543" y="18415"/>
                    <a:pt x="162243" y="24765"/>
                  </a:cubicBezTo>
                  <a:cubicBezTo>
                    <a:pt x="173672" y="29845"/>
                    <a:pt x="182562" y="40005"/>
                    <a:pt x="185103" y="55245"/>
                  </a:cubicBezTo>
                  <a:cubicBezTo>
                    <a:pt x="187643" y="66675"/>
                    <a:pt x="185103" y="75565"/>
                    <a:pt x="181293" y="81915"/>
                  </a:cubicBezTo>
                  <a:cubicBezTo>
                    <a:pt x="177483" y="89535"/>
                    <a:pt x="169862" y="94615"/>
                    <a:pt x="160972" y="102235"/>
                  </a:cubicBezTo>
                  <a:cubicBezTo>
                    <a:pt x="159703" y="103505"/>
                    <a:pt x="157162" y="104775"/>
                    <a:pt x="155893" y="106045"/>
                  </a:cubicBezTo>
                  <a:cubicBezTo>
                    <a:pt x="153353" y="107315"/>
                    <a:pt x="152083" y="108585"/>
                    <a:pt x="149543" y="109855"/>
                  </a:cubicBezTo>
                  <a:lnTo>
                    <a:pt x="145733" y="112395"/>
                  </a:lnTo>
                  <a:cubicBezTo>
                    <a:pt x="140653" y="116205"/>
                    <a:pt x="135572" y="120015"/>
                    <a:pt x="130493" y="123825"/>
                  </a:cubicBezTo>
                  <a:cubicBezTo>
                    <a:pt x="121603" y="131445"/>
                    <a:pt x="111443" y="139065"/>
                    <a:pt x="105093" y="150495"/>
                  </a:cubicBezTo>
                  <a:cubicBezTo>
                    <a:pt x="97472" y="139065"/>
                    <a:pt x="88583" y="131445"/>
                    <a:pt x="79693" y="123825"/>
                  </a:cubicBezTo>
                  <a:cubicBezTo>
                    <a:pt x="73343" y="118745"/>
                    <a:pt x="66993" y="114935"/>
                    <a:pt x="60643" y="109855"/>
                  </a:cubicBezTo>
                  <a:cubicBezTo>
                    <a:pt x="56833" y="107315"/>
                    <a:pt x="53022" y="104775"/>
                    <a:pt x="49212" y="102235"/>
                  </a:cubicBezTo>
                  <a:cubicBezTo>
                    <a:pt x="40322" y="95885"/>
                    <a:pt x="32703" y="89535"/>
                    <a:pt x="28893" y="81915"/>
                  </a:cubicBezTo>
                  <a:cubicBezTo>
                    <a:pt x="25083" y="75565"/>
                    <a:pt x="22543" y="66675"/>
                    <a:pt x="25083" y="55245"/>
                  </a:cubicBezTo>
                  <a:cubicBezTo>
                    <a:pt x="27622" y="40005"/>
                    <a:pt x="36512" y="29845"/>
                    <a:pt x="47943" y="24765"/>
                  </a:cubicBezTo>
                  <a:cubicBezTo>
                    <a:pt x="60643" y="19685"/>
                    <a:pt x="75883" y="18415"/>
                    <a:pt x="93662" y="24765"/>
                  </a:cubicBezTo>
                  <a:cubicBezTo>
                    <a:pt x="100012" y="27305"/>
                    <a:pt x="108903" y="27305"/>
                    <a:pt x="116522" y="2476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7" name="Рисунок 2">
            <a:extLst>
              <a:ext uri="{FF2B5EF4-FFF2-40B4-BE49-F238E27FC236}">
                <a16:creationId xmlns:a16="http://schemas.microsoft.com/office/drawing/2014/main" id="{CA10A3FD-7A87-3D6C-7F86-CBC578A83F8B}"/>
              </a:ext>
            </a:extLst>
          </p:cNvPr>
          <p:cNvGrpSpPr/>
          <p:nvPr/>
        </p:nvGrpSpPr>
        <p:grpSpPr>
          <a:xfrm>
            <a:off x="9511006" y="2203651"/>
            <a:ext cx="223520" cy="264160"/>
            <a:chOff x="9643109" y="1113789"/>
            <a:chExt cx="223520" cy="264160"/>
          </a:xfrm>
          <a:solidFill>
            <a:schemeClr val="bg1"/>
          </a:solidFill>
        </p:grpSpPr>
        <p:sp>
          <p:nvSpPr>
            <p:cNvPr id="48" name="Полилиния: фигура 69">
              <a:extLst>
                <a:ext uri="{FF2B5EF4-FFF2-40B4-BE49-F238E27FC236}">
                  <a16:creationId xmlns:a16="http://schemas.microsoft.com/office/drawing/2014/main" id="{AEA934CE-8A69-EB68-8EDD-81A2695617F4}"/>
                </a:ext>
              </a:extLst>
            </p:cNvPr>
            <p:cNvSpPr/>
            <p:nvPr/>
          </p:nvSpPr>
          <p:spPr>
            <a:xfrm>
              <a:off x="9744709" y="1216660"/>
              <a:ext cx="20320" cy="121919"/>
            </a:xfrm>
            <a:custGeom>
              <a:avLst/>
              <a:gdLst>
                <a:gd name="connsiteX0" fmla="*/ 0 w 20320"/>
                <a:gd name="connsiteY0" fmla="*/ 111760 h 121919"/>
                <a:gd name="connsiteX1" fmla="*/ 10160 w 20320"/>
                <a:gd name="connsiteY1" fmla="*/ 121920 h 121919"/>
                <a:gd name="connsiteX2" fmla="*/ 20320 w 20320"/>
                <a:gd name="connsiteY2" fmla="*/ 111760 h 121919"/>
                <a:gd name="connsiteX3" fmla="*/ 20320 w 20320"/>
                <a:gd name="connsiteY3" fmla="*/ 10160 h 121919"/>
                <a:gd name="connsiteX4" fmla="*/ 10160 w 20320"/>
                <a:gd name="connsiteY4" fmla="*/ 0 h 121919"/>
                <a:gd name="connsiteX5" fmla="*/ 0 w 20320"/>
                <a:gd name="connsiteY5" fmla="*/ 10160 h 121919"/>
                <a:gd name="connsiteX6" fmla="*/ 0 w 20320"/>
                <a:gd name="connsiteY6" fmla="*/ 111760 h 121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121919">
                  <a:moveTo>
                    <a:pt x="0" y="111760"/>
                  </a:moveTo>
                  <a:cubicBezTo>
                    <a:pt x="0" y="116840"/>
                    <a:pt x="5080" y="121920"/>
                    <a:pt x="10160" y="121920"/>
                  </a:cubicBezTo>
                  <a:cubicBezTo>
                    <a:pt x="15240" y="121920"/>
                    <a:pt x="20320" y="116840"/>
                    <a:pt x="20320" y="11176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117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" name="Полилиния: фигура 70">
              <a:extLst>
                <a:ext uri="{FF2B5EF4-FFF2-40B4-BE49-F238E27FC236}">
                  <a16:creationId xmlns:a16="http://schemas.microsoft.com/office/drawing/2014/main" id="{8130E46C-3A8A-C9C4-CF1C-CB4AE98489E2}"/>
                </a:ext>
              </a:extLst>
            </p:cNvPr>
            <p:cNvSpPr/>
            <p:nvPr/>
          </p:nvSpPr>
          <p:spPr>
            <a:xfrm>
              <a:off x="9693909" y="1215389"/>
              <a:ext cx="20320" cy="121920"/>
            </a:xfrm>
            <a:custGeom>
              <a:avLst/>
              <a:gdLst>
                <a:gd name="connsiteX0" fmla="*/ 10160 w 20320"/>
                <a:gd name="connsiteY0" fmla="*/ 121920 h 121920"/>
                <a:gd name="connsiteX1" fmla="*/ 0 w 20320"/>
                <a:gd name="connsiteY1" fmla="*/ 111760 h 121920"/>
                <a:gd name="connsiteX2" fmla="*/ 0 w 20320"/>
                <a:gd name="connsiteY2" fmla="*/ 10160 h 121920"/>
                <a:gd name="connsiteX3" fmla="*/ 10160 w 20320"/>
                <a:gd name="connsiteY3" fmla="*/ 0 h 121920"/>
                <a:gd name="connsiteX4" fmla="*/ 20320 w 20320"/>
                <a:gd name="connsiteY4" fmla="*/ 10160 h 121920"/>
                <a:gd name="connsiteX5" fmla="*/ 20320 w 20320"/>
                <a:gd name="connsiteY5" fmla="*/ 111760 h 121920"/>
                <a:gd name="connsiteX6" fmla="*/ 10160 w 20320"/>
                <a:gd name="connsiteY6" fmla="*/ 12192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121920">
                  <a:moveTo>
                    <a:pt x="10160" y="121920"/>
                  </a:move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111760"/>
                  </a:lnTo>
                  <a:cubicBezTo>
                    <a:pt x="20320" y="118110"/>
                    <a:pt x="15240" y="121920"/>
                    <a:pt x="10160" y="1219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" name="Полилиния: фигура 71">
              <a:extLst>
                <a:ext uri="{FF2B5EF4-FFF2-40B4-BE49-F238E27FC236}">
                  <a16:creationId xmlns:a16="http://schemas.microsoft.com/office/drawing/2014/main" id="{E061C6EE-46F3-2708-1824-E5A6330A0109}"/>
                </a:ext>
              </a:extLst>
            </p:cNvPr>
            <p:cNvSpPr/>
            <p:nvPr/>
          </p:nvSpPr>
          <p:spPr>
            <a:xfrm>
              <a:off x="9643109" y="1113789"/>
              <a:ext cx="223520" cy="264160"/>
            </a:xfrm>
            <a:custGeom>
              <a:avLst/>
              <a:gdLst>
                <a:gd name="connsiteX0" fmla="*/ 0 w 223520"/>
                <a:gd name="connsiteY0" fmla="*/ 223520 h 264160"/>
                <a:gd name="connsiteX1" fmla="*/ 40640 w 223520"/>
                <a:gd name="connsiteY1" fmla="*/ 264160 h 264160"/>
                <a:gd name="connsiteX2" fmla="*/ 132080 w 223520"/>
                <a:gd name="connsiteY2" fmla="*/ 264160 h 264160"/>
                <a:gd name="connsiteX3" fmla="*/ 172720 w 223520"/>
                <a:gd name="connsiteY3" fmla="*/ 223520 h 264160"/>
                <a:gd name="connsiteX4" fmla="*/ 172720 w 223520"/>
                <a:gd name="connsiteY4" fmla="*/ 212090 h 264160"/>
                <a:gd name="connsiteX5" fmla="*/ 223520 w 223520"/>
                <a:gd name="connsiteY5" fmla="*/ 152400 h 264160"/>
                <a:gd name="connsiteX6" fmla="*/ 223520 w 223520"/>
                <a:gd name="connsiteY6" fmla="*/ 121920 h 264160"/>
                <a:gd name="connsiteX7" fmla="*/ 193040 w 223520"/>
                <a:gd name="connsiteY7" fmla="*/ 91440 h 264160"/>
                <a:gd name="connsiteX8" fmla="*/ 172720 w 223520"/>
                <a:gd name="connsiteY8" fmla="*/ 91440 h 264160"/>
                <a:gd name="connsiteX9" fmla="*/ 172720 w 223520"/>
                <a:gd name="connsiteY9" fmla="*/ 68580 h 264160"/>
                <a:gd name="connsiteX10" fmla="*/ 172720 w 223520"/>
                <a:gd name="connsiteY10" fmla="*/ 67310 h 264160"/>
                <a:gd name="connsiteX11" fmla="*/ 172720 w 223520"/>
                <a:gd name="connsiteY11" fmla="*/ 55880 h 264160"/>
                <a:gd name="connsiteX12" fmla="*/ 132080 w 223520"/>
                <a:gd name="connsiteY12" fmla="*/ 19050 h 264160"/>
                <a:gd name="connsiteX13" fmla="*/ 127000 w 223520"/>
                <a:gd name="connsiteY13" fmla="*/ 19050 h 264160"/>
                <a:gd name="connsiteX14" fmla="*/ 86360 w 223520"/>
                <a:gd name="connsiteY14" fmla="*/ 0 h 264160"/>
                <a:gd name="connsiteX15" fmla="*/ 45720 w 223520"/>
                <a:gd name="connsiteY15" fmla="*/ 19050 h 264160"/>
                <a:gd name="connsiteX16" fmla="*/ 40640 w 223520"/>
                <a:gd name="connsiteY16" fmla="*/ 19050 h 264160"/>
                <a:gd name="connsiteX17" fmla="*/ 0 w 223520"/>
                <a:gd name="connsiteY17" fmla="*/ 55880 h 264160"/>
                <a:gd name="connsiteX18" fmla="*/ 0 w 223520"/>
                <a:gd name="connsiteY18" fmla="*/ 67310 h 264160"/>
                <a:gd name="connsiteX19" fmla="*/ 0 w 223520"/>
                <a:gd name="connsiteY19" fmla="*/ 68580 h 264160"/>
                <a:gd name="connsiteX20" fmla="*/ 0 w 223520"/>
                <a:gd name="connsiteY20" fmla="*/ 223520 h 264160"/>
                <a:gd name="connsiteX21" fmla="*/ 86360 w 223520"/>
                <a:gd name="connsiteY21" fmla="*/ 22860 h 264160"/>
                <a:gd name="connsiteX22" fmla="*/ 59690 w 223520"/>
                <a:gd name="connsiteY22" fmla="*/ 36830 h 264160"/>
                <a:gd name="connsiteX23" fmla="*/ 48260 w 223520"/>
                <a:gd name="connsiteY23" fmla="*/ 41910 h 264160"/>
                <a:gd name="connsiteX24" fmla="*/ 41910 w 223520"/>
                <a:gd name="connsiteY24" fmla="*/ 40640 h 264160"/>
                <a:gd name="connsiteX25" fmla="*/ 21590 w 223520"/>
                <a:gd name="connsiteY25" fmla="*/ 57150 h 264160"/>
                <a:gd name="connsiteX26" fmla="*/ 21590 w 223520"/>
                <a:gd name="connsiteY26" fmla="*/ 60960 h 264160"/>
                <a:gd name="connsiteX27" fmla="*/ 33020 w 223520"/>
                <a:gd name="connsiteY27" fmla="*/ 60960 h 264160"/>
                <a:gd name="connsiteX28" fmla="*/ 43180 w 223520"/>
                <a:gd name="connsiteY28" fmla="*/ 71120 h 264160"/>
                <a:gd name="connsiteX29" fmla="*/ 33020 w 223520"/>
                <a:gd name="connsiteY29" fmla="*/ 81280 h 264160"/>
                <a:gd name="connsiteX30" fmla="*/ 21590 w 223520"/>
                <a:gd name="connsiteY30" fmla="*/ 81280 h 264160"/>
                <a:gd name="connsiteX31" fmla="*/ 21590 w 223520"/>
                <a:gd name="connsiteY31" fmla="*/ 223520 h 264160"/>
                <a:gd name="connsiteX32" fmla="*/ 41910 w 223520"/>
                <a:gd name="connsiteY32" fmla="*/ 243840 h 264160"/>
                <a:gd name="connsiteX33" fmla="*/ 133350 w 223520"/>
                <a:gd name="connsiteY33" fmla="*/ 243840 h 264160"/>
                <a:gd name="connsiteX34" fmla="*/ 153670 w 223520"/>
                <a:gd name="connsiteY34" fmla="*/ 223520 h 264160"/>
                <a:gd name="connsiteX35" fmla="*/ 153670 w 223520"/>
                <a:gd name="connsiteY35" fmla="*/ 82550 h 264160"/>
                <a:gd name="connsiteX36" fmla="*/ 71120 w 223520"/>
                <a:gd name="connsiteY36" fmla="*/ 82550 h 264160"/>
                <a:gd name="connsiteX37" fmla="*/ 60960 w 223520"/>
                <a:gd name="connsiteY37" fmla="*/ 72390 h 264160"/>
                <a:gd name="connsiteX38" fmla="*/ 71120 w 223520"/>
                <a:gd name="connsiteY38" fmla="*/ 62230 h 264160"/>
                <a:gd name="connsiteX39" fmla="*/ 153670 w 223520"/>
                <a:gd name="connsiteY39" fmla="*/ 62230 h 264160"/>
                <a:gd name="connsiteX40" fmla="*/ 153670 w 223520"/>
                <a:gd name="connsiteY40" fmla="*/ 58420 h 264160"/>
                <a:gd name="connsiteX41" fmla="*/ 133350 w 223520"/>
                <a:gd name="connsiteY41" fmla="*/ 41910 h 264160"/>
                <a:gd name="connsiteX42" fmla="*/ 125730 w 223520"/>
                <a:gd name="connsiteY42" fmla="*/ 43180 h 264160"/>
                <a:gd name="connsiteX43" fmla="*/ 114300 w 223520"/>
                <a:gd name="connsiteY43" fmla="*/ 38100 h 264160"/>
                <a:gd name="connsiteX44" fmla="*/ 86360 w 223520"/>
                <a:gd name="connsiteY44" fmla="*/ 22860 h 264160"/>
                <a:gd name="connsiteX45" fmla="*/ 172720 w 223520"/>
                <a:gd name="connsiteY45" fmla="*/ 193040 h 264160"/>
                <a:gd name="connsiteX46" fmla="*/ 172720 w 223520"/>
                <a:gd name="connsiteY46" fmla="*/ 113030 h 264160"/>
                <a:gd name="connsiteX47" fmla="*/ 193040 w 223520"/>
                <a:gd name="connsiteY47" fmla="*/ 113030 h 264160"/>
                <a:gd name="connsiteX48" fmla="*/ 203200 w 223520"/>
                <a:gd name="connsiteY48" fmla="*/ 123190 h 264160"/>
                <a:gd name="connsiteX49" fmla="*/ 203200 w 223520"/>
                <a:gd name="connsiteY49" fmla="*/ 153670 h 264160"/>
                <a:gd name="connsiteX50" fmla="*/ 172720 w 223520"/>
                <a:gd name="connsiteY50" fmla="*/ 193040 h 26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23520" h="264160">
                  <a:moveTo>
                    <a:pt x="0" y="223520"/>
                  </a:moveTo>
                  <a:cubicBezTo>
                    <a:pt x="0" y="246380"/>
                    <a:pt x="17780" y="264160"/>
                    <a:pt x="40640" y="264160"/>
                  </a:cubicBezTo>
                  <a:lnTo>
                    <a:pt x="132080" y="264160"/>
                  </a:lnTo>
                  <a:cubicBezTo>
                    <a:pt x="154940" y="264160"/>
                    <a:pt x="172720" y="246380"/>
                    <a:pt x="172720" y="223520"/>
                  </a:cubicBezTo>
                  <a:lnTo>
                    <a:pt x="172720" y="212090"/>
                  </a:lnTo>
                  <a:cubicBezTo>
                    <a:pt x="201930" y="207010"/>
                    <a:pt x="223520" y="181610"/>
                    <a:pt x="223520" y="152400"/>
                  </a:cubicBezTo>
                  <a:lnTo>
                    <a:pt x="223520" y="121920"/>
                  </a:lnTo>
                  <a:cubicBezTo>
                    <a:pt x="223520" y="105410"/>
                    <a:pt x="209550" y="91440"/>
                    <a:pt x="193040" y="91440"/>
                  </a:cubicBezTo>
                  <a:lnTo>
                    <a:pt x="172720" y="91440"/>
                  </a:lnTo>
                  <a:lnTo>
                    <a:pt x="172720" y="68580"/>
                  </a:lnTo>
                  <a:cubicBezTo>
                    <a:pt x="172720" y="68580"/>
                    <a:pt x="172720" y="68580"/>
                    <a:pt x="172720" y="67310"/>
                  </a:cubicBezTo>
                  <a:cubicBezTo>
                    <a:pt x="172720" y="63500"/>
                    <a:pt x="172720" y="59690"/>
                    <a:pt x="172720" y="55880"/>
                  </a:cubicBezTo>
                  <a:cubicBezTo>
                    <a:pt x="172720" y="34290"/>
                    <a:pt x="153670" y="19050"/>
                    <a:pt x="132080" y="19050"/>
                  </a:cubicBezTo>
                  <a:cubicBezTo>
                    <a:pt x="130810" y="19050"/>
                    <a:pt x="128270" y="19050"/>
                    <a:pt x="127000" y="19050"/>
                  </a:cubicBezTo>
                  <a:cubicBezTo>
                    <a:pt x="118110" y="7620"/>
                    <a:pt x="102870" y="0"/>
                    <a:pt x="86360" y="0"/>
                  </a:cubicBezTo>
                  <a:cubicBezTo>
                    <a:pt x="69850" y="0"/>
                    <a:pt x="55880" y="7620"/>
                    <a:pt x="45720" y="19050"/>
                  </a:cubicBezTo>
                  <a:cubicBezTo>
                    <a:pt x="44450" y="19050"/>
                    <a:pt x="43180" y="19050"/>
                    <a:pt x="40640" y="19050"/>
                  </a:cubicBezTo>
                  <a:cubicBezTo>
                    <a:pt x="19050" y="19050"/>
                    <a:pt x="0" y="34290"/>
                    <a:pt x="0" y="55880"/>
                  </a:cubicBezTo>
                  <a:cubicBezTo>
                    <a:pt x="0" y="59690"/>
                    <a:pt x="0" y="63500"/>
                    <a:pt x="0" y="67310"/>
                  </a:cubicBezTo>
                  <a:cubicBezTo>
                    <a:pt x="0" y="67310"/>
                    <a:pt x="0" y="68580"/>
                    <a:pt x="0" y="68580"/>
                  </a:cubicBezTo>
                  <a:lnTo>
                    <a:pt x="0" y="223520"/>
                  </a:lnTo>
                  <a:close/>
                  <a:moveTo>
                    <a:pt x="86360" y="22860"/>
                  </a:moveTo>
                  <a:cubicBezTo>
                    <a:pt x="73660" y="22860"/>
                    <a:pt x="63500" y="29210"/>
                    <a:pt x="59690" y="36830"/>
                  </a:cubicBezTo>
                  <a:cubicBezTo>
                    <a:pt x="57150" y="40640"/>
                    <a:pt x="52070" y="43180"/>
                    <a:pt x="48260" y="41910"/>
                  </a:cubicBezTo>
                  <a:cubicBezTo>
                    <a:pt x="45720" y="41910"/>
                    <a:pt x="44450" y="40640"/>
                    <a:pt x="41910" y="40640"/>
                  </a:cubicBezTo>
                  <a:cubicBezTo>
                    <a:pt x="29210" y="40640"/>
                    <a:pt x="21590" y="49530"/>
                    <a:pt x="21590" y="57150"/>
                  </a:cubicBezTo>
                  <a:cubicBezTo>
                    <a:pt x="21590" y="58420"/>
                    <a:pt x="21590" y="59690"/>
                    <a:pt x="21590" y="60960"/>
                  </a:cubicBezTo>
                  <a:lnTo>
                    <a:pt x="33020" y="60960"/>
                  </a:lnTo>
                  <a:cubicBezTo>
                    <a:pt x="38100" y="60960"/>
                    <a:pt x="43180" y="66040"/>
                    <a:pt x="43180" y="71120"/>
                  </a:cubicBezTo>
                  <a:cubicBezTo>
                    <a:pt x="43180" y="76200"/>
                    <a:pt x="38100" y="81280"/>
                    <a:pt x="33020" y="81280"/>
                  </a:cubicBezTo>
                  <a:lnTo>
                    <a:pt x="21590" y="81280"/>
                  </a:lnTo>
                  <a:lnTo>
                    <a:pt x="21590" y="223520"/>
                  </a:lnTo>
                  <a:cubicBezTo>
                    <a:pt x="21590" y="234950"/>
                    <a:pt x="30480" y="243840"/>
                    <a:pt x="41910" y="243840"/>
                  </a:cubicBezTo>
                  <a:lnTo>
                    <a:pt x="133350" y="243840"/>
                  </a:lnTo>
                  <a:cubicBezTo>
                    <a:pt x="144780" y="243840"/>
                    <a:pt x="153670" y="234950"/>
                    <a:pt x="153670" y="223520"/>
                  </a:cubicBezTo>
                  <a:lnTo>
                    <a:pt x="153670" y="82550"/>
                  </a:lnTo>
                  <a:lnTo>
                    <a:pt x="71120" y="82550"/>
                  </a:lnTo>
                  <a:cubicBezTo>
                    <a:pt x="66040" y="82550"/>
                    <a:pt x="60960" y="77470"/>
                    <a:pt x="60960" y="72390"/>
                  </a:cubicBezTo>
                  <a:cubicBezTo>
                    <a:pt x="60960" y="67310"/>
                    <a:pt x="66040" y="62230"/>
                    <a:pt x="71120" y="62230"/>
                  </a:cubicBezTo>
                  <a:lnTo>
                    <a:pt x="153670" y="62230"/>
                  </a:lnTo>
                  <a:cubicBezTo>
                    <a:pt x="153670" y="60960"/>
                    <a:pt x="153670" y="59690"/>
                    <a:pt x="153670" y="58420"/>
                  </a:cubicBezTo>
                  <a:cubicBezTo>
                    <a:pt x="153670" y="49530"/>
                    <a:pt x="146050" y="41910"/>
                    <a:pt x="133350" y="41910"/>
                  </a:cubicBezTo>
                  <a:cubicBezTo>
                    <a:pt x="130810" y="41910"/>
                    <a:pt x="128270" y="41910"/>
                    <a:pt x="125730" y="43180"/>
                  </a:cubicBezTo>
                  <a:cubicBezTo>
                    <a:pt x="120650" y="44450"/>
                    <a:pt x="116840" y="43180"/>
                    <a:pt x="114300" y="38100"/>
                  </a:cubicBezTo>
                  <a:cubicBezTo>
                    <a:pt x="107950" y="29210"/>
                    <a:pt x="97790" y="22860"/>
                    <a:pt x="86360" y="22860"/>
                  </a:cubicBezTo>
                  <a:close/>
                  <a:moveTo>
                    <a:pt x="172720" y="193040"/>
                  </a:moveTo>
                  <a:lnTo>
                    <a:pt x="172720" y="113030"/>
                  </a:lnTo>
                  <a:lnTo>
                    <a:pt x="193040" y="113030"/>
                  </a:lnTo>
                  <a:cubicBezTo>
                    <a:pt x="198120" y="113030"/>
                    <a:pt x="203200" y="118110"/>
                    <a:pt x="203200" y="123190"/>
                  </a:cubicBezTo>
                  <a:lnTo>
                    <a:pt x="203200" y="153670"/>
                  </a:lnTo>
                  <a:cubicBezTo>
                    <a:pt x="203200" y="171450"/>
                    <a:pt x="190500" y="187960"/>
                    <a:pt x="172720" y="1930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1" name="Полилиния: фигура 72">
            <a:extLst>
              <a:ext uri="{FF2B5EF4-FFF2-40B4-BE49-F238E27FC236}">
                <a16:creationId xmlns:a16="http://schemas.microsoft.com/office/drawing/2014/main" id="{9ECE8169-D79A-016A-DAEE-4B379561BFC1}"/>
              </a:ext>
            </a:extLst>
          </p:cNvPr>
          <p:cNvSpPr/>
          <p:nvPr/>
        </p:nvSpPr>
        <p:spPr>
          <a:xfrm>
            <a:off x="5566387" y="2193328"/>
            <a:ext cx="285750" cy="296073"/>
          </a:xfrm>
          <a:custGeom>
            <a:avLst/>
            <a:gdLst>
              <a:gd name="connsiteX0" fmla="*/ 68580 w 285750"/>
              <a:gd name="connsiteY0" fmla="*/ 47153 h 296073"/>
              <a:gd name="connsiteX1" fmla="*/ 213360 w 285750"/>
              <a:gd name="connsiteY1" fmla="*/ 23023 h 296073"/>
              <a:gd name="connsiteX2" fmla="*/ 213360 w 285750"/>
              <a:gd name="connsiteY2" fmla="*/ 61123 h 296073"/>
              <a:gd name="connsiteX3" fmla="*/ 92710 w 285750"/>
              <a:gd name="connsiteY3" fmla="*/ 61123 h 296073"/>
              <a:gd name="connsiteX4" fmla="*/ 82550 w 285750"/>
              <a:gd name="connsiteY4" fmla="*/ 71283 h 296073"/>
              <a:gd name="connsiteX5" fmla="*/ 92710 w 285750"/>
              <a:gd name="connsiteY5" fmla="*/ 81443 h 296073"/>
              <a:gd name="connsiteX6" fmla="*/ 255270 w 285750"/>
              <a:gd name="connsiteY6" fmla="*/ 81443 h 296073"/>
              <a:gd name="connsiteX7" fmla="*/ 265430 w 285750"/>
              <a:gd name="connsiteY7" fmla="*/ 91603 h 296073"/>
              <a:gd name="connsiteX8" fmla="*/ 265430 w 285750"/>
              <a:gd name="connsiteY8" fmla="*/ 193203 h 296073"/>
              <a:gd name="connsiteX9" fmla="*/ 255270 w 285750"/>
              <a:gd name="connsiteY9" fmla="*/ 203363 h 296073"/>
              <a:gd name="connsiteX10" fmla="*/ 194310 w 285750"/>
              <a:gd name="connsiteY10" fmla="*/ 203363 h 296073"/>
              <a:gd name="connsiteX11" fmla="*/ 184150 w 285750"/>
              <a:gd name="connsiteY11" fmla="*/ 213523 h 296073"/>
              <a:gd name="connsiteX12" fmla="*/ 194310 w 285750"/>
              <a:gd name="connsiteY12" fmla="*/ 223683 h 296073"/>
              <a:gd name="connsiteX13" fmla="*/ 255270 w 285750"/>
              <a:gd name="connsiteY13" fmla="*/ 223683 h 296073"/>
              <a:gd name="connsiteX14" fmla="*/ 285750 w 285750"/>
              <a:gd name="connsiteY14" fmla="*/ 193203 h 296073"/>
              <a:gd name="connsiteX15" fmla="*/ 285750 w 285750"/>
              <a:gd name="connsiteY15" fmla="*/ 91603 h 296073"/>
              <a:gd name="connsiteX16" fmla="*/ 255270 w 285750"/>
              <a:gd name="connsiteY16" fmla="*/ 61123 h 296073"/>
              <a:gd name="connsiteX17" fmla="*/ 234950 w 285750"/>
              <a:gd name="connsiteY17" fmla="*/ 61123 h 296073"/>
              <a:gd name="connsiteX18" fmla="*/ 234950 w 285750"/>
              <a:gd name="connsiteY18" fmla="*/ 11593 h 296073"/>
              <a:gd name="connsiteX19" fmla="*/ 222250 w 285750"/>
              <a:gd name="connsiteY19" fmla="*/ 163 h 296073"/>
              <a:gd name="connsiteX20" fmla="*/ 66040 w 285750"/>
              <a:gd name="connsiteY20" fmla="*/ 25563 h 296073"/>
              <a:gd name="connsiteX21" fmla="*/ 31750 w 285750"/>
              <a:gd name="connsiteY21" fmla="*/ 66203 h 296073"/>
              <a:gd name="connsiteX22" fmla="*/ 31750 w 285750"/>
              <a:gd name="connsiteY22" fmla="*/ 111923 h 296073"/>
              <a:gd name="connsiteX23" fmla="*/ 41910 w 285750"/>
              <a:gd name="connsiteY23" fmla="*/ 122083 h 296073"/>
              <a:gd name="connsiteX24" fmla="*/ 52070 w 285750"/>
              <a:gd name="connsiteY24" fmla="*/ 111923 h 296073"/>
              <a:gd name="connsiteX25" fmla="*/ 52070 w 285750"/>
              <a:gd name="connsiteY25" fmla="*/ 66203 h 296073"/>
              <a:gd name="connsiteX26" fmla="*/ 68580 w 285750"/>
              <a:gd name="connsiteY26" fmla="*/ 47153 h 296073"/>
              <a:gd name="connsiteX27" fmla="*/ 228600 w 285750"/>
              <a:gd name="connsiteY27" fmla="*/ 158913 h 296073"/>
              <a:gd name="connsiteX28" fmla="*/ 243840 w 285750"/>
              <a:gd name="connsiteY28" fmla="*/ 143673 h 296073"/>
              <a:gd name="connsiteX29" fmla="*/ 228600 w 285750"/>
              <a:gd name="connsiteY29" fmla="*/ 128433 h 296073"/>
              <a:gd name="connsiteX30" fmla="*/ 213360 w 285750"/>
              <a:gd name="connsiteY30" fmla="*/ 143673 h 296073"/>
              <a:gd name="connsiteX31" fmla="*/ 228600 w 285750"/>
              <a:gd name="connsiteY31" fmla="*/ 158913 h 296073"/>
              <a:gd name="connsiteX32" fmla="*/ 162560 w 285750"/>
              <a:gd name="connsiteY32" fmla="*/ 214793 h 296073"/>
              <a:gd name="connsiteX33" fmla="*/ 81280 w 285750"/>
              <a:gd name="connsiteY33" fmla="*/ 296073 h 296073"/>
              <a:gd name="connsiteX34" fmla="*/ 0 w 285750"/>
              <a:gd name="connsiteY34" fmla="*/ 214793 h 296073"/>
              <a:gd name="connsiteX35" fmla="*/ 81280 w 285750"/>
              <a:gd name="connsiteY35" fmla="*/ 133513 h 296073"/>
              <a:gd name="connsiteX36" fmla="*/ 162560 w 285750"/>
              <a:gd name="connsiteY36" fmla="*/ 214793 h 296073"/>
              <a:gd name="connsiteX37" fmla="*/ 82550 w 285750"/>
              <a:gd name="connsiteY37" fmla="*/ 274483 h 296073"/>
              <a:gd name="connsiteX38" fmla="*/ 143510 w 285750"/>
              <a:gd name="connsiteY38" fmla="*/ 213523 h 296073"/>
              <a:gd name="connsiteX39" fmla="*/ 82550 w 285750"/>
              <a:gd name="connsiteY39" fmla="*/ 152563 h 296073"/>
              <a:gd name="connsiteX40" fmla="*/ 21590 w 285750"/>
              <a:gd name="connsiteY40" fmla="*/ 213523 h 296073"/>
              <a:gd name="connsiteX41" fmla="*/ 82550 w 285750"/>
              <a:gd name="connsiteY41" fmla="*/ 274483 h 296073"/>
              <a:gd name="connsiteX42" fmla="*/ 92710 w 285750"/>
              <a:gd name="connsiteY42" fmla="*/ 179233 h 296073"/>
              <a:gd name="connsiteX43" fmla="*/ 82550 w 285750"/>
              <a:gd name="connsiteY43" fmla="*/ 169073 h 296073"/>
              <a:gd name="connsiteX44" fmla="*/ 72390 w 285750"/>
              <a:gd name="connsiteY44" fmla="*/ 179233 h 296073"/>
              <a:gd name="connsiteX45" fmla="*/ 72390 w 285750"/>
              <a:gd name="connsiteY45" fmla="*/ 218603 h 296073"/>
              <a:gd name="connsiteX46" fmla="*/ 101600 w 285750"/>
              <a:gd name="connsiteY46" fmla="*/ 246543 h 296073"/>
              <a:gd name="connsiteX47" fmla="*/ 115570 w 285750"/>
              <a:gd name="connsiteY47" fmla="*/ 246543 h 296073"/>
              <a:gd name="connsiteX48" fmla="*/ 115570 w 285750"/>
              <a:gd name="connsiteY48" fmla="*/ 232573 h 296073"/>
              <a:gd name="connsiteX49" fmla="*/ 92710 w 285750"/>
              <a:gd name="connsiteY49" fmla="*/ 209713 h 296073"/>
              <a:gd name="connsiteX50" fmla="*/ 92710 w 285750"/>
              <a:gd name="connsiteY50" fmla="*/ 179233 h 296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85750" h="296073">
                <a:moveTo>
                  <a:pt x="68580" y="47153"/>
                </a:moveTo>
                <a:lnTo>
                  <a:pt x="213360" y="23023"/>
                </a:lnTo>
                <a:lnTo>
                  <a:pt x="213360" y="61123"/>
                </a:lnTo>
                <a:lnTo>
                  <a:pt x="92710" y="61123"/>
                </a:lnTo>
                <a:cubicBezTo>
                  <a:pt x="87630" y="61123"/>
                  <a:pt x="82550" y="66203"/>
                  <a:pt x="82550" y="71283"/>
                </a:cubicBezTo>
                <a:cubicBezTo>
                  <a:pt x="82550" y="76363"/>
                  <a:pt x="87630" y="81443"/>
                  <a:pt x="92710" y="81443"/>
                </a:cubicBezTo>
                <a:lnTo>
                  <a:pt x="255270" y="81443"/>
                </a:lnTo>
                <a:cubicBezTo>
                  <a:pt x="260350" y="81443"/>
                  <a:pt x="265430" y="86523"/>
                  <a:pt x="265430" y="91603"/>
                </a:cubicBezTo>
                <a:lnTo>
                  <a:pt x="265430" y="193203"/>
                </a:lnTo>
                <a:cubicBezTo>
                  <a:pt x="265430" y="198283"/>
                  <a:pt x="260350" y="203363"/>
                  <a:pt x="255270" y="203363"/>
                </a:cubicBezTo>
                <a:lnTo>
                  <a:pt x="194310" y="203363"/>
                </a:lnTo>
                <a:cubicBezTo>
                  <a:pt x="189230" y="203363"/>
                  <a:pt x="184150" y="208443"/>
                  <a:pt x="184150" y="213523"/>
                </a:cubicBezTo>
                <a:cubicBezTo>
                  <a:pt x="184150" y="218603"/>
                  <a:pt x="189230" y="223683"/>
                  <a:pt x="194310" y="223683"/>
                </a:cubicBezTo>
                <a:lnTo>
                  <a:pt x="255270" y="223683"/>
                </a:lnTo>
                <a:cubicBezTo>
                  <a:pt x="271780" y="223683"/>
                  <a:pt x="285750" y="209713"/>
                  <a:pt x="285750" y="193203"/>
                </a:cubicBezTo>
                <a:lnTo>
                  <a:pt x="285750" y="91603"/>
                </a:lnTo>
                <a:cubicBezTo>
                  <a:pt x="285750" y="75093"/>
                  <a:pt x="271780" y="61123"/>
                  <a:pt x="255270" y="61123"/>
                </a:cubicBezTo>
                <a:lnTo>
                  <a:pt x="234950" y="61123"/>
                </a:lnTo>
                <a:lnTo>
                  <a:pt x="234950" y="11593"/>
                </a:lnTo>
                <a:cubicBezTo>
                  <a:pt x="234950" y="5243"/>
                  <a:pt x="228600" y="-1107"/>
                  <a:pt x="222250" y="163"/>
                </a:cubicBezTo>
                <a:lnTo>
                  <a:pt x="66040" y="25563"/>
                </a:lnTo>
                <a:cubicBezTo>
                  <a:pt x="46990" y="29373"/>
                  <a:pt x="31750" y="45883"/>
                  <a:pt x="31750" y="66203"/>
                </a:cubicBezTo>
                <a:lnTo>
                  <a:pt x="31750" y="111923"/>
                </a:lnTo>
                <a:cubicBezTo>
                  <a:pt x="31750" y="117003"/>
                  <a:pt x="36830" y="122083"/>
                  <a:pt x="41910" y="122083"/>
                </a:cubicBezTo>
                <a:cubicBezTo>
                  <a:pt x="46990" y="122083"/>
                  <a:pt x="52070" y="117003"/>
                  <a:pt x="52070" y="111923"/>
                </a:cubicBezTo>
                <a:lnTo>
                  <a:pt x="52070" y="66203"/>
                </a:lnTo>
                <a:cubicBezTo>
                  <a:pt x="52070" y="57313"/>
                  <a:pt x="58420" y="49693"/>
                  <a:pt x="68580" y="47153"/>
                </a:cubicBezTo>
                <a:close/>
                <a:moveTo>
                  <a:pt x="228600" y="158913"/>
                </a:moveTo>
                <a:cubicBezTo>
                  <a:pt x="237490" y="158913"/>
                  <a:pt x="243840" y="152563"/>
                  <a:pt x="243840" y="143673"/>
                </a:cubicBezTo>
                <a:cubicBezTo>
                  <a:pt x="243840" y="134783"/>
                  <a:pt x="237490" y="128433"/>
                  <a:pt x="228600" y="128433"/>
                </a:cubicBezTo>
                <a:cubicBezTo>
                  <a:pt x="219710" y="128433"/>
                  <a:pt x="213360" y="134783"/>
                  <a:pt x="213360" y="143673"/>
                </a:cubicBezTo>
                <a:cubicBezTo>
                  <a:pt x="213360" y="152563"/>
                  <a:pt x="220980" y="158913"/>
                  <a:pt x="228600" y="158913"/>
                </a:cubicBezTo>
                <a:close/>
                <a:moveTo>
                  <a:pt x="162560" y="214793"/>
                </a:moveTo>
                <a:cubicBezTo>
                  <a:pt x="162560" y="259243"/>
                  <a:pt x="125730" y="296073"/>
                  <a:pt x="81280" y="296073"/>
                </a:cubicBezTo>
                <a:cubicBezTo>
                  <a:pt x="36830" y="296073"/>
                  <a:pt x="0" y="259243"/>
                  <a:pt x="0" y="214793"/>
                </a:cubicBezTo>
                <a:cubicBezTo>
                  <a:pt x="0" y="170343"/>
                  <a:pt x="36830" y="133513"/>
                  <a:pt x="81280" y="133513"/>
                </a:cubicBezTo>
                <a:cubicBezTo>
                  <a:pt x="125730" y="133513"/>
                  <a:pt x="162560" y="169073"/>
                  <a:pt x="162560" y="214793"/>
                </a:cubicBezTo>
                <a:close/>
                <a:moveTo>
                  <a:pt x="82550" y="274483"/>
                </a:moveTo>
                <a:cubicBezTo>
                  <a:pt x="115570" y="274483"/>
                  <a:pt x="143510" y="247813"/>
                  <a:pt x="143510" y="213523"/>
                </a:cubicBezTo>
                <a:cubicBezTo>
                  <a:pt x="143510" y="180503"/>
                  <a:pt x="116840" y="152563"/>
                  <a:pt x="82550" y="152563"/>
                </a:cubicBezTo>
                <a:cubicBezTo>
                  <a:pt x="49530" y="152563"/>
                  <a:pt x="21590" y="179233"/>
                  <a:pt x="21590" y="213523"/>
                </a:cubicBezTo>
                <a:cubicBezTo>
                  <a:pt x="21590" y="247813"/>
                  <a:pt x="48260" y="274483"/>
                  <a:pt x="82550" y="274483"/>
                </a:cubicBezTo>
                <a:close/>
                <a:moveTo>
                  <a:pt x="92710" y="179233"/>
                </a:moveTo>
                <a:cubicBezTo>
                  <a:pt x="92710" y="174153"/>
                  <a:pt x="87630" y="169073"/>
                  <a:pt x="82550" y="169073"/>
                </a:cubicBezTo>
                <a:cubicBezTo>
                  <a:pt x="77470" y="169073"/>
                  <a:pt x="72390" y="174153"/>
                  <a:pt x="72390" y="179233"/>
                </a:cubicBezTo>
                <a:lnTo>
                  <a:pt x="72390" y="218603"/>
                </a:lnTo>
                <a:lnTo>
                  <a:pt x="101600" y="246543"/>
                </a:lnTo>
                <a:cubicBezTo>
                  <a:pt x="105410" y="250353"/>
                  <a:pt x="111760" y="250353"/>
                  <a:pt x="115570" y="246543"/>
                </a:cubicBezTo>
                <a:cubicBezTo>
                  <a:pt x="119380" y="242733"/>
                  <a:pt x="119380" y="236383"/>
                  <a:pt x="115570" y="232573"/>
                </a:cubicBezTo>
                <a:lnTo>
                  <a:pt x="92710" y="209713"/>
                </a:lnTo>
                <a:lnTo>
                  <a:pt x="92710" y="179233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2" name="Полилиния: фигура 76">
            <a:extLst>
              <a:ext uri="{FF2B5EF4-FFF2-40B4-BE49-F238E27FC236}">
                <a16:creationId xmlns:a16="http://schemas.microsoft.com/office/drawing/2014/main" id="{D6BCEBCC-02B7-5B52-7BBE-46962FAE8FCB}"/>
              </a:ext>
            </a:extLst>
          </p:cNvPr>
          <p:cNvSpPr/>
          <p:nvPr/>
        </p:nvSpPr>
        <p:spPr>
          <a:xfrm>
            <a:off x="8392137" y="2235401"/>
            <a:ext cx="222250" cy="203200"/>
          </a:xfrm>
          <a:custGeom>
            <a:avLst/>
            <a:gdLst>
              <a:gd name="connsiteX0" fmla="*/ 162560 w 222250"/>
              <a:gd name="connsiteY0" fmla="*/ 30480 h 203200"/>
              <a:gd name="connsiteX1" fmla="*/ 162560 w 222250"/>
              <a:gd name="connsiteY1" fmla="*/ 25400 h 203200"/>
              <a:gd name="connsiteX2" fmla="*/ 137160 w 222250"/>
              <a:gd name="connsiteY2" fmla="*/ 0 h 203200"/>
              <a:gd name="connsiteX3" fmla="*/ 25400 w 222250"/>
              <a:gd name="connsiteY3" fmla="*/ 0 h 203200"/>
              <a:gd name="connsiteX4" fmla="*/ 0 w 222250"/>
              <a:gd name="connsiteY4" fmla="*/ 25400 h 203200"/>
              <a:gd name="connsiteX5" fmla="*/ 0 w 222250"/>
              <a:gd name="connsiteY5" fmla="*/ 91440 h 203200"/>
              <a:gd name="connsiteX6" fmla="*/ 0 w 222250"/>
              <a:gd name="connsiteY6" fmla="*/ 92710 h 203200"/>
              <a:gd name="connsiteX7" fmla="*/ 13970 w 222250"/>
              <a:gd name="connsiteY7" fmla="*/ 180340 h 203200"/>
              <a:gd name="connsiteX8" fmla="*/ 34290 w 222250"/>
              <a:gd name="connsiteY8" fmla="*/ 199390 h 203200"/>
              <a:gd name="connsiteX9" fmla="*/ 57150 w 222250"/>
              <a:gd name="connsiteY9" fmla="*/ 203200 h 203200"/>
              <a:gd name="connsiteX10" fmla="*/ 77470 w 222250"/>
              <a:gd name="connsiteY10" fmla="*/ 203200 h 203200"/>
              <a:gd name="connsiteX11" fmla="*/ 77470 w 222250"/>
              <a:gd name="connsiteY11" fmla="*/ 203200 h 203200"/>
              <a:gd name="connsiteX12" fmla="*/ 83820 w 222250"/>
              <a:gd name="connsiteY12" fmla="*/ 203200 h 203200"/>
              <a:gd name="connsiteX13" fmla="*/ 83820 w 222250"/>
              <a:gd name="connsiteY13" fmla="*/ 203200 h 203200"/>
              <a:gd name="connsiteX14" fmla="*/ 104140 w 222250"/>
              <a:gd name="connsiteY14" fmla="*/ 203200 h 203200"/>
              <a:gd name="connsiteX15" fmla="*/ 127000 w 222250"/>
              <a:gd name="connsiteY15" fmla="*/ 199390 h 203200"/>
              <a:gd name="connsiteX16" fmla="*/ 147320 w 222250"/>
              <a:gd name="connsiteY16" fmla="*/ 180340 h 203200"/>
              <a:gd name="connsiteX17" fmla="*/ 157480 w 222250"/>
              <a:gd name="connsiteY17" fmla="*/ 152400 h 203200"/>
              <a:gd name="connsiteX18" fmla="*/ 161290 w 222250"/>
              <a:gd name="connsiteY18" fmla="*/ 152400 h 203200"/>
              <a:gd name="connsiteX19" fmla="*/ 222250 w 222250"/>
              <a:gd name="connsiteY19" fmla="*/ 91440 h 203200"/>
              <a:gd name="connsiteX20" fmla="*/ 222250 w 222250"/>
              <a:gd name="connsiteY20" fmla="*/ 66040 h 203200"/>
              <a:gd name="connsiteX21" fmla="*/ 186690 w 222250"/>
              <a:gd name="connsiteY21" fmla="*/ 30480 h 203200"/>
              <a:gd name="connsiteX22" fmla="*/ 162560 w 222250"/>
              <a:gd name="connsiteY22" fmla="*/ 30480 h 203200"/>
              <a:gd name="connsiteX23" fmla="*/ 31750 w 222250"/>
              <a:gd name="connsiteY23" fmla="*/ 168910 h 203200"/>
              <a:gd name="connsiteX24" fmla="*/ 38100 w 222250"/>
              <a:gd name="connsiteY24" fmla="*/ 176530 h 203200"/>
              <a:gd name="connsiteX25" fmla="*/ 57150 w 222250"/>
              <a:gd name="connsiteY25" fmla="*/ 181610 h 203200"/>
              <a:gd name="connsiteX26" fmla="*/ 104140 w 222250"/>
              <a:gd name="connsiteY26" fmla="*/ 181610 h 203200"/>
              <a:gd name="connsiteX27" fmla="*/ 123190 w 222250"/>
              <a:gd name="connsiteY27" fmla="*/ 176530 h 203200"/>
              <a:gd name="connsiteX28" fmla="*/ 130810 w 222250"/>
              <a:gd name="connsiteY28" fmla="*/ 167640 h 203200"/>
              <a:gd name="connsiteX29" fmla="*/ 137160 w 222250"/>
              <a:gd name="connsiteY29" fmla="*/ 149860 h 203200"/>
              <a:gd name="connsiteX30" fmla="*/ 137160 w 222250"/>
              <a:gd name="connsiteY30" fmla="*/ 148590 h 203200"/>
              <a:gd name="connsiteX31" fmla="*/ 139700 w 222250"/>
              <a:gd name="connsiteY31" fmla="*/ 129540 h 203200"/>
              <a:gd name="connsiteX32" fmla="*/ 140970 w 222250"/>
              <a:gd name="connsiteY32" fmla="*/ 90170 h 203200"/>
              <a:gd name="connsiteX33" fmla="*/ 140970 w 222250"/>
              <a:gd name="connsiteY33" fmla="*/ 88900 h 203200"/>
              <a:gd name="connsiteX34" fmla="*/ 140970 w 222250"/>
              <a:gd name="connsiteY34" fmla="*/ 22860 h 203200"/>
              <a:gd name="connsiteX35" fmla="*/ 135890 w 222250"/>
              <a:gd name="connsiteY35" fmla="*/ 17780 h 203200"/>
              <a:gd name="connsiteX36" fmla="*/ 24130 w 222250"/>
              <a:gd name="connsiteY36" fmla="*/ 17780 h 203200"/>
              <a:gd name="connsiteX37" fmla="*/ 19050 w 222250"/>
              <a:gd name="connsiteY37" fmla="*/ 22860 h 203200"/>
              <a:gd name="connsiteX38" fmla="*/ 19050 w 222250"/>
              <a:gd name="connsiteY38" fmla="*/ 88900 h 203200"/>
              <a:gd name="connsiteX39" fmla="*/ 19050 w 222250"/>
              <a:gd name="connsiteY39" fmla="*/ 90170 h 203200"/>
              <a:gd name="connsiteX40" fmla="*/ 31750 w 222250"/>
              <a:gd name="connsiteY40" fmla="*/ 168910 h 203200"/>
              <a:gd name="connsiteX41" fmla="*/ 162560 w 222250"/>
              <a:gd name="connsiteY41" fmla="*/ 50800 h 203200"/>
              <a:gd name="connsiteX42" fmla="*/ 162560 w 222250"/>
              <a:gd name="connsiteY42" fmla="*/ 91440 h 203200"/>
              <a:gd name="connsiteX43" fmla="*/ 162560 w 222250"/>
              <a:gd name="connsiteY43" fmla="*/ 92710 h 203200"/>
              <a:gd name="connsiteX44" fmla="*/ 161290 w 222250"/>
              <a:gd name="connsiteY44" fmla="*/ 132080 h 203200"/>
              <a:gd name="connsiteX45" fmla="*/ 162560 w 222250"/>
              <a:gd name="connsiteY45" fmla="*/ 132080 h 203200"/>
              <a:gd name="connsiteX46" fmla="*/ 203200 w 222250"/>
              <a:gd name="connsiteY46" fmla="*/ 91440 h 203200"/>
              <a:gd name="connsiteX47" fmla="*/ 203200 w 222250"/>
              <a:gd name="connsiteY47" fmla="*/ 66040 h 203200"/>
              <a:gd name="connsiteX48" fmla="*/ 187960 w 222250"/>
              <a:gd name="connsiteY48" fmla="*/ 50800 h 203200"/>
              <a:gd name="connsiteX49" fmla="*/ 162560 w 222250"/>
              <a:gd name="connsiteY49" fmla="*/ 5080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22250" h="203200">
                <a:moveTo>
                  <a:pt x="162560" y="30480"/>
                </a:moveTo>
                <a:lnTo>
                  <a:pt x="162560" y="25400"/>
                </a:lnTo>
                <a:cubicBezTo>
                  <a:pt x="162560" y="11430"/>
                  <a:pt x="151130" y="0"/>
                  <a:pt x="137160" y="0"/>
                </a:cubicBezTo>
                <a:lnTo>
                  <a:pt x="25400" y="0"/>
                </a:lnTo>
                <a:cubicBezTo>
                  <a:pt x="11430" y="0"/>
                  <a:pt x="0" y="11430"/>
                  <a:pt x="0" y="25400"/>
                </a:cubicBezTo>
                <a:lnTo>
                  <a:pt x="0" y="91440"/>
                </a:lnTo>
                <a:cubicBezTo>
                  <a:pt x="0" y="91440"/>
                  <a:pt x="0" y="92710"/>
                  <a:pt x="0" y="92710"/>
                </a:cubicBezTo>
                <a:cubicBezTo>
                  <a:pt x="0" y="140970"/>
                  <a:pt x="3810" y="162560"/>
                  <a:pt x="13970" y="180340"/>
                </a:cubicBezTo>
                <a:cubicBezTo>
                  <a:pt x="19050" y="189230"/>
                  <a:pt x="25400" y="195580"/>
                  <a:pt x="34290" y="199390"/>
                </a:cubicBezTo>
                <a:cubicBezTo>
                  <a:pt x="41910" y="203200"/>
                  <a:pt x="50800" y="203200"/>
                  <a:pt x="57150" y="203200"/>
                </a:cubicBezTo>
                <a:lnTo>
                  <a:pt x="77470" y="203200"/>
                </a:lnTo>
                <a:lnTo>
                  <a:pt x="77470" y="203200"/>
                </a:lnTo>
                <a:lnTo>
                  <a:pt x="83820" y="203200"/>
                </a:lnTo>
                <a:lnTo>
                  <a:pt x="83820" y="203200"/>
                </a:lnTo>
                <a:lnTo>
                  <a:pt x="104140" y="203200"/>
                </a:lnTo>
                <a:cubicBezTo>
                  <a:pt x="110490" y="203200"/>
                  <a:pt x="119380" y="201930"/>
                  <a:pt x="127000" y="199390"/>
                </a:cubicBezTo>
                <a:cubicBezTo>
                  <a:pt x="135890" y="195580"/>
                  <a:pt x="142240" y="189230"/>
                  <a:pt x="147320" y="180340"/>
                </a:cubicBezTo>
                <a:cubicBezTo>
                  <a:pt x="152400" y="172720"/>
                  <a:pt x="154940" y="163830"/>
                  <a:pt x="157480" y="152400"/>
                </a:cubicBezTo>
                <a:lnTo>
                  <a:pt x="161290" y="152400"/>
                </a:lnTo>
                <a:cubicBezTo>
                  <a:pt x="194310" y="152400"/>
                  <a:pt x="222250" y="125730"/>
                  <a:pt x="222250" y="91440"/>
                </a:cubicBezTo>
                <a:lnTo>
                  <a:pt x="222250" y="66040"/>
                </a:lnTo>
                <a:cubicBezTo>
                  <a:pt x="222250" y="46990"/>
                  <a:pt x="205740" y="30480"/>
                  <a:pt x="186690" y="30480"/>
                </a:cubicBezTo>
                <a:lnTo>
                  <a:pt x="162560" y="30480"/>
                </a:lnTo>
                <a:close/>
                <a:moveTo>
                  <a:pt x="31750" y="168910"/>
                </a:moveTo>
                <a:cubicBezTo>
                  <a:pt x="34290" y="172720"/>
                  <a:pt x="35560" y="175260"/>
                  <a:pt x="38100" y="176530"/>
                </a:cubicBezTo>
                <a:cubicBezTo>
                  <a:pt x="43180" y="180340"/>
                  <a:pt x="49530" y="181610"/>
                  <a:pt x="57150" y="181610"/>
                </a:cubicBezTo>
                <a:cubicBezTo>
                  <a:pt x="57150" y="181610"/>
                  <a:pt x="104140" y="181610"/>
                  <a:pt x="104140" y="181610"/>
                </a:cubicBezTo>
                <a:cubicBezTo>
                  <a:pt x="111760" y="181610"/>
                  <a:pt x="118110" y="180340"/>
                  <a:pt x="123190" y="176530"/>
                </a:cubicBezTo>
                <a:cubicBezTo>
                  <a:pt x="125730" y="173990"/>
                  <a:pt x="128270" y="171450"/>
                  <a:pt x="130810" y="167640"/>
                </a:cubicBezTo>
                <a:cubicBezTo>
                  <a:pt x="133350" y="162560"/>
                  <a:pt x="135890" y="157480"/>
                  <a:pt x="137160" y="149860"/>
                </a:cubicBezTo>
                <a:cubicBezTo>
                  <a:pt x="137160" y="149860"/>
                  <a:pt x="137160" y="148590"/>
                  <a:pt x="137160" y="148590"/>
                </a:cubicBezTo>
                <a:cubicBezTo>
                  <a:pt x="138430" y="143510"/>
                  <a:pt x="139700" y="137160"/>
                  <a:pt x="139700" y="129540"/>
                </a:cubicBezTo>
                <a:cubicBezTo>
                  <a:pt x="140970" y="119380"/>
                  <a:pt x="140970" y="106680"/>
                  <a:pt x="140970" y="90170"/>
                </a:cubicBezTo>
                <a:cubicBezTo>
                  <a:pt x="140970" y="90170"/>
                  <a:pt x="140970" y="90170"/>
                  <a:pt x="140970" y="88900"/>
                </a:cubicBezTo>
                <a:lnTo>
                  <a:pt x="140970" y="22860"/>
                </a:lnTo>
                <a:cubicBezTo>
                  <a:pt x="140970" y="20320"/>
                  <a:pt x="138430" y="17780"/>
                  <a:pt x="135890" y="17780"/>
                </a:cubicBezTo>
                <a:lnTo>
                  <a:pt x="24130" y="17780"/>
                </a:lnTo>
                <a:cubicBezTo>
                  <a:pt x="21590" y="17780"/>
                  <a:pt x="19050" y="20320"/>
                  <a:pt x="19050" y="22860"/>
                </a:cubicBezTo>
                <a:lnTo>
                  <a:pt x="19050" y="88900"/>
                </a:lnTo>
                <a:cubicBezTo>
                  <a:pt x="19050" y="88900"/>
                  <a:pt x="19050" y="88900"/>
                  <a:pt x="19050" y="90170"/>
                </a:cubicBezTo>
                <a:cubicBezTo>
                  <a:pt x="21590" y="140970"/>
                  <a:pt x="25400" y="157480"/>
                  <a:pt x="31750" y="168910"/>
                </a:cubicBezTo>
                <a:close/>
                <a:moveTo>
                  <a:pt x="162560" y="50800"/>
                </a:moveTo>
                <a:lnTo>
                  <a:pt x="162560" y="91440"/>
                </a:lnTo>
                <a:cubicBezTo>
                  <a:pt x="162560" y="91440"/>
                  <a:pt x="162560" y="92710"/>
                  <a:pt x="162560" y="92710"/>
                </a:cubicBezTo>
                <a:cubicBezTo>
                  <a:pt x="162560" y="107950"/>
                  <a:pt x="162560" y="120650"/>
                  <a:pt x="161290" y="132080"/>
                </a:cubicBezTo>
                <a:lnTo>
                  <a:pt x="162560" y="132080"/>
                </a:lnTo>
                <a:cubicBezTo>
                  <a:pt x="185420" y="132080"/>
                  <a:pt x="203200" y="114300"/>
                  <a:pt x="203200" y="91440"/>
                </a:cubicBezTo>
                <a:lnTo>
                  <a:pt x="203200" y="66040"/>
                </a:lnTo>
                <a:cubicBezTo>
                  <a:pt x="203200" y="57150"/>
                  <a:pt x="196850" y="50800"/>
                  <a:pt x="187960" y="50800"/>
                </a:cubicBezTo>
                <a:lnTo>
                  <a:pt x="162560" y="508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" name="Полилиния: фигура 79">
            <a:extLst>
              <a:ext uri="{FF2B5EF4-FFF2-40B4-BE49-F238E27FC236}">
                <a16:creationId xmlns:a16="http://schemas.microsoft.com/office/drawing/2014/main" id="{DF6AC2DD-AA0E-6605-2C58-D34682E281C2}"/>
              </a:ext>
            </a:extLst>
          </p:cNvPr>
          <p:cNvSpPr/>
          <p:nvPr/>
        </p:nvSpPr>
        <p:spPr>
          <a:xfrm>
            <a:off x="6691924" y="2245562"/>
            <a:ext cx="267335" cy="198755"/>
          </a:xfrm>
          <a:custGeom>
            <a:avLst/>
            <a:gdLst>
              <a:gd name="connsiteX0" fmla="*/ 27623 w 267335"/>
              <a:gd name="connsiteY0" fmla="*/ 50800 h 198755"/>
              <a:gd name="connsiteX1" fmla="*/ 54292 w 267335"/>
              <a:gd name="connsiteY1" fmla="*/ 50800 h 198755"/>
              <a:gd name="connsiteX2" fmla="*/ 64453 w 267335"/>
              <a:gd name="connsiteY2" fmla="*/ 60960 h 198755"/>
              <a:gd name="connsiteX3" fmla="*/ 54292 w 267335"/>
              <a:gd name="connsiteY3" fmla="*/ 71120 h 198755"/>
              <a:gd name="connsiteX4" fmla="*/ 27623 w 267335"/>
              <a:gd name="connsiteY4" fmla="*/ 71120 h 198755"/>
              <a:gd name="connsiteX5" fmla="*/ 135573 w 267335"/>
              <a:gd name="connsiteY5" fmla="*/ 179070 h 198755"/>
              <a:gd name="connsiteX6" fmla="*/ 243523 w 267335"/>
              <a:gd name="connsiteY6" fmla="*/ 71120 h 198755"/>
              <a:gd name="connsiteX7" fmla="*/ 94933 w 267335"/>
              <a:gd name="connsiteY7" fmla="*/ 71120 h 198755"/>
              <a:gd name="connsiteX8" fmla="*/ 84773 w 267335"/>
              <a:gd name="connsiteY8" fmla="*/ 60960 h 198755"/>
              <a:gd name="connsiteX9" fmla="*/ 94933 w 267335"/>
              <a:gd name="connsiteY9" fmla="*/ 50800 h 198755"/>
              <a:gd name="connsiteX10" fmla="*/ 243523 w 267335"/>
              <a:gd name="connsiteY10" fmla="*/ 50800 h 198755"/>
              <a:gd name="connsiteX11" fmla="*/ 213042 w 267335"/>
              <a:gd name="connsiteY11" fmla="*/ 20320 h 198755"/>
              <a:gd name="connsiteX12" fmla="*/ 59373 w 267335"/>
              <a:gd name="connsiteY12" fmla="*/ 20320 h 198755"/>
              <a:gd name="connsiteX13" fmla="*/ 27623 w 267335"/>
              <a:gd name="connsiteY13" fmla="*/ 50800 h 198755"/>
              <a:gd name="connsiteX14" fmla="*/ 58103 w 267335"/>
              <a:gd name="connsiteY14" fmla="*/ 0 h 198755"/>
              <a:gd name="connsiteX15" fmla="*/ 211773 w 267335"/>
              <a:gd name="connsiteY15" fmla="*/ 0 h 198755"/>
              <a:gd name="connsiteX16" fmla="*/ 225742 w 267335"/>
              <a:gd name="connsiteY16" fmla="*/ 6350 h 198755"/>
              <a:gd name="connsiteX17" fmla="*/ 258763 w 267335"/>
              <a:gd name="connsiteY17" fmla="*/ 39370 h 198755"/>
              <a:gd name="connsiteX18" fmla="*/ 258763 w 267335"/>
              <a:gd name="connsiteY18" fmla="*/ 82550 h 198755"/>
              <a:gd name="connsiteX19" fmla="*/ 148273 w 267335"/>
              <a:gd name="connsiteY19" fmla="*/ 193040 h 198755"/>
              <a:gd name="connsiteX20" fmla="*/ 119063 w 267335"/>
              <a:gd name="connsiteY20" fmla="*/ 193040 h 198755"/>
              <a:gd name="connsiteX21" fmla="*/ 8573 w 267335"/>
              <a:gd name="connsiteY21" fmla="*/ 82550 h 198755"/>
              <a:gd name="connsiteX22" fmla="*/ 8573 w 267335"/>
              <a:gd name="connsiteY22" fmla="*/ 39370 h 198755"/>
              <a:gd name="connsiteX23" fmla="*/ 41592 w 267335"/>
              <a:gd name="connsiteY23" fmla="*/ 6350 h 198755"/>
              <a:gd name="connsiteX24" fmla="*/ 58103 w 267335"/>
              <a:gd name="connsiteY24" fmla="*/ 0 h 198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7335" h="198755">
                <a:moveTo>
                  <a:pt x="27623" y="50800"/>
                </a:moveTo>
                <a:lnTo>
                  <a:pt x="54292" y="50800"/>
                </a:lnTo>
                <a:cubicBezTo>
                  <a:pt x="59373" y="50800"/>
                  <a:pt x="64453" y="55880"/>
                  <a:pt x="64453" y="60960"/>
                </a:cubicBezTo>
                <a:cubicBezTo>
                  <a:pt x="64453" y="66040"/>
                  <a:pt x="59373" y="71120"/>
                  <a:pt x="54292" y="71120"/>
                </a:cubicBezTo>
                <a:lnTo>
                  <a:pt x="27623" y="71120"/>
                </a:lnTo>
                <a:lnTo>
                  <a:pt x="135573" y="179070"/>
                </a:lnTo>
                <a:lnTo>
                  <a:pt x="243523" y="71120"/>
                </a:lnTo>
                <a:lnTo>
                  <a:pt x="94933" y="71120"/>
                </a:lnTo>
                <a:cubicBezTo>
                  <a:pt x="89853" y="71120"/>
                  <a:pt x="84773" y="66040"/>
                  <a:pt x="84773" y="60960"/>
                </a:cubicBezTo>
                <a:cubicBezTo>
                  <a:pt x="84773" y="55880"/>
                  <a:pt x="89853" y="50800"/>
                  <a:pt x="94933" y="50800"/>
                </a:cubicBezTo>
                <a:lnTo>
                  <a:pt x="243523" y="50800"/>
                </a:lnTo>
                <a:lnTo>
                  <a:pt x="213042" y="20320"/>
                </a:lnTo>
                <a:lnTo>
                  <a:pt x="59373" y="20320"/>
                </a:lnTo>
                <a:lnTo>
                  <a:pt x="27623" y="50800"/>
                </a:lnTo>
                <a:close/>
                <a:moveTo>
                  <a:pt x="58103" y="0"/>
                </a:moveTo>
                <a:lnTo>
                  <a:pt x="211773" y="0"/>
                </a:lnTo>
                <a:cubicBezTo>
                  <a:pt x="216853" y="0"/>
                  <a:pt x="221933" y="2540"/>
                  <a:pt x="225742" y="6350"/>
                </a:cubicBezTo>
                <a:lnTo>
                  <a:pt x="258763" y="39370"/>
                </a:lnTo>
                <a:cubicBezTo>
                  <a:pt x="270192" y="50800"/>
                  <a:pt x="270192" y="71120"/>
                  <a:pt x="258763" y="82550"/>
                </a:cubicBezTo>
                <a:lnTo>
                  <a:pt x="148273" y="193040"/>
                </a:lnTo>
                <a:cubicBezTo>
                  <a:pt x="140653" y="200660"/>
                  <a:pt x="127953" y="200660"/>
                  <a:pt x="119063" y="193040"/>
                </a:cubicBezTo>
                <a:lnTo>
                  <a:pt x="8573" y="82550"/>
                </a:lnTo>
                <a:cubicBezTo>
                  <a:pt x="-2858" y="71120"/>
                  <a:pt x="-2858" y="50800"/>
                  <a:pt x="8573" y="39370"/>
                </a:cubicBezTo>
                <a:lnTo>
                  <a:pt x="41592" y="6350"/>
                </a:lnTo>
                <a:cubicBezTo>
                  <a:pt x="47942" y="1270"/>
                  <a:pt x="53023" y="0"/>
                  <a:pt x="58103" y="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5" name="Полилиния: фигура 81">
            <a:extLst>
              <a:ext uri="{FF2B5EF4-FFF2-40B4-BE49-F238E27FC236}">
                <a16:creationId xmlns:a16="http://schemas.microsoft.com/office/drawing/2014/main" id="{908884B7-6174-5C91-670D-62B31E77C2F1}"/>
              </a:ext>
            </a:extLst>
          </p:cNvPr>
          <p:cNvSpPr/>
          <p:nvPr/>
        </p:nvSpPr>
        <p:spPr>
          <a:xfrm>
            <a:off x="1139166" y="2154122"/>
            <a:ext cx="194310" cy="284479"/>
          </a:xfrm>
          <a:custGeom>
            <a:avLst/>
            <a:gdLst>
              <a:gd name="connsiteX0" fmla="*/ 11430 w 194310"/>
              <a:gd name="connsiteY0" fmla="*/ 0 h 284479"/>
              <a:gd name="connsiteX1" fmla="*/ 21590 w 194310"/>
              <a:gd name="connsiteY1" fmla="*/ 10160 h 284479"/>
              <a:gd name="connsiteX2" fmla="*/ 21590 w 194310"/>
              <a:gd name="connsiteY2" fmla="*/ 95250 h 284479"/>
              <a:gd name="connsiteX3" fmla="*/ 36830 w 194310"/>
              <a:gd name="connsiteY3" fmla="*/ 104140 h 284479"/>
              <a:gd name="connsiteX4" fmla="*/ 36830 w 194310"/>
              <a:gd name="connsiteY4" fmla="*/ 10160 h 284479"/>
              <a:gd name="connsiteX5" fmla="*/ 46990 w 194310"/>
              <a:gd name="connsiteY5" fmla="*/ 0 h 284479"/>
              <a:gd name="connsiteX6" fmla="*/ 57150 w 194310"/>
              <a:gd name="connsiteY6" fmla="*/ 10160 h 284479"/>
              <a:gd name="connsiteX7" fmla="*/ 57150 w 194310"/>
              <a:gd name="connsiteY7" fmla="*/ 104140 h 284479"/>
              <a:gd name="connsiteX8" fmla="*/ 72390 w 194310"/>
              <a:gd name="connsiteY8" fmla="*/ 95250 h 284479"/>
              <a:gd name="connsiteX9" fmla="*/ 72390 w 194310"/>
              <a:gd name="connsiteY9" fmla="*/ 10160 h 284479"/>
              <a:gd name="connsiteX10" fmla="*/ 82550 w 194310"/>
              <a:gd name="connsiteY10" fmla="*/ 0 h 284479"/>
              <a:gd name="connsiteX11" fmla="*/ 92710 w 194310"/>
              <a:gd name="connsiteY11" fmla="*/ 10160 h 284479"/>
              <a:gd name="connsiteX12" fmla="*/ 92710 w 194310"/>
              <a:gd name="connsiteY12" fmla="*/ 95250 h 284479"/>
              <a:gd name="connsiteX13" fmla="*/ 82550 w 194310"/>
              <a:gd name="connsiteY13" fmla="*/ 113030 h 284479"/>
              <a:gd name="connsiteX14" fmla="*/ 57150 w 194310"/>
              <a:gd name="connsiteY14" fmla="*/ 127000 h 284479"/>
              <a:gd name="connsiteX15" fmla="*/ 57150 w 194310"/>
              <a:gd name="connsiteY15" fmla="*/ 135890 h 284479"/>
              <a:gd name="connsiteX16" fmla="*/ 66040 w 194310"/>
              <a:gd name="connsiteY16" fmla="*/ 135890 h 284479"/>
              <a:gd name="connsiteX17" fmla="*/ 77470 w 194310"/>
              <a:gd name="connsiteY17" fmla="*/ 146050 h 284479"/>
              <a:gd name="connsiteX18" fmla="*/ 81280 w 194310"/>
              <a:gd name="connsiteY18" fmla="*/ 250190 h 284479"/>
              <a:gd name="connsiteX19" fmla="*/ 50800 w 194310"/>
              <a:gd name="connsiteY19" fmla="*/ 281940 h 284479"/>
              <a:gd name="connsiteX20" fmla="*/ 41910 w 194310"/>
              <a:gd name="connsiteY20" fmla="*/ 281940 h 284479"/>
              <a:gd name="connsiteX21" fmla="*/ 11430 w 194310"/>
              <a:gd name="connsiteY21" fmla="*/ 250190 h 284479"/>
              <a:gd name="connsiteX22" fmla="*/ 15240 w 194310"/>
              <a:gd name="connsiteY22" fmla="*/ 146050 h 284479"/>
              <a:gd name="connsiteX23" fmla="*/ 26670 w 194310"/>
              <a:gd name="connsiteY23" fmla="*/ 135890 h 284479"/>
              <a:gd name="connsiteX24" fmla="*/ 35560 w 194310"/>
              <a:gd name="connsiteY24" fmla="*/ 135890 h 284479"/>
              <a:gd name="connsiteX25" fmla="*/ 35560 w 194310"/>
              <a:gd name="connsiteY25" fmla="*/ 127000 h 284479"/>
              <a:gd name="connsiteX26" fmla="*/ 10160 w 194310"/>
              <a:gd name="connsiteY26" fmla="*/ 113030 h 284479"/>
              <a:gd name="connsiteX27" fmla="*/ 0 w 194310"/>
              <a:gd name="connsiteY27" fmla="*/ 95250 h 284479"/>
              <a:gd name="connsiteX28" fmla="*/ 0 w 194310"/>
              <a:gd name="connsiteY28" fmla="*/ 10160 h 284479"/>
              <a:gd name="connsiteX29" fmla="*/ 11430 w 194310"/>
              <a:gd name="connsiteY29" fmla="*/ 0 h 284479"/>
              <a:gd name="connsiteX30" fmla="*/ 175260 w 194310"/>
              <a:gd name="connsiteY30" fmla="*/ 3810 h 284479"/>
              <a:gd name="connsiteX31" fmla="*/ 194310 w 194310"/>
              <a:gd name="connsiteY31" fmla="*/ 12700 h 284479"/>
              <a:gd name="connsiteX32" fmla="*/ 194310 w 194310"/>
              <a:gd name="connsiteY32" fmla="*/ 193040 h 284479"/>
              <a:gd name="connsiteX33" fmla="*/ 194310 w 194310"/>
              <a:gd name="connsiteY33" fmla="*/ 201930 h 284479"/>
              <a:gd name="connsiteX34" fmla="*/ 194310 w 194310"/>
              <a:gd name="connsiteY34" fmla="*/ 254000 h 284479"/>
              <a:gd name="connsiteX35" fmla="*/ 163830 w 194310"/>
              <a:gd name="connsiteY35" fmla="*/ 284480 h 284479"/>
              <a:gd name="connsiteX36" fmla="*/ 133350 w 194310"/>
              <a:gd name="connsiteY36" fmla="*/ 254000 h 284479"/>
              <a:gd name="connsiteX37" fmla="*/ 133350 w 194310"/>
              <a:gd name="connsiteY37" fmla="*/ 213360 h 284479"/>
              <a:gd name="connsiteX38" fmla="*/ 124460 w 194310"/>
              <a:gd name="connsiteY38" fmla="*/ 213360 h 284479"/>
              <a:gd name="connsiteX39" fmla="*/ 113030 w 194310"/>
              <a:gd name="connsiteY39" fmla="*/ 201930 h 284479"/>
              <a:gd name="connsiteX40" fmla="*/ 175260 w 194310"/>
              <a:gd name="connsiteY40" fmla="*/ 3810 h 284479"/>
              <a:gd name="connsiteX41" fmla="*/ 173990 w 194310"/>
              <a:gd name="connsiteY41" fmla="*/ 35560 h 284479"/>
              <a:gd name="connsiteX42" fmla="*/ 173990 w 194310"/>
              <a:gd name="connsiteY42" fmla="*/ 193040 h 284479"/>
              <a:gd name="connsiteX43" fmla="*/ 133350 w 194310"/>
              <a:gd name="connsiteY43" fmla="*/ 193040 h 284479"/>
              <a:gd name="connsiteX44" fmla="*/ 173990 w 194310"/>
              <a:gd name="connsiteY44" fmla="*/ 35560 h 284479"/>
              <a:gd name="connsiteX45" fmla="*/ 153670 w 194310"/>
              <a:gd name="connsiteY45" fmla="*/ 213360 h 284479"/>
              <a:gd name="connsiteX46" fmla="*/ 173990 w 194310"/>
              <a:gd name="connsiteY46" fmla="*/ 213360 h 284479"/>
              <a:gd name="connsiteX47" fmla="*/ 173990 w 194310"/>
              <a:gd name="connsiteY47" fmla="*/ 254000 h 284479"/>
              <a:gd name="connsiteX48" fmla="*/ 163830 w 194310"/>
              <a:gd name="connsiteY48" fmla="*/ 264160 h 284479"/>
              <a:gd name="connsiteX49" fmla="*/ 153670 w 194310"/>
              <a:gd name="connsiteY49" fmla="*/ 254000 h 284479"/>
              <a:gd name="connsiteX50" fmla="*/ 153670 w 194310"/>
              <a:gd name="connsiteY50" fmla="*/ 213360 h 284479"/>
              <a:gd name="connsiteX51" fmla="*/ 33020 w 194310"/>
              <a:gd name="connsiteY51" fmla="*/ 252730 h 284479"/>
              <a:gd name="connsiteX52" fmla="*/ 36830 w 194310"/>
              <a:gd name="connsiteY52" fmla="*/ 156210 h 284479"/>
              <a:gd name="connsiteX53" fmla="*/ 58420 w 194310"/>
              <a:gd name="connsiteY53" fmla="*/ 156210 h 284479"/>
              <a:gd name="connsiteX54" fmla="*/ 62230 w 194310"/>
              <a:gd name="connsiteY54" fmla="*/ 252730 h 284479"/>
              <a:gd name="connsiteX55" fmla="*/ 52070 w 194310"/>
              <a:gd name="connsiteY55" fmla="*/ 262890 h 284479"/>
              <a:gd name="connsiteX56" fmla="*/ 43180 w 194310"/>
              <a:gd name="connsiteY56" fmla="*/ 262890 h 284479"/>
              <a:gd name="connsiteX57" fmla="*/ 33020 w 194310"/>
              <a:gd name="connsiteY57" fmla="*/ 25273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194310" h="284479">
                <a:moveTo>
                  <a:pt x="11430" y="0"/>
                </a:moveTo>
                <a:cubicBezTo>
                  <a:pt x="16510" y="0"/>
                  <a:pt x="21590" y="5080"/>
                  <a:pt x="21590" y="10160"/>
                </a:cubicBezTo>
                <a:lnTo>
                  <a:pt x="21590" y="95250"/>
                </a:lnTo>
                <a:lnTo>
                  <a:pt x="36830" y="104140"/>
                </a:lnTo>
                <a:lnTo>
                  <a:pt x="36830" y="10160"/>
                </a:lnTo>
                <a:cubicBezTo>
                  <a:pt x="36830" y="5080"/>
                  <a:pt x="41910" y="0"/>
                  <a:pt x="46990" y="0"/>
                </a:cubicBezTo>
                <a:cubicBezTo>
                  <a:pt x="52070" y="0"/>
                  <a:pt x="57150" y="5080"/>
                  <a:pt x="57150" y="10160"/>
                </a:cubicBezTo>
                <a:lnTo>
                  <a:pt x="57150" y="104140"/>
                </a:lnTo>
                <a:lnTo>
                  <a:pt x="72390" y="95250"/>
                </a:lnTo>
                <a:lnTo>
                  <a:pt x="72390" y="10160"/>
                </a:lnTo>
                <a:cubicBezTo>
                  <a:pt x="72390" y="5080"/>
                  <a:pt x="77470" y="0"/>
                  <a:pt x="82550" y="0"/>
                </a:cubicBezTo>
                <a:cubicBezTo>
                  <a:pt x="87630" y="0"/>
                  <a:pt x="92710" y="5080"/>
                  <a:pt x="92710" y="10160"/>
                </a:cubicBezTo>
                <a:lnTo>
                  <a:pt x="92710" y="95250"/>
                </a:lnTo>
                <a:cubicBezTo>
                  <a:pt x="92710" y="102870"/>
                  <a:pt x="88900" y="109220"/>
                  <a:pt x="82550" y="113030"/>
                </a:cubicBezTo>
                <a:lnTo>
                  <a:pt x="57150" y="127000"/>
                </a:lnTo>
                <a:lnTo>
                  <a:pt x="57150" y="135890"/>
                </a:lnTo>
                <a:lnTo>
                  <a:pt x="66040" y="135890"/>
                </a:lnTo>
                <a:cubicBezTo>
                  <a:pt x="72390" y="135890"/>
                  <a:pt x="77470" y="140970"/>
                  <a:pt x="77470" y="146050"/>
                </a:cubicBezTo>
                <a:lnTo>
                  <a:pt x="81280" y="250190"/>
                </a:lnTo>
                <a:cubicBezTo>
                  <a:pt x="82550" y="267970"/>
                  <a:pt x="68580" y="281940"/>
                  <a:pt x="50800" y="281940"/>
                </a:cubicBezTo>
                <a:lnTo>
                  <a:pt x="41910" y="281940"/>
                </a:lnTo>
                <a:cubicBezTo>
                  <a:pt x="24130" y="281940"/>
                  <a:pt x="11430" y="267970"/>
                  <a:pt x="11430" y="250190"/>
                </a:cubicBezTo>
                <a:lnTo>
                  <a:pt x="15240" y="146050"/>
                </a:lnTo>
                <a:cubicBezTo>
                  <a:pt x="15240" y="139700"/>
                  <a:pt x="20320" y="135890"/>
                  <a:pt x="26670" y="135890"/>
                </a:cubicBezTo>
                <a:lnTo>
                  <a:pt x="35560" y="135890"/>
                </a:lnTo>
                <a:lnTo>
                  <a:pt x="35560" y="127000"/>
                </a:lnTo>
                <a:lnTo>
                  <a:pt x="10160" y="113030"/>
                </a:lnTo>
                <a:cubicBezTo>
                  <a:pt x="3810" y="109220"/>
                  <a:pt x="0" y="102870"/>
                  <a:pt x="0" y="95250"/>
                </a:cubicBezTo>
                <a:lnTo>
                  <a:pt x="0" y="10160"/>
                </a:lnTo>
                <a:cubicBezTo>
                  <a:pt x="1270" y="3810"/>
                  <a:pt x="6350" y="0"/>
                  <a:pt x="11430" y="0"/>
                </a:cubicBezTo>
                <a:close/>
                <a:moveTo>
                  <a:pt x="175260" y="3810"/>
                </a:moveTo>
                <a:cubicBezTo>
                  <a:pt x="182880" y="-2540"/>
                  <a:pt x="194310" y="3810"/>
                  <a:pt x="194310" y="12700"/>
                </a:cubicBezTo>
                <a:lnTo>
                  <a:pt x="194310" y="193040"/>
                </a:lnTo>
                <a:lnTo>
                  <a:pt x="194310" y="201930"/>
                </a:lnTo>
                <a:lnTo>
                  <a:pt x="194310" y="254000"/>
                </a:lnTo>
                <a:cubicBezTo>
                  <a:pt x="194310" y="270510"/>
                  <a:pt x="180340" y="284480"/>
                  <a:pt x="163830" y="284480"/>
                </a:cubicBezTo>
                <a:cubicBezTo>
                  <a:pt x="147320" y="284480"/>
                  <a:pt x="133350" y="270510"/>
                  <a:pt x="133350" y="254000"/>
                </a:cubicBezTo>
                <a:lnTo>
                  <a:pt x="133350" y="213360"/>
                </a:lnTo>
                <a:lnTo>
                  <a:pt x="124460" y="213360"/>
                </a:lnTo>
                <a:cubicBezTo>
                  <a:pt x="118110" y="213360"/>
                  <a:pt x="113030" y="208280"/>
                  <a:pt x="113030" y="201930"/>
                </a:cubicBezTo>
                <a:cubicBezTo>
                  <a:pt x="113030" y="74930"/>
                  <a:pt x="152400" y="24130"/>
                  <a:pt x="175260" y="3810"/>
                </a:cubicBezTo>
                <a:close/>
                <a:moveTo>
                  <a:pt x="173990" y="35560"/>
                </a:moveTo>
                <a:lnTo>
                  <a:pt x="173990" y="193040"/>
                </a:lnTo>
                <a:lnTo>
                  <a:pt x="133350" y="193040"/>
                </a:lnTo>
                <a:cubicBezTo>
                  <a:pt x="134620" y="105410"/>
                  <a:pt x="156210" y="59690"/>
                  <a:pt x="173990" y="35560"/>
                </a:cubicBezTo>
                <a:close/>
                <a:moveTo>
                  <a:pt x="153670" y="213360"/>
                </a:moveTo>
                <a:lnTo>
                  <a:pt x="173990" y="213360"/>
                </a:lnTo>
                <a:lnTo>
                  <a:pt x="173990" y="254000"/>
                </a:lnTo>
                <a:cubicBezTo>
                  <a:pt x="173990" y="259080"/>
                  <a:pt x="168910" y="264160"/>
                  <a:pt x="163830" y="264160"/>
                </a:cubicBezTo>
                <a:cubicBezTo>
                  <a:pt x="158750" y="264160"/>
                  <a:pt x="153670" y="259080"/>
                  <a:pt x="153670" y="254000"/>
                </a:cubicBezTo>
                <a:lnTo>
                  <a:pt x="153670" y="213360"/>
                </a:lnTo>
                <a:close/>
                <a:moveTo>
                  <a:pt x="33020" y="252730"/>
                </a:moveTo>
                <a:lnTo>
                  <a:pt x="36830" y="156210"/>
                </a:lnTo>
                <a:lnTo>
                  <a:pt x="58420" y="156210"/>
                </a:lnTo>
                <a:lnTo>
                  <a:pt x="62230" y="252730"/>
                </a:lnTo>
                <a:cubicBezTo>
                  <a:pt x="62230" y="259080"/>
                  <a:pt x="58420" y="262890"/>
                  <a:pt x="52070" y="262890"/>
                </a:cubicBezTo>
                <a:lnTo>
                  <a:pt x="43180" y="262890"/>
                </a:lnTo>
                <a:cubicBezTo>
                  <a:pt x="36830" y="264160"/>
                  <a:pt x="33020" y="259080"/>
                  <a:pt x="33020" y="2527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6" name="Полилиния: фигура 84">
            <a:extLst>
              <a:ext uri="{FF2B5EF4-FFF2-40B4-BE49-F238E27FC236}">
                <a16:creationId xmlns:a16="http://schemas.microsoft.com/office/drawing/2014/main" id="{56D8F111-A9C7-9381-D71C-A30BAB7187A9}"/>
              </a:ext>
            </a:extLst>
          </p:cNvPr>
          <p:cNvSpPr/>
          <p:nvPr/>
        </p:nvSpPr>
        <p:spPr>
          <a:xfrm>
            <a:off x="3878986" y="2167876"/>
            <a:ext cx="301400" cy="266915"/>
          </a:xfrm>
          <a:custGeom>
            <a:avLst/>
            <a:gdLst>
              <a:gd name="connsiteX0" fmla="*/ 32590 w 301400"/>
              <a:gd name="connsiteY0" fmla="*/ 31965 h 266915"/>
              <a:gd name="connsiteX1" fmla="*/ 33860 w 301400"/>
              <a:gd name="connsiteY1" fmla="*/ 29425 h 266915"/>
              <a:gd name="connsiteX2" fmla="*/ 75770 w 301400"/>
              <a:gd name="connsiteY2" fmla="*/ 98005 h 266915"/>
              <a:gd name="connsiteX3" fmla="*/ 113870 w 301400"/>
              <a:gd name="connsiteY3" fmla="*/ 141185 h 266915"/>
              <a:gd name="connsiteX4" fmla="*/ 141810 w 301400"/>
              <a:gd name="connsiteY4" fmla="*/ 108165 h 266915"/>
              <a:gd name="connsiteX5" fmla="*/ 141810 w 301400"/>
              <a:gd name="connsiteY5" fmla="*/ 82765 h 266915"/>
              <a:gd name="connsiteX6" fmla="*/ 111330 w 301400"/>
              <a:gd name="connsiteY6" fmla="*/ 52285 h 266915"/>
              <a:gd name="connsiteX7" fmla="*/ 111330 w 301400"/>
              <a:gd name="connsiteY7" fmla="*/ 52285 h 266915"/>
              <a:gd name="connsiteX8" fmla="*/ 112600 w 301400"/>
              <a:gd name="connsiteY8" fmla="*/ 48475 h 266915"/>
              <a:gd name="connsiteX9" fmla="*/ 117680 w 301400"/>
              <a:gd name="connsiteY9" fmla="*/ 43395 h 266915"/>
              <a:gd name="connsiteX10" fmla="*/ 136730 w 301400"/>
              <a:gd name="connsiteY10" fmla="*/ 35775 h 266915"/>
              <a:gd name="connsiteX11" fmla="*/ 143080 w 301400"/>
              <a:gd name="connsiteY11" fmla="*/ 47205 h 266915"/>
              <a:gd name="connsiteX12" fmla="*/ 145620 w 301400"/>
              <a:gd name="connsiteY12" fmla="*/ 49745 h 266915"/>
              <a:gd name="connsiteX13" fmla="*/ 151970 w 301400"/>
              <a:gd name="connsiteY13" fmla="*/ 52285 h 266915"/>
              <a:gd name="connsiteX14" fmla="*/ 155780 w 301400"/>
              <a:gd name="connsiteY14" fmla="*/ 51015 h 266915"/>
              <a:gd name="connsiteX15" fmla="*/ 158320 w 301400"/>
              <a:gd name="connsiteY15" fmla="*/ 49745 h 266915"/>
              <a:gd name="connsiteX16" fmla="*/ 160860 w 301400"/>
              <a:gd name="connsiteY16" fmla="*/ 47205 h 266915"/>
              <a:gd name="connsiteX17" fmla="*/ 167210 w 301400"/>
              <a:gd name="connsiteY17" fmla="*/ 35775 h 266915"/>
              <a:gd name="connsiteX18" fmla="*/ 186260 w 301400"/>
              <a:gd name="connsiteY18" fmla="*/ 43395 h 266915"/>
              <a:gd name="connsiteX19" fmla="*/ 191340 w 301400"/>
              <a:gd name="connsiteY19" fmla="*/ 48475 h 266915"/>
              <a:gd name="connsiteX20" fmla="*/ 192610 w 301400"/>
              <a:gd name="connsiteY20" fmla="*/ 52285 h 266915"/>
              <a:gd name="connsiteX21" fmla="*/ 192610 w 301400"/>
              <a:gd name="connsiteY21" fmla="*/ 52285 h 266915"/>
              <a:gd name="connsiteX22" fmla="*/ 162130 w 301400"/>
              <a:gd name="connsiteY22" fmla="*/ 82765 h 266915"/>
              <a:gd name="connsiteX23" fmla="*/ 162130 w 301400"/>
              <a:gd name="connsiteY23" fmla="*/ 108165 h 266915"/>
              <a:gd name="connsiteX24" fmla="*/ 190070 w 301400"/>
              <a:gd name="connsiteY24" fmla="*/ 141185 h 266915"/>
              <a:gd name="connsiteX25" fmla="*/ 228170 w 301400"/>
              <a:gd name="connsiteY25" fmla="*/ 98005 h 266915"/>
              <a:gd name="connsiteX26" fmla="*/ 270080 w 301400"/>
              <a:gd name="connsiteY26" fmla="*/ 29425 h 266915"/>
              <a:gd name="connsiteX27" fmla="*/ 271350 w 301400"/>
              <a:gd name="connsiteY27" fmla="*/ 31965 h 266915"/>
              <a:gd name="connsiteX28" fmla="*/ 273890 w 301400"/>
              <a:gd name="connsiteY28" fmla="*/ 152615 h 266915"/>
              <a:gd name="connsiteX29" fmla="*/ 228170 w 301400"/>
              <a:gd name="connsiteY29" fmla="*/ 172935 h 266915"/>
              <a:gd name="connsiteX30" fmla="*/ 211660 w 301400"/>
              <a:gd name="connsiteY30" fmla="*/ 165315 h 266915"/>
              <a:gd name="connsiteX31" fmla="*/ 165940 w 301400"/>
              <a:gd name="connsiteY31" fmla="*/ 188175 h 266915"/>
              <a:gd name="connsiteX32" fmla="*/ 184990 w 301400"/>
              <a:gd name="connsiteY32" fmla="*/ 225005 h 266915"/>
              <a:gd name="connsiteX33" fmla="*/ 202770 w 301400"/>
              <a:gd name="connsiteY33" fmla="*/ 231355 h 266915"/>
              <a:gd name="connsiteX34" fmla="*/ 150700 w 301400"/>
              <a:gd name="connsiteY34" fmla="*/ 249135 h 266915"/>
              <a:gd name="connsiteX35" fmla="*/ 98630 w 301400"/>
              <a:gd name="connsiteY35" fmla="*/ 231355 h 266915"/>
              <a:gd name="connsiteX36" fmla="*/ 116410 w 301400"/>
              <a:gd name="connsiteY36" fmla="*/ 225005 h 266915"/>
              <a:gd name="connsiteX37" fmla="*/ 135460 w 301400"/>
              <a:gd name="connsiteY37" fmla="*/ 188175 h 266915"/>
              <a:gd name="connsiteX38" fmla="*/ 89740 w 301400"/>
              <a:gd name="connsiteY38" fmla="*/ 165315 h 266915"/>
              <a:gd name="connsiteX39" fmla="*/ 73230 w 301400"/>
              <a:gd name="connsiteY39" fmla="*/ 172935 h 266915"/>
              <a:gd name="connsiteX40" fmla="*/ 27510 w 301400"/>
              <a:gd name="connsiteY40" fmla="*/ 152615 h 266915"/>
              <a:gd name="connsiteX41" fmla="*/ 32590 w 301400"/>
              <a:gd name="connsiteY41" fmla="*/ 31965 h 266915"/>
              <a:gd name="connsiteX42" fmla="*/ 153240 w 301400"/>
              <a:gd name="connsiteY42" fmla="*/ 20535 h 266915"/>
              <a:gd name="connsiteX43" fmla="*/ 130380 w 301400"/>
              <a:gd name="connsiteY43" fmla="*/ 15455 h 266915"/>
              <a:gd name="connsiteX44" fmla="*/ 111330 w 301400"/>
              <a:gd name="connsiteY44" fmla="*/ 23075 h 266915"/>
              <a:gd name="connsiteX45" fmla="*/ 94820 w 301400"/>
              <a:gd name="connsiteY45" fmla="*/ 39585 h 266915"/>
              <a:gd name="connsiteX46" fmla="*/ 91010 w 301400"/>
              <a:gd name="connsiteY46" fmla="*/ 49745 h 266915"/>
              <a:gd name="connsiteX47" fmla="*/ 104980 w 301400"/>
              <a:gd name="connsiteY47" fmla="*/ 70065 h 266915"/>
              <a:gd name="connsiteX48" fmla="*/ 112600 w 301400"/>
              <a:gd name="connsiteY48" fmla="*/ 70065 h 266915"/>
              <a:gd name="connsiteX49" fmla="*/ 122760 w 301400"/>
              <a:gd name="connsiteY49" fmla="*/ 80225 h 266915"/>
              <a:gd name="connsiteX50" fmla="*/ 122760 w 301400"/>
              <a:gd name="connsiteY50" fmla="*/ 105625 h 266915"/>
              <a:gd name="connsiteX51" fmla="*/ 111330 w 301400"/>
              <a:gd name="connsiteY51" fmla="*/ 119595 h 266915"/>
              <a:gd name="connsiteX52" fmla="*/ 96090 w 301400"/>
              <a:gd name="connsiteY52" fmla="*/ 100545 h 266915"/>
              <a:gd name="connsiteX53" fmla="*/ 98630 w 301400"/>
              <a:gd name="connsiteY53" fmla="*/ 94195 h 266915"/>
              <a:gd name="connsiteX54" fmla="*/ 45290 w 301400"/>
              <a:gd name="connsiteY54" fmla="*/ 7835 h 266915"/>
              <a:gd name="connsiteX55" fmla="*/ 17350 w 301400"/>
              <a:gd name="connsiteY55" fmla="*/ 10375 h 266915"/>
              <a:gd name="connsiteX56" fmla="*/ 12270 w 301400"/>
              <a:gd name="connsiteY56" fmla="*/ 23075 h 266915"/>
              <a:gd name="connsiteX57" fmla="*/ 9730 w 301400"/>
              <a:gd name="connsiteY57" fmla="*/ 157695 h 266915"/>
              <a:gd name="connsiteX58" fmla="*/ 83390 w 301400"/>
              <a:gd name="connsiteY58" fmla="*/ 189445 h 266915"/>
              <a:gd name="connsiteX59" fmla="*/ 99900 w 301400"/>
              <a:gd name="connsiteY59" fmla="*/ 181825 h 266915"/>
              <a:gd name="connsiteX60" fmla="*/ 116410 w 301400"/>
              <a:gd name="connsiteY60" fmla="*/ 190715 h 266915"/>
              <a:gd name="connsiteX61" fmla="*/ 108790 w 301400"/>
              <a:gd name="connsiteY61" fmla="*/ 204685 h 266915"/>
              <a:gd name="connsiteX62" fmla="*/ 83390 w 301400"/>
              <a:gd name="connsiteY62" fmla="*/ 214845 h 266915"/>
              <a:gd name="connsiteX63" fmla="*/ 79580 w 301400"/>
              <a:gd name="connsiteY63" fmla="*/ 240245 h 266915"/>
              <a:gd name="connsiteX64" fmla="*/ 82120 w 301400"/>
              <a:gd name="connsiteY64" fmla="*/ 241515 h 266915"/>
              <a:gd name="connsiteX65" fmla="*/ 150700 w 301400"/>
              <a:gd name="connsiteY65" fmla="*/ 266915 h 266915"/>
              <a:gd name="connsiteX66" fmla="*/ 219280 w 301400"/>
              <a:gd name="connsiteY66" fmla="*/ 241515 h 266915"/>
              <a:gd name="connsiteX67" fmla="*/ 221820 w 301400"/>
              <a:gd name="connsiteY67" fmla="*/ 240245 h 266915"/>
              <a:gd name="connsiteX68" fmla="*/ 218010 w 301400"/>
              <a:gd name="connsiteY68" fmla="*/ 214845 h 266915"/>
              <a:gd name="connsiteX69" fmla="*/ 192610 w 301400"/>
              <a:gd name="connsiteY69" fmla="*/ 204685 h 266915"/>
              <a:gd name="connsiteX70" fmla="*/ 184990 w 301400"/>
              <a:gd name="connsiteY70" fmla="*/ 190715 h 266915"/>
              <a:gd name="connsiteX71" fmla="*/ 201500 w 301400"/>
              <a:gd name="connsiteY71" fmla="*/ 181825 h 266915"/>
              <a:gd name="connsiteX72" fmla="*/ 218010 w 301400"/>
              <a:gd name="connsiteY72" fmla="*/ 189445 h 266915"/>
              <a:gd name="connsiteX73" fmla="*/ 291670 w 301400"/>
              <a:gd name="connsiteY73" fmla="*/ 157695 h 266915"/>
              <a:gd name="connsiteX74" fmla="*/ 289130 w 301400"/>
              <a:gd name="connsiteY74" fmla="*/ 23075 h 266915"/>
              <a:gd name="connsiteX75" fmla="*/ 284050 w 301400"/>
              <a:gd name="connsiteY75" fmla="*/ 10375 h 266915"/>
              <a:gd name="connsiteX76" fmla="*/ 257380 w 301400"/>
              <a:gd name="connsiteY76" fmla="*/ 7835 h 266915"/>
              <a:gd name="connsiteX77" fmla="*/ 204040 w 301400"/>
              <a:gd name="connsiteY77" fmla="*/ 94195 h 266915"/>
              <a:gd name="connsiteX78" fmla="*/ 206580 w 301400"/>
              <a:gd name="connsiteY78" fmla="*/ 100545 h 266915"/>
              <a:gd name="connsiteX79" fmla="*/ 191340 w 301400"/>
              <a:gd name="connsiteY79" fmla="*/ 119595 h 266915"/>
              <a:gd name="connsiteX80" fmla="*/ 179910 w 301400"/>
              <a:gd name="connsiteY80" fmla="*/ 105625 h 266915"/>
              <a:gd name="connsiteX81" fmla="*/ 179910 w 301400"/>
              <a:gd name="connsiteY81" fmla="*/ 80225 h 266915"/>
              <a:gd name="connsiteX82" fmla="*/ 190070 w 301400"/>
              <a:gd name="connsiteY82" fmla="*/ 70065 h 266915"/>
              <a:gd name="connsiteX83" fmla="*/ 197690 w 301400"/>
              <a:gd name="connsiteY83" fmla="*/ 70065 h 266915"/>
              <a:gd name="connsiteX84" fmla="*/ 211660 w 301400"/>
              <a:gd name="connsiteY84" fmla="*/ 49745 h 266915"/>
              <a:gd name="connsiteX85" fmla="*/ 207850 w 301400"/>
              <a:gd name="connsiteY85" fmla="*/ 39585 h 266915"/>
              <a:gd name="connsiteX86" fmla="*/ 191340 w 301400"/>
              <a:gd name="connsiteY86" fmla="*/ 23075 h 266915"/>
              <a:gd name="connsiteX87" fmla="*/ 172290 w 301400"/>
              <a:gd name="connsiteY87" fmla="*/ 15455 h 266915"/>
              <a:gd name="connsiteX88" fmla="*/ 153240 w 301400"/>
              <a:gd name="connsiteY88" fmla="*/ 20535 h 266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301400" h="266915">
                <a:moveTo>
                  <a:pt x="32590" y="31965"/>
                </a:moveTo>
                <a:lnTo>
                  <a:pt x="33860" y="29425"/>
                </a:lnTo>
                <a:lnTo>
                  <a:pt x="75770" y="98005"/>
                </a:lnTo>
                <a:cubicBezTo>
                  <a:pt x="69420" y="122135"/>
                  <a:pt x="89740" y="144995"/>
                  <a:pt x="113870" y="141185"/>
                </a:cubicBezTo>
                <a:cubicBezTo>
                  <a:pt x="130380" y="138645"/>
                  <a:pt x="141810" y="124675"/>
                  <a:pt x="141810" y="108165"/>
                </a:cubicBezTo>
                <a:lnTo>
                  <a:pt x="141810" y="82765"/>
                </a:lnTo>
                <a:cubicBezTo>
                  <a:pt x="141810" y="66255"/>
                  <a:pt x="127840" y="52285"/>
                  <a:pt x="111330" y="52285"/>
                </a:cubicBezTo>
                <a:lnTo>
                  <a:pt x="111330" y="52285"/>
                </a:lnTo>
                <a:lnTo>
                  <a:pt x="112600" y="48475"/>
                </a:lnTo>
                <a:cubicBezTo>
                  <a:pt x="113870" y="45935"/>
                  <a:pt x="115140" y="43395"/>
                  <a:pt x="117680" y="43395"/>
                </a:cubicBezTo>
                <a:lnTo>
                  <a:pt x="136730" y="35775"/>
                </a:lnTo>
                <a:lnTo>
                  <a:pt x="143080" y="47205"/>
                </a:lnTo>
                <a:cubicBezTo>
                  <a:pt x="143080" y="48475"/>
                  <a:pt x="144350" y="49745"/>
                  <a:pt x="145620" y="49745"/>
                </a:cubicBezTo>
                <a:cubicBezTo>
                  <a:pt x="146890" y="51015"/>
                  <a:pt x="149430" y="52285"/>
                  <a:pt x="151970" y="52285"/>
                </a:cubicBezTo>
                <a:cubicBezTo>
                  <a:pt x="153240" y="52285"/>
                  <a:pt x="154510" y="52285"/>
                  <a:pt x="155780" y="51015"/>
                </a:cubicBezTo>
                <a:cubicBezTo>
                  <a:pt x="157050" y="51015"/>
                  <a:pt x="157050" y="49745"/>
                  <a:pt x="158320" y="49745"/>
                </a:cubicBezTo>
                <a:cubicBezTo>
                  <a:pt x="159590" y="48475"/>
                  <a:pt x="159590" y="47205"/>
                  <a:pt x="160860" y="47205"/>
                </a:cubicBezTo>
                <a:lnTo>
                  <a:pt x="167210" y="35775"/>
                </a:lnTo>
                <a:lnTo>
                  <a:pt x="186260" y="43395"/>
                </a:lnTo>
                <a:cubicBezTo>
                  <a:pt x="188800" y="44665"/>
                  <a:pt x="190070" y="45935"/>
                  <a:pt x="191340" y="48475"/>
                </a:cubicBezTo>
                <a:lnTo>
                  <a:pt x="192610" y="52285"/>
                </a:lnTo>
                <a:lnTo>
                  <a:pt x="192610" y="52285"/>
                </a:lnTo>
                <a:cubicBezTo>
                  <a:pt x="176100" y="52285"/>
                  <a:pt x="162130" y="66255"/>
                  <a:pt x="162130" y="82765"/>
                </a:cubicBezTo>
                <a:lnTo>
                  <a:pt x="162130" y="108165"/>
                </a:lnTo>
                <a:cubicBezTo>
                  <a:pt x="162130" y="124675"/>
                  <a:pt x="173560" y="138645"/>
                  <a:pt x="190070" y="141185"/>
                </a:cubicBezTo>
                <a:cubicBezTo>
                  <a:pt x="215470" y="144995"/>
                  <a:pt x="234520" y="122135"/>
                  <a:pt x="228170" y="98005"/>
                </a:cubicBezTo>
                <a:lnTo>
                  <a:pt x="270080" y="29425"/>
                </a:lnTo>
                <a:lnTo>
                  <a:pt x="271350" y="31965"/>
                </a:lnTo>
                <a:cubicBezTo>
                  <a:pt x="285320" y="71335"/>
                  <a:pt x="285320" y="113245"/>
                  <a:pt x="273890" y="152615"/>
                </a:cubicBezTo>
                <a:cubicBezTo>
                  <a:pt x="267540" y="171665"/>
                  <a:pt x="245950" y="181825"/>
                  <a:pt x="228170" y="172935"/>
                </a:cubicBezTo>
                <a:lnTo>
                  <a:pt x="211660" y="165315"/>
                </a:lnTo>
                <a:cubicBezTo>
                  <a:pt x="192610" y="156425"/>
                  <a:pt x="171020" y="167855"/>
                  <a:pt x="165940" y="188175"/>
                </a:cubicBezTo>
                <a:cubicBezTo>
                  <a:pt x="162130" y="203415"/>
                  <a:pt x="171020" y="219925"/>
                  <a:pt x="184990" y="225005"/>
                </a:cubicBezTo>
                <a:lnTo>
                  <a:pt x="202770" y="231355"/>
                </a:lnTo>
                <a:cubicBezTo>
                  <a:pt x="187530" y="242785"/>
                  <a:pt x="169750" y="249135"/>
                  <a:pt x="150700" y="249135"/>
                </a:cubicBezTo>
                <a:cubicBezTo>
                  <a:pt x="131650" y="249135"/>
                  <a:pt x="113870" y="242785"/>
                  <a:pt x="98630" y="231355"/>
                </a:cubicBezTo>
                <a:lnTo>
                  <a:pt x="116410" y="225005"/>
                </a:lnTo>
                <a:cubicBezTo>
                  <a:pt x="131650" y="218655"/>
                  <a:pt x="139270" y="203415"/>
                  <a:pt x="135460" y="188175"/>
                </a:cubicBezTo>
                <a:cubicBezTo>
                  <a:pt x="130380" y="167855"/>
                  <a:pt x="108790" y="156425"/>
                  <a:pt x="89740" y="165315"/>
                </a:cubicBezTo>
                <a:lnTo>
                  <a:pt x="73230" y="172935"/>
                </a:lnTo>
                <a:cubicBezTo>
                  <a:pt x="55450" y="181825"/>
                  <a:pt x="32590" y="171665"/>
                  <a:pt x="27510" y="152615"/>
                </a:cubicBezTo>
                <a:cubicBezTo>
                  <a:pt x="18620" y="114515"/>
                  <a:pt x="18620" y="71335"/>
                  <a:pt x="32590" y="31965"/>
                </a:cubicBezTo>
                <a:close/>
                <a:moveTo>
                  <a:pt x="153240" y="20535"/>
                </a:moveTo>
                <a:cubicBezTo>
                  <a:pt x="148160" y="14185"/>
                  <a:pt x="138000" y="11645"/>
                  <a:pt x="130380" y="15455"/>
                </a:cubicBezTo>
                <a:lnTo>
                  <a:pt x="111330" y="23075"/>
                </a:lnTo>
                <a:cubicBezTo>
                  <a:pt x="103710" y="25615"/>
                  <a:pt x="98630" y="31965"/>
                  <a:pt x="94820" y="39585"/>
                </a:cubicBezTo>
                <a:lnTo>
                  <a:pt x="91010" y="49745"/>
                </a:lnTo>
                <a:cubicBezTo>
                  <a:pt x="87200" y="59905"/>
                  <a:pt x="94820" y="70065"/>
                  <a:pt x="104980" y="70065"/>
                </a:cubicBezTo>
                <a:lnTo>
                  <a:pt x="112600" y="70065"/>
                </a:lnTo>
                <a:cubicBezTo>
                  <a:pt x="117680" y="70065"/>
                  <a:pt x="122760" y="75145"/>
                  <a:pt x="122760" y="80225"/>
                </a:cubicBezTo>
                <a:lnTo>
                  <a:pt x="122760" y="105625"/>
                </a:lnTo>
                <a:cubicBezTo>
                  <a:pt x="122760" y="111975"/>
                  <a:pt x="117680" y="118325"/>
                  <a:pt x="111330" y="119595"/>
                </a:cubicBezTo>
                <a:cubicBezTo>
                  <a:pt x="101170" y="120865"/>
                  <a:pt x="92280" y="110705"/>
                  <a:pt x="96090" y="100545"/>
                </a:cubicBezTo>
                <a:lnTo>
                  <a:pt x="98630" y="94195"/>
                </a:lnTo>
                <a:lnTo>
                  <a:pt x="45290" y="7835"/>
                </a:lnTo>
                <a:cubicBezTo>
                  <a:pt x="38940" y="-3595"/>
                  <a:pt x="22430" y="-1055"/>
                  <a:pt x="17350" y="10375"/>
                </a:cubicBezTo>
                <a:lnTo>
                  <a:pt x="12270" y="23075"/>
                </a:lnTo>
                <a:cubicBezTo>
                  <a:pt x="-2970" y="66255"/>
                  <a:pt x="-4240" y="113245"/>
                  <a:pt x="9730" y="157695"/>
                </a:cubicBezTo>
                <a:cubicBezTo>
                  <a:pt x="19890" y="188175"/>
                  <a:pt x="54180" y="203415"/>
                  <a:pt x="83390" y="189445"/>
                </a:cubicBezTo>
                <a:lnTo>
                  <a:pt x="99900" y="181825"/>
                </a:lnTo>
                <a:cubicBezTo>
                  <a:pt x="107520" y="178015"/>
                  <a:pt x="115140" y="183095"/>
                  <a:pt x="116410" y="190715"/>
                </a:cubicBezTo>
                <a:cubicBezTo>
                  <a:pt x="117680" y="197065"/>
                  <a:pt x="115140" y="202145"/>
                  <a:pt x="108790" y="204685"/>
                </a:cubicBezTo>
                <a:lnTo>
                  <a:pt x="83390" y="214845"/>
                </a:lnTo>
                <a:cubicBezTo>
                  <a:pt x="73230" y="218655"/>
                  <a:pt x="70690" y="232625"/>
                  <a:pt x="79580" y="240245"/>
                </a:cubicBezTo>
                <a:lnTo>
                  <a:pt x="82120" y="241515"/>
                </a:lnTo>
                <a:cubicBezTo>
                  <a:pt x="101170" y="258025"/>
                  <a:pt x="125300" y="266915"/>
                  <a:pt x="150700" y="266915"/>
                </a:cubicBezTo>
                <a:cubicBezTo>
                  <a:pt x="176100" y="266915"/>
                  <a:pt x="200230" y="258025"/>
                  <a:pt x="219280" y="241515"/>
                </a:cubicBezTo>
                <a:lnTo>
                  <a:pt x="221820" y="240245"/>
                </a:lnTo>
                <a:cubicBezTo>
                  <a:pt x="230710" y="232625"/>
                  <a:pt x="228170" y="218655"/>
                  <a:pt x="218010" y="214845"/>
                </a:cubicBezTo>
                <a:lnTo>
                  <a:pt x="192610" y="204685"/>
                </a:lnTo>
                <a:cubicBezTo>
                  <a:pt x="187530" y="202145"/>
                  <a:pt x="183720" y="197065"/>
                  <a:pt x="184990" y="190715"/>
                </a:cubicBezTo>
                <a:cubicBezTo>
                  <a:pt x="186260" y="183095"/>
                  <a:pt x="195150" y="179285"/>
                  <a:pt x="201500" y="181825"/>
                </a:cubicBezTo>
                <a:lnTo>
                  <a:pt x="218010" y="189445"/>
                </a:lnTo>
                <a:cubicBezTo>
                  <a:pt x="247220" y="203415"/>
                  <a:pt x="282780" y="188175"/>
                  <a:pt x="291670" y="157695"/>
                </a:cubicBezTo>
                <a:cubicBezTo>
                  <a:pt x="305640" y="114515"/>
                  <a:pt x="304370" y="67525"/>
                  <a:pt x="289130" y="23075"/>
                </a:cubicBezTo>
                <a:lnTo>
                  <a:pt x="284050" y="10375"/>
                </a:lnTo>
                <a:cubicBezTo>
                  <a:pt x="280240" y="-2325"/>
                  <a:pt x="263730" y="-3595"/>
                  <a:pt x="257380" y="7835"/>
                </a:cubicBezTo>
                <a:lnTo>
                  <a:pt x="204040" y="94195"/>
                </a:lnTo>
                <a:lnTo>
                  <a:pt x="206580" y="100545"/>
                </a:lnTo>
                <a:cubicBezTo>
                  <a:pt x="210390" y="110705"/>
                  <a:pt x="201500" y="120865"/>
                  <a:pt x="191340" y="119595"/>
                </a:cubicBezTo>
                <a:cubicBezTo>
                  <a:pt x="184990" y="118325"/>
                  <a:pt x="179910" y="113245"/>
                  <a:pt x="179910" y="105625"/>
                </a:cubicBezTo>
                <a:lnTo>
                  <a:pt x="179910" y="80225"/>
                </a:lnTo>
                <a:cubicBezTo>
                  <a:pt x="179910" y="75145"/>
                  <a:pt x="184990" y="70065"/>
                  <a:pt x="190070" y="70065"/>
                </a:cubicBezTo>
                <a:lnTo>
                  <a:pt x="197690" y="70065"/>
                </a:lnTo>
                <a:cubicBezTo>
                  <a:pt x="207850" y="70065"/>
                  <a:pt x="215470" y="58635"/>
                  <a:pt x="211660" y="49745"/>
                </a:cubicBezTo>
                <a:lnTo>
                  <a:pt x="207850" y="39585"/>
                </a:lnTo>
                <a:cubicBezTo>
                  <a:pt x="205310" y="31965"/>
                  <a:pt x="198960" y="25615"/>
                  <a:pt x="191340" y="23075"/>
                </a:cubicBezTo>
                <a:lnTo>
                  <a:pt x="172290" y="15455"/>
                </a:lnTo>
                <a:cubicBezTo>
                  <a:pt x="168480" y="12915"/>
                  <a:pt x="158320" y="14185"/>
                  <a:pt x="153240" y="2053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7" name="Полилиния: фигура 91">
            <a:extLst>
              <a:ext uri="{FF2B5EF4-FFF2-40B4-BE49-F238E27FC236}">
                <a16:creationId xmlns:a16="http://schemas.microsoft.com/office/drawing/2014/main" id="{6FAA2219-1362-3929-5351-DB2C0ED30195}"/>
              </a:ext>
            </a:extLst>
          </p:cNvPr>
          <p:cNvSpPr/>
          <p:nvPr/>
        </p:nvSpPr>
        <p:spPr>
          <a:xfrm>
            <a:off x="553189" y="2173933"/>
            <a:ext cx="249936" cy="249935"/>
          </a:xfrm>
          <a:custGeom>
            <a:avLst/>
            <a:gdLst>
              <a:gd name="connsiteX0" fmla="*/ 189738 w 249936"/>
              <a:gd name="connsiteY0" fmla="*/ 3048 h 249935"/>
              <a:gd name="connsiteX1" fmla="*/ 173228 w 249936"/>
              <a:gd name="connsiteY1" fmla="*/ 6858 h 249935"/>
              <a:gd name="connsiteX2" fmla="*/ 161798 w 249936"/>
              <a:gd name="connsiteY2" fmla="*/ 39878 h 249935"/>
              <a:gd name="connsiteX3" fmla="*/ 110998 w 249936"/>
              <a:gd name="connsiteY3" fmla="*/ 52578 h 249935"/>
              <a:gd name="connsiteX4" fmla="*/ 53848 w 249936"/>
              <a:gd name="connsiteY4" fmla="*/ 109728 h 249935"/>
              <a:gd name="connsiteX5" fmla="*/ 41148 w 249936"/>
              <a:gd name="connsiteY5" fmla="*/ 160528 h 249935"/>
              <a:gd name="connsiteX6" fmla="*/ 6858 w 249936"/>
              <a:gd name="connsiteY6" fmla="*/ 173228 h 249935"/>
              <a:gd name="connsiteX7" fmla="*/ 3048 w 249936"/>
              <a:gd name="connsiteY7" fmla="*/ 189738 h 249935"/>
              <a:gd name="connsiteX8" fmla="*/ 60198 w 249936"/>
              <a:gd name="connsiteY8" fmla="*/ 246888 h 249935"/>
              <a:gd name="connsiteX9" fmla="*/ 76708 w 249936"/>
              <a:gd name="connsiteY9" fmla="*/ 243078 h 249935"/>
              <a:gd name="connsiteX10" fmla="*/ 88138 w 249936"/>
              <a:gd name="connsiteY10" fmla="*/ 208788 h 249935"/>
              <a:gd name="connsiteX11" fmla="*/ 138938 w 249936"/>
              <a:gd name="connsiteY11" fmla="*/ 196088 h 249935"/>
              <a:gd name="connsiteX12" fmla="*/ 196088 w 249936"/>
              <a:gd name="connsiteY12" fmla="*/ 138938 h 249935"/>
              <a:gd name="connsiteX13" fmla="*/ 208788 w 249936"/>
              <a:gd name="connsiteY13" fmla="*/ 88138 h 249935"/>
              <a:gd name="connsiteX14" fmla="*/ 243078 w 249936"/>
              <a:gd name="connsiteY14" fmla="*/ 76708 h 249935"/>
              <a:gd name="connsiteX15" fmla="*/ 246888 w 249936"/>
              <a:gd name="connsiteY15" fmla="*/ 60198 h 249935"/>
              <a:gd name="connsiteX16" fmla="*/ 189738 w 249936"/>
              <a:gd name="connsiteY16" fmla="*/ 3048 h 249935"/>
              <a:gd name="connsiteX17" fmla="*/ 168148 w 249936"/>
              <a:gd name="connsiteY17" fmla="*/ 67818 h 249935"/>
              <a:gd name="connsiteX18" fmla="*/ 165608 w 249936"/>
              <a:gd name="connsiteY18" fmla="*/ 66548 h 249935"/>
              <a:gd name="connsiteX19" fmla="*/ 123698 w 249936"/>
              <a:gd name="connsiteY19" fmla="*/ 67818 h 249935"/>
              <a:gd name="connsiteX20" fmla="*/ 66548 w 249936"/>
              <a:gd name="connsiteY20" fmla="*/ 124968 h 249935"/>
              <a:gd name="connsiteX21" fmla="*/ 66548 w 249936"/>
              <a:gd name="connsiteY21" fmla="*/ 168148 h 249935"/>
              <a:gd name="connsiteX22" fmla="*/ 80518 w 249936"/>
              <a:gd name="connsiteY22" fmla="*/ 182118 h 249935"/>
              <a:gd name="connsiteX23" fmla="*/ 123698 w 249936"/>
              <a:gd name="connsiteY23" fmla="*/ 182118 h 249935"/>
              <a:gd name="connsiteX24" fmla="*/ 180848 w 249936"/>
              <a:gd name="connsiteY24" fmla="*/ 124968 h 249935"/>
              <a:gd name="connsiteX25" fmla="*/ 180848 w 249936"/>
              <a:gd name="connsiteY25" fmla="*/ 81788 h 249935"/>
              <a:gd name="connsiteX26" fmla="*/ 168148 w 249936"/>
              <a:gd name="connsiteY26" fmla="*/ 67818 h 249935"/>
              <a:gd name="connsiteX27" fmla="*/ 28448 w 249936"/>
              <a:gd name="connsiteY27" fmla="*/ 187198 h 249935"/>
              <a:gd name="connsiteX28" fmla="*/ 62738 w 249936"/>
              <a:gd name="connsiteY28" fmla="*/ 221488 h 249935"/>
              <a:gd name="connsiteX29" fmla="*/ 70358 w 249936"/>
              <a:gd name="connsiteY29" fmla="*/ 199898 h 249935"/>
              <a:gd name="connsiteX30" fmla="*/ 50038 w 249936"/>
              <a:gd name="connsiteY30" fmla="*/ 179578 h 249935"/>
              <a:gd name="connsiteX31" fmla="*/ 28448 w 249936"/>
              <a:gd name="connsiteY31" fmla="*/ 187198 h 249935"/>
              <a:gd name="connsiteX32" fmla="*/ 179578 w 249936"/>
              <a:gd name="connsiteY32" fmla="*/ 51308 h 249935"/>
              <a:gd name="connsiteX33" fmla="*/ 199898 w 249936"/>
              <a:gd name="connsiteY33" fmla="*/ 71628 h 249935"/>
              <a:gd name="connsiteX34" fmla="*/ 221488 w 249936"/>
              <a:gd name="connsiteY34" fmla="*/ 64008 h 249935"/>
              <a:gd name="connsiteX35" fmla="*/ 187198 w 249936"/>
              <a:gd name="connsiteY35" fmla="*/ 29718 h 249935"/>
              <a:gd name="connsiteX36" fmla="*/ 179578 w 249936"/>
              <a:gd name="connsiteY36" fmla="*/ 51308 h 249935"/>
              <a:gd name="connsiteX37" fmla="*/ 98298 w 249936"/>
              <a:gd name="connsiteY37" fmla="*/ 152908 h 249935"/>
              <a:gd name="connsiteX38" fmla="*/ 149098 w 249936"/>
              <a:gd name="connsiteY38" fmla="*/ 102108 h 249935"/>
              <a:gd name="connsiteX39" fmla="*/ 149098 w 249936"/>
              <a:gd name="connsiteY39" fmla="*/ 88138 h 249935"/>
              <a:gd name="connsiteX40" fmla="*/ 135128 w 249936"/>
              <a:gd name="connsiteY40" fmla="*/ 88138 h 249935"/>
              <a:gd name="connsiteX41" fmla="*/ 84328 w 249936"/>
              <a:gd name="connsiteY41" fmla="*/ 138938 h 249935"/>
              <a:gd name="connsiteX42" fmla="*/ 84328 w 249936"/>
              <a:gd name="connsiteY42" fmla="*/ 152908 h 249935"/>
              <a:gd name="connsiteX43" fmla="*/ 98298 w 249936"/>
              <a:gd name="connsiteY43" fmla="*/ 152908 h 249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9936" h="249935">
                <a:moveTo>
                  <a:pt x="189738" y="3048"/>
                </a:moveTo>
                <a:cubicBezTo>
                  <a:pt x="184658" y="-2032"/>
                  <a:pt x="175768" y="-762"/>
                  <a:pt x="173228" y="6858"/>
                </a:cubicBezTo>
                <a:lnTo>
                  <a:pt x="161798" y="39878"/>
                </a:lnTo>
                <a:cubicBezTo>
                  <a:pt x="144018" y="34798"/>
                  <a:pt x="124968" y="38608"/>
                  <a:pt x="110998" y="52578"/>
                </a:cubicBezTo>
                <a:lnTo>
                  <a:pt x="53848" y="109728"/>
                </a:lnTo>
                <a:cubicBezTo>
                  <a:pt x="39878" y="123698"/>
                  <a:pt x="36068" y="142748"/>
                  <a:pt x="41148" y="160528"/>
                </a:cubicBezTo>
                <a:lnTo>
                  <a:pt x="6858" y="173228"/>
                </a:lnTo>
                <a:cubicBezTo>
                  <a:pt x="-762" y="175768"/>
                  <a:pt x="-2032" y="184658"/>
                  <a:pt x="3048" y="189738"/>
                </a:cubicBezTo>
                <a:lnTo>
                  <a:pt x="60198" y="246888"/>
                </a:lnTo>
                <a:cubicBezTo>
                  <a:pt x="65278" y="251968"/>
                  <a:pt x="74168" y="250698"/>
                  <a:pt x="76708" y="243078"/>
                </a:cubicBezTo>
                <a:lnTo>
                  <a:pt x="88138" y="208788"/>
                </a:lnTo>
                <a:cubicBezTo>
                  <a:pt x="105918" y="213868"/>
                  <a:pt x="124968" y="210058"/>
                  <a:pt x="138938" y="196088"/>
                </a:cubicBezTo>
                <a:lnTo>
                  <a:pt x="196088" y="138938"/>
                </a:lnTo>
                <a:cubicBezTo>
                  <a:pt x="210058" y="124968"/>
                  <a:pt x="213868" y="105918"/>
                  <a:pt x="208788" y="88138"/>
                </a:cubicBezTo>
                <a:lnTo>
                  <a:pt x="243078" y="76708"/>
                </a:lnTo>
                <a:cubicBezTo>
                  <a:pt x="250698" y="74168"/>
                  <a:pt x="251968" y="65278"/>
                  <a:pt x="246888" y="60198"/>
                </a:cubicBezTo>
                <a:lnTo>
                  <a:pt x="189738" y="3048"/>
                </a:lnTo>
                <a:close/>
                <a:moveTo>
                  <a:pt x="168148" y="67818"/>
                </a:moveTo>
                <a:lnTo>
                  <a:pt x="165608" y="66548"/>
                </a:lnTo>
                <a:cubicBezTo>
                  <a:pt x="154178" y="56388"/>
                  <a:pt x="135128" y="56388"/>
                  <a:pt x="123698" y="67818"/>
                </a:cubicBezTo>
                <a:lnTo>
                  <a:pt x="66548" y="124968"/>
                </a:lnTo>
                <a:cubicBezTo>
                  <a:pt x="55118" y="136398"/>
                  <a:pt x="55118" y="156718"/>
                  <a:pt x="66548" y="168148"/>
                </a:cubicBezTo>
                <a:lnTo>
                  <a:pt x="80518" y="182118"/>
                </a:lnTo>
                <a:cubicBezTo>
                  <a:pt x="91948" y="193548"/>
                  <a:pt x="112268" y="193548"/>
                  <a:pt x="123698" y="182118"/>
                </a:cubicBezTo>
                <a:lnTo>
                  <a:pt x="180848" y="124968"/>
                </a:lnTo>
                <a:cubicBezTo>
                  <a:pt x="192278" y="113538"/>
                  <a:pt x="192278" y="93218"/>
                  <a:pt x="180848" y="81788"/>
                </a:cubicBezTo>
                <a:lnTo>
                  <a:pt x="168148" y="67818"/>
                </a:lnTo>
                <a:close/>
                <a:moveTo>
                  <a:pt x="28448" y="187198"/>
                </a:moveTo>
                <a:lnTo>
                  <a:pt x="62738" y="221488"/>
                </a:lnTo>
                <a:lnTo>
                  <a:pt x="70358" y="199898"/>
                </a:lnTo>
                <a:lnTo>
                  <a:pt x="50038" y="179578"/>
                </a:lnTo>
                <a:lnTo>
                  <a:pt x="28448" y="187198"/>
                </a:lnTo>
                <a:close/>
                <a:moveTo>
                  <a:pt x="179578" y="51308"/>
                </a:moveTo>
                <a:lnTo>
                  <a:pt x="199898" y="71628"/>
                </a:lnTo>
                <a:lnTo>
                  <a:pt x="221488" y="64008"/>
                </a:lnTo>
                <a:lnTo>
                  <a:pt x="187198" y="29718"/>
                </a:lnTo>
                <a:lnTo>
                  <a:pt x="179578" y="51308"/>
                </a:lnTo>
                <a:close/>
                <a:moveTo>
                  <a:pt x="98298" y="152908"/>
                </a:moveTo>
                <a:lnTo>
                  <a:pt x="149098" y="102108"/>
                </a:lnTo>
                <a:cubicBezTo>
                  <a:pt x="152908" y="98298"/>
                  <a:pt x="152908" y="91948"/>
                  <a:pt x="149098" y="88138"/>
                </a:cubicBezTo>
                <a:cubicBezTo>
                  <a:pt x="145288" y="84328"/>
                  <a:pt x="138938" y="84328"/>
                  <a:pt x="135128" y="88138"/>
                </a:cubicBezTo>
                <a:lnTo>
                  <a:pt x="84328" y="138938"/>
                </a:lnTo>
                <a:cubicBezTo>
                  <a:pt x="80518" y="142748"/>
                  <a:pt x="80518" y="149098"/>
                  <a:pt x="84328" y="152908"/>
                </a:cubicBezTo>
                <a:cubicBezTo>
                  <a:pt x="88138" y="157988"/>
                  <a:pt x="94488" y="157988"/>
                  <a:pt x="98298" y="152908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8" name="Полилиния: фигура 94">
            <a:extLst>
              <a:ext uri="{FF2B5EF4-FFF2-40B4-BE49-F238E27FC236}">
                <a16:creationId xmlns:a16="http://schemas.microsoft.com/office/drawing/2014/main" id="{62010B19-1BC2-3839-63A1-A56B8064A326}"/>
              </a:ext>
            </a:extLst>
          </p:cNvPr>
          <p:cNvSpPr/>
          <p:nvPr/>
        </p:nvSpPr>
        <p:spPr>
          <a:xfrm>
            <a:off x="2203426" y="2234131"/>
            <a:ext cx="303530" cy="143510"/>
          </a:xfrm>
          <a:custGeom>
            <a:avLst/>
            <a:gdLst>
              <a:gd name="connsiteX0" fmla="*/ 232410 w 303530"/>
              <a:gd name="connsiteY0" fmla="*/ 1270 h 143510"/>
              <a:gd name="connsiteX1" fmla="*/ 283210 w 303530"/>
              <a:gd name="connsiteY1" fmla="*/ 21590 h 143510"/>
              <a:gd name="connsiteX2" fmla="*/ 303530 w 303530"/>
              <a:gd name="connsiteY2" fmla="*/ 72390 h 143510"/>
              <a:gd name="connsiteX3" fmla="*/ 283210 w 303530"/>
              <a:gd name="connsiteY3" fmla="*/ 123190 h 143510"/>
              <a:gd name="connsiteX4" fmla="*/ 232410 w 303530"/>
              <a:gd name="connsiteY4" fmla="*/ 143510 h 143510"/>
              <a:gd name="connsiteX5" fmla="*/ 166370 w 303530"/>
              <a:gd name="connsiteY5" fmla="*/ 109220 h 143510"/>
              <a:gd name="connsiteX6" fmla="*/ 166370 w 303530"/>
              <a:gd name="connsiteY6" fmla="*/ 95250 h 143510"/>
              <a:gd name="connsiteX7" fmla="*/ 180340 w 303530"/>
              <a:gd name="connsiteY7" fmla="*/ 95250 h 143510"/>
              <a:gd name="connsiteX8" fmla="*/ 232410 w 303530"/>
              <a:gd name="connsiteY8" fmla="*/ 121920 h 143510"/>
              <a:gd name="connsiteX9" fmla="*/ 267970 w 303530"/>
              <a:gd name="connsiteY9" fmla="*/ 106680 h 143510"/>
              <a:gd name="connsiteX10" fmla="*/ 283210 w 303530"/>
              <a:gd name="connsiteY10" fmla="*/ 71120 h 143510"/>
              <a:gd name="connsiteX11" fmla="*/ 267970 w 303530"/>
              <a:gd name="connsiteY11" fmla="*/ 35560 h 143510"/>
              <a:gd name="connsiteX12" fmla="*/ 232410 w 303530"/>
              <a:gd name="connsiteY12" fmla="*/ 20320 h 143510"/>
              <a:gd name="connsiteX13" fmla="*/ 166370 w 303530"/>
              <a:gd name="connsiteY13" fmla="*/ 68580 h 143510"/>
              <a:gd name="connsiteX14" fmla="*/ 158750 w 303530"/>
              <a:gd name="connsiteY14" fmla="*/ 78740 h 143510"/>
              <a:gd name="connsiteX15" fmla="*/ 71120 w 303530"/>
              <a:gd name="connsiteY15" fmla="*/ 142240 h 143510"/>
              <a:gd name="connsiteX16" fmla="*/ 20320 w 303530"/>
              <a:gd name="connsiteY16" fmla="*/ 121920 h 143510"/>
              <a:gd name="connsiteX17" fmla="*/ 0 w 303530"/>
              <a:gd name="connsiteY17" fmla="*/ 71120 h 143510"/>
              <a:gd name="connsiteX18" fmla="*/ 20320 w 303530"/>
              <a:gd name="connsiteY18" fmla="*/ 20320 h 143510"/>
              <a:gd name="connsiteX19" fmla="*/ 71120 w 303530"/>
              <a:gd name="connsiteY19" fmla="*/ 0 h 143510"/>
              <a:gd name="connsiteX20" fmla="*/ 137160 w 303530"/>
              <a:gd name="connsiteY20" fmla="*/ 34290 h 143510"/>
              <a:gd name="connsiteX21" fmla="*/ 137160 w 303530"/>
              <a:gd name="connsiteY21" fmla="*/ 48260 h 143510"/>
              <a:gd name="connsiteX22" fmla="*/ 123190 w 303530"/>
              <a:gd name="connsiteY22" fmla="*/ 48260 h 143510"/>
              <a:gd name="connsiteX23" fmla="*/ 71120 w 303530"/>
              <a:gd name="connsiteY23" fmla="*/ 21590 h 143510"/>
              <a:gd name="connsiteX24" fmla="*/ 35560 w 303530"/>
              <a:gd name="connsiteY24" fmla="*/ 36830 h 143510"/>
              <a:gd name="connsiteX25" fmla="*/ 20320 w 303530"/>
              <a:gd name="connsiteY25" fmla="*/ 72390 h 143510"/>
              <a:gd name="connsiteX26" fmla="*/ 35560 w 303530"/>
              <a:gd name="connsiteY26" fmla="*/ 107950 h 143510"/>
              <a:gd name="connsiteX27" fmla="*/ 71120 w 303530"/>
              <a:gd name="connsiteY27" fmla="*/ 123190 h 143510"/>
              <a:gd name="connsiteX28" fmla="*/ 138430 w 303530"/>
              <a:gd name="connsiteY28" fmla="*/ 73660 h 143510"/>
              <a:gd name="connsiteX29" fmla="*/ 148590 w 303530"/>
              <a:gd name="connsiteY29" fmla="*/ 60960 h 143510"/>
              <a:gd name="connsiteX30" fmla="*/ 232410 w 303530"/>
              <a:gd name="connsiteY30" fmla="*/ 1270 h 143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03530" h="143510">
                <a:moveTo>
                  <a:pt x="232410" y="1270"/>
                </a:moveTo>
                <a:cubicBezTo>
                  <a:pt x="251460" y="1270"/>
                  <a:pt x="269240" y="8890"/>
                  <a:pt x="283210" y="21590"/>
                </a:cubicBezTo>
                <a:cubicBezTo>
                  <a:pt x="295910" y="34290"/>
                  <a:pt x="303530" y="53340"/>
                  <a:pt x="303530" y="72390"/>
                </a:cubicBezTo>
                <a:cubicBezTo>
                  <a:pt x="303530" y="91440"/>
                  <a:pt x="295910" y="109220"/>
                  <a:pt x="283210" y="123190"/>
                </a:cubicBezTo>
                <a:cubicBezTo>
                  <a:pt x="270510" y="135890"/>
                  <a:pt x="251460" y="143510"/>
                  <a:pt x="232410" y="143510"/>
                </a:cubicBezTo>
                <a:cubicBezTo>
                  <a:pt x="207010" y="143510"/>
                  <a:pt x="185420" y="130810"/>
                  <a:pt x="166370" y="109220"/>
                </a:cubicBezTo>
                <a:cubicBezTo>
                  <a:pt x="162560" y="105410"/>
                  <a:pt x="162560" y="99060"/>
                  <a:pt x="166370" y="95250"/>
                </a:cubicBezTo>
                <a:cubicBezTo>
                  <a:pt x="170180" y="91440"/>
                  <a:pt x="176530" y="91440"/>
                  <a:pt x="180340" y="95250"/>
                </a:cubicBezTo>
                <a:cubicBezTo>
                  <a:pt x="196850" y="111760"/>
                  <a:pt x="213360" y="121920"/>
                  <a:pt x="232410" y="121920"/>
                </a:cubicBezTo>
                <a:cubicBezTo>
                  <a:pt x="246380" y="121920"/>
                  <a:pt x="259080" y="116840"/>
                  <a:pt x="267970" y="106680"/>
                </a:cubicBezTo>
                <a:cubicBezTo>
                  <a:pt x="276860" y="97790"/>
                  <a:pt x="283210" y="85090"/>
                  <a:pt x="283210" y="71120"/>
                </a:cubicBezTo>
                <a:cubicBezTo>
                  <a:pt x="283210" y="57150"/>
                  <a:pt x="278130" y="44450"/>
                  <a:pt x="267970" y="35560"/>
                </a:cubicBezTo>
                <a:cubicBezTo>
                  <a:pt x="259080" y="26670"/>
                  <a:pt x="246380" y="20320"/>
                  <a:pt x="232410" y="20320"/>
                </a:cubicBezTo>
                <a:cubicBezTo>
                  <a:pt x="210820" y="20320"/>
                  <a:pt x="195580" y="33020"/>
                  <a:pt x="166370" y="68580"/>
                </a:cubicBezTo>
                <a:lnTo>
                  <a:pt x="158750" y="78740"/>
                </a:lnTo>
                <a:cubicBezTo>
                  <a:pt x="120650" y="125730"/>
                  <a:pt x="101600" y="142240"/>
                  <a:pt x="71120" y="142240"/>
                </a:cubicBezTo>
                <a:cubicBezTo>
                  <a:pt x="52070" y="142240"/>
                  <a:pt x="34290" y="134620"/>
                  <a:pt x="20320" y="121920"/>
                </a:cubicBezTo>
                <a:cubicBezTo>
                  <a:pt x="7620" y="109220"/>
                  <a:pt x="0" y="90170"/>
                  <a:pt x="0" y="71120"/>
                </a:cubicBezTo>
                <a:cubicBezTo>
                  <a:pt x="0" y="52070"/>
                  <a:pt x="7620" y="34290"/>
                  <a:pt x="20320" y="20320"/>
                </a:cubicBezTo>
                <a:cubicBezTo>
                  <a:pt x="33020" y="7620"/>
                  <a:pt x="52070" y="0"/>
                  <a:pt x="71120" y="0"/>
                </a:cubicBezTo>
                <a:cubicBezTo>
                  <a:pt x="96520" y="0"/>
                  <a:pt x="118110" y="12700"/>
                  <a:pt x="137160" y="34290"/>
                </a:cubicBezTo>
                <a:cubicBezTo>
                  <a:pt x="140970" y="38100"/>
                  <a:pt x="140970" y="44450"/>
                  <a:pt x="137160" y="48260"/>
                </a:cubicBezTo>
                <a:cubicBezTo>
                  <a:pt x="133350" y="52070"/>
                  <a:pt x="127000" y="52070"/>
                  <a:pt x="123190" y="48260"/>
                </a:cubicBezTo>
                <a:cubicBezTo>
                  <a:pt x="106680" y="31750"/>
                  <a:pt x="90170" y="21590"/>
                  <a:pt x="71120" y="21590"/>
                </a:cubicBezTo>
                <a:cubicBezTo>
                  <a:pt x="57150" y="21590"/>
                  <a:pt x="44450" y="26670"/>
                  <a:pt x="35560" y="36830"/>
                </a:cubicBezTo>
                <a:cubicBezTo>
                  <a:pt x="26670" y="45720"/>
                  <a:pt x="20320" y="58420"/>
                  <a:pt x="20320" y="72390"/>
                </a:cubicBezTo>
                <a:cubicBezTo>
                  <a:pt x="20320" y="86360"/>
                  <a:pt x="25400" y="99060"/>
                  <a:pt x="35560" y="107950"/>
                </a:cubicBezTo>
                <a:cubicBezTo>
                  <a:pt x="44450" y="116840"/>
                  <a:pt x="57150" y="123190"/>
                  <a:pt x="71120" y="123190"/>
                </a:cubicBezTo>
                <a:cubicBezTo>
                  <a:pt x="92710" y="123190"/>
                  <a:pt x="107950" y="110490"/>
                  <a:pt x="138430" y="73660"/>
                </a:cubicBezTo>
                <a:lnTo>
                  <a:pt x="148590" y="60960"/>
                </a:lnTo>
                <a:cubicBezTo>
                  <a:pt x="182880" y="16510"/>
                  <a:pt x="201930" y="1270"/>
                  <a:pt x="232410" y="12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1" name="Полилиния: фигура 97">
            <a:extLst>
              <a:ext uri="{FF2B5EF4-FFF2-40B4-BE49-F238E27FC236}">
                <a16:creationId xmlns:a16="http://schemas.microsoft.com/office/drawing/2014/main" id="{271FB950-A98D-F305-605E-4D8AC23000A9}"/>
              </a:ext>
            </a:extLst>
          </p:cNvPr>
          <p:cNvSpPr/>
          <p:nvPr/>
        </p:nvSpPr>
        <p:spPr>
          <a:xfrm>
            <a:off x="2782547" y="2215081"/>
            <a:ext cx="264160" cy="193040"/>
          </a:xfrm>
          <a:custGeom>
            <a:avLst/>
            <a:gdLst>
              <a:gd name="connsiteX0" fmla="*/ 30480 w 264160"/>
              <a:gd name="connsiteY0" fmla="*/ 0 h 193040"/>
              <a:gd name="connsiteX1" fmla="*/ 198120 w 264160"/>
              <a:gd name="connsiteY1" fmla="*/ 0 h 193040"/>
              <a:gd name="connsiteX2" fmla="*/ 205740 w 264160"/>
              <a:gd name="connsiteY2" fmla="*/ 2540 h 193040"/>
              <a:gd name="connsiteX3" fmla="*/ 261620 w 264160"/>
              <a:gd name="connsiteY3" fmla="*/ 58420 h 193040"/>
              <a:gd name="connsiteX4" fmla="*/ 264160 w 264160"/>
              <a:gd name="connsiteY4" fmla="*/ 66040 h 193040"/>
              <a:gd name="connsiteX5" fmla="*/ 264160 w 264160"/>
              <a:gd name="connsiteY5" fmla="*/ 162560 h 193040"/>
              <a:gd name="connsiteX6" fmla="*/ 233680 w 264160"/>
              <a:gd name="connsiteY6" fmla="*/ 193040 h 193040"/>
              <a:gd name="connsiteX7" fmla="*/ 30480 w 264160"/>
              <a:gd name="connsiteY7" fmla="*/ 193040 h 193040"/>
              <a:gd name="connsiteX8" fmla="*/ 0 w 264160"/>
              <a:gd name="connsiteY8" fmla="*/ 162560 h 193040"/>
              <a:gd name="connsiteX9" fmla="*/ 0 w 264160"/>
              <a:gd name="connsiteY9" fmla="*/ 30480 h 193040"/>
              <a:gd name="connsiteX10" fmla="*/ 30480 w 264160"/>
              <a:gd name="connsiteY10" fmla="*/ 0 h 193040"/>
              <a:gd name="connsiteX11" fmla="*/ 242570 w 264160"/>
              <a:gd name="connsiteY11" fmla="*/ 69850 h 193040"/>
              <a:gd name="connsiteX12" fmla="*/ 193040 w 264160"/>
              <a:gd name="connsiteY12" fmla="*/ 20320 h 193040"/>
              <a:gd name="connsiteX13" fmla="*/ 29210 w 264160"/>
              <a:gd name="connsiteY13" fmla="*/ 20320 h 193040"/>
              <a:gd name="connsiteX14" fmla="*/ 19050 w 264160"/>
              <a:gd name="connsiteY14" fmla="*/ 30480 h 193040"/>
              <a:gd name="connsiteX15" fmla="*/ 19050 w 264160"/>
              <a:gd name="connsiteY15" fmla="*/ 162560 h 193040"/>
              <a:gd name="connsiteX16" fmla="*/ 29210 w 264160"/>
              <a:gd name="connsiteY16" fmla="*/ 172720 h 193040"/>
              <a:gd name="connsiteX17" fmla="*/ 232410 w 264160"/>
              <a:gd name="connsiteY17" fmla="*/ 172720 h 193040"/>
              <a:gd name="connsiteX18" fmla="*/ 242570 w 264160"/>
              <a:gd name="connsiteY18" fmla="*/ 162560 h 193040"/>
              <a:gd name="connsiteX19" fmla="*/ 242570 w 264160"/>
              <a:gd name="connsiteY19" fmla="*/ 69850 h 193040"/>
              <a:gd name="connsiteX20" fmla="*/ 142240 w 264160"/>
              <a:gd name="connsiteY20" fmla="*/ 45720 h 193040"/>
              <a:gd name="connsiteX21" fmla="*/ 142240 w 264160"/>
              <a:gd name="connsiteY21" fmla="*/ 66040 h 193040"/>
              <a:gd name="connsiteX22" fmla="*/ 50800 w 264160"/>
              <a:gd name="connsiteY22" fmla="*/ 66040 h 193040"/>
              <a:gd name="connsiteX23" fmla="*/ 50800 w 264160"/>
              <a:gd name="connsiteY23" fmla="*/ 45720 h 193040"/>
              <a:gd name="connsiteX24" fmla="*/ 142240 w 264160"/>
              <a:gd name="connsiteY24" fmla="*/ 45720 h 193040"/>
              <a:gd name="connsiteX25" fmla="*/ 142240 w 264160"/>
              <a:gd name="connsiteY25" fmla="*/ 106680 h 193040"/>
              <a:gd name="connsiteX26" fmla="*/ 142240 w 264160"/>
              <a:gd name="connsiteY26" fmla="*/ 86360 h 193040"/>
              <a:gd name="connsiteX27" fmla="*/ 50800 w 264160"/>
              <a:gd name="connsiteY27" fmla="*/ 86360 h 193040"/>
              <a:gd name="connsiteX28" fmla="*/ 50800 w 264160"/>
              <a:gd name="connsiteY28" fmla="*/ 106680 h 193040"/>
              <a:gd name="connsiteX29" fmla="*/ 142240 w 264160"/>
              <a:gd name="connsiteY29" fmla="*/ 10668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64160" h="193040">
                <a:moveTo>
                  <a:pt x="30480" y="0"/>
                </a:moveTo>
                <a:lnTo>
                  <a:pt x="198120" y="0"/>
                </a:lnTo>
                <a:cubicBezTo>
                  <a:pt x="200660" y="0"/>
                  <a:pt x="203200" y="1270"/>
                  <a:pt x="205740" y="2540"/>
                </a:cubicBezTo>
                <a:lnTo>
                  <a:pt x="261620" y="58420"/>
                </a:lnTo>
                <a:cubicBezTo>
                  <a:pt x="264160" y="59690"/>
                  <a:pt x="264160" y="63500"/>
                  <a:pt x="264160" y="66040"/>
                </a:cubicBezTo>
                <a:lnTo>
                  <a:pt x="264160" y="162560"/>
                </a:lnTo>
                <a:cubicBezTo>
                  <a:pt x="264160" y="179070"/>
                  <a:pt x="250190" y="193040"/>
                  <a:pt x="233680" y="193040"/>
                </a:cubicBezTo>
                <a:lnTo>
                  <a:pt x="30480" y="193040"/>
                </a:lnTo>
                <a:cubicBezTo>
                  <a:pt x="13970" y="193040"/>
                  <a:pt x="0" y="179070"/>
                  <a:pt x="0" y="162560"/>
                </a:cubicBezTo>
                <a:lnTo>
                  <a:pt x="0" y="30480"/>
                </a:lnTo>
                <a:cubicBezTo>
                  <a:pt x="0" y="13970"/>
                  <a:pt x="12700" y="0"/>
                  <a:pt x="30480" y="0"/>
                </a:cubicBezTo>
                <a:close/>
                <a:moveTo>
                  <a:pt x="242570" y="69850"/>
                </a:moveTo>
                <a:lnTo>
                  <a:pt x="193040" y="20320"/>
                </a:ln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162560"/>
                </a:lnTo>
                <a:cubicBezTo>
                  <a:pt x="19050" y="167640"/>
                  <a:pt x="24130" y="172720"/>
                  <a:pt x="29210" y="172720"/>
                </a:cubicBezTo>
                <a:lnTo>
                  <a:pt x="232410" y="172720"/>
                </a:lnTo>
                <a:cubicBezTo>
                  <a:pt x="237490" y="172720"/>
                  <a:pt x="242570" y="167640"/>
                  <a:pt x="242570" y="162560"/>
                </a:cubicBezTo>
                <a:lnTo>
                  <a:pt x="242570" y="69850"/>
                </a:lnTo>
                <a:close/>
                <a:moveTo>
                  <a:pt x="142240" y="45720"/>
                </a:moveTo>
                <a:lnTo>
                  <a:pt x="142240" y="66040"/>
                </a:lnTo>
                <a:lnTo>
                  <a:pt x="50800" y="66040"/>
                </a:lnTo>
                <a:lnTo>
                  <a:pt x="50800" y="45720"/>
                </a:lnTo>
                <a:lnTo>
                  <a:pt x="142240" y="45720"/>
                </a:lnTo>
                <a:close/>
                <a:moveTo>
                  <a:pt x="142240" y="106680"/>
                </a:moveTo>
                <a:lnTo>
                  <a:pt x="142240" y="86360"/>
                </a:lnTo>
                <a:lnTo>
                  <a:pt x="50800" y="86360"/>
                </a:lnTo>
                <a:lnTo>
                  <a:pt x="50800" y="106680"/>
                </a:lnTo>
                <a:lnTo>
                  <a:pt x="142240" y="1066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62" name="Рисунок 2">
            <a:extLst>
              <a:ext uri="{FF2B5EF4-FFF2-40B4-BE49-F238E27FC236}">
                <a16:creationId xmlns:a16="http://schemas.microsoft.com/office/drawing/2014/main" id="{7F30A567-78DB-B354-1409-A208F3F0E397}"/>
              </a:ext>
            </a:extLst>
          </p:cNvPr>
          <p:cNvGrpSpPr/>
          <p:nvPr/>
        </p:nvGrpSpPr>
        <p:grpSpPr>
          <a:xfrm>
            <a:off x="3331187" y="2204922"/>
            <a:ext cx="284479" cy="213359"/>
            <a:chOff x="3463290" y="1115060"/>
            <a:chExt cx="284479" cy="213359"/>
          </a:xfrm>
          <a:solidFill>
            <a:schemeClr val="bg1"/>
          </a:solidFill>
        </p:grpSpPr>
        <p:sp>
          <p:nvSpPr>
            <p:cNvPr id="63" name="Полилиния: фигура 101">
              <a:extLst>
                <a:ext uri="{FF2B5EF4-FFF2-40B4-BE49-F238E27FC236}">
                  <a16:creationId xmlns:a16="http://schemas.microsoft.com/office/drawing/2014/main" id="{F26F38E4-BBAB-8A8F-A5B3-966B3783C0F1}"/>
                </a:ext>
              </a:extLst>
            </p:cNvPr>
            <p:cNvSpPr/>
            <p:nvPr/>
          </p:nvSpPr>
          <p:spPr>
            <a:xfrm>
              <a:off x="3554729" y="1160780"/>
              <a:ext cx="71120" cy="20319"/>
            </a:xfrm>
            <a:custGeom>
              <a:avLst/>
              <a:gdLst>
                <a:gd name="connsiteX0" fmla="*/ 71120 w 71120"/>
                <a:gd name="connsiteY0" fmla="*/ 20320 h 20319"/>
                <a:gd name="connsiteX1" fmla="*/ 71120 w 71120"/>
                <a:gd name="connsiteY1" fmla="*/ 0 h 20319"/>
                <a:gd name="connsiteX2" fmla="*/ 0 w 71120"/>
                <a:gd name="connsiteY2" fmla="*/ 0 h 20319"/>
                <a:gd name="connsiteX3" fmla="*/ 0 w 71120"/>
                <a:gd name="connsiteY3" fmla="*/ 20320 h 20319"/>
                <a:gd name="connsiteX4" fmla="*/ 71120 w 711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20" h="20319">
                  <a:moveTo>
                    <a:pt x="71120" y="20320"/>
                  </a:moveTo>
                  <a:lnTo>
                    <a:pt x="71120" y="0"/>
                  </a:lnTo>
                  <a:lnTo>
                    <a:pt x="0" y="0"/>
                  </a:lnTo>
                  <a:lnTo>
                    <a:pt x="0" y="20320"/>
                  </a:ln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4" name="Полилиния: фигура 102">
              <a:extLst>
                <a:ext uri="{FF2B5EF4-FFF2-40B4-BE49-F238E27FC236}">
                  <a16:creationId xmlns:a16="http://schemas.microsoft.com/office/drawing/2014/main" id="{2B3C5F28-AF5B-643F-E558-FA3A7790C68C}"/>
                </a:ext>
              </a:extLst>
            </p:cNvPr>
            <p:cNvSpPr/>
            <p:nvPr/>
          </p:nvSpPr>
          <p:spPr>
            <a:xfrm>
              <a:off x="3554729" y="1196339"/>
              <a:ext cx="71120" cy="20320"/>
            </a:xfrm>
            <a:custGeom>
              <a:avLst/>
              <a:gdLst>
                <a:gd name="connsiteX0" fmla="*/ 71120 w 71120"/>
                <a:gd name="connsiteY0" fmla="*/ 20320 h 20320"/>
                <a:gd name="connsiteX1" fmla="*/ 71120 w 71120"/>
                <a:gd name="connsiteY1" fmla="*/ 0 h 20320"/>
                <a:gd name="connsiteX2" fmla="*/ 0 w 71120"/>
                <a:gd name="connsiteY2" fmla="*/ 0 h 20320"/>
                <a:gd name="connsiteX3" fmla="*/ 0 w 71120"/>
                <a:gd name="connsiteY3" fmla="*/ 20320 h 20320"/>
                <a:gd name="connsiteX4" fmla="*/ 71120 w 71120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20" h="20320">
                  <a:moveTo>
                    <a:pt x="71120" y="20320"/>
                  </a:moveTo>
                  <a:lnTo>
                    <a:pt x="71120" y="0"/>
                  </a:lnTo>
                  <a:lnTo>
                    <a:pt x="0" y="0"/>
                  </a:lnTo>
                  <a:lnTo>
                    <a:pt x="0" y="20320"/>
                  </a:ln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5" name="Полилиния: фигура 103">
              <a:extLst>
                <a:ext uri="{FF2B5EF4-FFF2-40B4-BE49-F238E27FC236}">
                  <a16:creationId xmlns:a16="http://schemas.microsoft.com/office/drawing/2014/main" id="{95A86C34-A6D0-2B4C-B0DC-FA91EB69FEC8}"/>
                </a:ext>
              </a:extLst>
            </p:cNvPr>
            <p:cNvSpPr/>
            <p:nvPr/>
          </p:nvSpPr>
          <p:spPr>
            <a:xfrm>
              <a:off x="3463290" y="1115060"/>
              <a:ext cx="284479" cy="213359"/>
            </a:xfrm>
            <a:custGeom>
              <a:avLst/>
              <a:gdLst>
                <a:gd name="connsiteX0" fmla="*/ 71120 w 284479"/>
                <a:gd name="connsiteY0" fmla="*/ 0 h 213359"/>
                <a:gd name="connsiteX1" fmla="*/ 218440 w 284479"/>
                <a:gd name="connsiteY1" fmla="*/ 0 h 213359"/>
                <a:gd name="connsiteX2" fmla="*/ 226060 w 284479"/>
                <a:gd name="connsiteY2" fmla="*/ 2540 h 213359"/>
                <a:gd name="connsiteX3" fmla="*/ 281940 w 284479"/>
                <a:gd name="connsiteY3" fmla="*/ 58420 h 213359"/>
                <a:gd name="connsiteX4" fmla="*/ 284480 w 284479"/>
                <a:gd name="connsiteY4" fmla="*/ 66040 h 213359"/>
                <a:gd name="connsiteX5" fmla="*/ 284480 w 284479"/>
                <a:gd name="connsiteY5" fmla="*/ 142240 h 213359"/>
                <a:gd name="connsiteX6" fmla="*/ 254000 w 284479"/>
                <a:gd name="connsiteY6" fmla="*/ 172720 h 213359"/>
                <a:gd name="connsiteX7" fmla="*/ 243840 w 284479"/>
                <a:gd name="connsiteY7" fmla="*/ 172720 h 213359"/>
                <a:gd name="connsiteX8" fmla="*/ 243840 w 284479"/>
                <a:gd name="connsiteY8" fmla="*/ 182880 h 213359"/>
                <a:gd name="connsiteX9" fmla="*/ 213360 w 284479"/>
                <a:gd name="connsiteY9" fmla="*/ 213360 h 213359"/>
                <a:gd name="connsiteX10" fmla="*/ 30480 w 284479"/>
                <a:gd name="connsiteY10" fmla="*/ 213360 h 213359"/>
                <a:gd name="connsiteX11" fmla="*/ 0 w 284479"/>
                <a:gd name="connsiteY11" fmla="*/ 182880 h 213359"/>
                <a:gd name="connsiteX12" fmla="*/ 0 w 284479"/>
                <a:gd name="connsiteY12" fmla="*/ 71120 h 213359"/>
                <a:gd name="connsiteX13" fmla="*/ 30480 w 284479"/>
                <a:gd name="connsiteY13" fmla="*/ 40640 h 213359"/>
                <a:gd name="connsiteX14" fmla="*/ 40640 w 284479"/>
                <a:gd name="connsiteY14" fmla="*/ 40640 h 213359"/>
                <a:gd name="connsiteX15" fmla="*/ 40640 w 284479"/>
                <a:gd name="connsiteY15" fmla="*/ 30480 h 213359"/>
                <a:gd name="connsiteX16" fmla="*/ 71120 w 284479"/>
                <a:gd name="connsiteY16" fmla="*/ 0 h 213359"/>
                <a:gd name="connsiteX17" fmla="*/ 40640 w 284479"/>
                <a:gd name="connsiteY17" fmla="*/ 60960 h 213359"/>
                <a:gd name="connsiteX18" fmla="*/ 30480 w 284479"/>
                <a:gd name="connsiteY18" fmla="*/ 60960 h 213359"/>
                <a:gd name="connsiteX19" fmla="*/ 20320 w 284479"/>
                <a:gd name="connsiteY19" fmla="*/ 71120 h 213359"/>
                <a:gd name="connsiteX20" fmla="*/ 20320 w 284479"/>
                <a:gd name="connsiteY20" fmla="*/ 182880 h 213359"/>
                <a:gd name="connsiteX21" fmla="*/ 30480 w 284479"/>
                <a:gd name="connsiteY21" fmla="*/ 193040 h 213359"/>
                <a:gd name="connsiteX22" fmla="*/ 213360 w 284479"/>
                <a:gd name="connsiteY22" fmla="*/ 193040 h 213359"/>
                <a:gd name="connsiteX23" fmla="*/ 223520 w 284479"/>
                <a:gd name="connsiteY23" fmla="*/ 182880 h 213359"/>
                <a:gd name="connsiteX24" fmla="*/ 223520 w 284479"/>
                <a:gd name="connsiteY24" fmla="*/ 172720 h 213359"/>
                <a:gd name="connsiteX25" fmla="*/ 71120 w 284479"/>
                <a:gd name="connsiteY25" fmla="*/ 172720 h 213359"/>
                <a:gd name="connsiteX26" fmla="*/ 40640 w 284479"/>
                <a:gd name="connsiteY26" fmla="*/ 142240 h 213359"/>
                <a:gd name="connsiteX27" fmla="*/ 40640 w 284479"/>
                <a:gd name="connsiteY27" fmla="*/ 60960 h 213359"/>
                <a:gd name="connsiteX28" fmla="*/ 264160 w 284479"/>
                <a:gd name="connsiteY28" fmla="*/ 69850 h 213359"/>
                <a:gd name="connsiteX29" fmla="*/ 214630 w 284479"/>
                <a:gd name="connsiteY29" fmla="*/ 20320 h 213359"/>
                <a:gd name="connsiteX30" fmla="*/ 71120 w 284479"/>
                <a:gd name="connsiteY30" fmla="*/ 20320 h 213359"/>
                <a:gd name="connsiteX31" fmla="*/ 60960 w 284479"/>
                <a:gd name="connsiteY31" fmla="*/ 30480 h 213359"/>
                <a:gd name="connsiteX32" fmla="*/ 60960 w 284479"/>
                <a:gd name="connsiteY32" fmla="*/ 142240 h 213359"/>
                <a:gd name="connsiteX33" fmla="*/ 71120 w 284479"/>
                <a:gd name="connsiteY33" fmla="*/ 152400 h 213359"/>
                <a:gd name="connsiteX34" fmla="*/ 254000 w 284479"/>
                <a:gd name="connsiteY34" fmla="*/ 152400 h 213359"/>
                <a:gd name="connsiteX35" fmla="*/ 264160 w 284479"/>
                <a:gd name="connsiteY35" fmla="*/ 142240 h 213359"/>
                <a:gd name="connsiteX36" fmla="*/ 264160 w 284479"/>
                <a:gd name="connsiteY36" fmla="*/ 6985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4479" h="213359">
                  <a:moveTo>
                    <a:pt x="71120" y="0"/>
                  </a:moveTo>
                  <a:lnTo>
                    <a:pt x="218440" y="0"/>
                  </a:lnTo>
                  <a:cubicBezTo>
                    <a:pt x="220980" y="0"/>
                    <a:pt x="223520" y="1270"/>
                    <a:pt x="226060" y="2540"/>
                  </a:cubicBezTo>
                  <a:lnTo>
                    <a:pt x="281940" y="58420"/>
                  </a:lnTo>
                  <a:cubicBezTo>
                    <a:pt x="284480" y="59690"/>
                    <a:pt x="284480" y="63500"/>
                    <a:pt x="284480" y="66040"/>
                  </a:cubicBezTo>
                  <a:lnTo>
                    <a:pt x="284480" y="142240"/>
                  </a:lnTo>
                  <a:cubicBezTo>
                    <a:pt x="284480" y="158750"/>
                    <a:pt x="270510" y="172720"/>
                    <a:pt x="254000" y="172720"/>
                  </a:cubicBezTo>
                  <a:lnTo>
                    <a:pt x="243840" y="172720"/>
                  </a:lnTo>
                  <a:lnTo>
                    <a:pt x="243840" y="182880"/>
                  </a:lnTo>
                  <a:cubicBezTo>
                    <a:pt x="243840" y="199390"/>
                    <a:pt x="229870" y="213360"/>
                    <a:pt x="213360" y="213360"/>
                  </a:cubicBezTo>
                  <a:lnTo>
                    <a:pt x="30480" y="213360"/>
                  </a:lnTo>
                  <a:cubicBezTo>
                    <a:pt x="13970" y="213360"/>
                    <a:pt x="0" y="199390"/>
                    <a:pt x="0" y="182880"/>
                  </a:cubicBezTo>
                  <a:lnTo>
                    <a:pt x="0" y="71120"/>
                  </a:lnTo>
                  <a:cubicBezTo>
                    <a:pt x="0" y="54610"/>
                    <a:pt x="13970" y="40640"/>
                    <a:pt x="30480" y="40640"/>
                  </a:cubicBezTo>
                  <a:lnTo>
                    <a:pt x="40640" y="40640"/>
                  </a:lnTo>
                  <a:lnTo>
                    <a:pt x="40640" y="30480"/>
                  </a:lnTo>
                  <a:cubicBezTo>
                    <a:pt x="40640" y="13970"/>
                    <a:pt x="54610" y="0"/>
                    <a:pt x="71120" y="0"/>
                  </a:cubicBezTo>
                  <a:close/>
                  <a:moveTo>
                    <a:pt x="40640" y="60960"/>
                  </a:moveTo>
                  <a:lnTo>
                    <a:pt x="30480" y="60960"/>
                  </a:lnTo>
                  <a:cubicBezTo>
                    <a:pt x="25400" y="60960"/>
                    <a:pt x="20320" y="66040"/>
                    <a:pt x="20320" y="71120"/>
                  </a:cubicBezTo>
                  <a:lnTo>
                    <a:pt x="20320" y="182880"/>
                  </a:lnTo>
                  <a:cubicBezTo>
                    <a:pt x="20320" y="187960"/>
                    <a:pt x="25400" y="193040"/>
                    <a:pt x="30480" y="193040"/>
                  </a:cubicBezTo>
                  <a:lnTo>
                    <a:pt x="213360" y="193040"/>
                  </a:lnTo>
                  <a:cubicBezTo>
                    <a:pt x="218440" y="193040"/>
                    <a:pt x="223520" y="187960"/>
                    <a:pt x="223520" y="182880"/>
                  </a:cubicBezTo>
                  <a:lnTo>
                    <a:pt x="223520" y="172720"/>
                  </a:lnTo>
                  <a:lnTo>
                    <a:pt x="71120" y="172720"/>
                  </a:lnTo>
                  <a:cubicBezTo>
                    <a:pt x="54610" y="172720"/>
                    <a:pt x="40640" y="158750"/>
                    <a:pt x="40640" y="142240"/>
                  </a:cubicBezTo>
                  <a:lnTo>
                    <a:pt x="40640" y="60960"/>
                  </a:lnTo>
                  <a:close/>
                  <a:moveTo>
                    <a:pt x="264160" y="69850"/>
                  </a:moveTo>
                  <a:lnTo>
                    <a:pt x="214630" y="20320"/>
                  </a:lnTo>
                  <a:lnTo>
                    <a:pt x="71120" y="20320"/>
                  </a:lnTo>
                  <a:cubicBezTo>
                    <a:pt x="66040" y="20320"/>
                    <a:pt x="60960" y="25400"/>
                    <a:pt x="60960" y="30480"/>
                  </a:cubicBezTo>
                  <a:lnTo>
                    <a:pt x="60960" y="142240"/>
                  </a:lnTo>
                  <a:cubicBezTo>
                    <a:pt x="60960" y="147320"/>
                    <a:pt x="66040" y="152400"/>
                    <a:pt x="71120" y="152400"/>
                  </a:cubicBezTo>
                  <a:lnTo>
                    <a:pt x="254000" y="152400"/>
                  </a:lnTo>
                  <a:cubicBezTo>
                    <a:pt x="259080" y="152400"/>
                    <a:pt x="264160" y="147320"/>
                    <a:pt x="264160" y="142240"/>
                  </a:cubicBezTo>
                  <a:lnTo>
                    <a:pt x="264160" y="698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67" name="Полилиния: фигура 106">
            <a:extLst>
              <a:ext uri="{FF2B5EF4-FFF2-40B4-BE49-F238E27FC236}">
                <a16:creationId xmlns:a16="http://schemas.microsoft.com/office/drawing/2014/main" id="{5728B4FF-3FFA-3EF6-A6FF-08AD802DF1F0}"/>
              </a:ext>
            </a:extLst>
          </p:cNvPr>
          <p:cNvSpPr/>
          <p:nvPr/>
        </p:nvSpPr>
        <p:spPr>
          <a:xfrm>
            <a:off x="4458947" y="2194762"/>
            <a:ext cx="264159" cy="203200"/>
          </a:xfrm>
          <a:custGeom>
            <a:avLst/>
            <a:gdLst>
              <a:gd name="connsiteX0" fmla="*/ 254000 w 264159"/>
              <a:gd name="connsiteY0" fmla="*/ 0 h 203200"/>
              <a:gd name="connsiteX1" fmla="*/ 264160 w 264159"/>
              <a:gd name="connsiteY1" fmla="*/ 10160 h 203200"/>
              <a:gd name="connsiteX2" fmla="*/ 264160 w 264159"/>
              <a:gd name="connsiteY2" fmla="*/ 193040 h 203200"/>
              <a:gd name="connsiteX3" fmla="*/ 254000 w 264159"/>
              <a:gd name="connsiteY3" fmla="*/ 203200 h 203200"/>
              <a:gd name="connsiteX4" fmla="*/ 10160 w 264159"/>
              <a:gd name="connsiteY4" fmla="*/ 203200 h 203200"/>
              <a:gd name="connsiteX5" fmla="*/ 0 w 264159"/>
              <a:gd name="connsiteY5" fmla="*/ 193040 h 203200"/>
              <a:gd name="connsiteX6" fmla="*/ 0 w 264159"/>
              <a:gd name="connsiteY6" fmla="*/ 10160 h 203200"/>
              <a:gd name="connsiteX7" fmla="*/ 10160 w 264159"/>
              <a:gd name="connsiteY7" fmla="*/ 0 h 203200"/>
              <a:gd name="connsiteX8" fmla="*/ 254000 w 264159"/>
              <a:gd name="connsiteY8" fmla="*/ 0 h 203200"/>
              <a:gd name="connsiteX9" fmla="*/ 243840 w 264159"/>
              <a:gd name="connsiteY9" fmla="*/ 20320 h 203200"/>
              <a:gd name="connsiteX10" fmla="*/ 20320 w 264159"/>
              <a:gd name="connsiteY10" fmla="*/ 20320 h 203200"/>
              <a:gd name="connsiteX11" fmla="*/ 20320 w 264159"/>
              <a:gd name="connsiteY11" fmla="*/ 182880 h 203200"/>
              <a:gd name="connsiteX12" fmla="*/ 243840 w 264159"/>
              <a:gd name="connsiteY12" fmla="*/ 182880 h 203200"/>
              <a:gd name="connsiteX13" fmla="*/ 243840 w 264159"/>
              <a:gd name="connsiteY13" fmla="*/ 20320 h 203200"/>
              <a:gd name="connsiteX14" fmla="*/ 213360 w 264159"/>
              <a:gd name="connsiteY14" fmla="*/ 71120 h 203200"/>
              <a:gd name="connsiteX15" fmla="*/ 223520 w 264159"/>
              <a:gd name="connsiteY15" fmla="*/ 60960 h 203200"/>
              <a:gd name="connsiteX16" fmla="*/ 213360 w 264159"/>
              <a:gd name="connsiteY16" fmla="*/ 50800 h 203200"/>
              <a:gd name="connsiteX17" fmla="*/ 203200 w 264159"/>
              <a:gd name="connsiteY17" fmla="*/ 60960 h 203200"/>
              <a:gd name="connsiteX18" fmla="*/ 213360 w 264159"/>
              <a:gd name="connsiteY18" fmla="*/ 71120 h 203200"/>
              <a:gd name="connsiteX19" fmla="*/ 111760 w 264159"/>
              <a:gd name="connsiteY19" fmla="*/ 87630 h 203200"/>
              <a:gd name="connsiteX20" fmla="*/ 165100 w 264159"/>
              <a:gd name="connsiteY20" fmla="*/ 157480 h 203200"/>
              <a:gd name="connsiteX21" fmla="*/ 179070 w 264159"/>
              <a:gd name="connsiteY21" fmla="*/ 160020 h 203200"/>
              <a:gd name="connsiteX22" fmla="*/ 181610 w 264159"/>
              <a:gd name="connsiteY22" fmla="*/ 146050 h 203200"/>
              <a:gd name="connsiteX23" fmla="*/ 120650 w 264159"/>
              <a:gd name="connsiteY23" fmla="*/ 64770 h 203200"/>
              <a:gd name="connsiteX24" fmla="*/ 104140 w 264159"/>
              <a:gd name="connsiteY24" fmla="*/ 64770 h 203200"/>
              <a:gd name="connsiteX25" fmla="*/ 43180 w 264159"/>
              <a:gd name="connsiteY25" fmla="*/ 146050 h 203200"/>
              <a:gd name="connsiteX26" fmla="*/ 45720 w 264159"/>
              <a:gd name="connsiteY26" fmla="*/ 160020 h 203200"/>
              <a:gd name="connsiteX27" fmla="*/ 59690 w 264159"/>
              <a:gd name="connsiteY27" fmla="*/ 157480 h 203200"/>
              <a:gd name="connsiteX28" fmla="*/ 111760 w 264159"/>
              <a:gd name="connsiteY28" fmla="*/ 87630 h 203200"/>
              <a:gd name="connsiteX29" fmla="*/ 175260 w 264159"/>
              <a:gd name="connsiteY29" fmla="*/ 85090 h 203200"/>
              <a:gd name="connsiteX30" fmla="*/ 220980 w 264159"/>
              <a:gd name="connsiteY30" fmla="*/ 146050 h 203200"/>
              <a:gd name="connsiteX31" fmla="*/ 218440 w 264159"/>
              <a:gd name="connsiteY31" fmla="*/ 160020 h 203200"/>
              <a:gd name="connsiteX32" fmla="*/ 204470 w 264159"/>
              <a:gd name="connsiteY32" fmla="*/ 157480 h 203200"/>
              <a:gd name="connsiteX33" fmla="*/ 158750 w 264159"/>
              <a:gd name="connsiteY33" fmla="*/ 96520 h 203200"/>
              <a:gd name="connsiteX34" fmla="*/ 161290 w 264159"/>
              <a:gd name="connsiteY34" fmla="*/ 82550 h 203200"/>
              <a:gd name="connsiteX35" fmla="*/ 175260 w 264159"/>
              <a:gd name="connsiteY35" fmla="*/ 8509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64159" h="203200">
                <a:moveTo>
                  <a:pt x="254000" y="0"/>
                </a:moveTo>
                <a:cubicBezTo>
                  <a:pt x="259080" y="0"/>
                  <a:pt x="264160" y="5080"/>
                  <a:pt x="264160" y="10160"/>
                </a:cubicBezTo>
                <a:lnTo>
                  <a:pt x="264160" y="193040"/>
                </a:ln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254000" y="0"/>
                </a:lnTo>
                <a:close/>
                <a:moveTo>
                  <a:pt x="243840" y="20320"/>
                </a:moveTo>
                <a:lnTo>
                  <a:pt x="20320" y="20320"/>
                </a:lnTo>
                <a:lnTo>
                  <a:pt x="20320" y="182880"/>
                </a:lnTo>
                <a:lnTo>
                  <a:pt x="243840" y="182880"/>
                </a:lnTo>
                <a:lnTo>
                  <a:pt x="243840" y="20320"/>
                </a:lnTo>
                <a:close/>
                <a:moveTo>
                  <a:pt x="213360" y="71120"/>
                </a:moveTo>
                <a:cubicBezTo>
                  <a:pt x="218440" y="71120"/>
                  <a:pt x="223520" y="66040"/>
                  <a:pt x="223520" y="60960"/>
                </a:cubicBezTo>
                <a:cubicBezTo>
                  <a:pt x="223520" y="55880"/>
                  <a:pt x="218440" y="50800"/>
                  <a:pt x="213360" y="50800"/>
                </a:cubicBezTo>
                <a:cubicBezTo>
                  <a:pt x="208280" y="50800"/>
                  <a:pt x="203200" y="55880"/>
                  <a:pt x="203200" y="60960"/>
                </a:cubicBezTo>
                <a:cubicBezTo>
                  <a:pt x="203200" y="66040"/>
                  <a:pt x="208280" y="71120"/>
                  <a:pt x="213360" y="71120"/>
                </a:cubicBezTo>
                <a:close/>
                <a:moveTo>
                  <a:pt x="111760" y="87630"/>
                </a:moveTo>
                <a:lnTo>
                  <a:pt x="165100" y="157480"/>
                </a:lnTo>
                <a:cubicBezTo>
                  <a:pt x="168910" y="162560"/>
                  <a:pt x="175260" y="162560"/>
                  <a:pt x="179070" y="160020"/>
                </a:cubicBezTo>
                <a:cubicBezTo>
                  <a:pt x="184150" y="156210"/>
                  <a:pt x="184150" y="149860"/>
                  <a:pt x="181610" y="146050"/>
                </a:cubicBezTo>
                <a:lnTo>
                  <a:pt x="120650" y="64770"/>
                </a:lnTo>
                <a:cubicBezTo>
                  <a:pt x="116840" y="59690"/>
                  <a:pt x="107950" y="59690"/>
                  <a:pt x="104140" y="64770"/>
                </a:cubicBezTo>
                <a:lnTo>
                  <a:pt x="43180" y="146050"/>
                </a:lnTo>
                <a:cubicBezTo>
                  <a:pt x="39370" y="151130"/>
                  <a:pt x="40640" y="157480"/>
                  <a:pt x="45720" y="160020"/>
                </a:cubicBezTo>
                <a:cubicBezTo>
                  <a:pt x="50800" y="163830"/>
                  <a:pt x="57150" y="162560"/>
                  <a:pt x="59690" y="157480"/>
                </a:cubicBezTo>
                <a:lnTo>
                  <a:pt x="111760" y="87630"/>
                </a:lnTo>
                <a:close/>
                <a:moveTo>
                  <a:pt x="175260" y="85090"/>
                </a:moveTo>
                <a:lnTo>
                  <a:pt x="220980" y="146050"/>
                </a:lnTo>
                <a:cubicBezTo>
                  <a:pt x="224790" y="151130"/>
                  <a:pt x="223520" y="157480"/>
                  <a:pt x="218440" y="160020"/>
                </a:cubicBezTo>
                <a:cubicBezTo>
                  <a:pt x="213360" y="163830"/>
                  <a:pt x="207010" y="162560"/>
                  <a:pt x="204470" y="157480"/>
                </a:cubicBezTo>
                <a:lnTo>
                  <a:pt x="158750" y="96520"/>
                </a:lnTo>
                <a:cubicBezTo>
                  <a:pt x="154940" y="91440"/>
                  <a:pt x="156210" y="85090"/>
                  <a:pt x="161290" y="82550"/>
                </a:cubicBezTo>
                <a:cubicBezTo>
                  <a:pt x="166370" y="80010"/>
                  <a:pt x="172720" y="80010"/>
                  <a:pt x="175260" y="8509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" name="Полилиния: фигура 112">
            <a:extLst>
              <a:ext uri="{FF2B5EF4-FFF2-40B4-BE49-F238E27FC236}">
                <a16:creationId xmlns:a16="http://schemas.microsoft.com/office/drawing/2014/main" id="{12FB77A4-AAE5-1771-F824-F3128341AE2B}"/>
              </a:ext>
            </a:extLst>
          </p:cNvPr>
          <p:cNvSpPr/>
          <p:nvPr/>
        </p:nvSpPr>
        <p:spPr>
          <a:xfrm>
            <a:off x="5044417" y="2174442"/>
            <a:ext cx="213359" cy="264159"/>
          </a:xfrm>
          <a:custGeom>
            <a:avLst/>
            <a:gdLst>
              <a:gd name="connsiteX0" fmla="*/ 154940 w 213359"/>
              <a:gd name="connsiteY0" fmla="*/ 20320 h 264159"/>
              <a:gd name="connsiteX1" fmla="*/ 57150 w 213359"/>
              <a:gd name="connsiteY1" fmla="*/ 20320 h 264159"/>
              <a:gd name="connsiteX2" fmla="*/ 49530 w 213359"/>
              <a:gd name="connsiteY2" fmla="*/ 25400 h 264159"/>
              <a:gd name="connsiteX3" fmla="*/ 33020 w 213359"/>
              <a:gd name="connsiteY3" fmla="*/ 66040 h 264159"/>
              <a:gd name="connsiteX4" fmla="*/ 179070 w 213359"/>
              <a:gd name="connsiteY4" fmla="*/ 66040 h 264159"/>
              <a:gd name="connsiteX5" fmla="*/ 162560 w 213359"/>
              <a:gd name="connsiteY5" fmla="*/ 25400 h 264159"/>
              <a:gd name="connsiteX6" fmla="*/ 154940 w 213359"/>
              <a:gd name="connsiteY6" fmla="*/ 20320 h 264159"/>
              <a:gd name="connsiteX7" fmla="*/ 200660 w 213359"/>
              <a:gd name="connsiteY7" fmla="*/ 66040 h 264159"/>
              <a:gd name="connsiteX8" fmla="*/ 181610 w 213359"/>
              <a:gd name="connsiteY8" fmla="*/ 17780 h 264159"/>
              <a:gd name="connsiteX9" fmla="*/ 181610 w 213359"/>
              <a:gd name="connsiteY9" fmla="*/ 17780 h 264159"/>
              <a:gd name="connsiteX10" fmla="*/ 154940 w 213359"/>
              <a:gd name="connsiteY10" fmla="*/ 0 h 264159"/>
              <a:gd name="connsiteX11" fmla="*/ 57150 w 213359"/>
              <a:gd name="connsiteY11" fmla="*/ 0 h 264159"/>
              <a:gd name="connsiteX12" fmla="*/ 30480 w 213359"/>
              <a:gd name="connsiteY12" fmla="*/ 17780 h 264159"/>
              <a:gd name="connsiteX13" fmla="*/ 30480 w 213359"/>
              <a:gd name="connsiteY13" fmla="*/ 17780 h 264159"/>
              <a:gd name="connsiteX14" fmla="*/ 11430 w 213359"/>
              <a:gd name="connsiteY14" fmla="*/ 66040 h 264159"/>
              <a:gd name="connsiteX15" fmla="*/ 10160 w 213359"/>
              <a:gd name="connsiteY15" fmla="*/ 66040 h 264159"/>
              <a:gd name="connsiteX16" fmla="*/ 0 w 213359"/>
              <a:gd name="connsiteY16" fmla="*/ 76200 h 264159"/>
              <a:gd name="connsiteX17" fmla="*/ 10160 w 213359"/>
              <a:gd name="connsiteY17" fmla="*/ 86360 h 264159"/>
              <a:gd name="connsiteX18" fmla="*/ 203200 w 213359"/>
              <a:gd name="connsiteY18" fmla="*/ 86360 h 264159"/>
              <a:gd name="connsiteX19" fmla="*/ 213360 w 213359"/>
              <a:gd name="connsiteY19" fmla="*/ 76200 h 264159"/>
              <a:gd name="connsiteX20" fmla="*/ 200660 w 213359"/>
              <a:gd name="connsiteY20" fmla="*/ 66040 h 264159"/>
              <a:gd name="connsiteX21" fmla="*/ 200660 w 213359"/>
              <a:gd name="connsiteY21" fmla="*/ 66040 h 264159"/>
              <a:gd name="connsiteX22" fmla="*/ 22860 w 213359"/>
              <a:gd name="connsiteY22" fmla="*/ 101600 h 264159"/>
              <a:gd name="connsiteX23" fmla="*/ 34290 w 213359"/>
              <a:gd name="connsiteY23" fmla="*/ 110490 h 264159"/>
              <a:gd name="connsiteX24" fmla="*/ 52070 w 213359"/>
              <a:gd name="connsiteY24" fmla="*/ 234950 h 264159"/>
              <a:gd name="connsiteX25" fmla="*/ 52070 w 213359"/>
              <a:gd name="connsiteY25" fmla="*/ 234950 h 264159"/>
              <a:gd name="connsiteX26" fmla="*/ 60960 w 213359"/>
              <a:gd name="connsiteY26" fmla="*/ 243840 h 264159"/>
              <a:gd name="connsiteX27" fmla="*/ 149860 w 213359"/>
              <a:gd name="connsiteY27" fmla="*/ 243840 h 264159"/>
              <a:gd name="connsiteX28" fmla="*/ 158750 w 213359"/>
              <a:gd name="connsiteY28" fmla="*/ 234950 h 264159"/>
              <a:gd name="connsiteX29" fmla="*/ 176530 w 213359"/>
              <a:gd name="connsiteY29" fmla="*/ 110490 h 264159"/>
              <a:gd name="connsiteX30" fmla="*/ 187960 w 213359"/>
              <a:gd name="connsiteY30" fmla="*/ 101600 h 264159"/>
              <a:gd name="connsiteX31" fmla="*/ 196850 w 213359"/>
              <a:gd name="connsiteY31" fmla="*/ 113030 h 264159"/>
              <a:gd name="connsiteX32" fmla="*/ 179070 w 213359"/>
              <a:gd name="connsiteY32" fmla="*/ 237490 h 264159"/>
              <a:gd name="connsiteX33" fmla="*/ 149860 w 213359"/>
              <a:gd name="connsiteY33" fmla="*/ 264160 h 264159"/>
              <a:gd name="connsiteX34" fmla="*/ 60960 w 213359"/>
              <a:gd name="connsiteY34" fmla="*/ 264160 h 264159"/>
              <a:gd name="connsiteX35" fmla="*/ 31750 w 213359"/>
              <a:gd name="connsiteY35" fmla="*/ 237490 h 264159"/>
              <a:gd name="connsiteX36" fmla="*/ 13970 w 213359"/>
              <a:gd name="connsiteY36" fmla="*/ 113030 h 264159"/>
              <a:gd name="connsiteX37" fmla="*/ 22860 w 213359"/>
              <a:gd name="connsiteY37" fmla="*/ 1016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13359" h="264159">
                <a:moveTo>
                  <a:pt x="154940" y="20320"/>
                </a:moveTo>
                <a:lnTo>
                  <a:pt x="57150" y="20320"/>
                </a:lnTo>
                <a:cubicBezTo>
                  <a:pt x="54610" y="20320"/>
                  <a:pt x="50800" y="21590"/>
                  <a:pt x="49530" y="25400"/>
                </a:cubicBezTo>
                <a:lnTo>
                  <a:pt x="33020" y="66040"/>
                </a:lnTo>
                <a:lnTo>
                  <a:pt x="179070" y="66040"/>
                </a:lnTo>
                <a:lnTo>
                  <a:pt x="162560" y="25400"/>
                </a:lnTo>
                <a:cubicBezTo>
                  <a:pt x="161290" y="21590"/>
                  <a:pt x="157480" y="20320"/>
                  <a:pt x="154940" y="20320"/>
                </a:cubicBezTo>
                <a:close/>
                <a:moveTo>
                  <a:pt x="200660" y="66040"/>
                </a:moveTo>
                <a:lnTo>
                  <a:pt x="181610" y="17780"/>
                </a:lnTo>
                <a:lnTo>
                  <a:pt x="181610" y="17780"/>
                </a:lnTo>
                <a:cubicBezTo>
                  <a:pt x="176530" y="7620"/>
                  <a:pt x="166370" y="0"/>
                  <a:pt x="154940" y="0"/>
                </a:cubicBezTo>
                <a:lnTo>
                  <a:pt x="57150" y="0"/>
                </a:lnTo>
                <a:cubicBezTo>
                  <a:pt x="45720" y="0"/>
                  <a:pt x="35560" y="6350"/>
                  <a:pt x="30480" y="17780"/>
                </a:cubicBezTo>
                <a:lnTo>
                  <a:pt x="30480" y="17780"/>
                </a:lnTo>
                <a:lnTo>
                  <a:pt x="11430" y="66040"/>
                </a:lnTo>
                <a:lnTo>
                  <a:pt x="10160" y="66040"/>
                </a:lnTo>
                <a:cubicBezTo>
                  <a:pt x="5080" y="66040"/>
                  <a:pt x="0" y="71120"/>
                  <a:pt x="0" y="76200"/>
                </a:cubicBezTo>
                <a:cubicBezTo>
                  <a:pt x="0" y="81280"/>
                  <a:pt x="5080" y="86360"/>
                  <a:pt x="10160" y="86360"/>
                </a:cubicBezTo>
                <a:lnTo>
                  <a:pt x="203200" y="86360"/>
                </a:lnTo>
                <a:cubicBezTo>
                  <a:pt x="208280" y="86360"/>
                  <a:pt x="213360" y="81280"/>
                  <a:pt x="213360" y="76200"/>
                </a:cubicBezTo>
                <a:cubicBezTo>
                  <a:pt x="212090" y="69850"/>
                  <a:pt x="208280" y="66040"/>
                  <a:pt x="200660" y="66040"/>
                </a:cubicBezTo>
                <a:lnTo>
                  <a:pt x="200660" y="66040"/>
                </a:lnTo>
                <a:close/>
                <a:moveTo>
                  <a:pt x="22860" y="101600"/>
                </a:moveTo>
                <a:cubicBezTo>
                  <a:pt x="27940" y="100330"/>
                  <a:pt x="33020" y="104140"/>
                  <a:pt x="34290" y="110490"/>
                </a:cubicBezTo>
                <a:lnTo>
                  <a:pt x="52070" y="234950"/>
                </a:lnTo>
                <a:lnTo>
                  <a:pt x="52070" y="234950"/>
                </a:lnTo>
                <a:cubicBezTo>
                  <a:pt x="53340" y="240030"/>
                  <a:pt x="57150" y="243840"/>
                  <a:pt x="60960" y="243840"/>
                </a:cubicBezTo>
                <a:lnTo>
                  <a:pt x="149860" y="243840"/>
                </a:lnTo>
                <a:cubicBezTo>
                  <a:pt x="153670" y="243840"/>
                  <a:pt x="158750" y="240030"/>
                  <a:pt x="158750" y="234950"/>
                </a:cubicBezTo>
                <a:lnTo>
                  <a:pt x="176530" y="110490"/>
                </a:lnTo>
                <a:cubicBezTo>
                  <a:pt x="177800" y="105410"/>
                  <a:pt x="182880" y="101600"/>
                  <a:pt x="187960" y="101600"/>
                </a:cubicBezTo>
                <a:cubicBezTo>
                  <a:pt x="193040" y="102870"/>
                  <a:pt x="196850" y="107950"/>
                  <a:pt x="196850" y="113030"/>
                </a:cubicBezTo>
                <a:lnTo>
                  <a:pt x="179070" y="237490"/>
                </a:lnTo>
                <a:cubicBezTo>
                  <a:pt x="176530" y="251460"/>
                  <a:pt x="165100" y="264160"/>
                  <a:pt x="149860" y="264160"/>
                </a:cubicBezTo>
                <a:lnTo>
                  <a:pt x="60960" y="264160"/>
                </a:lnTo>
                <a:cubicBezTo>
                  <a:pt x="45720" y="264160"/>
                  <a:pt x="34290" y="252730"/>
                  <a:pt x="31750" y="237490"/>
                </a:cubicBezTo>
                <a:lnTo>
                  <a:pt x="13970" y="113030"/>
                </a:lnTo>
                <a:cubicBezTo>
                  <a:pt x="13970" y="106680"/>
                  <a:pt x="17780" y="101600"/>
                  <a:pt x="22860" y="1016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9" name="Полилиния: фигура 123">
            <a:extLst>
              <a:ext uri="{FF2B5EF4-FFF2-40B4-BE49-F238E27FC236}">
                <a16:creationId xmlns:a16="http://schemas.microsoft.com/office/drawing/2014/main" id="{883311FC-9C90-2D22-D6F9-D17950309300}"/>
              </a:ext>
            </a:extLst>
          </p:cNvPr>
          <p:cNvSpPr/>
          <p:nvPr/>
        </p:nvSpPr>
        <p:spPr>
          <a:xfrm>
            <a:off x="6136617" y="2225242"/>
            <a:ext cx="264160" cy="264159"/>
          </a:xfrm>
          <a:custGeom>
            <a:avLst/>
            <a:gdLst>
              <a:gd name="connsiteX0" fmla="*/ 10160 w 264160"/>
              <a:gd name="connsiteY0" fmla="*/ 81280 h 264159"/>
              <a:gd name="connsiteX1" fmla="*/ 20320 w 264160"/>
              <a:gd name="connsiteY1" fmla="*/ 71120 h 264159"/>
              <a:gd name="connsiteX2" fmla="*/ 20320 w 264160"/>
              <a:gd name="connsiteY2" fmla="*/ 20320 h 264159"/>
              <a:gd name="connsiteX3" fmla="*/ 71120 w 264160"/>
              <a:gd name="connsiteY3" fmla="*/ 20320 h 264159"/>
              <a:gd name="connsiteX4" fmla="*/ 81280 w 264160"/>
              <a:gd name="connsiteY4" fmla="*/ 10160 h 264159"/>
              <a:gd name="connsiteX5" fmla="*/ 71120 w 264160"/>
              <a:gd name="connsiteY5" fmla="*/ 0 h 264159"/>
              <a:gd name="connsiteX6" fmla="*/ 20320 w 264160"/>
              <a:gd name="connsiteY6" fmla="*/ 0 h 264159"/>
              <a:gd name="connsiteX7" fmla="*/ 0 w 264160"/>
              <a:gd name="connsiteY7" fmla="*/ 20320 h 264159"/>
              <a:gd name="connsiteX8" fmla="*/ 0 w 264160"/>
              <a:gd name="connsiteY8" fmla="*/ 71120 h 264159"/>
              <a:gd name="connsiteX9" fmla="*/ 10160 w 264160"/>
              <a:gd name="connsiteY9" fmla="*/ 81280 h 264159"/>
              <a:gd name="connsiteX10" fmla="*/ 81280 w 264160"/>
              <a:gd name="connsiteY10" fmla="*/ 81280 h 264159"/>
              <a:gd name="connsiteX11" fmla="*/ 91440 w 264160"/>
              <a:gd name="connsiteY11" fmla="*/ 91440 h 264159"/>
              <a:gd name="connsiteX12" fmla="*/ 91440 w 264160"/>
              <a:gd name="connsiteY12" fmla="*/ 111760 h 264159"/>
              <a:gd name="connsiteX13" fmla="*/ 81280 w 264160"/>
              <a:gd name="connsiteY13" fmla="*/ 121920 h 264159"/>
              <a:gd name="connsiteX14" fmla="*/ 71120 w 264160"/>
              <a:gd name="connsiteY14" fmla="*/ 111760 h 264159"/>
              <a:gd name="connsiteX15" fmla="*/ 71120 w 264160"/>
              <a:gd name="connsiteY15" fmla="*/ 91440 h 264159"/>
              <a:gd name="connsiteX16" fmla="*/ 81280 w 264160"/>
              <a:gd name="connsiteY16" fmla="*/ 81280 h 264159"/>
              <a:gd name="connsiteX17" fmla="*/ 182880 w 264160"/>
              <a:gd name="connsiteY17" fmla="*/ 81280 h 264159"/>
              <a:gd name="connsiteX18" fmla="*/ 193040 w 264160"/>
              <a:gd name="connsiteY18" fmla="*/ 91440 h 264159"/>
              <a:gd name="connsiteX19" fmla="*/ 193040 w 264160"/>
              <a:gd name="connsiteY19" fmla="*/ 111760 h 264159"/>
              <a:gd name="connsiteX20" fmla="*/ 182880 w 264160"/>
              <a:gd name="connsiteY20" fmla="*/ 121920 h 264159"/>
              <a:gd name="connsiteX21" fmla="*/ 172720 w 264160"/>
              <a:gd name="connsiteY21" fmla="*/ 111760 h 264159"/>
              <a:gd name="connsiteX22" fmla="*/ 172720 w 264160"/>
              <a:gd name="connsiteY22" fmla="*/ 91440 h 264159"/>
              <a:gd name="connsiteX23" fmla="*/ 182880 w 264160"/>
              <a:gd name="connsiteY23" fmla="*/ 81280 h 264159"/>
              <a:gd name="connsiteX24" fmla="*/ 165100 w 264160"/>
              <a:gd name="connsiteY24" fmla="*/ 165100 h 264159"/>
              <a:gd name="connsiteX25" fmla="*/ 97790 w 264160"/>
              <a:gd name="connsiteY25" fmla="*/ 165100 h 264159"/>
              <a:gd name="connsiteX26" fmla="*/ 83820 w 264160"/>
              <a:gd name="connsiteY26" fmla="*/ 165100 h 264159"/>
              <a:gd name="connsiteX27" fmla="*/ 83820 w 264160"/>
              <a:gd name="connsiteY27" fmla="*/ 179070 h 264159"/>
              <a:gd name="connsiteX28" fmla="*/ 179070 w 264160"/>
              <a:gd name="connsiteY28" fmla="*/ 179070 h 264159"/>
              <a:gd name="connsiteX29" fmla="*/ 179070 w 264160"/>
              <a:gd name="connsiteY29" fmla="*/ 165100 h 264159"/>
              <a:gd name="connsiteX30" fmla="*/ 165100 w 264160"/>
              <a:gd name="connsiteY30" fmla="*/ 165100 h 264159"/>
              <a:gd name="connsiteX31" fmla="*/ 20320 w 264160"/>
              <a:gd name="connsiteY31" fmla="*/ 193040 h 264159"/>
              <a:gd name="connsiteX32" fmla="*/ 10160 w 264160"/>
              <a:gd name="connsiteY32" fmla="*/ 182880 h 264159"/>
              <a:gd name="connsiteX33" fmla="*/ 0 w 264160"/>
              <a:gd name="connsiteY33" fmla="*/ 193040 h 264159"/>
              <a:gd name="connsiteX34" fmla="*/ 0 w 264160"/>
              <a:gd name="connsiteY34" fmla="*/ 243840 h 264159"/>
              <a:gd name="connsiteX35" fmla="*/ 20320 w 264160"/>
              <a:gd name="connsiteY35" fmla="*/ 264160 h 264159"/>
              <a:gd name="connsiteX36" fmla="*/ 71120 w 264160"/>
              <a:gd name="connsiteY36" fmla="*/ 264160 h 264159"/>
              <a:gd name="connsiteX37" fmla="*/ 81280 w 264160"/>
              <a:gd name="connsiteY37" fmla="*/ 254000 h 264159"/>
              <a:gd name="connsiteX38" fmla="*/ 71120 w 264160"/>
              <a:gd name="connsiteY38" fmla="*/ 243840 h 264159"/>
              <a:gd name="connsiteX39" fmla="*/ 20320 w 264160"/>
              <a:gd name="connsiteY39" fmla="*/ 243840 h 264159"/>
              <a:gd name="connsiteX40" fmla="*/ 20320 w 264160"/>
              <a:gd name="connsiteY40" fmla="*/ 193040 h 264159"/>
              <a:gd name="connsiteX41" fmla="*/ 254000 w 264160"/>
              <a:gd name="connsiteY41" fmla="*/ 182880 h 264159"/>
              <a:gd name="connsiteX42" fmla="*/ 243840 w 264160"/>
              <a:gd name="connsiteY42" fmla="*/ 193040 h 264159"/>
              <a:gd name="connsiteX43" fmla="*/ 243840 w 264160"/>
              <a:gd name="connsiteY43" fmla="*/ 243840 h 264159"/>
              <a:gd name="connsiteX44" fmla="*/ 193040 w 264160"/>
              <a:gd name="connsiteY44" fmla="*/ 243840 h 264159"/>
              <a:gd name="connsiteX45" fmla="*/ 182880 w 264160"/>
              <a:gd name="connsiteY45" fmla="*/ 254000 h 264159"/>
              <a:gd name="connsiteX46" fmla="*/ 193040 w 264160"/>
              <a:gd name="connsiteY46" fmla="*/ 264160 h 264159"/>
              <a:gd name="connsiteX47" fmla="*/ 243840 w 264160"/>
              <a:gd name="connsiteY47" fmla="*/ 264160 h 264159"/>
              <a:gd name="connsiteX48" fmla="*/ 264160 w 264160"/>
              <a:gd name="connsiteY48" fmla="*/ 243840 h 264159"/>
              <a:gd name="connsiteX49" fmla="*/ 264160 w 264160"/>
              <a:gd name="connsiteY49" fmla="*/ 193040 h 264159"/>
              <a:gd name="connsiteX50" fmla="*/ 254000 w 264160"/>
              <a:gd name="connsiteY50" fmla="*/ 182880 h 264159"/>
              <a:gd name="connsiteX51" fmla="*/ 243840 w 264160"/>
              <a:gd name="connsiteY51" fmla="*/ 71120 h 264159"/>
              <a:gd name="connsiteX52" fmla="*/ 254000 w 264160"/>
              <a:gd name="connsiteY52" fmla="*/ 81280 h 264159"/>
              <a:gd name="connsiteX53" fmla="*/ 264160 w 264160"/>
              <a:gd name="connsiteY53" fmla="*/ 71120 h 264159"/>
              <a:gd name="connsiteX54" fmla="*/ 264160 w 264160"/>
              <a:gd name="connsiteY54" fmla="*/ 20320 h 264159"/>
              <a:gd name="connsiteX55" fmla="*/ 243840 w 264160"/>
              <a:gd name="connsiteY55" fmla="*/ 0 h 264159"/>
              <a:gd name="connsiteX56" fmla="*/ 193040 w 264160"/>
              <a:gd name="connsiteY56" fmla="*/ 0 h 264159"/>
              <a:gd name="connsiteX57" fmla="*/ 182880 w 264160"/>
              <a:gd name="connsiteY57" fmla="*/ 10160 h 264159"/>
              <a:gd name="connsiteX58" fmla="*/ 193040 w 264160"/>
              <a:gd name="connsiteY58" fmla="*/ 20320 h 264159"/>
              <a:gd name="connsiteX59" fmla="*/ 243840 w 264160"/>
              <a:gd name="connsiteY59" fmla="*/ 20320 h 264159"/>
              <a:gd name="connsiteX60" fmla="*/ 243840 w 264160"/>
              <a:gd name="connsiteY6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64160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6200"/>
                  <a:pt x="3810" y="81280"/>
                  <a:pt x="10160" y="81280"/>
                </a:cubicBezTo>
                <a:close/>
                <a:moveTo>
                  <a:pt x="81280" y="81280"/>
                </a:moveTo>
                <a:cubicBezTo>
                  <a:pt x="86360" y="81280"/>
                  <a:pt x="91440" y="86360"/>
                  <a:pt x="91440" y="91440"/>
                </a:cubicBezTo>
                <a:lnTo>
                  <a:pt x="91440" y="111760"/>
                </a:lnTo>
                <a:cubicBezTo>
                  <a:pt x="91440" y="116840"/>
                  <a:pt x="86360" y="121920"/>
                  <a:pt x="81280" y="121920"/>
                </a:cubicBezTo>
                <a:cubicBezTo>
                  <a:pt x="76200" y="121920"/>
                  <a:pt x="71120" y="116840"/>
                  <a:pt x="71120" y="111760"/>
                </a:cubicBezTo>
                <a:lnTo>
                  <a:pt x="71120" y="91440"/>
                </a:lnTo>
                <a:cubicBezTo>
                  <a:pt x="71120" y="85090"/>
                  <a:pt x="74930" y="81280"/>
                  <a:pt x="81280" y="81280"/>
                </a:cubicBezTo>
                <a:close/>
                <a:moveTo>
                  <a:pt x="182880" y="81280"/>
                </a:moveTo>
                <a:cubicBezTo>
                  <a:pt x="187960" y="81280"/>
                  <a:pt x="193040" y="86360"/>
                  <a:pt x="193040" y="91440"/>
                </a:cubicBezTo>
                <a:lnTo>
                  <a:pt x="193040" y="111760"/>
                </a:lnTo>
                <a:cubicBezTo>
                  <a:pt x="193040" y="116840"/>
                  <a:pt x="187960" y="121920"/>
                  <a:pt x="182880" y="121920"/>
                </a:cubicBezTo>
                <a:cubicBezTo>
                  <a:pt x="177800" y="121920"/>
                  <a:pt x="172720" y="116840"/>
                  <a:pt x="172720" y="111760"/>
                </a:cubicBezTo>
                <a:lnTo>
                  <a:pt x="172720" y="91440"/>
                </a:lnTo>
                <a:cubicBezTo>
                  <a:pt x="172720" y="85090"/>
                  <a:pt x="176530" y="81280"/>
                  <a:pt x="182880" y="81280"/>
                </a:cubicBezTo>
                <a:close/>
                <a:moveTo>
                  <a:pt x="165100" y="165100"/>
                </a:moveTo>
                <a:cubicBezTo>
                  <a:pt x="148590" y="181610"/>
                  <a:pt x="119380" y="185420"/>
                  <a:pt x="97790" y="165100"/>
                </a:cubicBezTo>
                <a:cubicBezTo>
                  <a:pt x="93980" y="161290"/>
                  <a:pt x="87630" y="161290"/>
                  <a:pt x="83820" y="165100"/>
                </a:cubicBezTo>
                <a:cubicBezTo>
                  <a:pt x="80010" y="168910"/>
                  <a:pt x="80010" y="175260"/>
                  <a:pt x="83820" y="179070"/>
                </a:cubicBezTo>
                <a:cubicBezTo>
                  <a:pt x="114300" y="209550"/>
                  <a:pt x="156210" y="203200"/>
                  <a:pt x="179070" y="179070"/>
                </a:cubicBezTo>
                <a:cubicBezTo>
                  <a:pt x="182880" y="175260"/>
                  <a:pt x="182880" y="168910"/>
                  <a:pt x="179070" y="165100"/>
                </a:cubicBezTo>
                <a:cubicBezTo>
                  <a:pt x="175260" y="161290"/>
                  <a:pt x="168910" y="161290"/>
                  <a:pt x="165100" y="165100"/>
                </a:cubicBez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4000" y="182880"/>
                </a:moveTo>
                <a:cubicBezTo>
                  <a:pt x="248920" y="182880"/>
                  <a:pt x="243840" y="187960"/>
                  <a:pt x="243840" y="193040"/>
                </a:cubicBezTo>
                <a:lnTo>
                  <a:pt x="243840" y="243840"/>
                </a:lnTo>
                <a:lnTo>
                  <a:pt x="193040" y="243840"/>
                </a:lnTo>
                <a:cubicBezTo>
                  <a:pt x="187960" y="243840"/>
                  <a:pt x="182880" y="248920"/>
                  <a:pt x="182880" y="254000"/>
                </a:cubicBezTo>
                <a:cubicBezTo>
                  <a:pt x="182880" y="259080"/>
                  <a:pt x="187960" y="264160"/>
                  <a:pt x="193040" y="264160"/>
                </a:cubicBezTo>
                <a:lnTo>
                  <a:pt x="243840" y="264160"/>
                </a:lnTo>
                <a:cubicBezTo>
                  <a:pt x="255270" y="264160"/>
                  <a:pt x="264160" y="255270"/>
                  <a:pt x="264160" y="243840"/>
                </a:cubicBezTo>
                <a:lnTo>
                  <a:pt x="264160" y="193040"/>
                </a:lnTo>
                <a:cubicBezTo>
                  <a:pt x="264160" y="186690"/>
                  <a:pt x="259080" y="182880"/>
                  <a:pt x="254000" y="182880"/>
                </a:cubicBezTo>
                <a:close/>
                <a:moveTo>
                  <a:pt x="243840" y="71120"/>
                </a:moveTo>
                <a:cubicBezTo>
                  <a:pt x="243840" y="76200"/>
                  <a:pt x="248920" y="81280"/>
                  <a:pt x="254000" y="81280"/>
                </a:cubicBezTo>
                <a:cubicBezTo>
                  <a:pt x="259080" y="81280"/>
                  <a:pt x="264160" y="76200"/>
                  <a:pt x="264160" y="711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193040" y="0"/>
                </a:lnTo>
                <a:cubicBezTo>
                  <a:pt x="187960" y="0"/>
                  <a:pt x="182880" y="5080"/>
                  <a:pt x="182880" y="10160"/>
                </a:cubicBezTo>
                <a:cubicBezTo>
                  <a:pt x="182880" y="15240"/>
                  <a:pt x="187960" y="20320"/>
                  <a:pt x="193040" y="20320"/>
                </a:cubicBezTo>
                <a:lnTo>
                  <a:pt x="243840" y="20320"/>
                </a:lnTo>
                <a:lnTo>
                  <a:pt x="243840" y="711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0" name="Полилиния: фигура 124">
            <a:extLst>
              <a:ext uri="{FF2B5EF4-FFF2-40B4-BE49-F238E27FC236}">
                <a16:creationId xmlns:a16="http://schemas.microsoft.com/office/drawing/2014/main" id="{F7A69F67-38A5-D6B1-90DE-40A4726323AF}"/>
              </a:ext>
            </a:extLst>
          </p:cNvPr>
          <p:cNvSpPr/>
          <p:nvPr/>
        </p:nvSpPr>
        <p:spPr>
          <a:xfrm>
            <a:off x="1653982" y="2195079"/>
            <a:ext cx="284649" cy="213042"/>
          </a:xfrm>
          <a:custGeom>
            <a:avLst/>
            <a:gdLst>
              <a:gd name="connsiteX0" fmla="*/ 5885 w 284649"/>
              <a:gd name="connsiteY0" fmla="*/ 66993 h 213042"/>
              <a:gd name="connsiteX1" fmla="*/ 137965 w 284649"/>
              <a:gd name="connsiteY1" fmla="*/ 952 h 213042"/>
              <a:gd name="connsiteX2" fmla="*/ 146855 w 284649"/>
              <a:gd name="connsiteY2" fmla="*/ 952 h 213042"/>
              <a:gd name="connsiteX3" fmla="*/ 278935 w 284649"/>
              <a:gd name="connsiteY3" fmla="*/ 66993 h 213042"/>
              <a:gd name="connsiteX4" fmla="*/ 278935 w 284649"/>
              <a:gd name="connsiteY4" fmla="*/ 84772 h 213042"/>
              <a:gd name="connsiteX5" fmla="*/ 233215 w 284649"/>
              <a:gd name="connsiteY5" fmla="*/ 107633 h 213042"/>
              <a:gd name="connsiteX6" fmla="*/ 233215 w 284649"/>
              <a:gd name="connsiteY6" fmla="*/ 162243 h 213042"/>
              <a:gd name="connsiteX7" fmla="*/ 141775 w 284649"/>
              <a:gd name="connsiteY7" fmla="*/ 213043 h 213042"/>
              <a:gd name="connsiteX8" fmla="*/ 50335 w 284649"/>
              <a:gd name="connsiteY8" fmla="*/ 162243 h 213042"/>
              <a:gd name="connsiteX9" fmla="*/ 50335 w 284649"/>
              <a:gd name="connsiteY9" fmla="*/ 107633 h 213042"/>
              <a:gd name="connsiteX10" fmla="*/ 4615 w 284649"/>
              <a:gd name="connsiteY10" fmla="*/ 84772 h 213042"/>
              <a:gd name="connsiteX11" fmla="*/ 5885 w 284649"/>
              <a:gd name="connsiteY11" fmla="*/ 66993 h 213042"/>
              <a:gd name="connsiteX12" fmla="*/ 70655 w 284649"/>
              <a:gd name="connsiteY12" fmla="*/ 117793 h 213042"/>
              <a:gd name="connsiteX13" fmla="*/ 70655 w 284649"/>
              <a:gd name="connsiteY13" fmla="*/ 162243 h 213042"/>
              <a:gd name="connsiteX14" fmla="*/ 141775 w 284649"/>
              <a:gd name="connsiteY14" fmla="*/ 192722 h 213042"/>
              <a:gd name="connsiteX15" fmla="*/ 212895 w 284649"/>
              <a:gd name="connsiteY15" fmla="*/ 162243 h 213042"/>
              <a:gd name="connsiteX16" fmla="*/ 212895 w 284649"/>
              <a:gd name="connsiteY16" fmla="*/ 117793 h 213042"/>
              <a:gd name="connsiteX17" fmla="*/ 146855 w 284649"/>
              <a:gd name="connsiteY17" fmla="*/ 150813 h 213042"/>
              <a:gd name="connsiteX18" fmla="*/ 137965 w 284649"/>
              <a:gd name="connsiteY18" fmla="*/ 150813 h 213042"/>
              <a:gd name="connsiteX19" fmla="*/ 70655 w 284649"/>
              <a:gd name="connsiteY19" fmla="*/ 117793 h 213042"/>
              <a:gd name="connsiteX20" fmla="*/ 253535 w 284649"/>
              <a:gd name="connsiteY20" fmla="*/ 121602 h 213042"/>
              <a:gd name="connsiteX21" fmla="*/ 253535 w 284649"/>
              <a:gd name="connsiteY21" fmla="*/ 172402 h 213042"/>
              <a:gd name="connsiteX22" fmla="*/ 263695 w 284649"/>
              <a:gd name="connsiteY22" fmla="*/ 182563 h 213042"/>
              <a:gd name="connsiteX23" fmla="*/ 273855 w 284649"/>
              <a:gd name="connsiteY23" fmla="*/ 172402 h 213042"/>
              <a:gd name="connsiteX24" fmla="*/ 273855 w 284649"/>
              <a:gd name="connsiteY24" fmla="*/ 121602 h 213042"/>
              <a:gd name="connsiteX25" fmla="*/ 263695 w 284649"/>
              <a:gd name="connsiteY25" fmla="*/ 111443 h 213042"/>
              <a:gd name="connsiteX26" fmla="*/ 253535 w 284649"/>
              <a:gd name="connsiteY26" fmla="*/ 121602 h 213042"/>
              <a:gd name="connsiteX27" fmla="*/ 141775 w 284649"/>
              <a:gd name="connsiteY27" fmla="*/ 21272 h 213042"/>
              <a:gd name="connsiteX28" fmla="*/ 250995 w 284649"/>
              <a:gd name="connsiteY28" fmla="*/ 75883 h 213042"/>
              <a:gd name="connsiteX29" fmla="*/ 141775 w 284649"/>
              <a:gd name="connsiteY29" fmla="*/ 130493 h 213042"/>
              <a:gd name="connsiteX30" fmla="*/ 32555 w 284649"/>
              <a:gd name="connsiteY30" fmla="*/ 75883 h 213042"/>
              <a:gd name="connsiteX31" fmla="*/ 141775 w 284649"/>
              <a:gd name="connsiteY31" fmla="*/ 21272 h 21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84649" h="213042">
                <a:moveTo>
                  <a:pt x="5885" y="66993"/>
                </a:moveTo>
                <a:lnTo>
                  <a:pt x="137965" y="952"/>
                </a:lnTo>
                <a:cubicBezTo>
                  <a:pt x="140505" y="-317"/>
                  <a:pt x="144315" y="-317"/>
                  <a:pt x="146855" y="952"/>
                </a:cubicBezTo>
                <a:lnTo>
                  <a:pt x="278935" y="66993"/>
                </a:lnTo>
                <a:cubicBezTo>
                  <a:pt x="286555" y="70802"/>
                  <a:pt x="286555" y="80963"/>
                  <a:pt x="278935" y="84772"/>
                </a:cubicBezTo>
                <a:lnTo>
                  <a:pt x="233215" y="107633"/>
                </a:lnTo>
                <a:lnTo>
                  <a:pt x="233215" y="162243"/>
                </a:lnTo>
                <a:cubicBezTo>
                  <a:pt x="233215" y="191452"/>
                  <a:pt x="191305" y="213043"/>
                  <a:pt x="141775" y="213043"/>
                </a:cubicBezTo>
                <a:cubicBezTo>
                  <a:pt x="92245" y="213043"/>
                  <a:pt x="50335" y="191452"/>
                  <a:pt x="50335" y="162243"/>
                </a:cubicBezTo>
                <a:lnTo>
                  <a:pt x="50335" y="107633"/>
                </a:lnTo>
                <a:lnTo>
                  <a:pt x="4615" y="84772"/>
                </a:lnTo>
                <a:cubicBezTo>
                  <a:pt x="-1735" y="80963"/>
                  <a:pt x="-1735" y="70802"/>
                  <a:pt x="5885" y="66993"/>
                </a:cubicBezTo>
                <a:close/>
                <a:moveTo>
                  <a:pt x="70655" y="117793"/>
                </a:moveTo>
                <a:lnTo>
                  <a:pt x="70655" y="162243"/>
                </a:lnTo>
                <a:cubicBezTo>
                  <a:pt x="70655" y="176213"/>
                  <a:pt x="102405" y="192722"/>
                  <a:pt x="141775" y="192722"/>
                </a:cubicBezTo>
                <a:cubicBezTo>
                  <a:pt x="181145" y="192722"/>
                  <a:pt x="212895" y="176213"/>
                  <a:pt x="212895" y="162243"/>
                </a:cubicBezTo>
                <a:lnTo>
                  <a:pt x="212895" y="117793"/>
                </a:lnTo>
                <a:lnTo>
                  <a:pt x="146855" y="150813"/>
                </a:lnTo>
                <a:cubicBezTo>
                  <a:pt x="144315" y="152083"/>
                  <a:pt x="140505" y="152083"/>
                  <a:pt x="137965" y="150813"/>
                </a:cubicBezTo>
                <a:lnTo>
                  <a:pt x="70655" y="117793"/>
                </a:lnTo>
                <a:close/>
                <a:moveTo>
                  <a:pt x="253535" y="121602"/>
                </a:moveTo>
                <a:lnTo>
                  <a:pt x="253535" y="172402"/>
                </a:lnTo>
                <a:cubicBezTo>
                  <a:pt x="253535" y="177483"/>
                  <a:pt x="258615" y="182563"/>
                  <a:pt x="263695" y="182563"/>
                </a:cubicBezTo>
                <a:cubicBezTo>
                  <a:pt x="268775" y="182563"/>
                  <a:pt x="273855" y="177483"/>
                  <a:pt x="273855" y="172402"/>
                </a:cubicBezTo>
                <a:lnTo>
                  <a:pt x="273855" y="121602"/>
                </a:lnTo>
                <a:cubicBezTo>
                  <a:pt x="273855" y="116522"/>
                  <a:pt x="268775" y="111443"/>
                  <a:pt x="263695" y="111443"/>
                </a:cubicBezTo>
                <a:cubicBezTo>
                  <a:pt x="258615" y="111443"/>
                  <a:pt x="253535" y="115252"/>
                  <a:pt x="253535" y="121602"/>
                </a:cubicBezTo>
                <a:close/>
                <a:moveTo>
                  <a:pt x="141775" y="21272"/>
                </a:moveTo>
                <a:lnTo>
                  <a:pt x="250995" y="75883"/>
                </a:lnTo>
                <a:lnTo>
                  <a:pt x="141775" y="130493"/>
                </a:lnTo>
                <a:lnTo>
                  <a:pt x="32555" y="75883"/>
                </a:lnTo>
                <a:lnTo>
                  <a:pt x="141775" y="21272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71" name="Рисунок 2">
            <a:extLst>
              <a:ext uri="{FF2B5EF4-FFF2-40B4-BE49-F238E27FC236}">
                <a16:creationId xmlns:a16="http://schemas.microsoft.com/office/drawing/2014/main" id="{BF5C5B6E-5332-600B-4750-2AD7B7569688}"/>
              </a:ext>
            </a:extLst>
          </p:cNvPr>
          <p:cNvGrpSpPr/>
          <p:nvPr/>
        </p:nvGrpSpPr>
        <p:grpSpPr>
          <a:xfrm>
            <a:off x="10110447" y="2223972"/>
            <a:ext cx="142240" cy="254000"/>
            <a:chOff x="10242550" y="1134110"/>
            <a:chExt cx="142240" cy="254000"/>
          </a:xfrm>
          <a:solidFill>
            <a:schemeClr val="bg1"/>
          </a:solidFill>
        </p:grpSpPr>
        <p:sp>
          <p:nvSpPr>
            <p:cNvPr id="74" name="Полилиния: фигура 524">
              <a:extLst>
                <a:ext uri="{FF2B5EF4-FFF2-40B4-BE49-F238E27FC236}">
                  <a16:creationId xmlns:a16="http://schemas.microsoft.com/office/drawing/2014/main" id="{B664A235-7F4F-FBFD-4360-1D41E874FE13}"/>
                </a:ext>
              </a:extLst>
            </p:cNvPr>
            <p:cNvSpPr/>
            <p:nvPr/>
          </p:nvSpPr>
          <p:spPr>
            <a:xfrm>
              <a:off x="10283190" y="1176019"/>
              <a:ext cx="30479" cy="20319"/>
            </a:xfrm>
            <a:custGeom>
              <a:avLst/>
              <a:gdLst>
                <a:gd name="connsiteX0" fmla="*/ 10160 w 30479"/>
                <a:gd name="connsiteY0" fmla="*/ 0 h 20319"/>
                <a:gd name="connsiteX1" fmla="*/ 0 w 30479"/>
                <a:gd name="connsiteY1" fmla="*/ 10160 h 20319"/>
                <a:gd name="connsiteX2" fmla="*/ 10160 w 30479"/>
                <a:gd name="connsiteY2" fmla="*/ 20320 h 20319"/>
                <a:gd name="connsiteX3" fmla="*/ 20320 w 30479"/>
                <a:gd name="connsiteY3" fmla="*/ 20320 h 20319"/>
                <a:gd name="connsiteX4" fmla="*/ 30480 w 30479"/>
                <a:gd name="connsiteY4" fmla="*/ 10160 h 20319"/>
                <a:gd name="connsiteX5" fmla="*/ 20320 w 30479"/>
                <a:gd name="connsiteY5" fmla="*/ 0 h 20319"/>
                <a:gd name="connsiteX6" fmla="*/ 10160 w 3047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7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6" name="Полилиния: фигура 525">
              <a:extLst>
                <a:ext uri="{FF2B5EF4-FFF2-40B4-BE49-F238E27FC236}">
                  <a16:creationId xmlns:a16="http://schemas.microsoft.com/office/drawing/2014/main" id="{D48A07ED-A7AA-56D4-E1E6-8B8DD2DA8814}"/>
                </a:ext>
              </a:extLst>
            </p:cNvPr>
            <p:cNvSpPr/>
            <p:nvPr/>
          </p:nvSpPr>
          <p:spPr>
            <a:xfrm>
              <a:off x="10242550" y="1134110"/>
              <a:ext cx="142240" cy="254000"/>
            </a:xfrm>
            <a:custGeom>
              <a:avLst/>
              <a:gdLst>
                <a:gd name="connsiteX0" fmla="*/ 142240 w 142240"/>
                <a:gd name="connsiteY0" fmla="*/ 83820 h 254000"/>
                <a:gd name="connsiteX1" fmla="*/ 81280 w 142240"/>
                <a:gd name="connsiteY1" fmla="*/ 152400 h 254000"/>
                <a:gd name="connsiteX2" fmla="*/ 81280 w 142240"/>
                <a:gd name="connsiteY2" fmla="*/ 233680 h 254000"/>
                <a:gd name="connsiteX3" fmla="*/ 111760 w 142240"/>
                <a:gd name="connsiteY3" fmla="*/ 233680 h 254000"/>
                <a:gd name="connsiteX4" fmla="*/ 121920 w 142240"/>
                <a:gd name="connsiteY4" fmla="*/ 243840 h 254000"/>
                <a:gd name="connsiteX5" fmla="*/ 111760 w 142240"/>
                <a:gd name="connsiteY5" fmla="*/ 254000 h 254000"/>
                <a:gd name="connsiteX6" fmla="*/ 30480 w 142240"/>
                <a:gd name="connsiteY6" fmla="*/ 254000 h 254000"/>
                <a:gd name="connsiteX7" fmla="*/ 20320 w 142240"/>
                <a:gd name="connsiteY7" fmla="*/ 243840 h 254000"/>
                <a:gd name="connsiteX8" fmla="*/ 30480 w 142240"/>
                <a:gd name="connsiteY8" fmla="*/ 233680 h 254000"/>
                <a:gd name="connsiteX9" fmla="*/ 60960 w 142240"/>
                <a:gd name="connsiteY9" fmla="*/ 233680 h 254000"/>
                <a:gd name="connsiteX10" fmla="*/ 60960 w 142240"/>
                <a:gd name="connsiteY10" fmla="*/ 152400 h 254000"/>
                <a:gd name="connsiteX11" fmla="*/ 0 w 142240"/>
                <a:gd name="connsiteY11" fmla="*/ 83820 h 254000"/>
                <a:gd name="connsiteX12" fmla="*/ 0 w 142240"/>
                <a:gd name="connsiteY12" fmla="*/ 82550 h 254000"/>
                <a:gd name="connsiteX13" fmla="*/ 0 w 142240"/>
                <a:gd name="connsiteY13" fmla="*/ 81280 h 254000"/>
                <a:gd name="connsiteX14" fmla="*/ 0 w 142240"/>
                <a:gd name="connsiteY14" fmla="*/ 81280 h 254000"/>
                <a:gd name="connsiteX15" fmla="*/ 0 w 142240"/>
                <a:gd name="connsiteY15" fmla="*/ 76200 h 254000"/>
                <a:gd name="connsiteX16" fmla="*/ 5080 w 142240"/>
                <a:gd name="connsiteY16" fmla="*/ 11430 h 254000"/>
                <a:gd name="connsiteX17" fmla="*/ 16510 w 142240"/>
                <a:gd name="connsiteY17" fmla="*/ 0 h 254000"/>
                <a:gd name="connsiteX18" fmla="*/ 124460 w 142240"/>
                <a:gd name="connsiteY18" fmla="*/ 0 h 254000"/>
                <a:gd name="connsiteX19" fmla="*/ 135890 w 142240"/>
                <a:gd name="connsiteY19" fmla="*/ 11430 h 254000"/>
                <a:gd name="connsiteX20" fmla="*/ 140970 w 142240"/>
                <a:gd name="connsiteY20" fmla="*/ 76200 h 254000"/>
                <a:gd name="connsiteX21" fmla="*/ 140970 w 142240"/>
                <a:gd name="connsiteY21" fmla="*/ 82550 h 254000"/>
                <a:gd name="connsiteX22" fmla="*/ 140970 w 142240"/>
                <a:gd name="connsiteY22" fmla="*/ 82550 h 254000"/>
                <a:gd name="connsiteX23" fmla="*/ 140970 w 142240"/>
                <a:gd name="connsiteY23" fmla="*/ 82550 h 254000"/>
                <a:gd name="connsiteX24" fmla="*/ 142240 w 142240"/>
                <a:gd name="connsiteY24" fmla="*/ 83820 h 254000"/>
                <a:gd name="connsiteX25" fmla="*/ 142240 w 142240"/>
                <a:gd name="connsiteY25" fmla="*/ 83820 h 254000"/>
                <a:gd name="connsiteX26" fmla="*/ 121920 w 142240"/>
                <a:gd name="connsiteY26" fmla="*/ 78740 h 254000"/>
                <a:gd name="connsiteX27" fmla="*/ 121920 w 142240"/>
                <a:gd name="connsiteY27" fmla="*/ 78740 h 254000"/>
                <a:gd name="connsiteX28" fmla="*/ 118110 w 142240"/>
                <a:gd name="connsiteY28" fmla="*/ 21590 h 254000"/>
                <a:gd name="connsiteX29" fmla="*/ 25400 w 142240"/>
                <a:gd name="connsiteY29" fmla="*/ 21590 h 254000"/>
                <a:gd name="connsiteX30" fmla="*/ 21590 w 142240"/>
                <a:gd name="connsiteY30" fmla="*/ 78740 h 254000"/>
                <a:gd name="connsiteX31" fmla="*/ 21590 w 142240"/>
                <a:gd name="connsiteY31" fmla="*/ 80010 h 254000"/>
                <a:gd name="connsiteX32" fmla="*/ 21590 w 142240"/>
                <a:gd name="connsiteY32" fmla="*/ 82550 h 254000"/>
                <a:gd name="connsiteX33" fmla="*/ 21590 w 142240"/>
                <a:gd name="connsiteY33" fmla="*/ 83820 h 254000"/>
                <a:gd name="connsiteX34" fmla="*/ 21590 w 142240"/>
                <a:gd name="connsiteY34" fmla="*/ 83820 h 254000"/>
                <a:gd name="connsiteX35" fmla="*/ 21590 w 142240"/>
                <a:gd name="connsiteY35" fmla="*/ 83820 h 254000"/>
                <a:gd name="connsiteX36" fmla="*/ 21590 w 142240"/>
                <a:gd name="connsiteY36" fmla="*/ 85090 h 254000"/>
                <a:gd name="connsiteX37" fmla="*/ 72390 w 142240"/>
                <a:gd name="connsiteY37" fmla="*/ 133350 h 254000"/>
                <a:gd name="connsiteX38" fmla="*/ 123190 w 142240"/>
                <a:gd name="connsiteY38" fmla="*/ 85090 h 254000"/>
                <a:gd name="connsiteX39" fmla="*/ 123190 w 142240"/>
                <a:gd name="connsiteY39" fmla="*/ 83820 h 254000"/>
                <a:gd name="connsiteX40" fmla="*/ 123190 w 142240"/>
                <a:gd name="connsiteY40" fmla="*/ 83820 h 254000"/>
                <a:gd name="connsiteX41" fmla="*/ 123190 w 142240"/>
                <a:gd name="connsiteY41" fmla="*/ 83820 h 254000"/>
                <a:gd name="connsiteX42" fmla="*/ 123190 w 142240"/>
                <a:gd name="connsiteY42" fmla="*/ 83820 h 254000"/>
                <a:gd name="connsiteX43" fmla="*/ 123190 w 142240"/>
                <a:gd name="connsiteY43" fmla="*/ 83820 h 254000"/>
                <a:gd name="connsiteX44" fmla="*/ 121920 w 142240"/>
                <a:gd name="connsiteY44" fmla="*/ 7874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42240" h="254000">
                  <a:moveTo>
                    <a:pt x="142240" y="83820"/>
                  </a:moveTo>
                  <a:cubicBezTo>
                    <a:pt x="142240" y="118110"/>
                    <a:pt x="115570" y="147320"/>
                    <a:pt x="81280" y="152400"/>
                  </a:cubicBezTo>
                  <a:lnTo>
                    <a:pt x="81280" y="233680"/>
                  </a:lnTo>
                  <a:lnTo>
                    <a:pt x="111760" y="233680"/>
                  </a:lnTo>
                  <a:cubicBezTo>
                    <a:pt x="116840" y="233680"/>
                    <a:pt x="121920" y="238760"/>
                    <a:pt x="121920" y="243840"/>
                  </a:cubicBezTo>
                  <a:cubicBezTo>
                    <a:pt x="121920" y="248920"/>
                    <a:pt x="116840" y="254000"/>
                    <a:pt x="111760" y="254000"/>
                  </a:cubicBezTo>
                  <a:lnTo>
                    <a:pt x="30480" y="254000"/>
                  </a:lnTo>
                  <a:cubicBezTo>
                    <a:pt x="25400" y="254000"/>
                    <a:pt x="20320" y="248920"/>
                    <a:pt x="20320" y="243840"/>
                  </a:cubicBezTo>
                  <a:cubicBezTo>
                    <a:pt x="20320" y="238760"/>
                    <a:pt x="25400" y="233680"/>
                    <a:pt x="30480" y="233680"/>
                  </a:cubicBezTo>
                  <a:lnTo>
                    <a:pt x="60960" y="233680"/>
                  </a:lnTo>
                  <a:lnTo>
                    <a:pt x="60960" y="152400"/>
                  </a:lnTo>
                  <a:cubicBezTo>
                    <a:pt x="26670" y="147320"/>
                    <a:pt x="0" y="119380"/>
                    <a:pt x="0" y="83820"/>
                  </a:cubicBezTo>
                  <a:cubicBezTo>
                    <a:pt x="0" y="83820"/>
                    <a:pt x="0" y="83820"/>
                    <a:pt x="0" y="82550"/>
                  </a:cubicBezTo>
                  <a:cubicBezTo>
                    <a:pt x="0" y="82550"/>
                    <a:pt x="0" y="81280"/>
                    <a:pt x="0" y="81280"/>
                  </a:cubicBezTo>
                  <a:lnTo>
                    <a:pt x="0" y="81280"/>
                  </a:lnTo>
                  <a:cubicBezTo>
                    <a:pt x="0" y="80010"/>
                    <a:pt x="0" y="77470"/>
                    <a:pt x="0" y="76200"/>
                  </a:cubicBezTo>
                  <a:lnTo>
                    <a:pt x="5080" y="11430"/>
                  </a:lnTo>
                  <a:cubicBezTo>
                    <a:pt x="5080" y="5080"/>
                    <a:pt x="10160" y="0"/>
                    <a:pt x="16510" y="0"/>
                  </a:cubicBezTo>
                  <a:lnTo>
                    <a:pt x="124460" y="0"/>
                  </a:lnTo>
                  <a:cubicBezTo>
                    <a:pt x="130810" y="0"/>
                    <a:pt x="135890" y="5080"/>
                    <a:pt x="135890" y="11430"/>
                  </a:cubicBezTo>
                  <a:lnTo>
                    <a:pt x="140970" y="76200"/>
                  </a:lnTo>
                  <a:cubicBezTo>
                    <a:pt x="140970" y="78740"/>
                    <a:pt x="140970" y="80010"/>
                    <a:pt x="140970" y="82550"/>
                  </a:cubicBezTo>
                  <a:lnTo>
                    <a:pt x="140970" y="82550"/>
                  </a:lnTo>
                  <a:cubicBezTo>
                    <a:pt x="140970" y="82550"/>
                    <a:pt x="140970" y="82550"/>
                    <a:pt x="140970" y="82550"/>
                  </a:cubicBezTo>
                  <a:cubicBezTo>
                    <a:pt x="142240" y="82550"/>
                    <a:pt x="142240" y="82550"/>
                    <a:pt x="142240" y="83820"/>
                  </a:cubicBezTo>
                  <a:cubicBezTo>
                    <a:pt x="142240" y="83820"/>
                    <a:pt x="142240" y="83820"/>
                    <a:pt x="142240" y="83820"/>
                  </a:cubicBezTo>
                  <a:close/>
                  <a:moveTo>
                    <a:pt x="121920" y="78740"/>
                  </a:moveTo>
                  <a:cubicBezTo>
                    <a:pt x="121920" y="78740"/>
                    <a:pt x="121920" y="77470"/>
                    <a:pt x="121920" y="78740"/>
                  </a:cubicBezTo>
                  <a:lnTo>
                    <a:pt x="118110" y="21590"/>
                  </a:lnTo>
                  <a:lnTo>
                    <a:pt x="25400" y="21590"/>
                  </a:lnTo>
                  <a:lnTo>
                    <a:pt x="21590" y="78740"/>
                  </a:lnTo>
                  <a:cubicBezTo>
                    <a:pt x="21590" y="78740"/>
                    <a:pt x="21590" y="78740"/>
                    <a:pt x="21590" y="80010"/>
                  </a:cubicBezTo>
                  <a:cubicBezTo>
                    <a:pt x="21590" y="81280"/>
                    <a:pt x="21590" y="82550"/>
                    <a:pt x="21590" y="82550"/>
                  </a:cubicBezTo>
                  <a:cubicBezTo>
                    <a:pt x="21590" y="82550"/>
                    <a:pt x="21590" y="82550"/>
                    <a:pt x="21590" y="83820"/>
                  </a:cubicBezTo>
                  <a:cubicBezTo>
                    <a:pt x="21590" y="83820"/>
                    <a:pt x="21590" y="83820"/>
                    <a:pt x="21590" y="83820"/>
                  </a:cubicBezTo>
                  <a:cubicBezTo>
                    <a:pt x="21590" y="83820"/>
                    <a:pt x="21590" y="83820"/>
                    <a:pt x="21590" y="83820"/>
                  </a:cubicBezTo>
                  <a:lnTo>
                    <a:pt x="21590" y="85090"/>
                  </a:lnTo>
                  <a:cubicBezTo>
                    <a:pt x="21590" y="111760"/>
                    <a:pt x="44450" y="133350"/>
                    <a:pt x="72390" y="133350"/>
                  </a:cubicBezTo>
                  <a:cubicBezTo>
                    <a:pt x="100330" y="133350"/>
                    <a:pt x="123190" y="110490"/>
                    <a:pt x="123190" y="85090"/>
                  </a:cubicBez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cubicBezTo>
                    <a:pt x="121920" y="81280"/>
                    <a:pt x="121920" y="80010"/>
                    <a:pt x="121920" y="787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77" name="Рисунок 2">
            <a:extLst>
              <a:ext uri="{FF2B5EF4-FFF2-40B4-BE49-F238E27FC236}">
                <a16:creationId xmlns:a16="http://schemas.microsoft.com/office/drawing/2014/main" id="{ACD9F27A-453A-CE43-1E5C-EB480655BF0E}"/>
              </a:ext>
            </a:extLst>
          </p:cNvPr>
          <p:cNvGrpSpPr/>
          <p:nvPr/>
        </p:nvGrpSpPr>
        <p:grpSpPr>
          <a:xfrm>
            <a:off x="1089636" y="3077221"/>
            <a:ext cx="294640" cy="304800"/>
            <a:chOff x="1221739" y="3031489"/>
            <a:chExt cx="294640" cy="304800"/>
          </a:xfrm>
          <a:solidFill>
            <a:schemeClr val="bg1"/>
          </a:solidFill>
        </p:grpSpPr>
        <p:sp>
          <p:nvSpPr>
            <p:cNvPr id="79" name="Полилиния: фигура 532">
              <a:extLst>
                <a:ext uri="{FF2B5EF4-FFF2-40B4-BE49-F238E27FC236}">
                  <a16:creationId xmlns:a16="http://schemas.microsoft.com/office/drawing/2014/main" id="{B954019F-EA44-C4B3-944D-C7927BE845A4}"/>
                </a:ext>
              </a:extLst>
            </p:cNvPr>
            <p:cNvSpPr/>
            <p:nvPr/>
          </p:nvSpPr>
          <p:spPr>
            <a:xfrm>
              <a:off x="1272539" y="3031489"/>
              <a:ext cx="121920" cy="162560"/>
            </a:xfrm>
            <a:custGeom>
              <a:avLst/>
              <a:gdLst>
                <a:gd name="connsiteX0" fmla="*/ 0 w 121920"/>
                <a:gd name="connsiteY0" fmla="*/ 55880 h 162560"/>
                <a:gd name="connsiteX1" fmla="*/ 55880 w 121920"/>
                <a:gd name="connsiteY1" fmla="*/ 0 h 162560"/>
                <a:gd name="connsiteX2" fmla="*/ 66040 w 121920"/>
                <a:gd name="connsiteY2" fmla="*/ 0 h 162560"/>
                <a:gd name="connsiteX3" fmla="*/ 121920 w 121920"/>
                <a:gd name="connsiteY3" fmla="*/ 55880 h 162560"/>
                <a:gd name="connsiteX4" fmla="*/ 121920 w 121920"/>
                <a:gd name="connsiteY4" fmla="*/ 101600 h 162560"/>
                <a:gd name="connsiteX5" fmla="*/ 60960 w 121920"/>
                <a:gd name="connsiteY5" fmla="*/ 162560 h 162560"/>
                <a:gd name="connsiteX6" fmla="*/ 0 w 121920"/>
                <a:gd name="connsiteY6" fmla="*/ 101600 h 162560"/>
                <a:gd name="connsiteX7" fmla="*/ 0 w 121920"/>
                <a:gd name="connsiteY7" fmla="*/ 55880 h 162560"/>
                <a:gd name="connsiteX8" fmla="*/ 55880 w 121920"/>
                <a:gd name="connsiteY8" fmla="*/ 20320 h 162560"/>
                <a:gd name="connsiteX9" fmla="*/ 20320 w 121920"/>
                <a:gd name="connsiteY9" fmla="*/ 55880 h 162560"/>
                <a:gd name="connsiteX10" fmla="*/ 20320 w 121920"/>
                <a:gd name="connsiteY10" fmla="*/ 71120 h 162560"/>
                <a:gd name="connsiteX11" fmla="*/ 101600 w 121920"/>
                <a:gd name="connsiteY11" fmla="*/ 71120 h 162560"/>
                <a:gd name="connsiteX12" fmla="*/ 101600 w 121920"/>
                <a:gd name="connsiteY12" fmla="*/ 55880 h 162560"/>
                <a:gd name="connsiteX13" fmla="*/ 66040 w 121920"/>
                <a:gd name="connsiteY13" fmla="*/ 20320 h 162560"/>
                <a:gd name="connsiteX14" fmla="*/ 55880 w 121920"/>
                <a:gd name="connsiteY14" fmla="*/ 20320 h 162560"/>
                <a:gd name="connsiteX15" fmla="*/ 60960 w 121920"/>
                <a:gd name="connsiteY15" fmla="*/ 142240 h 162560"/>
                <a:gd name="connsiteX16" fmla="*/ 20320 w 121920"/>
                <a:gd name="connsiteY16" fmla="*/ 101600 h 162560"/>
                <a:gd name="connsiteX17" fmla="*/ 50800 w 121920"/>
                <a:gd name="connsiteY17" fmla="*/ 101600 h 162560"/>
                <a:gd name="connsiteX18" fmla="*/ 50800 w 121920"/>
                <a:gd name="connsiteY18" fmla="*/ 121920 h 162560"/>
                <a:gd name="connsiteX19" fmla="*/ 71120 w 121920"/>
                <a:gd name="connsiteY19" fmla="*/ 121920 h 162560"/>
                <a:gd name="connsiteX20" fmla="*/ 71120 w 121920"/>
                <a:gd name="connsiteY20" fmla="*/ 101600 h 162560"/>
                <a:gd name="connsiteX21" fmla="*/ 101600 w 121920"/>
                <a:gd name="connsiteY21" fmla="*/ 101600 h 162560"/>
                <a:gd name="connsiteX22" fmla="*/ 60960 w 121920"/>
                <a:gd name="connsiteY22" fmla="*/ 142240 h 162560"/>
                <a:gd name="connsiteX23" fmla="*/ 71120 w 121920"/>
                <a:gd name="connsiteY23" fmla="*/ 101600 h 162560"/>
                <a:gd name="connsiteX24" fmla="*/ 50800 w 121920"/>
                <a:gd name="connsiteY24" fmla="*/ 101600 h 162560"/>
                <a:gd name="connsiteX25" fmla="*/ 50800 w 121920"/>
                <a:gd name="connsiteY25" fmla="*/ 91440 h 162560"/>
                <a:gd name="connsiteX26" fmla="*/ 71120 w 121920"/>
                <a:gd name="connsiteY26" fmla="*/ 91440 h 162560"/>
                <a:gd name="connsiteX27" fmla="*/ 71120 w 121920"/>
                <a:gd name="connsiteY27" fmla="*/ 10160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1920" h="162560">
                  <a:moveTo>
                    <a:pt x="0" y="55880"/>
                  </a:moveTo>
                  <a:cubicBezTo>
                    <a:pt x="0" y="25400"/>
                    <a:pt x="25400" y="0"/>
                    <a:pt x="55880" y="0"/>
                  </a:cubicBezTo>
                  <a:lnTo>
                    <a:pt x="66040" y="0"/>
                  </a:lnTo>
                  <a:cubicBezTo>
                    <a:pt x="96520" y="0"/>
                    <a:pt x="121920" y="25400"/>
                    <a:pt x="121920" y="55880"/>
                  </a:cubicBezTo>
                  <a:lnTo>
                    <a:pt x="121920" y="101600"/>
                  </a:lnTo>
                  <a:cubicBezTo>
                    <a:pt x="121920" y="134620"/>
                    <a:pt x="95250" y="162560"/>
                    <a:pt x="60960" y="162560"/>
                  </a:cubicBezTo>
                  <a:cubicBezTo>
                    <a:pt x="26670" y="162560"/>
                    <a:pt x="0" y="135890"/>
                    <a:pt x="0" y="101600"/>
                  </a:cubicBezTo>
                  <a:lnTo>
                    <a:pt x="0" y="55880"/>
                  </a:lnTo>
                  <a:close/>
                  <a:moveTo>
                    <a:pt x="55880" y="20320"/>
                  </a:moveTo>
                  <a:cubicBezTo>
                    <a:pt x="36830" y="20320"/>
                    <a:pt x="20320" y="36830"/>
                    <a:pt x="20320" y="55880"/>
                  </a:cubicBezTo>
                  <a:lnTo>
                    <a:pt x="20320" y="71120"/>
                  </a:lnTo>
                  <a:cubicBezTo>
                    <a:pt x="45720" y="59690"/>
                    <a:pt x="76200" y="59690"/>
                    <a:pt x="101600" y="71120"/>
                  </a:cubicBezTo>
                  <a:lnTo>
                    <a:pt x="101600" y="55880"/>
                  </a:lnTo>
                  <a:cubicBezTo>
                    <a:pt x="101600" y="36830"/>
                    <a:pt x="85090" y="20320"/>
                    <a:pt x="66040" y="20320"/>
                  </a:cubicBezTo>
                  <a:lnTo>
                    <a:pt x="55880" y="20320"/>
                  </a:lnTo>
                  <a:close/>
                  <a:moveTo>
                    <a:pt x="60960" y="142240"/>
                  </a:moveTo>
                  <a:cubicBezTo>
                    <a:pt x="38100" y="142240"/>
                    <a:pt x="20320" y="124460"/>
                    <a:pt x="20320" y="101600"/>
                  </a:cubicBezTo>
                  <a:lnTo>
                    <a:pt x="50800" y="101600"/>
                  </a:lnTo>
                  <a:lnTo>
                    <a:pt x="50800" y="121920"/>
                  </a:lnTo>
                  <a:lnTo>
                    <a:pt x="71120" y="121920"/>
                  </a:lnTo>
                  <a:lnTo>
                    <a:pt x="71120" y="101600"/>
                  </a:lnTo>
                  <a:lnTo>
                    <a:pt x="101600" y="101600"/>
                  </a:lnTo>
                  <a:cubicBezTo>
                    <a:pt x="101600" y="124460"/>
                    <a:pt x="83820" y="142240"/>
                    <a:pt x="60960" y="142240"/>
                  </a:cubicBezTo>
                  <a:close/>
                  <a:moveTo>
                    <a:pt x="71120" y="101600"/>
                  </a:moveTo>
                  <a:lnTo>
                    <a:pt x="50800" y="101600"/>
                  </a:lnTo>
                  <a:lnTo>
                    <a:pt x="50800" y="91440"/>
                  </a:lnTo>
                  <a:lnTo>
                    <a:pt x="71120" y="91440"/>
                  </a:lnTo>
                  <a:lnTo>
                    <a:pt x="711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1" name="Полилиния: фигура 533">
              <a:extLst>
                <a:ext uri="{FF2B5EF4-FFF2-40B4-BE49-F238E27FC236}">
                  <a16:creationId xmlns:a16="http://schemas.microsoft.com/office/drawing/2014/main" id="{CA344B3A-080F-D8B9-029B-E71485A4A2DB}"/>
                </a:ext>
              </a:extLst>
            </p:cNvPr>
            <p:cNvSpPr/>
            <p:nvPr/>
          </p:nvSpPr>
          <p:spPr>
            <a:xfrm>
              <a:off x="1221739" y="3194050"/>
              <a:ext cx="132326" cy="121920"/>
            </a:xfrm>
            <a:custGeom>
              <a:avLst/>
              <a:gdLst>
                <a:gd name="connsiteX0" fmla="*/ 59690 w 132326"/>
                <a:gd name="connsiteY0" fmla="*/ 20320 h 121920"/>
                <a:gd name="connsiteX1" fmla="*/ 111760 w 132326"/>
                <a:gd name="connsiteY1" fmla="*/ 50800 h 121920"/>
                <a:gd name="connsiteX2" fmla="*/ 114300 w 132326"/>
                <a:gd name="connsiteY2" fmla="*/ 50800 h 121920"/>
                <a:gd name="connsiteX3" fmla="*/ 116840 w 132326"/>
                <a:gd name="connsiteY3" fmla="*/ 50800 h 121920"/>
                <a:gd name="connsiteX4" fmla="*/ 124460 w 132326"/>
                <a:gd name="connsiteY4" fmla="*/ 49530 h 121920"/>
                <a:gd name="connsiteX5" fmla="*/ 132080 w 132326"/>
                <a:gd name="connsiteY5" fmla="*/ 38100 h 121920"/>
                <a:gd name="connsiteX6" fmla="*/ 120650 w 132326"/>
                <a:gd name="connsiteY6" fmla="*/ 30480 h 121920"/>
                <a:gd name="connsiteX7" fmla="*/ 116840 w 132326"/>
                <a:gd name="connsiteY7" fmla="*/ 30480 h 121920"/>
                <a:gd name="connsiteX8" fmla="*/ 111760 w 132326"/>
                <a:gd name="connsiteY8" fmla="*/ 30480 h 121920"/>
                <a:gd name="connsiteX9" fmla="*/ 74930 w 132326"/>
                <a:gd name="connsiteY9" fmla="*/ 5080 h 121920"/>
                <a:gd name="connsiteX10" fmla="*/ 66040 w 132326"/>
                <a:gd name="connsiteY10" fmla="*/ 0 h 121920"/>
                <a:gd name="connsiteX11" fmla="*/ 60960 w 132326"/>
                <a:gd name="connsiteY11" fmla="*/ 0 h 121920"/>
                <a:gd name="connsiteX12" fmla="*/ 0 w 132326"/>
                <a:gd name="connsiteY12" fmla="*/ 60960 h 121920"/>
                <a:gd name="connsiteX13" fmla="*/ 0 w 132326"/>
                <a:gd name="connsiteY13" fmla="*/ 96520 h 121920"/>
                <a:gd name="connsiteX14" fmla="*/ 25400 w 132326"/>
                <a:gd name="connsiteY14" fmla="*/ 121920 h 121920"/>
                <a:gd name="connsiteX15" fmla="*/ 121920 w 132326"/>
                <a:gd name="connsiteY15" fmla="*/ 121920 h 121920"/>
                <a:gd name="connsiteX16" fmla="*/ 132080 w 132326"/>
                <a:gd name="connsiteY16" fmla="*/ 111760 h 121920"/>
                <a:gd name="connsiteX17" fmla="*/ 121920 w 132326"/>
                <a:gd name="connsiteY17" fmla="*/ 101600 h 121920"/>
                <a:gd name="connsiteX18" fmla="*/ 81280 w 132326"/>
                <a:gd name="connsiteY18" fmla="*/ 101600 h 121920"/>
                <a:gd name="connsiteX19" fmla="*/ 81280 w 132326"/>
                <a:gd name="connsiteY19" fmla="*/ 81280 h 121920"/>
                <a:gd name="connsiteX20" fmla="*/ 80010 w 132326"/>
                <a:gd name="connsiteY20" fmla="*/ 76200 h 121920"/>
                <a:gd name="connsiteX21" fmla="*/ 64770 w 132326"/>
                <a:gd name="connsiteY21" fmla="*/ 45720 h 121920"/>
                <a:gd name="connsiteX22" fmla="*/ 50800 w 132326"/>
                <a:gd name="connsiteY22" fmla="*/ 40640 h 121920"/>
                <a:gd name="connsiteX23" fmla="*/ 45720 w 132326"/>
                <a:gd name="connsiteY23" fmla="*/ 54610 h 121920"/>
                <a:gd name="connsiteX24" fmla="*/ 59690 w 132326"/>
                <a:gd name="connsiteY24" fmla="*/ 82550 h 121920"/>
                <a:gd name="connsiteX25" fmla="*/ 59690 w 132326"/>
                <a:gd name="connsiteY25" fmla="*/ 100330 h 121920"/>
                <a:gd name="connsiteX26" fmla="*/ 24130 w 132326"/>
                <a:gd name="connsiteY26" fmla="*/ 100330 h 121920"/>
                <a:gd name="connsiteX27" fmla="*/ 19050 w 132326"/>
                <a:gd name="connsiteY27" fmla="*/ 95250 h 121920"/>
                <a:gd name="connsiteX28" fmla="*/ 19050 w 132326"/>
                <a:gd name="connsiteY28" fmla="*/ 59690 h 121920"/>
                <a:gd name="connsiteX29" fmla="*/ 59690 w 132326"/>
                <a:gd name="connsiteY29" fmla="*/ 2032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326" h="121920">
                  <a:moveTo>
                    <a:pt x="59690" y="20320"/>
                  </a:moveTo>
                  <a:cubicBezTo>
                    <a:pt x="67310" y="33020"/>
                    <a:pt x="85090" y="50800"/>
                    <a:pt x="111760" y="50800"/>
                  </a:cubicBezTo>
                  <a:cubicBezTo>
                    <a:pt x="111760" y="50800"/>
                    <a:pt x="113030" y="50800"/>
                    <a:pt x="114300" y="50800"/>
                  </a:cubicBezTo>
                  <a:cubicBezTo>
                    <a:pt x="115570" y="50800"/>
                    <a:pt x="115570" y="50800"/>
                    <a:pt x="116840" y="50800"/>
                  </a:cubicBezTo>
                  <a:cubicBezTo>
                    <a:pt x="119380" y="50800"/>
                    <a:pt x="121920" y="50800"/>
                    <a:pt x="124460" y="49530"/>
                  </a:cubicBezTo>
                  <a:cubicBezTo>
                    <a:pt x="129540" y="48260"/>
                    <a:pt x="133350" y="43180"/>
                    <a:pt x="132080" y="38100"/>
                  </a:cubicBezTo>
                  <a:cubicBezTo>
                    <a:pt x="130810" y="33020"/>
                    <a:pt x="125730" y="29210"/>
                    <a:pt x="120650" y="30480"/>
                  </a:cubicBezTo>
                  <a:cubicBezTo>
                    <a:pt x="119380" y="30480"/>
                    <a:pt x="118110" y="30480"/>
                    <a:pt x="116840" y="30480"/>
                  </a:cubicBezTo>
                  <a:cubicBezTo>
                    <a:pt x="115570" y="30480"/>
                    <a:pt x="114300" y="30480"/>
                    <a:pt x="111760" y="30480"/>
                  </a:cubicBezTo>
                  <a:cubicBezTo>
                    <a:pt x="92710" y="30480"/>
                    <a:pt x="80010" y="13970"/>
                    <a:pt x="74930" y="5080"/>
                  </a:cubicBezTo>
                  <a:cubicBezTo>
                    <a:pt x="73660" y="1270"/>
                    <a:pt x="69850" y="0"/>
                    <a:pt x="66040" y="0"/>
                  </a:cubicBezTo>
                  <a:lnTo>
                    <a:pt x="60960" y="0"/>
                  </a:lnTo>
                  <a:cubicBezTo>
                    <a:pt x="27940" y="0"/>
                    <a:pt x="0" y="26670"/>
                    <a:pt x="0" y="60960"/>
                  </a:cubicBezTo>
                  <a:lnTo>
                    <a:pt x="0" y="96520"/>
                  </a:lnTo>
                  <a:cubicBezTo>
                    <a:pt x="0" y="110490"/>
                    <a:pt x="11430" y="121920"/>
                    <a:pt x="25400" y="121920"/>
                  </a:cubicBezTo>
                  <a:lnTo>
                    <a:pt x="121920" y="121920"/>
                  </a:lnTo>
                  <a:cubicBezTo>
                    <a:pt x="127000" y="121920"/>
                    <a:pt x="132080" y="116840"/>
                    <a:pt x="132080" y="111760"/>
                  </a:cubicBezTo>
                  <a:cubicBezTo>
                    <a:pt x="132080" y="106680"/>
                    <a:pt x="127000" y="101600"/>
                    <a:pt x="121920" y="101600"/>
                  </a:cubicBez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80010"/>
                    <a:pt x="81280" y="78740"/>
                    <a:pt x="80010" y="76200"/>
                  </a:cubicBezTo>
                  <a:lnTo>
                    <a:pt x="64770" y="45720"/>
                  </a:lnTo>
                  <a:cubicBezTo>
                    <a:pt x="62230" y="40640"/>
                    <a:pt x="55880" y="38100"/>
                    <a:pt x="50800" y="40640"/>
                  </a:cubicBezTo>
                  <a:cubicBezTo>
                    <a:pt x="45720" y="43180"/>
                    <a:pt x="43180" y="49530"/>
                    <a:pt x="45720" y="54610"/>
                  </a:cubicBezTo>
                  <a:lnTo>
                    <a:pt x="59690" y="82550"/>
                  </a:lnTo>
                  <a:lnTo>
                    <a:pt x="59690" y="100330"/>
                  </a:lnTo>
                  <a:lnTo>
                    <a:pt x="24130" y="100330"/>
                  </a:lnTo>
                  <a:cubicBezTo>
                    <a:pt x="21590" y="100330"/>
                    <a:pt x="19050" y="97790"/>
                    <a:pt x="19050" y="95250"/>
                  </a:cubicBezTo>
                  <a:lnTo>
                    <a:pt x="19050" y="59690"/>
                  </a:lnTo>
                  <a:cubicBezTo>
                    <a:pt x="20320" y="39370"/>
                    <a:pt x="38100" y="20320"/>
                    <a:pt x="5969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2" name="Полилиния: фигура 534">
              <a:extLst>
                <a:ext uri="{FF2B5EF4-FFF2-40B4-BE49-F238E27FC236}">
                  <a16:creationId xmlns:a16="http://schemas.microsoft.com/office/drawing/2014/main" id="{E65AA84C-4E80-F84A-6E5A-9310AA778854}"/>
                </a:ext>
              </a:extLst>
            </p:cNvPr>
            <p:cNvSpPr/>
            <p:nvPr/>
          </p:nvSpPr>
          <p:spPr>
            <a:xfrm>
              <a:off x="1414780" y="3224529"/>
              <a:ext cx="50800" cy="20320"/>
            </a:xfrm>
            <a:custGeom>
              <a:avLst/>
              <a:gdLst>
                <a:gd name="connsiteX0" fmla="*/ 50800 w 50800"/>
                <a:gd name="connsiteY0" fmla="*/ 10160 h 20320"/>
                <a:gd name="connsiteX1" fmla="*/ 40640 w 50800"/>
                <a:gd name="connsiteY1" fmla="*/ 0 h 20320"/>
                <a:gd name="connsiteX2" fmla="*/ 10160 w 50800"/>
                <a:gd name="connsiteY2" fmla="*/ 0 h 20320"/>
                <a:gd name="connsiteX3" fmla="*/ 0 w 50800"/>
                <a:gd name="connsiteY3" fmla="*/ 10160 h 20320"/>
                <a:gd name="connsiteX4" fmla="*/ 10160 w 50800"/>
                <a:gd name="connsiteY4" fmla="*/ 20320 h 20320"/>
                <a:gd name="connsiteX5" fmla="*/ 40640 w 50800"/>
                <a:gd name="connsiteY5" fmla="*/ 20320 h 20320"/>
                <a:gd name="connsiteX6" fmla="*/ 50800 w 5080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00" h="20320">
                  <a:moveTo>
                    <a:pt x="50800" y="10160"/>
                  </a:moveTo>
                  <a:cubicBezTo>
                    <a:pt x="50800" y="5080"/>
                    <a:pt x="45720" y="0"/>
                    <a:pt x="406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40640" y="20320"/>
                  </a:lnTo>
                  <a:cubicBezTo>
                    <a:pt x="45720" y="20320"/>
                    <a:pt x="50800" y="16510"/>
                    <a:pt x="5080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" name="Полилиния: фигура 535">
              <a:extLst>
                <a:ext uri="{FF2B5EF4-FFF2-40B4-BE49-F238E27FC236}">
                  <a16:creationId xmlns:a16="http://schemas.microsoft.com/office/drawing/2014/main" id="{9F836204-AA2C-709C-6B10-AC556593AF62}"/>
                </a:ext>
              </a:extLst>
            </p:cNvPr>
            <p:cNvSpPr/>
            <p:nvPr/>
          </p:nvSpPr>
          <p:spPr>
            <a:xfrm>
              <a:off x="1363980" y="3183889"/>
              <a:ext cx="152400" cy="152400"/>
            </a:xfrm>
            <a:custGeom>
              <a:avLst/>
              <a:gdLst>
                <a:gd name="connsiteX0" fmla="*/ 0 w 152400"/>
                <a:gd name="connsiteY0" fmla="*/ 30480 h 152400"/>
                <a:gd name="connsiteX1" fmla="*/ 30480 w 152400"/>
                <a:gd name="connsiteY1" fmla="*/ 0 h 152400"/>
                <a:gd name="connsiteX2" fmla="*/ 121920 w 152400"/>
                <a:gd name="connsiteY2" fmla="*/ 0 h 152400"/>
                <a:gd name="connsiteX3" fmla="*/ 152400 w 152400"/>
                <a:gd name="connsiteY3" fmla="*/ 30480 h 152400"/>
                <a:gd name="connsiteX4" fmla="*/ 152400 w 152400"/>
                <a:gd name="connsiteY4" fmla="*/ 121920 h 152400"/>
                <a:gd name="connsiteX5" fmla="*/ 121920 w 152400"/>
                <a:gd name="connsiteY5" fmla="*/ 152400 h 152400"/>
                <a:gd name="connsiteX6" fmla="*/ 30480 w 152400"/>
                <a:gd name="connsiteY6" fmla="*/ 152400 h 152400"/>
                <a:gd name="connsiteX7" fmla="*/ 0 w 152400"/>
                <a:gd name="connsiteY7" fmla="*/ 121920 h 152400"/>
                <a:gd name="connsiteX8" fmla="*/ 0 w 152400"/>
                <a:gd name="connsiteY8" fmla="*/ 30480 h 152400"/>
                <a:gd name="connsiteX9" fmla="*/ 30480 w 152400"/>
                <a:gd name="connsiteY9" fmla="*/ 20320 h 152400"/>
                <a:gd name="connsiteX10" fmla="*/ 20320 w 152400"/>
                <a:gd name="connsiteY10" fmla="*/ 30480 h 152400"/>
                <a:gd name="connsiteX11" fmla="*/ 20320 w 152400"/>
                <a:gd name="connsiteY11" fmla="*/ 121920 h 152400"/>
                <a:gd name="connsiteX12" fmla="*/ 30480 w 152400"/>
                <a:gd name="connsiteY12" fmla="*/ 132080 h 152400"/>
                <a:gd name="connsiteX13" fmla="*/ 121920 w 152400"/>
                <a:gd name="connsiteY13" fmla="*/ 132080 h 152400"/>
                <a:gd name="connsiteX14" fmla="*/ 132080 w 152400"/>
                <a:gd name="connsiteY14" fmla="*/ 121920 h 152400"/>
                <a:gd name="connsiteX15" fmla="*/ 132080 w 152400"/>
                <a:gd name="connsiteY15" fmla="*/ 30480 h 152400"/>
                <a:gd name="connsiteX16" fmla="*/ 121920 w 152400"/>
                <a:gd name="connsiteY16" fmla="*/ 20320 h 152400"/>
                <a:gd name="connsiteX17" fmla="*/ 30480 w 152400"/>
                <a:gd name="connsiteY17" fmla="*/ 2032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2400" h="152400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21920" y="0"/>
                  </a:lnTo>
                  <a:cubicBezTo>
                    <a:pt x="138430" y="0"/>
                    <a:pt x="152400" y="13970"/>
                    <a:pt x="152400" y="30480"/>
                  </a:cubicBezTo>
                  <a:lnTo>
                    <a:pt x="152400" y="121920"/>
                  </a:lnTo>
                  <a:cubicBezTo>
                    <a:pt x="152400" y="138430"/>
                    <a:pt x="138430" y="152400"/>
                    <a:pt x="121920" y="152400"/>
                  </a:cubicBezTo>
                  <a:lnTo>
                    <a:pt x="30480" y="152400"/>
                  </a:lnTo>
                  <a:cubicBezTo>
                    <a:pt x="13970" y="152400"/>
                    <a:pt x="0" y="138430"/>
                    <a:pt x="0" y="12192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121920"/>
                  </a:lnTo>
                  <a:cubicBezTo>
                    <a:pt x="20320" y="127000"/>
                    <a:pt x="25400" y="132080"/>
                    <a:pt x="30480" y="132080"/>
                  </a:cubicBezTo>
                  <a:lnTo>
                    <a:pt x="121920" y="132080"/>
                  </a:lnTo>
                  <a:cubicBezTo>
                    <a:pt x="127000" y="132080"/>
                    <a:pt x="132080" y="127000"/>
                    <a:pt x="132080" y="121920"/>
                  </a:cubicBezTo>
                  <a:lnTo>
                    <a:pt x="132080" y="30480"/>
                  </a:lnTo>
                  <a:cubicBezTo>
                    <a:pt x="132080" y="25400"/>
                    <a:pt x="127000" y="20320"/>
                    <a:pt x="121920" y="20320"/>
                  </a:cubicBez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5" name="Полилиния: фигура 546">
            <a:extLst>
              <a:ext uri="{FF2B5EF4-FFF2-40B4-BE49-F238E27FC236}">
                <a16:creationId xmlns:a16="http://schemas.microsoft.com/office/drawing/2014/main" id="{46224F8B-569C-4A42-42BF-BE009D56CBE0}"/>
              </a:ext>
            </a:extLst>
          </p:cNvPr>
          <p:cNvSpPr/>
          <p:nvPr/>
        </p:nvSpPr>
        <p:spPr>
          <a:xfrm>
            <a:off x="1650976" y="3112669"/>
            <a:ext cx="290473" cy="254000"/>
          </a:xfrm>
          <a:custGeom>
            <a:avLst/>
            <a:gdLst>
              <a:gd name="connsiteX0" fmla="*/ 90170 w 290473"/>
              <a:gd name="connsiteY0" fmla="*/ 0 h 254000"/>
              <a:gd name="connsiteX1" fmla="*/ 80010 w 290473"/>
              <a:gd name="connsiteY1" fmla="*/ 10160 h 254000"/>
              <a:gd name="connsiteX2" fmla="*/ 80010 w 290473"/>
              <a:gd name="connsiteY2" fmla="*/ 50800 h 254000"/>
              <a:gd name="connsiteX3" fmla="*/ 90170 w 290473"/>
              <a:gd name="connsiteY3" fmla="*/ 60960 h 254000"/>
              <a:gd name="connsiteX4" fmla="*/ 90170 w 290473"/>
              <a:gd name="connsiteY4" fmla="*/ 101600 h 254000"/>
              <a:gd name="connsiteX5" fmla="*/ 110490 w 290473"/>
              <a:gd name="connsiteY5" fmla="*/ 104140 h 254000"/>
              <a:gd name="connsiteX6" fmla="*/ 110490 w 290473"/>
              <a:gd name="connsiteY6" fmla="*/ 60960 h 254000"/>
              <a:gd name="connsiteX7" fmla="*/ 212090 w 290473"/>
              <a:gd name="connsiteY7" fmla="*/ 60960 h 254000"/>
              <a:gd name="connsiteX8" fmla="*/ 212090 w 290473"/>
              <a:gd name="connsiteY8" fmla="*/ 130810 h 254000"/>
              <a:gd name="connsiteX9" fmla="*/ 232410 w 290473"/>
              <a:gd name="connsiteY9" fmla="*/ 120650 h 254000"/>
              <a:gd name="connsiteX10" fmla="*/ 232410 w 290473"/>
              <a:gd name="connsiteY10" fmla="*/ 60960 h 254000"/>
              <a:gd name="connsiteX11" fmla="*/ 242570 w 290473"/>
              <a:gd name="connsiteY11" fmla="*/ 50800 h 254000"/>
              <a:gd name="connsiteX12" fmla="*/ 242570 w 290473"/>
              <a:gd name="connsiteY12" fmla="*/ 10160 h 254000"/>
              <a:gd name="connsiteX13" fmla="*/ 232410 w 290473"/>
              <a:gd name="connsiteY13" fmla="*/ 0 h 254000"/>
              <a:gd name="connsiteX14" fmla="*/ 90170 w 290473"/>
              <a:gd name="connsiteY14" fmla="*/ 0 h 254000"/>
              <a:gd name="connsiteX15" fmla="*/ 100330 w 290473"/>
              <a:gd name="connsiteY15" fmla="*/ 40640 h 254000"/>
              <a:gd name="connsiteX16" fmla="*/ 222250 w 290473"/>
              <a:gd name="connsiteY16" fmla="*/ 40640 h 254000"/>
              <a:gd name="connsiteX17" fmla="*/ 222250 w 290473"/>
              <a:gd name="connsiteY17" fmla="*/ 20320 h 254000"/>
              <a:gd name="connsiteX18" fmla="*/ 100330 w 290473"/>
              <a:gd name="connsiteY18" fmla="*/ 20320 h 254000"/>
              <a:gd name="connsiteX19" fmla="*/ 100330 w 290473"/>
              <a:gd name="connsiteY19" fmla="*/ 40640 h 254000"/>
              <a:gd name="connsiteX20" fmla="*/ 10160 w 290473"/>
              <a:gd name="connsiteY20" fmla="*/ 111760 h 254000"/>
              <a:gd name="connsiteX21" fmla="*/ 0 w 290473"/>
              <a:gd name="connsiteY21" fmla="*/ 121920 h 254000"/>
              <a:gd name="connsiteX22" fmla="*/ 10160 w 290473"/>
              <a:gd name="connsiteY22" fmla="*/ 132080 h 254000"/>
              <a:gd name="connsiteX23" fmla="*/ 30480 w 290473"/>
              <a:gd name="connsiteY23" fmla="*/ 132080 h 254000"/>
              <a:gd name="connsiteX24" fmla="*/ 30480 w 290473"/>
              <a:gd name="connsiteY24" fmla="*/ 162560 h 254000"/>
              <a:gd name="connsiteX25" fmla="*/ 30480 w 290473"/>
              <a:gd name="connsiteY25" fmla="*/ 162560 h 254000"/>
              <a:gd name="connsiteX26" fmla="*/ 30480 w 290473"/>
              <a:gd name="connsiteY26" fmla="*/ 218440 h 254000"/>
              <a:gd name="connsiteX27" fmla="*/ 30480 w 290473"/>
              <a:gd name="connsiteY27" fmla="*/ 233680 h 254000"/>
              <a:gd name="connsiteX28" fmla="*/ 10160 w 290473"/>
              <a:gd name="connsiteY28" fmla="*/ 233680 h 254000"/>
              <a:gd name="connsiteX29" fmla="*/ 0 w 290473"/>
              <a:gd name="connsiteY29" fmla="*/ 243840 h 254000"/>
              <a:gd name="connsiteX30" fmla="*/ 10160 w 290473"/>
              <a:gd name="connsiteY30" fmla="*/ 254000 h 254000"/>
              <a:gd name="connsiteX31" fmla="*/ 39370 w 290473"/>
              <a:gd name="connsiteY31" fmla="*/ 254000 h 254000"/>
              <a:gd name="connsiteX32" fmla="*/ 50800 w 290473"/>
              <a:gd name="connsiteY32" fmla="*/ 242570 h 254000"/>
              <a:gd name="connsiteX33" fmla="*/ 50800 w 290473"/>
              <a:gd name="connsiteY33" fmla="*/ 228600 h 254000"/>
              <a:gd name="connsiteX34" fmla="*/ 85090 w 290473"/>
              <a:gd name="connsiteY34" fmla="*/ 234950 h 254000"/>
              <a:gd name="connsiteX35" fmla="*/ 115570 w 290473"/>
              <a:gd name="connsiteY35" fmla="*/ 245110 h 254000"/>
              <a:gd name="connsiteX36" fmla="*/ 177800 w 290473"/>
              <a:gd name="connsiteY36" fmla="*/ 238760 h 254000"/>
              <a:gd name="connsiteX37" fmla="*/ 275590 w 290473"/>
              <a:gd name="connsiteY37" fmla="*/ 186690 h 254000"/>
              <a:gd name="connsiteX38" fmla="*/ 285750 w 290473"/>
              <a:gd name="connsiteY38" fmla="*/ 146050 h 254000"/>
              <a:gd name="connsiteX39" fmla="*/ 248920 w 290473"/>
              <a:gd name="connsiteY39" fmla="*/ 135890 h 254000"/>
              <a:gd name="connsiteX40" fmla="*/ 204470 w 290473"/>
              <a:gd name="connsiteY40" fmla="*/ 157480 h 254000"/>
              <a:gd name="connsiteX41" fmla="*/ 181610 w 290473"/>
              <a:gd name="connsiteY41" fmla="*/ 142240 h 254000"/>
              <a:gd name="connsiteX42" fmla="*/ 144780 w 290473"/>
              <a:gd name="connsiteY42" fmla="*/ 142240 h 254000"/>
              <a:gd name="connsiteX43" fmla="*/ 133350 w 290473"/>
              <a:gd name="connsiteY43" fmla="*/ 138430 h 254000"/>
              <a:gd name="connsiteX44" fmla="*/ 90170 w 290473"/>
              <a:gd name="connsiteY44" fmla="*/ 121920 h 254000"/>
              <a:gd name="connsiteX45" fmla="*/ 49530 w 290473"/>
              <a:gd name="connsiteY45" fmla="*/ 134620 h 254000"/>
              <a:gd name="connsiteX46" fmla="*/ 49530 w 290473"/>
              <a:gd name="connsiteY46" fmla="*/ 121920 h 254000"/>
              <a:gd name="connsiteX47" fmla="*/ 38100 w 290473"/>
              <a:gd name="connsiteY47" fmla="*/ 110490 h 254000"/>
              <a:gd name="connsiteX48" fmla="*/ 10160 w 290473"/>
              <a:gd name="connsiteY48" fmla="*/ 110490 h 254000"/>
              <a:gd name="connsiteX49" fmla="*/ 90170 w 290473"/>
              <a:gd name="connsiteY49" fmla="*/ 215900 h 254000"/>
              <a:gd name="connsiteX50" fmla="*/ 49530 w 290473"/>
              <a:gd name="connsiteY50" fmla="*/ 208280 h 254000"/>
              <a:gd name="connsiteX51" fmla="*/ 49530 w 290473"/>
              <a:gd name="connsiteY51" fmla="*/ 165100 h 254000"/>
              <a:gd name="connsiteX52" fmla="*/ 90170 w 290473"/>
              <a:gd name="connsiteY52" fmla="*/ 142240 h 254000"/>
              <a:gd name="connsiteX53" fmla="*/ 121920 w 290473"/>
              <a:gd name="connsiteY53" fmla="*/ 156210 h 254000"/>
              <a:gd name="connsiteX54" fmla="*/ 144780 w 290473"/>
              <a:gd name="connsiteY54" fmla="*/ 162560 h 254000"/>
              <a:gd name="connsiteX55" fmla="*/ 181610 w 290473"/>
              <a:gd name="connsiteY55" fmla="*/ 162560 h 254000"/>
              <a:gd name="connsiteX56" fmla="*/ 186690 w 290473"/>
              <a:gd name="connsiteY56" fmla="*/ 167640 h 254000"/>
              <a:gd name="connsiteX57" fmla="*/ 181610 w 290473"/>
              <a:gd name="connsiteY57" fmla="*/ 172720 h 254000"/>
              <a:gd name="connsiteX58" fmla="*/ 140970 w 290473"/>
              <a:gd name="connsiteY58" fmla="*/ 172720 h 254000"/>
              <a:gd name="connsiteX59" fmla="*/ 130810 w 290473"/>
              <a:gd name="connsiteY59" fmla="*/ 182880 h 254000"/>
              <a:gd name="connsiteX60" fmla="*/ 140970 w 290473"/>
              <a:gd name="connsiteY60" fmla="*/ 193040 h 254000"/>
              <a:gd name="connsiteX61" fmla="*/ 181610 w 290473"/>
              <a:gd name="connsiteY61" fmla="*/ 193040 h 254000"/>
              <a:gd name="connsiteX62" fmla="*/ 203200 w 290473"/>
              <a:gd name="connsiteY62" fmla="*/ 180340 h 254000"/>
              <a:gd name="connsiteX63" fmla="*/ 257810 w 290473"/>
              <a:gd name="connsiteY63" fmla="*/ 153670 h 254000"/>
              <a:gd name="connsiteX64" fmla="*/ 267970 w 290473"/>
              <a:gd name="connsiteY64" fmla="*/ 156210 h 254000"/>
              <a:gd name="connsiteX65" fmla="*/ 265430 w 290473"/>
              <a:gd name="connsiteY65" fmla="*/ 167640 h 254000"/>
              <a:gd name="connsiteX66" fmla="*/ 167640 w 290473"/>
              <a:gd name="connsiteY66" fmla="*/ 219710 h 254000"/>
              <a:gd name="connsiteX67" fmla="*/ 120650 w 290473"/>
              <a:gd name="connsiteY67" fmla="*/ 223520 h 254000"/>
              <a:gd name="connsiteX68" fmla="*/ 90170 w 290473"/>
              <a:gd name="connsiteY68" fmla="*/ 21590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290473" h="254000">
                <a:moveTo>
                  <a:pt x="90170" y="0"/>
                </a:moveTo>
                <a:cubicBezTo>
                  <a:pt x="85090" y="0"/>
                  <a:pt x="80010" y="5080"/>
                  <a:pt x="80010" y="10160"/>
                </a:cubicBezTo>
                <a:lnTo>
                  <a:pt x="80010" y="50800"/>
                </a:lnTo>
                <a:cubicBezTo>
                  <a:pt x="80010" y="55880"/>
                  <a:pt x="85090" y="60960"/>
                  <a:pt x="90170" y="60960"/>
                </a:cubicBezTo>
                <a:lnTo>
                  <a:pt x="90170" y="101600"/>
                </a:lnTo>
                <a:cubicBezTo>
                  <a:pt x="97790" y="101600"/>
                  <a:pt x="104140" y="102870"/>
                  <a:pt x="110490" y="104140"/>
                </a:cubicBezTo>
                <a:lnTo>
                  <a:pt x="110490" y="60960"/>
                </a:lnTo>
                <a:lnTo>
                  <a:pt x="212090" y="60960"/>
                </a:lnTo>
                <a:lnTo>
                  <a:pt x="212090" y="130810"/>
                </a:lnTo>
                <a:lnTo>
                  <a:pt x="232410" y="120650"/>
                </a:lnTo>
                <a:lnTo>
                  <a:pt x="232410" y="60960"/>
                </a:lnTo>
                <a:cubicBezTo>
                  <a:pt x="237490" y="60960"/>
                  <a:pt x="242570" y="55880"/>
                  <a:pt x="242570" y="50800"/>
                </a:cubicBezTo>
                <a:lnTo>
                  <a:pt x="242570" y="10160"/>
                </a:lnTo>
                <a:cubicBezTo>
                  <a:pt x="242570" y="5080"/>
                  <a:pt x="237490" y="0"/>
                  <a:pt x="232410" y="0"/>
                </a:cubicBezTo>
                <a:lnTo>
                  <a:pt x="90170" y="0"/>
                </a:lnTo>
                <a:close/>
                <a:moveTo>
                  <a:pt x="100330" y="40640"/>
                </a:moveTo>
                <a:lnTo>
                  <a:pt x="222250" y="40640"/>
                </a:lnTo>
                <a:lnTo>
                  <a:pt x="222250" y="20320"/>
                </a:lnTo>
                <a:lnTo>
                  <a:pt x="100330" y="20320"/>
                </a:lnTo>
                <a:lnTo>
                  <a:pt x="100330" y="40640"/>
                </a:lnTo>
                <a:close/>
                <a:moveTo>
                  <a:pt x="10160" y="111760"/>
                </a:moveTo>
                <a:cubicBezTo>
                  <a:pt x="5080" y="111760"/>
                  <a:pt x="0" y="116840"/>
                  <a:pt x="0" y="121920"/>
                </a:cubicBezTo>
                <a:cubicBezTo>
                  <a:pt x="0" y="127000"/>
                  <a:pt x="5080" y="132080"/>
                  <a:pt x="10160" y="132080"/>
                </a:cubicBezTo>
                <a:lnTo>
                  <a:pt x="30480" y="132080"/>
                </a:lnTo>
                <a:lnTo>
                  <a:pt x="30480" y="162560"/>
                </a:lnTo>
                <a:cubicBezTo>
                  <a:pt x="30480" y="162560"/>
                  <a:pt x="30480" y="162560"/>
                  <a:pt x="30480" y="162560"/>
                </a:cubicBezTo>
                <a:lnTo>
                  <a:pt x="30480" y="218440"/>
                </a:lnTo>
                <a:lnTo>
                  <a:pt x="30480" y="233680"/>
                </a:lnTo>
                <a:lnTo>
                  <a:pt x="10160" y="233680"/>
                </a:lnTo>
                <a:cubicBezTo>
                  <a:pt x="5080" y="233680"/>
                  <a:pt x="0" y="238760"/>
                  <a:pt x="0" y="243840"/>
                </a:cubicBezTo>
                <a:cubicBezTo>
                  <a:pt x="0" y="248920"/>
                  <a:pt x="5080" y="254000"/>
                  <a:pt x="10160" y="254000"/>
                </a:cubicBezTo>
                <a:lnTo>
                  <a:pt x="39370" y="254000"/>
                </a:lnTo>
                <a:cubicBezTo>
                  <a:pt x="45720" y="254000"/>
                  <a:pt x="50800" y="248920"/>
                  <a:pt x="50800" y="242570"/>
                </a:cubicBezTo>
                <a:lnTo>
                  <a:pt x="50800" y="228600"/>
                </a:lnTo>
                <a:cubicBezTo>
                  <a:pt x="62230" y="229870"/>
                  <a:pt x="73660" y="231140"/>
                  <a:pt x="85090" y="234950"/>
                </a:cubicBezTo>
                <a:lnTo>
                  <a:pt x="115570" y="245110"/>
                </a:lnTo>
                <a:cubicBezTo>
                  <a:pt x="135890" y="251460"/>
                  <a:pt x="158750" y="248920"/>
                  <a:pt x="177800" y="238760"/>
                </a:cubicBezTo>
                <a:lnTo>
                  <a:pt x="275590" y="186690"/>
                </a:lnTo>
                <a:cubicBezTo>
                  <a:pt x="290830" y="179070"/>
                  <a:pt x="294640" y="160020"/>
                  <a:pt x="285750" y="146050"/>
                </a:cubicBezTo>
                <a:cubicBezTo>
                  <a:pt x="278130" y="134620"/>
                  <a:pt x="261620" y="129540"/>
                  <a:pt x="248920" y="135890"/>
                </a:cubicBezTo>
                <a:lnTo>
                  <a:pt x="204470" y="157480"/>
                </a:lnTo>
                <a:cubicBezTo>
                  <a:pt x="200660" y="148590"/>
                  <a:pt x="191770" y="142240"/>
                  <a:pt x="181610" y="142240"/>
                </a:cubicBezTo>
                <a:lnTo>
                  <a:pt x="144780" y="142240"/>
                </a:lnTo>
                <a:cubicBezTo>
                  <a:pt x="140970" y="142240"/>
                  <a:pt x="137160" y="140970"/>
                  <a:pt x="133350" y="138430"/>
                </a:cubicBezTo>
                <a:cubicBezTo>
                  <a:pt x="121920" y="130810"/>
                  <a:pt x="107950" y="121920"/>
                  <a:pt x="90170" y="121920"/>
                </a:cubicBezTo>
                <a:cubicBezTo>
                  <a:pt x="76200" y="121920"/>
                  <a:pt x="60960" y="125730"/>
                  <a:pt x="49530" y="134620"/>
                </a:cubicBezTo>
                <a:lnTo>
                  <a:pt x="49530" y="121920"/>
                </a:lnTo>
                <a:cubicBezTo>
                  <a:pt x="49530" y="115570"/>
                  <a:pt x="44450" y="110490"/>
                  <a:pt x="38100" y="110490"/>
                </a:cubicBezTo>
                <a:lnTo>
                  <a:pt x="10160" y="110490"/>
                </a:lnTo>
                <a:close/>
                <a:moveTo>
                  <a:pt x="90170" y="215900"/>
                </a:moveTo>
                <a:cubicBezTo>
                  <a:pt x="77470" y="212090"/>
                  <a:pt x="63500" y="209550"/>
                  <a:pt x="49530" y="208280"/>
                </a:cubicBezTo>
                <a:lnTo>
                  <a:pt x="49530" y="165100"/>
                </a:lnTo>
                <a:cubicBezTo>
                  <a:pt x="58420" y="149860"/>
                  <a:pt x="73660" y="142240"/>
                  <a:pt x="90170" y="142240"/>
                </a:cubicBezTo>
                <a:cubicBezTo>
                  <a:pt x="101600" y="142240"/>
                  <a:pt x="110490" y="147320"/>
                  <a:pt x="121920" y="156210"/>
                </a:cubicBezTo>
                <a:cubicBezTo>
                  <a:pt x="128270" y="161290"/>
                  <a:pt x="135890" y="162560"/>
                  <a:pt x="144780" y="162560"/>
                </a:cubicBezTo>
                <a:lnTo>
                  <a:pt x="181610" y="162560"/>
                </a:lnTo>
                <a:cubicBezTo>
                  <a:pt x="184150" y="162560"/>
                  <a:pt x="186690" y="165100"/>
                  <a:pt x="186690" y="167640"/>
                </a:cubicBezTo>
                <a:cubicBezTo>
                  <a:pt x="186690" y="170180"/>
                  <a:pt x="184150" y="172720"/>
                  <a:pt x="181610" y="172720"/>
                </a:cubicBezTo>
                <a:lnTo>
                  <a:pt x="140970" y="172720"/>
                </a:lnTo>
                <a:cubicBezTo>
                  <a:pt x="135890" y="172720"/>
                  <a:pt x="130810" y="177800"/>
                  <a:pt x="130810" y="182880"/>
                </a:cubicBezTo>
                <a:cubicBezTo>
                  <a:pt x="130810" y="187960"/>
                  <a:pt x="135890" y="193040"/>
                  <a:pt x="140970" y="193040"/>
                </a:cubicBezTo>
                <a:lnTo>
                  <a:pt x="181610" y="193040"/>
                </a:lnTo>
                <a:cubicBezTo>
                  <a:pt x="190500" y="193040"/>
                  <a:pt x="199390" y="187960"/>
                  <a:pt x="203200" y="180340"/>
                </a:cubicBezTo>
                <a:lnTo>
                  <a:pt x="257810" y="153670"/>
                </a:lnTo>
                <a:cubicBezTo>
                  <a:pt x="261620" y="152400"/>
                  <a:pt x="266700" y="152400"/>
                  <a:pt x="267970" y="156210"/>
                </a:cubicBezTo>
                <a:cubicBezTo>
                  <a:pt x="270510" y="160020"/>
                  <a:pt x="269240" y="166370"/>
                  <a:pt x="265430" y="167640"/>
                </a:cubicBezTo>
                <a:lnTo>
                  <a:pt x="167640" y="219710"/>
                </a:lnTo>
                <a:cubicBezTo>
                  <a:pt x="153670" y="227330"/>
                  <a:pt x="135890" y="228600"/>
                  <a:pt x="120650" y="223520"/>
                </a:cubicBezTo>
                <a:lnTo>
                  <a:pt x="90170" y="2159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6" name="Рисунок 2">
            <a:extLst>
              <a:ext uri="{FF2B5EF4-FFF2-40B4-BE49-F238E27FC236}">
                <a16:creationId xmlns:a16="http://schemas.microsoft.com/office/drawing/2014/main" id="{CC9A49E7-C7BB-8D67-0D32-21394FEC88C0}"/>
              </a:ext>
            </a:extLst>
          </p:cNvPr>
          <p:cNvGrpSpPr/>
          <p:nvPr/>
        </p:nvGrpSpPr>
        <p:grpSpPr>
          <a:xfrm>
            <a:off x="535916" y="3148230"/>
            <a:ext cx="284480" cy="182879"/>
            <a:chOff x="668019" y="3092450"/>
            <a:chExt cx="284480" cy="182879"/>
          </a:xfrm>
          <a:solidFill>
            <a:schemeClr val="bg1"/>
          </a:solidFill>
        </p:grpSpPr>
        <p:sp>
          <p:nvSpPr>
            <p:cNvPr id="87" name="Полилиния: фигура 549">
              <a:extLst>
                <a:ext uri="{FF2B5EF4-FFF2-40B4-BE49-F238E27FC236}">
                  <a16:creationId xmlns:a16="http://schemas.microsoft.com/office/drawing/2014/main" id="{079D3567-176F-6385-2A72-C1EF9DD8132C}"/>
                </a:ext>
              </a:extLst>
            </p:cNvPr>
            <p:cNvSpPr/>
            <p:nvPr/>
          </p:nvSpPr>
          <p:spPr>
            <a:xfrm>
              <a:off x="688340" y="3092450"/>
              <a:ext cx="264159" cy="182879"/>
            </a:xfrm>
            <a:custGeom>
              <a:avLst/>
              <a:gdLst>
                <a:gd name="connsiteX0" fmla="*/ 50800 w 264159"/>
                <a:gd name="connsiteY0" fmla="*/ 30480 h 182879"/>
                <a:gd name="connsiteX1" fmla="*/ 81280 w 264159"/>
                <a:gd name="connsiteY1" fmla="*/ 0 h 182879"/>
                <a:gd name="connsiteX2" fmla="*/ 233680 w 264159"/>
                <a:gd name="connsiteY2" fmla="*/ 0 h 182879"/>
                <a:gd name="connsiteX3" fmla="*/ 264160 w 264159"/>
                <a:gd name="connsiteY3" fmla="*/ 30480 h 182879"/>
                <a:gd name="connsiteX4" fmla="*/ 264160 w 264159"/>
                <a:gd name="connsiteY4" fmla="*/ 152400 h 182879"/>
                <a:gd name="connsiteX5" fmla="*/ 233680 w 264159"/>
                <a:gd name="connsiteY5" fmla="*/ 182880 h 182879"/>
                <a:gd name="connsiteX6" fmla="*/ 81280 w 264159"/>
                <a:gd name="connsiteY6" fmla="*/ 182880 h 182879"/>
                <a:gd name="connsiteX7" fmla="*/ 50800 w 264159"/>
                <a:gd name="connsiteY7" fmla="*/ 152400 h 182879"/>
                <a:gd name="connsiteX8" fmla="*/ 50800 w 264159"/>
                <a:gd name="connsiteY8" fmla="*/ 142240 h 182879"/>
                <a:gd name="connsiteX9" fmla="*/ 10160 w 264159"/>
                <a:gd name="connsiteY9" fmla="*/ 142240 h 182879"/>
                <a:gd name="connsiteX10" fmla="*/ 0 w 264159"/>
                <a:gd name="connsiteY10" fmla="*/ 132080 h 182879"/>
                <a:gd name="connsiteX11" fmla="*/ 10160 w 264159"/>
                <a:gd name="connsiteY11" fmla="*/ 121920 h 182879"/>
                <a:gd name="connsiteX12" fmla="*/ 91440 w 264159"/>
                <a:gd name="connsiteY12" fmla="*/ 121920 h 182879"/>
                <a:gd name="connsiteX13" fmla="*/ 101600 w 264159"/>
                <a:gd name="connsiteY13" fmla="*/ 132080 h 182879"/>
                <a:gd name="connsiteX14" fmla="*/ 91440 w 264159"/>
                <a:gd name="connsiteY14" fmla="*/ 142240 h 182879"/>
                <a:gd name="connsiteX15" fmla="*/ 71120 w 264159"/>
                <a:gd name="connsiteY15" fmla="*/ 142240 h 182879"/>
                <a:gd name="connsiteX16" fmla="*/ 71120 w 264159"/>
                <a:gd name="connsiteY16" fmla="*/ 152400 h 182879"/>
                <a:gd name="connsiteX17" fmla="*/ 81280 w 264159"/>
                <a:gd name="connsiteY17" fmla="*/ 162560 h 182879"/>
                <a:gd name="connsiteX18" fmla="*/ 233680 w 264159"/>
                <a:gd name="connsiteY18" fmla="*/ 162560 h 182879"/>
                <a:gd name="connsiteX19" fmla="*/ 243840 w 264159"/>
                <a:gd name="connsiteY19" fmla="*/ 152400 h 182879"/>
                <a:gd name="connsiteX20" fmla="*/ 243840 w 264159"/>
                <a:gd name="connsiteY20" fmla="*/ 30480 h 182879"/>
                <a:gd name="connsiteX21" fmla="*/ 233680 w 264159"/>
                <a:gd name="connsiteY21" fmla="*/ 20320 h 182879"/>
                <a:gd name="connsiteX22" fmla="*/ 81280 w 264159"/>
                <a:gd name="connsiteY22" fmla="*/ 20320 h 182879"/>
                <a:gd name="connsiteX23" fmla="*/ 71120 w 264159"/>
                <a:gd name="connsiteY23" fmla="*/ 30480 h 182879"/>
                <a:gd name="connsiteX24" fmla="*/ 71120 w 264159"/>
                <a:gd name="connsiteY24" fmla="*/ 50800 h 182879"/>
                <a:gd name="connsiteX25" fmla="*/ 50800 w 264159"/>
                <a:gd name="connsiteY25" fmla="*/ 50800 h 182879"/>
                <a:gd name="connsiteX26" fmla="*/ 50800 w 264159"/>
                <a:gd name="connsiteY26" fmla="*/ 3048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159" h="182879">
                  <a:moveTo>
                    <a:pt x="50800" y="30480"/>
                  </a:moveTo>
                  <a:cubicBezTo>
                    <a:pt x="50800" y="13970"/>
                    <a:pt x="64770" y="0"/>
                    <a:pt x="81280" y="0"/>
                  </a:cubicBezTo>
                  <a:lnTo>
                    <a:pt x="233680" y="0"/>
                  </a:lnTo>
                  <a:cubicBezTo>
                    <a:pt x="250190" y="0"/>
                    <a:pt x="264160" y="13970"/>
                    <a:pt x="264160" y="30480"/>
                  </a:cubicBezTo>
                  <a:lnTo>
                    <a:pt x="264160" y="152400"/>
                  </a:lnTo>
                  <a:cubicBezTo>
                    <a:pt x="264160" y="168910"/>
                    <a:pt x="250190" y="182880"/>
                    <a:pt x="233680" y="182880"/>
                  </a:cubicBezTo>
                  <a:lnTo>
                    <a:pt x="81280" y="182880"/>
                  </a:lnTo>
                  <a:cubicBezTo>
                    <a:pt x="64770" y="182880"/>
                    <a:pt x="50800" y="168910"/>
                    <a:pt x="50800" y="152400"/>
                  </a:cubicBezTo>
                  <a:lnTo>
                    <a:pt x="50800" y="142240"/>
                  </a:lnTo>
                  <a:lnTo>
                    <a:pt x="10160" y="142240"/>
                  </a:lnTo>
                  <a:cubicBezTo>
                    <a:pt x="5080" y="142240"/>
                    <a:pt x="0" y="137160"/>
                    <a:pt x="0" y="132080"/>
                  </a:cubicBezTo>
                  <a:cubicBezTo>
                    <a:pt x="0" y="127000"/>
                    <a:pt x="5080" y="121920"/>
                    <a:pt x="10160" y="121920"/>
                  </a:cubicBezTo>
                  <a:lnTo>
                    <a:pt x="91440" y="121920"/>
                  </a:lnTo>
                  <a:cubicBezTo>
                    <a:pt x="96520" y="121920"/>
                    <a:pt x="101600" y="127000"/>
                    <a:pt x="101600" y="132080"/>
                  </a:cubicBezTo>
                  <a:cubicBezTo>
                    <a:pt x="101600" y="137160"/>
                    <a:pt x="96520" y="142240"/>
                    <a:pt x="91440" y="142240"/>
                  </a:cubicBezTo>
                  <a:lnTo>
                    <a:pt x="71120" y="142240"/>
                  </a:lnTo>
                  <a:lnTo>
                    <a:pt x="71120" y="152400"/>
                  </a:lnTo>
                  <a:cubicBezTo>
                    <a:pt x="71120" y="157480"/>
                    <a:pt x="76200" y="162560"/>
                    <a:pt x="81280" y="162560"/>
                  </a:cubicBezTo>
                  <a:lnTo>
                    <a:pt x="233680" y="162560"/>
                  </a:lnTo>
                  <a:cubicBezTo>
                    <a:pt x="238760" y="162560"/>
                    <a:pt x="243840" y="157480"/>
                    <a:pt x="243840" y="152400"/>
                  </a:cubicBezTo>
                  <a:lnTo>
                    <a:pt x="243840" y="30480"/>
                  </a:lnTo>
                  <a:cubicBezTo>
                    <a:pt x="243840" y="25400"/>
                    <a:pt x="238760" y="20320"/>
                    <a:pt x="233680" y="20320"/>
                  </a:cubicBezTo>
                  <a:lnTo>
                    <a:pt x="81280" y="20320"/>
                  </a:lnTo>
                  <a:cubicBezTo>
                    <a:pt x="76200" y="20320"/>
                    <a:pt x="71120" y="25400"/>
                    <a:pt x="71120" y="30480"/>
                  </a:cubicBezTo>
                  <a:lnTo>
                    <a:pt x="71120" y="50800"/>
                  </a:lnTo>
                  <a:lnTo>
                    <a:pt x="50800" y="50800"/>
                  </a:lnTo>
                  <a:lnTo>
                    <a:pt x="5080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8" name="Полилиния: фигура 550">
              <a:extLst>
                <a:ext uri="{FF2B5EF4-FFF2-40B4-BE49-F238E27FC236}">
                  <a16:creationId xmlns:a16="http://schemas.microsoft.com/office/drawing/2014/main" id="{61581F7A-414F-BED6-DCE1-3474C9D5A3FB}"/>
                </a:ext>
              </a:extLst>
            </p:cNvPr>
            <p:cNvSpPr/>
            <p:nvPr/>
          </p:nvSpPr>
          <p:spPr>
            <a:xfrm>
              <a:off x="668019" y="3163570"/>
              <a:ext cx="142240" cy="30479"/>
            </a:xfrm>
            <a:custGeom>
              <a:avLst/>
              <a:gdLst>
                <a:gd name="connsiteX0" fmla="*/ 71120 w 142240"/>
                <a:gd name="connsiteY0" fmla="*/ 20320 h 30479"/>
                <a:gd name="connsiteX1" fmla="*/ 71120 w 142240"/>
                <a:gd name="connsiteY1" fmla="*/ 30480 h 30479"/>
                <a:gd name="connsiteX2" fmla="*/ 91440 w 142240"/>
                <a:gd name="connsiteY2" fmla="*/ 30480 h 30479"/>
                <a:gd name="connsiteX3" fmla="*/ 91440 w 142240"/>
                <a:gd name="connsiteY3" fmla="*/ 20320 h 30479"/>
                <a:gd name="connsiteX4" fmla="*/ 132080 w 142240"/>
                <a:gd name="connsiteY4" fmla="*/ 20320 h 30479"/>
                <a:gd name="connsiteX5" fmla="*/ 142240 w 142240"/>
                <a:gd name="connsiteY5" fmla="*/ 10160 h 30479"/>
                <a:gd name="connsiteX6" fmla="*/ 132080 w 142240"/>
                <a:gd name="connsiteY6" fmla="*/ 0 h 30479"/>
                <a:gd name="connsiteX7" fmla="*/ 10160 w 142240"/>
                <a:gd name="connsiteY7" fmla="*/ 0 h 30479"/>
                <a:gd name="connsiteX8" fmla="*/ 0 w 142240"/>
                <a:gd name="connsiteY8" fmla="*/ 10160 h 30479"/>
                <a:gd name="connsiteX9" fmla="*/ 10160 w 142240"/>
                <a:gd name="connsiteY9" fmla="*/ 20320 h 30479"/>
                <a:gd name="connsiteX10" fmla="*/ 71120 w 142240"/>
                <a:gd name="connsiteY10" fmla="*/ 2032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2240" h="30479">
                  <a:moveTo>
                    <a:pt x="71120" y="20320"/>
                  </a:moveTo>
                  <a:lnTo>
                    <a:pt x="71120" y="30480"/>
                  </a:lnTo>
                  <a:lnTo>
                    <a:pt x="91440" y="30480"/>
                  </a:lnTo>
                  <a:lnTo>
                    <a:pt x="91440" y="20320"/>
                  </a:lnTo>
                  <a:lnTo>
                    <a:pt x="132080" y="20320"/>
                  </a:lnTo>
                  <a:cubicBezTo>
                    <a:pt x="137160" y="20320"/>
                    <a:pt x="142240" y="15240"/>
                    <a:pt x="142240" y="10160"/>
                  </a:cubicBezTo>
                  <a:cubicBezTo>
                    <a:pt x="142240" y="5080"/>
                    <a:pt x="137160" y="0"/>
                    <a:pt x="13208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" name="Полилиния: фигура 551">
              <a:extLst>
                <a:ext uri="{FF2B5EF4-FFF2-40B4-BE49-F238E27FC236}">
                  <a16:creationId xmlns:a16="http://schemas.microsoft.com/office/drawing/2014/main" id="{18431E69-BBDE-A896-CCFE-1D469A759621}"/>
                </a:ext>
              </a:extLst>
            </p:cNvPr>
            <p:cNvSpPr/>
            <p:nvPr/>
          </p:nvSpPr>
          <p:spPr>
            <a:xfrm>
              <a:off x="861060" y="3133089"/>
              <a:ext cx="50800" cy="30480"/>
            </a:xfrm>
            <a:custGeom>
              <a:avLst/>
              <a:gdLst>
                <a:gd name="connsiteX0" fmla="*/ 50800 w 50800"/>
                <a:gd name="connsiteY0" fmla="*/ 0 h 30480"/>
                <a:gd name="connsiteX1" fmla="*/ 0 w 50800"/>
                <a:gd name="connsiteY1" fmla="*/ 0 h 30480"/>
                <a:gd name="connsiteX2" fmla="*/ 0 w 50800"/>
                <a:gd name="connsiteY2" fmla="*/ 30480 h 30480"/>
                <a:gd name="connsiteX3" fmla="*/ 50800 w 50800"/>
                <a:gd name="connsiteY3" fmla="*/ 30480 h 30480"/>
                <a:gd name="connsiteX4" fmla="*/ 50800 w 50800"/>
                <a:gd name="connsiteY4" fmla="*/ 0 h 3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800" h="30480">
                  <a:moveTo>
                    <a:pt x="50800" y="0"/>
                  </a:moveTo>
                  <a:lnTo>
                    <a:pt x="0" y="0"/>
                  </a:lnTo>
                  <a:lnTo>
                    <a:pt x="0" y="30480"/>
                  </a:lnTo>
                  <a:lnTo>
                    <a:pt x="50800" y="30480"/>
                  </a:lnTo>
                  <a:lnTo>
                    <a:pt x="5080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1" name="Полилиния: фигура 554">
            <a:extLst>
              <a:ext uri="{FF2B5EF4-FFF2-40B4-BE49-F238E27FC236}">
                <a16:creationId xmlns:a16="http://schemas.microsoft.com/office/drawing/2014/main" id="{B0F01446-312E-3BDC-ABF2-9DD761A45EE0}"/>
              </a:ext>
            </a:extLst>
          </p:cNvPr>
          <p:cNvSpPr/>
          <p:nvPr/>
        </p:nvSpPr>
        <p:spPr>
          <a:xfrm>
            <a:off x="2802867" y="3117750"/>
            <a:ext cx="223519" cy="243839"/>
          </a:xfrm>
          <a:custGeom>
            <a:avLst/>
            <a:gdLst>
              <a:gd name="connsiteX0" fmla="*/ 191770 w 223519"/>
              <a:gd name="connsiteY0" fmla="*/ 20320 h 243839"/>
              <a:gd name="connsiteX1" fmla="*/ 29210 w 223519"/>
              <a:gd name="connsiteY1" fmla="*/ 20320 h 243839"/>
              <a:gd name="connsiteX2" fmla="*/ 19050 w 223519"/>
              <a:gd name="connsiteY2" fmla="*/ 30480 h 243839"/>
              <a:gd name="connsiteX3" fmla="*/ 19050 w 223519"/>
              <a:gd name="connsiteY3" fmla="*/ 213360 h 243839"/>
              <a:gd name="connsiteX4" fmla="*/ 29210 w 223519"/>
              <a:gd name="connsiteY4" fmla="*/ 223520 h 243839"/>
              <a:gd name="connsiteX5" fmla="*/ 191770 w 223519"/>
              <a:gd name="connsiteY5" fmla="*/ 223520 h 243839"/>
              <a:gd name="connsiteX6" fmla="*/ 201930 w 223519"/>
              <a:gd name="connsiteY6" fmla="*/ 213360 h 243839"/>
              <a:gd name="connsiteX7" fmla="*/ 201930 w 223519"/>
              <a:gd name="connsiteY7" fmla="*/ 30480 h 243839"/>
              <a:gd name="connsiteX8" fmla="*/ 191770 w 223519"/>
              <a:gd name="connsiteY8" fmla="*/ 20320 h 243839"/>
              <a:gd name="connsiteX9" fmla="*/ 30480 w 223519"/>
              <a:gd name="connsiteY9" fmla="*/ 0 h 243839"/>
              <a:gd name="connsiteX10" fmla="*/ 0 w 223519"/>
              <a:gd name="connsiteY10" fmla="*/ 30480 h 243839"/>
              <a:gd name="connsiteX11" fmla="*/ 0 w 223519"/>
              <a:gd name="connsiteY11" fmla="*/ 213360 h 243839"/>
              <a:gd name="connsiteX12" fmla="*/ 30480 w 223519"/>
              <a:gd name="connsiteY12" fmla="*/ 243840 h 243839"/>
              <a:gd name="connsiteX13" fmla="*/ 193040 w 223519"/>
              <a:gd name="connsiteY13" fmla="*/ 243840 h 243839"/>
              <a:gd name="connsiteX14" fmla="*/ 223520 w 223519"/>
              <a:gd name="connsiteY14" fmla="*/ 213360 h 243839"/>
              <a:gd name="connsiteX15" fmla="*/ 223520 w 223519"/>
              <a:gd name="connsiteY15" fmla="*/ 30480 h 243839"/>
              <a:gd name="connsiteX16" fmla="*/ 193040 w 223519"/>
              <a:gd name="connsiteY16" fmla="*/ 0 h 243839"/>
              <a:gd name="connsiteX17" fmla="*/ 30480 w 223519"/>
              <a:gd name="connsiteY17" fmla="*/ 0 h 243839"/>
              <a:gd name="connsiteX18" fmla="*/ 181610 w 223519"/>
              <a:gd name="connsiteY18" fmla="*/ 71120 h 243839"/>
              <a:gd name="connsiteX19" fmla="*/ 39370 w 223519"/>
              <a:gd name="connsiteY19" fmla="*/ 71120 h 243839"/>
              <a:gd name="connsiteX20" fmla="*/ 39370 w 223519"/>
              <a:gd name="connsiteY20" fmla="*/ 50800 h 243839"/>
              <a:gd name="connsiteX21" fmla="*/ 181610 w 223519"/>
              <a:gd name="connsiteY21" fmla="*/ 50800 h 243839"/>
              <a:gd name="connsiteX22" fmla="*/ 181610 w 223519"/>
              <a:gd name="connsiteY22" fmla="*/ 71120 h 243839"/>
              <a:gd name="connsiteX23" fmla="*/ 50800 w 223519"/>
              <a:gd name="connsiteY23" fmla="*/ 101600 h 243839"/>
              <a:gd name="connsiteX24" fmla="*/ 40640 w 223519"/>
              <a:gd name="connsiteY24" fmla="*/ 111760 h 243839"/>
              <a:gd name="connsiteX25" fmla="*/ 50800 w 223519"/>
              <a:gd name="connsiteY25" fmla="*/ 121920 h 243839"/>
              <a:gd name="connsiteX26" fmla="*/ 71120 w 223519"/>
              <a:gd name="connsiteY26" fmla="*/ 121920 h 243839"/>
              <a:gd name="connsiteX27" fmla="*/ 81280 w 223519"/>
              <a:gd name="connsiteY27" fmla="*/ 111760 h 243839"/>
              <a:gd name="connsiteX28" fmla="*/ 71120 w 223519"/>
              <a:gd name="connsiteY28" fmla="*/ 101600 h 243839"/>
              <a:gd name="connsiteX29" fmla="*/ 50800 w 223519"/>
              <a:gd name="connsiteY29" fmla="*/ 101600 h 243839"/>
              <a:gd name="connsiteX30" fmla="*/ 40640 w 223519"/>
              <a:gd name="connsiteY30" fmla="*/ 152400 h 243839"/>
              <a:gd name="connsiteX31" fmla="*/ 50800 w 223519"/>
              <a:gd name="connsiteY31" fmla="*/ 142240 h 243839"/>
              <a:gd name="connsiteX32" fmla="*/ 71120 w 223519"/>
              <a:gd name="connsiteY32" fmla="*/ 142240 h 243839"/>
              <a:gd name="connsiteX33" fmla="*/ 81280 w 223519"/>
              <a:gd name="connsiteY33" fmla="*/ 152400 h 243839"/>
              <a:gd name="connsiteX34" fmla="*/ 71120 w 223519"/>
              <a:gd name="connsiteY34" fmla="*/ 162560 h 243839"/>
              <a:gd name="connsiteX35" fmla="*/ 50800 w 223519"/>
              <a:gd name="connsiteY35" fmla="*/ 162560 h 243839"/>
              <a:gd name="connsiteX36" fmla="*/ 40640 w 223519"/>
              <a:gd name="connsiteY36" fmla="*/ 152400 h 243839"/>
              <a:gd name="connsiteX37" fmla="*/ 50800 w 223519"/>
              <a:gd name="connsiteY37" fmla="*/ 182880 h 243839"/>
              <a:gd name="connsiteX38" fmla="*/ 40640 w 223519"/>
              <a:gd name="connsiteY38" fmla="*/ 193040 h 243839"/>
              <a:gd name="connsiteX39" fmla="*/ 50800 w 223519"/>
              <a:gd name="connsiteY39" fmla="*/ 203200 h 243839"/>
              <a:gd name="connsiteX40" fmla="*/ 71120 w 223519"/>
              <a:gd name="connsiteY40" fmla="*/ 203200 h 243839"/>
              <a:gd name="connsiteX41" fmla="*/ 81280 w 223519"/>
              <a:gd name="connsiteY41" fmla="*/ 193040 h 243839"/>
              <a:gd name="connsiteX42" fmla="*/ 71120 w 223519"/>
              <a:gd name="connsiteY42" fmla="*/ 182880 h 243839"/>
              <a:gd name="connsiteX43" fmla="*/ 50800 w 223519"/>
              <a:gd name="connsiteY43" fmla="*/ 182880 h 243839"/>
              <a:gd name="connsiteX44" fmla="*/ 91440 w 223519"/>
              <a:gd name="connsiteY44" fmla="*/ 111760 h 243839"/>
              <a:gd name="connsiteX45" fmla="*/ 101600 w 223519"/>
              <a:gd name="connsiteY45" fmla="*/ 101600 h 243839"/>
              <a:gd name="connsiteX46" fmla="*/ 121920 w 223519"/>
              <a:gd name="connsiteY46" fmla="*/ 101600 h 243839"/>
              <a:gd name="connsiteX47" fmla="*/ 132080 w 223519"/>
              <a:gd name="connsiteY47" fmla="*/ 111760 h 243839"/>
              <a:gd name="connsiteX48" fmla="*/ 121920 w 223519"/>
              <a:gd name="connsiteY48" fmla="*/ 121920 h 243839"/>
              <a:gd name="connsiteX49" fmla="*/ 101600 w 223519"/>
              <a:gd name="connsiteY49" fmla="*/ 121920 h 243839"/>
              <a:gd name="connsiteX50" fmla="*/ 91440 w 223519"/>
              <a:gd name="connsiteY50" fmla="*/ 111760 h 243839"/>
              <a:gd name="connsiteX51" fmla="*/ 101600 w 223519"/>
              <a:gd name="connsiteY51" fmla="*/ 142240 h 243839"/>
              <a:gd name="connsiteX52" fmla="*/ 91440 w 223519"/>
              <a:gd name="connsiteY52" fmla="*/ 152400 h 243839"/>
              <a:gd name="connsiteX53" fmla="*/ 101600 w 223519"/>
              <a:gd name="connsiteY53" fmla="*/ 162560 h 243839"/>
              <a:gd name="connsiteX54" fmla="*/ 121920 w 223519"/>
              <a:gd name="connsiteY54" fmla="*/ 162560 h 243839"/>
              <a:gd name="connsiteX55" fmla="*/ 132080 w 223519"/>
              <a:gd name="connsiteY55" fmla="*/ 152400 h 243839"/>
              <a:gd name="connsiteX56" fmla="*/ 121920 w 223519"/>
              <a:gd name="connsiteY56" fmla="*/ 142240 h 243839"/>
              <a:gd name="connsiteX57" fmla="*/ 101600 w 223519"/>
              <a:gd name="connsiteY57" fmla="*/ 142240 h 243839"/>
              <a:gd name="connsiteX58" fmla="*/ 91440 w 223519"/>
              <a:gd name="connsiteY58" fmla="*/ 193040 h 243839"/>
              <a:gd name="connsiteX59" fmla="*/ 101600 w 223519"/>
              <a:gd name="connsiteY59" fmla="*/ 182880 h 243839"/>
              <a:gd name="connsiteX60" fmla="*/ 121920 w 223519"/>
              <a:gd name="connsiteY60" fmla="*/ 182880 h 243839"/>
              <a:gd name="connsiteX61" fmla="*/ 132080 w 223519"/>
              <a:gd name="connsiteY61" fmla="*/ 193040 h 243839"/>
              <a:gd name="connsiteX62" fmla="*/ 121920 w 223519"/>
              <a:gd name="connsiteY62" fmla="*/ 203200 h 243839"/>
              <a:gd name="connsiteX63" fmla="*/ 101600 w 223519"/>
              <a:gd name="connsiteY63" fmla="*/ 203200 h 243839"/>
              <a:gd name="connsiteX64" fmla="*/ 91440 w 223519"/>
              <a:gd name="connsiteY64" fmla="*/ 193040 h 243839"/>
              <a:gd name="connsiteX65" fmla="*/ 151130 w 223519"/>
              <a:gd name="connsiteY65" fmla="*/ 101600 h 243839"/>
              <a:gd name="connsiteX66" fmla="*/ 140970 w 223519"/>
              <a:gd name="connsiteY66" fmla="*/ 111760 h 243839"/>
              <a:gd name="connsiteX67" fmla="*/ 151130 w 223519"/>
              <a:gd name="connsiteY67" fmla="*/ 121920 h 243839"/>
              <a:gd name="connsiteX68" fmla="*/ 171450 w 223519"/>
              <a:gd name="connsiteY68" fmla="*/ 121920 h 243839"/>
              <a:gd name="connsiteX69" fmla="*/ 181610 w 223519"/>
              <a:gd name="connsiteY69" fmla="*/ 111760 h 243839"/>
              <a:gd name="connsiteX70" fmla="*/ 171450 w 223519"/>
              <a:gd name="connsiteY70" fmla="*/ 101600 h 243839"/>
              <a:gd name="connsiteX71" fmla="*/ 151130 w 223519"/>
              <a:gd name="connsiteY71" fmla="*/ 101600 h 243839"/>
              <a:gd name="connsiteX72" fmla="*/ 142240 w 223519"/>
              <a:gd name="connsiteY72" fmla="*/ 152400 h 243839"/>
              <a:gd name="connsiteX73" fmla="*/ 152400 w 223519"/>
              <a:gd name="connsiteY73" fmla="*/ 142240 h 243839"/>
              <a:gd name="connsiteX74" fmla="*/ 172720 w 223519"/>
              <a:gd name="connsiteY74" fmla="*/ 142240 h 243839"/>
              <a:gd name="connsiteX75" fmla="*/ 182880 w 223519"/>
              <a:gd name="connsiteY75" fmla="*/ 152400 h 243839"/>
              <a:gd name="connsiteX76" fmla="*/ 172720 w 223519"/>
              <a:gd name="connsiteY76" fmla="*/ 162560 h 243839"/>
              <a:gd name="connsiteX77" fmla="*/ 151130 w 223519"/>
              <a:gd name="connsiteY77" fmla="*/ 162560 h 243839"/>
              <a:gd name="connsiteX78" fmla="*/ 142240 w 223519"/>
              <a:gd name="connsiteY78" fmla="*/ 152400 h 243839"/>
              <a:gd name="connsiteX79" fmla="*/ 151130 w 223519"/>
              <a:gd name="connsiteY79" fmla="*/ 182880 h 243839"/>
              <a:gd name="connsiteX80" fmla="*/ 140970 w 223519"/>
              <a:gd name="connsiteY80" fmla="*/ 193040 h 243839"/>
              <a:gd name="connsiteX81" fmla="*/ 151130 w 223519"/>
              <a:gd name="connsiteY81" fmla="*/ 203200 h 243839"/>
              <a:gd name="connsiteX82" fmla="*/ 171450 w 223519"/>
              <a:gd name="connsiteY82" fmla="*/ 203200 h 243839"/>
              <a:gd name="connsiteX83" fmla="*/ 181610 w 223519"/>
              <a:gd name="connsiteY83" fmla="*/ 193040 h 243839"/>
              <a:gd name="connsiteX84" fmla="*/ 171450 w 223519"/>
              <a:gd name="connsiteY84" fmla="*/ 182880 h 243839"/>
              <a:gd name="connsiteX85" fmla="*/ 151130 w 223519"/>
              <a:gd name="connsiteY85" fmla="*/ 18288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223519" h="243839">
                <a:moveTo>
                  <a:pt x="191770" y="20320"/>
                </a:move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213360"/>
                </a:lnTo>
                <a:cubicBezTo>
                  <a:pt x="19050" y="218440"/>
                  <a:pt x="24130" y="223520"/>
                  <a:pt x="29210" y="223520"/>
                </a:cubicBezTo>
                <a:lnTo>
                  <a:pt x="191770" y="223520"/>
                </a:lnTo>
                <a:cubicBezTo>
                  <a:pt x="196850" y="223520"/>
                  <a:pt x="201930" y="218440"/>
                  <a:pt x="201930" y="213360"/>
                </a:cubicBezTo>
                <a:lnTo>
                  <a:pt x="201930" y="30480"/>
                </a:lnTo>
                <a:cubicBezTo>
                  <a:pt x="201930" y="25400"/>
                  <a:pt x="198120" y="20320"/>
                  <a:pt x="19177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193040" y="243840"/>
                </a:lnTo>
                <a:cubicBezTo>
                  <a:pt x="209550" y="243840"/>
                  <a:pt x="223520" y="229870"/>
                  <a:pt x="223520" y="21336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181610" y="71120"/>
                </a:moveTo>
                <a:lnTo>
                  <a:pt x="39370" y="71120"/>
                </a:lnTo>
                <a:lnTo>
                  <a:pt x="39370" y="50800"/>
                </a:lnTo>
                <a:lnTo>
                  <a:pt x="181610" y="50800"/>
                </a:lnTo>
                <a:lnTo>
                  <a:pt x="181610" y="71120"/>
                </a:lnTo>
                <a:close/>
                <a:moveTo>
                  <a:pt x="50800" y="101600"/>
                </a:moveTo>
                <a:cubicBezTo>
                  <a:pt x="45720" y="101600"/>
                  <a:pt x="40640" y="106680"/>
                  <a:pt x="40640" y="111760"/>
                </a:cubicBezTo>
                <a:cubicBezTo>
                  <a:pt x="40640" y="116840"/>
                  <a:pt x="45720" y="121920"/>
                  <a:pt x="50800" y="121920"/>
                </a:cubicBezTo>
                <a:lnTo>
                  <a:pt x="71120" y="121920"/>
                </a:lnTo>
                <a:cubicBezTo>
                  <a:pt x="76200" y="121920"/>
                  <a:pt x="81280" y="116840"/>
                  <a:pt x="81280" y="111760"/>
                </a:cubicBezTo>
                <a:cubicBezTo>
                  <a:pt x="81280" y="106680"/>
                  <a:pt x="76200" y="101600"/>
                  <a:pt x="71120" y="101600"/>
                </a:cubicBezTo>
                <a:lnTo>
                  <a:pt x="50800" y="101600"/>
                </a:lnTo>
                <a:close/>
                <a:moveTo>
                  <a:pt x="40640" y="152400"/>
                </a:moveTo>
                <a:cubicBezTo>
                  <a:pt x="40640" y="147320"/>
                  <a:pt x="45720" y="142240"/>
                  <a:pt x="50800" y="142240"/>
                </a:cubicBezTo>
                <a:lnTo>
                  <a:pt x="71120" y="142240"/>
                </a:lnTo>
                <a:cubicBezTo>
                  <a:pt x="76200" y="142240"/>
                  <a:pt x="81280" y="147320"/>
                  <a:pt x="81280" y="152400"/>
                </a:cubicBezTo>
                <a:cubicBezTo>
                  <a:pt x="81280" y="157480"/>
                  <a:pt x="76200" y="162560"/>
                  <a:pt x="71120" y="162560"/>
                </a:cubicBezTo>
                <a:lnTo>
                  <a:pt x="50800" y="162560"/>
                </a:lnTo>
                <a:cubicBezTo>
                  <a:pt x="44450" y="162560"/>
                  <a:pt x="40640" y="158750"/>
                  <a:pt x="40640" y="152400"/>
                </a:cubicBezTo>
                <a:close/>
                <a:moveTo>
                  <a:pt x="50800" y="182880"/>
                </a:moveTo>
                <a:cubicBezTo>
                  <a:pt x="45720" y="182880"/>
                  <a:pt x="40640" y="187960"/>
                  <a:pt x="40640" y="193040"/>
                </a:cubicBezTo>
                <a:cubicBezTo>
                  <a:pt x="40640" y="198120"/>
                  <a:pt x="45720" y="203200"/>
                  <a:pt x="50800" y="203200"/>
                </a:cubicBezTo>
                <a:lnTo>
                  <a:pt x="71120" y="203200"/>
                </a:lnTo>
                <a:cubicBezTo>
                  <a:pt x="76200" y="203200"/>
                  <a:pt x="81280" y="198120"/>
                  <a:pt x="81280" y="193040"/>
                </a:cubicBezTo>
                <a:cubicBezTo>
                  <a:pt x="81280" y="187960"/>
                  <a:pt x="76200" y="182880"/>
                  <a:pt x="71120" y="182880"/>
                </a:cubicBezTo>
                <a:lnTo>
                  <a:pt x="50800" y="182880"/>
                </a:lnTo>
                <a:close/>
                <a:moveTo>
                  <a:pt x="91440" y="111760"/>
                </a:moveTo>
                <a:cubicBezTo>
                  <a:pt x="91440" y="106680"/>
                  <a:pt x="96520" y="101600"/>
                  <a:pt x="101600" y="101600"/>
                </a:cubicBez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0" y="121920"/>
                </a:lnTo>
                <a:cubicBezTo>
                  <a:pt x="95250" y="121920"/>
                  <a:pt x="91440" y="118110"/>
                  <a:pt x="91440" y="111760"/>
                </a:cubicBezTo>
                <a:close/>
                <a:moveTo>
                  <a:pt x="101600" y="142240"/>
                </a:moveTo>
                <a:cubicBezTo>
                  <a:pt x="96520" y="142240"/>
                  <a:pt x="91440" y="147320"/>
                  <a:pt x="91440" y="152400"/>
                </a:cubicBezTo>
                <a:cubicBezTo>
                  <a:pt x="91440" y="157480"/>
                  <a:pt x="96520" y="162560"/>
                  <a:pt x="101600" y="162560"/>
                </a:cubicBezTo>
                <a:lnTo>
                  <a:pt x="121920" y="162560"/>
                </a:lnTo>
                <a:cubicBezTo>
                  <a:pt x="127000" y="162560"/>
                  <a:pt x="132080" y="157480"/>
                  <a:pt x="132080" y="152400"/>
                </a:cubicBezTo>
                <a:cubicBezTo>
                  <a:pt x="132080" y="147320"/>
                  <a:pt x="127000" y="142240"/>
                  <a:pt x="121920" y="142240"/>
                </a:cubicBezTo>
                <a:lnTo>
                  <a:pt x="101600" y="142240"/>
                </a:lnTo>
                <a:close/>
                <a:moveTo>
                  <a:pt x="91440" y="193040"/>
                </a:moveTo>
                <a:cubicBezTo>
                  <a:pt x="91440" y="187960"/>
                  <a:pt x="96520" y="182880"/>
                  <a:pt x="101600" y="182880"/>
                </a:cubicBezTo>
                <a:lnTo>
                  <a:pt x="121920" y="182880"/>
                </a:lnTo>
                <a:cubicBezTo>
                  <a:pt x="127000" y="182880"/>
                  <a:pt x="132080" y="187960"/>
                  <a:pt x="132080" y="193040"/>
                </a:cubicBezTo>
                <a:cubicBezTo>
                  <a:pt x="132080" y="198120"/>
                  <a:pt x="127000" y="203200"/>
                  <a:pt x="121920" y="203200"/>
                </a:cubicBezTo>
                <a:lnTo>
                  <a:pt x="101600" y="203200"/>
                </a:lnTo>
                <a:cubicBezTo>
                  <a:pt x="95250" y="203200"/>
                  <a:pt x="91440" y="198120"/>
                  <a:pt x="91440" y="193040"/>
                </a:cubicBezTo>
                <a:close/>
                <a:moveTo>
                  <a:pt x="151130" y="101600"/>
                </a:moveTo>
                <a:cubicBezTo>
                  <a:pt x="146050" y="101600"/>
                  <a:pt x="140970" y="106680"/>
                  <a:pt x="140970" y="111760"/>
                </a:cubicBezTo>
                <a:cubicBezTo>
                  <a:pt x="140970" y="116840"/>
                  <a:pt x="146050" y="121920"/>
                  <a:pt x="151130" y="121920"/>
                </a:cubicBezTo>
                <a:lnTo>
                  <a:pt x="171450" y="121920"/>
                </a:lnTo>
                <a:cubicBezTo>
                  <a:pt x="176530" y="121920"/>
                  <a:pt x="181610" y="116840"/>
                  <a:pt x="181610" y="111760"/>
                </a:cubicBezTo>
                <a:cubicBezTo>
                  <a:pt x="181610" y="106680"/>
                  <a:pt x="176530" y="101600"/>
                  <a:pt x="171450" y="101600"/>
                </a:cubicBezTo>
                <a:lnTo>
                  <a:pt x="151130" y="101600"/>
                </a:lnTo>
                <a:close/>
                <a:moveTo>
                  <a:pt x="142240" y="152400"/>
                </a:moveTo>
                <a:cubicBezTo>
                  <a:pt x="142240" y="147320"/>
                  <a:pt x="147320" y="142240"/>
                  <a:pt x="152400" y="142240"/>
                </a:cubicBezTo>
                <a:lnTo>
                  <a:pt x="172720" y="142240"/>
                </a:lnTo>
                <a:cubicBezTo>
                  <a:pt x="177800" y="142240"/>
                  <a:pt x="182880" y="147320"/>
                  <a:pt x="182880" y="152400"/>
                </a:cubicBezTo>
                <a:cubicBezTo>
                  <a:pt x="182880" y="157480"/>
                  <a:pt x="177800" y="162560"/>
                  <a:pt x="172720" y="162560"/>
                </a:cubicBezTo>
                <a:lnTo>
                  <a:pt x="151130" y="162560"/>
                </a:lnTo>
                <a:cubicBezTo>
                  <a:pt x="146050" y="162560"/>
                  <a:pt x="142240" y="158750"/>
                  <a:pt x="142240" y="152400"/>
                </a:cubicBezTo>
                <a:close/>
                <a:moveTo>
                  <a:pt x="151130" y="182880"/>
                </a:moveTo>
                <a:cubicBezTo>
                  <a:pt x="146050" y="182880"/>
                  <a:pt x="140970" y="187960"/>
                  <a:pt x="140970" y="193040"/>
                </a:cubicBezTo>
                <a:cubicBezTo>
                  <a:pt x="140970" y="198120"/>
                  <a:pt x="146050" y="203200"/>
                  <a:pt x="151130" y="203200"/>
                </a:cubicBezTo>
                <a:lnTo>
                  <a:pt x="171450" y="203200"/>
                </a:lnTo>
                <a:cubicBezTo>
                  <a:pt x="176530" y="203200"/>
                  <a:pt x="181610" y="198120"/>
                  <a:pt x="181610" y="193040"/>
                </a:cubicBezTo>
                <a:cubicBezTo>
                  <a:pt x="181610" y="187960"/>
                  <a:pt x="176530" y="182880"/>
                  <a:pt x="171450" y="182880"/>
                </a:cubicBezTo>
                <a:lnTo>
                  <a:pt x="151130" y="1828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2" name="Полилиния: фигура 556">
            <a:extLst>
              <a:ext uri="{FF2B5EF4-FFF2-40B4-BE49-F238E27FC236}">
                <a16:creationId xmlns:a16="http://schemas.microsoft.com/office/drawing/2014/main" id="{F10CD3F7-C5CB-1A76-71FE-81C58365150C}"/>
              </a:ext>
            </a:extLst>
          </p:cNvPr>
          <p:cNvSpPr/>
          <p:nvPr/>
        </p:nvSpPr>
        <p:spPr>
          <a:xfrm>
            <a:off x="3381987" y="3102509"/>
            <a:ext cx="182879" cy="274320"/>
          </a:xfrm>
          <a:custGeom>
            <a:avLst/>
            <a:gdLst>
              <a:gd name="connsiteX0" fmla="*/ 146050 w 182879"/>
              <a:gd name="connsiteY0" fmla="*/ 134620 h 274320"/>
              <a:gd name="connsiteX1" fmla="*/ 161290 w 182879"/>
              <a:gd name="connsiteY1" fmla="*/ 91440 h 274320"/>
              <a:gd name="connsiteX2" fmla="*/ 90170 w 182879"/>
              <a:gd name="connsiteY2" fmla="*/ 20320 h 274320"/>
              <a:gd name="connsiteX3" fmla="*/ 19050 w 182879"/>
              <a:gd name="connsiteY3" fmla="*/ 91440 h 274320"/>
              <a:gd name="connsiteX4" fmla="*/ 34290 w 182879"/>
              <a:gd name="connsiteY4" fmla="*/ 134620 h 274320"/>
              <a:gd name="connsiteX5" fmla="*/ 53340 w 182879"/>
              <a:gd name="connsiteY5" fmla="*/ 170180 h 274320"/>
              <a:gd name="connsiteX6" fmla="*/ 57150 w 182879"/>
              <a:gd name="connsiteY6" fmla="*/ 182880 h 274320"/>
              <a:gd name="connsiteX7" fmla="*/ 121920 w 182879"/>
              <a:gd name="connsiteY7" fmla="*/ 182880 h 274320"/>
              <a:gd name="connsiteX8" fmla="*/ 125730 w 182879"/>
              <a:gd name="connsiteY8" fmla="*/ 170180 h 274320"/>
              <a:gd name="connsiteX9" fmla="*/ 146050 w 182879"/>
              <a:gd name="connsiteY9" fmla="*/ 134620 h 274320"/>
              <a:gd name="connsiteX10" fmla="*/ 147320 w 182879"/>
              <a:gd name="connsiteY10" fmla="*/ 175260 h 274320"/>
              <a:gd name="connsiteX11" fmla="*/ 162560 w 182879"/>
              <a:gd name="connsiteY11" fmla="*/ 147320 h 274320"/>
              <a:gd name="connsiteX12" fmla="*/ 182880 w 182879"/>
              <a:gd name="connsiteY12" fmla="*/ 91440 h 274320"/>
              <a:gd name="connsiteX13" fmla="*/ 91440 w 182879"/>
              <a:gd name="connsiteY13" fmla="*/ 0 h 274320"/>
              <a:gd name="connsiteX14" fmla="*/ 0 w 182879"/>
              <a:gd name="connsiteY14" fmla="*/ 91440 h 274320"/>
              <a:gd name="connsiteX15" fmla="*/ 20320 w 182879"/>
              <a:gd name="connsiteY15" fmla="*/ 147320 h 274320"/>
              <a:gd name="connsiteX16" fmla="*/ 35560 w 182879"/>
              <a:gd name="connsiteY16" fmla="*/ 175260 h 274320"/>
              <a:gd name="connsiteX17" fmla="*/ 40640 w 182879"/>
              <a:gd name="connsiteY17" fmla="*/ 191770 h 274320"/>
              <a:gd name="connsiteX18" fmla="*/ 40640 w 182879"/>
              <a:gd name="connsiteY18" fmla="*/ 194310 h 274320"/>
              <a:gd name="connsiteX19" fmla="*/ 40640 w 182879"/>
              <a:gd name="connsiteY19" fmla="*/ 195580 h 274320"/>
              <a:gd name="connsiteX20" fmla="*/ 50800 w 182879"/>
              <a:gd name="connsiteY20" fmla="*/ 204470 h 274320"/>
              <a:gd name="connsiteX21" fmla="*/ 132080 w 182879"/>
              <a:gd name="connsiteY21" fmla="*/ 204470 h 274320"/>
              <a:gd name="connsiteX22" fmla="*/ 142240 w 182879"/>
              <a:gd name="connsiteY22" fmla="*/ 195580 h 274320"/>
              <a:gd name="connsiteX23" fmla="*/ 142240 w 182879"/>
              <a:gd name="connsiteY23" fmla="*/ 194310 h 274320"/>
              <a:gd name="connsiteX24" fmla="*/ 142240 w 182879"/>
              <a:gd name="connsiteY24" fmla="*/ 191770 h 274320"/>
              <a:gd name="connsiteX25" fmla="*/ 147320 w 182879"/>
              <a:gd name="connsiteY25" fmla="*/ 175260 h 274320"/>
              <a:gd name="connsiteX26" fmla="*/ 81280 w 182879"/>
              <a:gd name="connsiteY26" fmla="*/ 50800 h 274320"/>
              <a:gd name="connsiteX27" fmla="*/ 91440 w 182879"/>
              <a:gd name="connsiteY27" fmla="*/ 40640 h 274320"/>
              <a:gd name="connsiteX28" fmla="*/ 142240 w 182879"/>
              <a:gd name="connsiteY28" fmla="*/ 91440 h 274320"/>
              <a:gd name="connsiteX29" fmla="*/ 132080 w 182879"/>
              <a:gd name="connsiteY29" fmla="*/ 101600 h 274320"/>
              <a:gd name="connsiteX30" fmla="*/ 121920 w 182879"/>
              <a:gd name="connsiteY30" fmla="*/ 91440 h 274320"/>
              <a:gd name="connsiteX31" fmla="*/ 91440 w 182879"/>
              <a:gd name="connsiteY31" fmla="*/ 60960 h 274320"/>
              <a:gd name="connsiteX32" fmla="*/ 81280 w 182879"/>
              <a:gd name="connsiteY32" fmla="*/ 50800 h 274320"/>
              <a:gd name="connsiteX33" fmla="*/ 55880 w 182879"/>
              <a:gd name="connsiteY33" fmla="*/ 218440 h 274320"/>
              <a:gd name="connsiteX34" fmla="*/ 45720 w 182879"/>
              <a:gd name="connsiteY34" fmla="*/ 228600 h 274320"/>
              <a:gd name="connsiteX35" fmla="*/ 55880 w 182879"/>
              <a:gd name="connsiteY35" fmla="*/ 238760 h 274320"/>
              <a:gd name="connsiteX36" fmla="*/ 127000 w 182879"/>
              <a:gd name="connsiteY36" fmla="*/ 238760 h 274320"/>
              <a:gd name="connsiteX37" fmla="*/ 137160 w 182879"/>
              <a:gd name="connsiteY37" fmla="*/ 228600 h 274320"/>
              <a:gd name="connsiteX38" fmla="*/ 127000 w 182879"/>
              <a:gd name="connsiteY38" fmla="*/ 218440 h 274320"/>
              <a:gd name="connsiteX39" fmla="*/ 55880 w 182879"/>
              <a:gd name="connsiteY39" fmla="*/ 218440 h 274320"/>
              <a:gd name="connsiteX40" fmla="*/ 66040 w 182879"/>
              <a:gd name="connsiteY40" fmla="*/ 254000 h 274320"/>
              <a:gd name="connsiteX41" fmla="*/ 55880 w 182879"/>
              <a:gd name="connsiteY41" fmla="*/ 264160 h 274320"/>
              <a:gd name="connsiteX42" fmla="*/ 66040 w 182879"/>
              <a:gd name="connsiteY42" fmla="*/ 274320 h 274320"/>
              <a:gd name="connsiteX43" fmla="*/ 116840 w 182879"/>
              <a:gd name="connsiteY43" fmla="*/ 274320 h 274320"/>
              <a:gd name="connsiteX44" fmla="*/ 127000 w 182879"/>
              <a:gd name="connsiteY44" fmla="*/ 264160 h 274320"/>
              <a:gd name="connsiteX45" fmla="*/ 116840 w 182879"/>
              <a:gd name="connsiteY45" fmla="*/ 254000 h 274320"/>
              <a:gd name="connsiteX46" fmla="*/ 66040 w 182879"/>
              <a:gd name="connsiteY46" fmla="*/ 254000 h 274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82879" h="274320">
                <a:moveTo>
                  <a:pt x="146050" y="134620"/>
                </a:moveTo>
                <a:cubicBezTo>
                  <a:pt x="156210" y="123190"/>
                  <a:pt x="161290" y="107950"/>
                  <a:pt x="161290" y="91440"/>
                </a:cubicBezTo>
                <a:cubicBezTo>
                  <a:pt x="161290" y="53340"/>
                  <a:pt x="129540" y="20320"/>
                  <a:pt x="90170" y="20320"/>
                </a:cubicBezTo>
                <a:cubicBezTo>
                  <a:pt x="50800" y="20320"/>
                  <a:pt x="19050" y="52070"/>
                  <a:pt x="19050" y="91440"/>
                </a:cubicBezTo>
                <a:cubicBezTo>
                  <a:pt x="19050" y="106680"/>
                  <a:pt x="25400" y="121920"/>
                  <a:pt x="34290" y="134620"/>
                </a:cubicBezTo>
                <a:cubicBezTo>
                  <a:pt x="41910" y="144780"/>
                  <a:pt x="49530" y="154940"/>
                  <a:pt x="53340" y="170180"/>
                </a:cubicBezTo>
                <a:lnTo>
                  <a:pt x="57150" y="182880"/>
                </a:lnTo>
                <a:lnTo>
                  <a:pt x="121920" y="182880"/>
                </a:lnTo>
                <a:lnTo>
                  <a:pt x="125730" y="170180"/>
                </a:lnTo>
                <a:cubicBezTo>
                  <a:pt x="130810" y="154940"/>
                  <a:pt x="138430" y="144780"/>
                  <a:pt x="146050" y="134620"/>
                </a:cubicBezTo>
                <a:close/>
                <a:moveTo>
                  <a:pt x="147320" y="175260"/>
                </a:moveTo>
                <a:cubicBezTo>
                  <a:pt x="149860" y="163830"/>
                  <a:pt x="154940" y="156210"/>
                  <a:pt x="162560" y="147320"/>
                </a:cubicBezTo>
                <a:cubicBezTo>
                  <a:pt x="175260" y="132080"/>
                  <a:pt x="182880" y="111760"/>
                  <a:pt x="182880" y="91440"/>
                </a:cubicBezTo>
                <a:cubicBezTo>
                  <a:pt x="182880" y="41910"/>
                  <a:pt x="142240" y="0"/>
                  <a:pt x="91440" y="0"/>
                </a:cubicBezTo>
                <a:cubicBezTo>
                  <a:pt x="40640" y="0"/>
                  <a:pt x="0" y="41910"/>
                  <a:pt x="0" y="91440"/>
                </a:cubicBezTo>
                <a:cubicBezTo>
                  <a:pt x="0" y="111760"/>
                  <a:pt x="7620" y="132080"/>
                  <a:pt x="20320" y="147320"/>
                </a:cubicBezTo>
                <a:cubicBezTo>
                  <a:pt x="27940" y="156210"/>
                  <a:pt x="33020" y="163830"/>
                  <a:pt x="35560" y="175260"/>
                </a:cubicBezTo>
                <a:lnTo>
                  <a:pt x="40640" y="191770"/>
                </a:lnTo>
                <a:cubicBezTo>
                  <a:pt x="40640" y="191770"/>
                  <a:pt x="40640" y="193040"/>
                  <a:pt x="40640" y="194310"/>
                </a:cubicBezTo>
                <a:cubicBezTo>
                  <a:pt x="40640" y="194310"/>
                  <a:pt x="40640" y="194310"/>
                  <a:pt x="40640" y="195580"/>
                </a:cubicBezTo>
                <a:cubicBezTo>
                  <a:pt x="41910" y="200660"/>
                  <a:pt x="45720" y="204470"/>
                  <a:pt x="50800" y="204470"/>
                </a:cubicBezTo>
                <a:lnTo>
                  <a:pt x="132080" y="204470"/>
                </a:lnTo>
                <a:cubicBezTo>
                  <a:pt x="137160" y="204470"/>
                  <a:pt x="140970" y="200660"/>
                  <a:pt x="142240" y="195580"/>
                </a:cubicBezTo>
                <a:cubicBezTo>
                  <a:pt x="142240" y="195580"/>
                  <a:pt x="142240" y="195580"/>
                  <a:pt x="142240" y="194310"/>
                </a:cubicBezTo>
                <a:cubicBezTo>
                  <a:pt x="142240" y="193040"/>
                  <a:pt x="142240" y="193040"/>
                  <a:pt x="142240" y="191770"/>
                </a:cubicBezTo>
                <a:lnTo>
                  <a:pt x="147320" y="175260"/>
                </a:lnTo>
                <a:close/>
                <a:moveTo>
                  <a:pt x="81280" y="50800"/>
                </a:moveTo>
                <a:cubicBezTo>
                  <a:pt x="81280" y="45720"/>
                  <a:pt x="86360" y="40640"/>
                  <a:pt x="91440" y="40640"/>
                </a:cubicBezTo>
                <a:cubicBezTo>
                  <a:pt x="120650" y="40640"/>
                  <a:pt x="142240" y="62230"/>
                  <a:pt x="142240" y="91440"/>
                </a:cubicBezTo>
                <a:cubicBezTo>
                  <a:pt x="142240" y="96520"/>
                  <a:pt x="137160" y="101600"/>
                  <a:pt x="132080" y="101600"/>
                </a:cubicBezTo>
                <a:cubicBezTo>
                  <a:pt x="127000" y="101600"/>
                  <a:pt x="121920" y="96520"/>
                  <a:pt x="121920" y="91440"/>
                </a:cubicBezTo>
                <a:cubicBezTo>
                  <a:pt x="121920" y="73660"/>
                  <a:pt x="109220" y="60960"/>
                  <a:pt x="91440" y="60960"/>
                </a:cubicBezTo>
                <a:cubicBezTo>
                  <a:pt x="85090" y="60960"/>
                  <a:pt x="81280" y="57150"/>
                  <a:pt x="81280" y="50800"/>
                </a:cubicBezTo>
                <a:close/>
                <a:moveTo>
                  <a:pt x="55880" y="218440"/>
                </a:moveTo>
                <a:cubicBezTo>
                  <a:pt x="50800" y="218440"/>
                  <a:pt x="45720" y="223520"/>
                  <a:pt x="45720" y="228600"/>
                </a:cubicBezTo>
                <a:cubicBezTo>
                  <a:pt x="45720" y="233680"/>
                  <a:pt x="50800" y="238760"/>
                  <a:pt x="55880" y="238760"/>
                </a:cubicBezTo>
                <a:lnTo>
                  <a:pt x="127000" y="238760"/>
                </a:lnTo>
                <a:cubicBezTo>
                  <a:pt x="132080" y="238760"/>
                  <a:pt x="137160" y="233680"/>
                  <a:pt x="137160" y="228600"/>
                </a:cubicBezTo>
                <a:cubicBezTo>
                  <a:pt x="137160" y="223520"/>
                  <a:pt x="132080" y="218440"/>
                  <a:pt x="127000" y="218440"/>
                </a:cubicBezTo>
                <a:lnTo>
                  <a:pt x="55880" y="218440"/>
                </a:lnTo>
                <a:close/>
                <a:moveTo>
                  <a:pt x="66040" y="254000"/>
                </a:moveTo>
                <a:cubicBezTo>
                  <a:pt x="60960" y="254000"/>
                  <a:pt x="55880" y="259080"/>
                  <a:pt x="55880" y="264160"/>
                </a:cubicBezTo>
                <a:cubicBezTo>
                  <a:pt x="55880" y="269240"/>
                  <a:pt x="60960" y="274320"/>
                  <a:pt x="66040" y="274320"/>
                </a:cubicBezTo>
                <a:lnTo>
                  <a:pt x="116840" y="274320"/>
                </a:lnTo>
                <a:cubicBezTo>
                  <a:pt x="121920" y="274320"/>
                  <a:pt x="127000" y="269240"/>
                  <a:pt x="127000" y="264160"/>
                </a:cubicBezTo>
                <a:cubicBezTo>
                  <a:pt x="127000" y="259080"/>
                  <a:pt x="121920" y="254000"/>
                  <a:pt x="116840" y="254000"/>
                </a:cubicBezTo>
                <a:lnTo>
                  <a:pt x="66040" y="2540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" name="Полилиния: фигура 560">
            <a:extLst>
              <a:ext uri="{FF2B5EF4-FFF2-40B4-BE49-F238E27FC236}">
                <a16:creationId xmlns:a16="http://schemas.microsoft.com/office/drawing/2014/main" id="{DC27F033-C4B8-FCD0-572E-514EC3DC41C4}"/>
              </a:ext>
            </a:extLst>
          </p:cNvPr>
          <p:cNvSpPr/>
          <p:nvPr/>
        </p:nvSpPr>
        <p:spPr>
          <a:xfrm>
            <a:off x="10049487" y="3120290"/>
            <a:ext cx="264159" cy="238760"/>
          </a:xfrm>
          <a:custGeom>
            <a:avLst/>
            <a:gdLst>
              <a:gd name="connsiteX0" fmla="*/ 106680 w 264159"/>
              <a:gd name="connsiteY0" fmla="*/ 35560 h 238760"/>
              <a:gd name="connsiteX1" fmla="*/ 91440 w 264159"/>
              <a:gd name="connsiteY1" fmla="*/ 50800 h 238760"/>
              <a:gd name="connsiteX2" fmla="*/ 76200 w 264159"/>
              <a:gd name="connsiteY2" fmla="*/ 35560 h 238760"/>
              <a:gd name="connsiteX3" fmla="*/ 91440 w 264159"/>
              <a:gd name="connsiteY3" fmla="*/ 20320 h 238760"/>
              <a:gd name="connsiteX4" fmla="*/ 106680 w 264159"/>
              <a:gd name="connsiteY4" fmla="*/ 35560 h 238760"/>
              <a:gd name="connsiteX5" fmla="*/ 127000 w 264159"/>
              <a:gd name="connsiteY5" fmla="*/ 35560 h 238760"/>
              <a:gd name="connsiteX6" fmla="*/ 91440 w 264159"/>
              <a:gd name="connsiteY6" fmla="*/ 71120 h 238760"/>
              <a:gd name="connsiteX7" fmla="*/ 55880 w 264159"/>
              <a:gd name="connsiteY7" fmla="*/ 35560 h 238760"/>
              <a:gd name="connsiteX8" fmla="*/ 91440 w 264159"/>
              <a:gd name="connsiteY8" fmla="*/ 0 h 238760"/>
              <a:gd name="connsiteX9" fmla="*/ 127000 w 264159"/>
              <a:gd name="connsiteY9" fmla="*/ 35560 h 238760"/>
              <a:gd name="connsiteX10" fmla="*/ 35560 w 264159"/>
              <a:gd name="connsiteY10" fmla="*/ 111760 h 238760"/>
              <a:gd name="connsiteX11" fmla="*/ 50800 w 264159"/>
              <a:gd name="connsiteY11" fmla="*/ 96520 h 238760"/>
              <a:gd name="connsiteX12" fmla="*/ 35560 w 264159"/>
              <a:gd name="connsiteY12" fmla="*/ 81280 h 238760"/>
              <a:gd name="connsiteX13" fmla="*/ 20320 w 264159"/>
              <a:gd name="connsiteY13" fmla="*/ 96520 h 238760"/>
              <a:gd name="connsiteX14" fmla="*/ 35560 w 264159"/>
              <a:gd name="connsiteY14" fmla="*/ 111760 h 238760"/>
              <a:gd name="connsiteX15" fmla="*/ 35560 w 264159"/>
              <a:gd name="connsiteY15" fmla="*/ 132080 h 238760"/>
              <a:gd name="connsiteX16" fmla="*/ 71120 w 264159"/>
              <a:gd name="connsiteY16" fmla="*/ 96520 h 238760"/>
              <a:gd name="connsiteX17" fmla="*/ 35560 w 264159"/>
              <a:gd name="connsiteY17" fmla="*/ 60960 h 238760"/>
              <a:gd name="connsiteX18" fmla="*/ 0 w 264159"/>
              <a:gd name="connsiteY18" fmla="*/ 96520 h 238760"/>
              <a:gd name="connsiteX19" fmla="*/ 35560 w 264159"/>
              <a:gd name="connsiteY19" fmla="*/ 132080 h 238760"/>
              <a:gd name="connsiteX20" fmla="*/ 115570 w 264159"/>
              <a:gd name="connsiteY20" fmla="*/ 114300 h 238760"/>
              <a:gd name="connsiteX21" fmla="*/ 68580 w 264159"/>
              <a:gd name="connsiteY21" fmla="*/ 186690 h 238760"/>
              <a:gd name="connsiteX22" fmla="*/ 85090 w 264159"/>
              <a:gd name="connsiteY22" fmla="*/ 218440 h 238760"/>
              <a:gd name="connsiteX23" fmla="*/ 179070 w 264159"/>
              <a:gd name="connsiteY23" fmla="*/ 218440 h 238760"/>
              <a:gd name="connsiteX24" fmla="*/ 195580 w 264159"/>
              <a:gd name="connsiteY24" fmla="*/ 186690 h 238760"/>
              <a:gd name="connsiteX25" fmla="*/ 148590 w 264159"/>
              <a:gd name="connsiteY25" fmla="*/ 114300 h 238760"/>
              <a:gd name="connsiteX26" fmla="*/ 115570 w 264159"/>
              <a:gd name="connsiteY26" fmla="*/ 114300 h 238760"/>
              <a:gd name="connsiteX27" fmla="*/ 97790 w 264159"/>
              <a:gd name="connsiteY27" fmla="*/ 104140 h 238760"/>
              <a:gd name="connsiteX28" fmla="*/ 50800 w 264159"/>
              <a:gd name="connsiteY28" fmla="*/ 176530 h 238760"/>
              <a:gd name="connsiteX29" fmla="*/ 85090 w 264159"/>
              <a:gd name="connsiteY29" fmla="*/ 238760 h 238760"/>
              <a:gd name="connsiteX30" fmla="*/ 179070 w 264159"/>
              <a:gd name="connsiteY30" fmla="*/ 238760 h 238760"/>
              <a:gd name="connsiteX31" fmla="*/ 213360 w 264159"/>
              <a:gd name="connsiteY31" fmla="*/ 176530 h 238760"/>
              <a:gd name="connsiteX32" fmla="*/ 166370 w 264159"/>
              <a:gd name="connsiteY32" fmla="*/ 104140 h 238760"/>
              <a:gd name="connsiteX33" fmla="*/ 97790 w 264159"/>
              <a:gd name="connsiteY33" fmla="*/ 104140 h 238760"/>
              <a:gd name="connsiteX34" fmla="*/ 172720 w 264159"/>
              <a:gd name="connsiteY34" fmla="*/ 50800 h 238760"/>
              <a:gd name="connsiteX35" fmla="*/ 187960 w 264159"/>
              <a:gd name="connsiteY35" fmla="*/ 35560 h 238760"/>
              <a:gd name="connsiteX36" fmla="*/ 172720 w 264159"/>
              <a:gd name="connsiteY36" fmla="*/ 20320 h 238760"/>
              <a:gd name="connsiteX37" fmla="*/ 157480 w 264159"/>
              <a:gd name="connsiteY37" fmla="*/ 35560 h 238760"/>
              <a:gd name="connsiteX38" fmla="*/ 172720 w 264159"/>
              <a:gd name="connsiteY38" fmla="*/ 50800 h 238760"/>
              <a:gd name="connsiteX39" fmla="*/ 172720 w 264159"/>
              <a:gd name="connsiteY39" fmla="*/ 71120 h 238760"/>
              <a:gd name="connsiteX40" fmla="*/ 208280 w 264159"/>
              <a:gd name="connsiteY40" fmla="*/ 35560 h 238760"/>
              <a:gd name="connsiteX41" fmla="*/ 172720 w 264159"/>
              <a:gd name="connsiteY41" fmla="*/ 0 h 238760"/>
              <a:gd name="connsiteX42" fmla="*/ 137160 w 264159"/>
              <a:gd name="connsiteY42" fmla="*/ 35560 h 238760"/>
              <a:gd name="connsiteX43" fmla="*/ 172720 w 264159"/>
              <a:gd name="connsiteY43" fmla="*/ 71120 h 238760"/>
              <a:gd name="connsiteX44" fmla="*/ 243840 w 264159"/>
              <a:gd name="connsiteY44" fmla="*/ 96520 h 238760"/>
              <a:gd name="connsiteX45" fmla="*/ 228600 w 264159"/>
              <a:gd name="connsiteY45" fmla="*/ 111760 h 238760"/>
              <a:gd name="connsiteX46" fmla="*/ 213360 w 264159"/>
              <a:gd name="connsiteY46" fmla="*/ 96520 h 238760"/>
              <a:gd name="connsiteX47" fmla="*/ 228600 w 264159"/>
              <a:gd name="connsiteY47" fmla="*/ 81280 h 238760"/>
              <a:gd name="connsiteX48" fmla="*/ 243840 w 264159"/>
              <a:gd name="connsiteY48" fmla="*/ 96520 h 238760"/>
              <a:gd name="connsiteX49" fmla="*/ 264160 w 264159"/>
              <a:gd name="connsiteY49" fmla="*/ 96520 h 238760"/>
              <a:gd name="connsiteX50" fmla="*/ 228600 w 264159"/>
              <a:gd name="connsiteY50" fmla="*/ 132080 h 238760"/>
              <a:gd name="connsiteX51" fmla="*/ 193040 w 264159"/>
              <a:gd name="connsiteY51" fmla="*/ 96520 h 238760"/>
              <a:gd name="connsiteX52" fmla="*/ 228600 w 264159"/>
              <a:gd name="connsiteY52" fmla="*/ 60960 h 238760"/>
              <a:gd name="connsiteX53" fmla="*/ 264160 w 264159"/>
              <a:gd name="connsiteY53" fmla="*/ 96520 h 238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4159" h="238760">
                <a:moveTo>
                  <a:pt x="106680" y="35560"/>
                </a:moveTo>
                <a:cubicBezTo>
                  <a:pt x="106680" y="44450"/>
                  <a:pt x="100330" y="50800"/>
                  <a:pt x="91440" y="50800"/>
                </a:cubicBezTo>
                <a:cubicBezTo>
                  <a:pt x="82550" y="50800"/>
                  <a:pt x="76200" y="44450"/>
                  <a:pt x="76200" y="35560"/>
                </a:cubicBezTo>
                <a:cubicBezTo>
                  <a:pt x="76200" y="26670"/>
                  <a:pt x="82550" y="20320"/>
                  <a:pt x="91440" y="20320"/>
                </a:cubicBezTo>
                <a:cubicBezTo>
                  <a:pt x="100330" y="20320"/>
                  <a:pt x="106680" y="27940"/>
                  <a:pt x="106680" y="35560"/>
                </a:cubicBezTo>
                <a:close/>
                <a:moveTo>
                  <a:pt x="127000" y="35560"/>
                </a:moveTo>
                <a:cubicBezTo>
                  <a:pt x="127000" y="54610"/>
                  <a:pt x="110490" y="71120"/>
                  <a:pt x="91440" y="71120"/>
                </a:cubicBezTo>
                <a:cubicBezTo>
                  <a:pt x="72390" y="71120"/>
                  <a:pt x="55880" y="54610"/>
                  <a:pt x="55880" y="35560"/>
                </a:cubicBezTo>
                <a:cubicBezTo>
                  <a:pt x="55880" y="16510"/>
                  <a:pt x="72390" y="0"/>
                  <a:pt x="91440" y="0"/>
                </a:cubicBezTo>
                <a:cubicBezTo>
                  <a:pt x="110490" y="0"/>
                  <a:pt x="127000" y="16510"/>
                  <a:pt x="127000" y="35560"/>
                </a:cubicBezTo>
                <a:close/>
                <a:moveTo>
                  <a:pt x="35560" y="111760"/>
                </a:moveTo>
                <a:cubicBezTo>
                  <a:pt x="44450" y="111760"/>
                  <a:pt x="50800" y="105410"/>
                  <a:pt x="50800" y="96520"/>
                </a:cubicBezTo>
                <a:cubicBezTo>
                  <a:pt x="50800" y="87630"/>
                  <a:pt x="44450" y="81280"/>
                  <a:pt x="35560" y="81280"/>
                </a:cubicBezTo>
                <a:cubicBezTo>
                  <a:pt x="26670" y="81280"/>
                  <a:pt x="20320" y="87630"/>
                  <a:pt x="20320" y="96520"/>
                </a:cubicBezTo>
                <a:cubicBezTo>
                  <a:pt x="20320" y="105410"/>
                  <a:pt x="27940" y="111760"/>
                  <a:pt x="35560" y="111760"/>
                </a:cubicBezTo>
                <a:close/>
                <a:moveTo>
                  <a:pt x="35560" y="132080"/>
                </a:moveTo>
                <a:cubicBezTo>
                  <a:pt x="54610" y="132080"/>
                  <a:pt x="71120" y="115570"/>
                  <a:pt x="71120" y="96520"/>
                </a:cubicBezTo>
                <a:cubicBezTo>
                  <a:pt x="71120" y="77470"/>
                  <a:pt x="54610" y="60960"/>
                  <a:pt x="35560" y="60960"/>
                </a:cubicBezTo>
                <a:cubicBezTo>
                  <a:pt x="16510" y="60960"/>
                  <a:pt x="0" y="77470"/>
                  <a:pt x="0" y="96520"/>
                </a:cubicBezTo>
                <a:cubicBezTo>
                  <a:pt x="0" y="116840"/>
                  <a:pt x="16510" y="132080"/>
                  <a:pt x="35560" y="132080"/>
                </a:cubicBezTo>
                <a:close/>
                <a:moveTo>
                  <a:pt x="115570" y="114300"/>
                </a:moveTo>
                <a:lnTo>
                  <a:pt x="68580" y="186690"/>
                </a:lnTo>
                <a:cubicBezTo>
                  <a:pt x="59690" y="200660"/>
                  <a:pt x="69850" y="218440"/>
                  <a:pt x="85090" y="218440"/>
                </a:cubicBezTo>
                <a:lnTo>
                  <a:pt x="179070" y="218440"/>
                </a:lnTo>
                <a:cubicBezTo>
                  <a:pt x="195580" y="218440"/>
                  <a:pt x="204470" y="200660"/>
                  <a:pt x="195580" y="186690"/>
                </a:cubicBezTo>
                <a:lnTo>
                  <a:pt x="148590" y="114300"/>
                </a:lnTo>
                <a:cubicBezTo>
                  <a:pt x="140970" y="102870"/>
                  <a:pt x="123190" y="102870"/>
                  <a:pt x="115570" y="114300"/>
                </a:cubicBezTo>
                <a:close/>
                <a:moveTo>
                  <a:pt x="97790" y="104140"/>
                </a:moveTo>
                <a:lnTo>
                  <a:pt x="50800" y="176530"/>
                </a:lnTo>
                <a:cubicBezTo>
                  <a:pt x="33020" y="203200"/>
                  <a:pt x="52070" y="238760"/>
                  <a:pt x="85090" y="238760"/>
                </a:cubicBezTo>
                <a:lnTo>
                  <a:pt x="179070" y="238760"/>
                </a:lnTo>
                <a:cubicBezTo>
                  <a:pt x="210820" y="238760"/>
                  <a:pt x="231140" y="203200"/>
                  <a:pt x="213360" y="176530"/>
                </a:cubicBezTo>
                <a:lnTo>
                  <a:pt x="166370" y="104140"/>
                </a:lnTo>
                <a:cubicBezTo>
                  <a:pt x="149860" y="78740"/>
                  <a:pt x="114300" y="78740"/>
                  <a:pt x="97790" y="104140"/>
                </a:cubicBezTo>
                <a:close/>
                <a:moveTo>
                  <a:pt x="172720" y="50800"/>
                </a:moveTo>
                <a:cubicBezTo>
                  <a:pt x="181610" y="50800"/>
                  <a:pt x="187960" y="44450"/>
                  <a:pt x="187960" y="35560"/>
                </a:cubicBezTo>
                <a:cubicBezTo>
                  <a:pt x="187960" y="26670"/>
                  <a:pt x="181610" y="20320"/>
                  <a:pt x="172720" y="20320"/>
                </a:cubicBezTo>
                <a:cubicBezTo>
                  <a:pt x="163830" y="20320"/>
                  <a:pt x="157480" y="26670"/>
                  <a:pt x="157480" y="35560"/>
                </a:cubicBezTo>
                <a:cubicBezTo>
                  <a:pt x="157480" y="44450"/>
                  <a:pt x="163830" y="50800"/>
                  <a:pt x="172720" y="50800"/>
                </a:cubicBezTo>
                <a:close/>
                <a:moveTo>
                  <a:pt x="172720" y="71120"/>
                </a:moveTo>
                <a:cubicBezTo>
                  <a:pt x="191770" y="71120"/>
                  <a:pt x="208280" y="54610"/>
                  <a:pt x="208280" y="35560"/>
                </a:cubicBezTo>
                <a:cubicBezTo>
                  <a:pt x="208280" y="16510"/>
                  <a:pt x="191770" y="0"/>
                  <a:pt x="172720" y="0"/>
                </a:cubicBezTo>
                <a:cubicBezTo>
                  <a:pt x="153670" y="0"/>
                  <a:pt x="137160" y="16510"/>
                  <a:pt x="137160" y="35560"/>
                </a:cubicBezTo>
                <a:cubicBezTo>
                  <a:pt x="137160" y="54610"/>
                  <a:pt x="153670" y="71120"/>
                  <a:pt x="172720" y="71120"/>
                </a:cubicBezTo>
                <a:close/>
                <a:moveTo>
                  <a:pt x="243840" y="96520"/>
                </a:moveTo>
                <a:cubicBezTo>
                  <a:pt x="243840" y="105410"/>
                  <a:pt x="237490" y="111760"/>
                  <a:pt x="228600" y="111760"/>
                </a:cubicBezTo>
                <a:cubicBezTo>
                  <a:pt x="219710" y="111760"/>
                  <a:pt x="213360" y="105410"/>
                  <a:pt x="213360" y="96520"/>
                </a:cubicBezTo>
                <a:cubicBezTo>
                  <a:pt x="213360" y="87630"/>
                  <a:pt x="219710" y="81280"/>
                  <a:pt x="228600" y="81280"/>
                </a:cubicBezTo>
                <a:cubicBezTo>
                  <a:pt x="237490" y="81280"/>
                  <a:pt x="243840" y="88900"/>
                  <a:pt x="243840" y="96520"/>
                </a:cubicBezTo>
                <a:close/>
                <a:moveTo>
                  <a:pt x="264160" y="96520"/>
                </a:moveTo>
                <a:cubicBezTo>
                  <a:pt x="264160" y="115570"/>
                  <a:pt x="247650" y="132080"/>
                  <a:pt x="228600" y="132080"/>
                </a:cubicBezTo>
                <a:cubicBezTo>
                  <a:pt x="209550" y="132080"/>
                  <a:pt x="193040" y="115570"/>
                  <a:pt x="193040" y="96520"/>
                </a:cubicBezTo>
                <a:cubicBezTo>
                  <a:pt x="193040" y="77470"/>
                  <a:pt x="209550" y="60960"/>
                  <a:pt x="228600" y="60960"/>
                </a:cubicBezTo>
                <a:cubicBezTo>
                  <a:pt x="247650" y="60960"/>
                  <a:pt x="264160" y="77470"/>
                  <a:pt x="264160" y="965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1" name="Полилиния: фигура 562">
            <a:extLst>
              <a:ext uri="{FF2B5EF4-FFF2-40B4-BE49-F238E27FC236}">
                <a16:creationId xmlns:a16="http://schemas.microsoft.com/office/drawing/2014/main" id="{F8677B83-2F56-6902-90B6-9660702F827C}"/>
              </a:ext>
            </a:extLst>
          </p:cNvPr>
          <p:cNvSpPr/>
          <p:nvPr/>
        </p:nvSpPr>
        <p:spPr>
          <a:xfrm>
            <a:off x="11178516" y="3112987"/>
            <a:ext cx="243840" cy="253682"/>
          </a:xfrm>
          <a:custGeom>
            <a:avLst/>
            <a:gdLst>
              <a:gd name="connsiteX0" fmla="*/ 13970 w 243840"/>
              <a:gd name="connsiteY0" fmla="*/ 79693 h 253682"/>
              <a:gd name="connsiteX1" fmla="*/ 120650 w 243840"/>
              <a:gd name="connsiteY1" fmla="*/ 21272 h 253682"/>
              <a:gd name="connsiteX2" fmla="*/ 227330 w 243840"/>
              <a:gd name="connsiteY2" fmla="*/ 79693 h 253682"/>
              <a:gd name="connsiteX3" fmla="*/ 241300 w 243840"/>
              <a:gd name="connsiteY3" fmla="*/ 75882 h 253682"/>
              <a:gd name="connsiteX4" fmla="*/ 237490 w 243840"/>
              <a:gd name="connsiteY4" fmla="*/ 61913 h 253682"/>
              <a:gd name="connsiteX5" fmla="*/ 127000 w 243840"/>
              <a:gd name="connsiteY5" fmla="*/ 953 h 253682"/>
              <a:gd name="connsiteX6" fmla="*/ 116840 w 243840"/>
              <a:gd name="connsiteY6" fmla="*/ 953 h 253682"/>
              <a:gd name="connsiteX7" fmla="*/ 6350 w 243840"/>
              <a:gd name="connsiteY7" fmla="*/ 61913 h 253682"/>
              <a:gd name="connsiteX8" fmla="*/ 2540 w 243840"/>
              <a:gd name="connsiteY8" fmla="*/ 75882 h 253682"/>
              <a:gd name="connsiteX9" fmla="*/ 13970 w 243840"/>
              <a:gd name="connsiteY9" fmla="*/ 79693 h 253682"/>
              <a:gd name="connsiteX10" fmla="*/ 10161 w 243840"/>
              <a:gd name="connsiteY10" fmla="*/ 233363 h 253682"/>
              <a:gd name="connsiteX11" fmla="*/ 0 w 243840"/>
              <a:gd name="connsiteY11" fmla="*/ 243522 h 253682"/>
              <a:gd name="connsiteX12" fmla="*/ 10161 w 243840"/>
              <a:gd name="connsiteY12" fmla="*/ 253683 h 253682"/>
              <a:gd name="connsiteX13" fmla="*/ 233680 w 243840"/>
              <a:gd name="connsiteY13" fmla="*/ 253683 h 253682"/>
              <a:gd name="connsiteX14" fmla="*/ 243840 w 243840"/>
              <a:gd name="connsiteY14" fmla="*/ 243522 h 253682"/>
              <a:gd name="connsiteX15" fmla="*/ 233680 w 243840"/>
              <a:gd name="connsiteY15" fmla="*/ 233363 h 253682"/>
              <a:gd name="connsiteX16" fmla="*/ 10161 w 243840"/>
              <a:gd name="connsiteY16" fmla="*/ 233363 h 253682"/>
              <a:gd name="connsiteX17" fmla="*/ 10161 w 243840"/>
              <a:gd name="connsiteY17" fmla="*/ 202883 h 253682"/>
              <a:gd name="connsiteX18" fmla="*/ 20320 w 243840"/>
              <a:gd name="connsiteY18" fmla="*/ 192722 h 253682"/>
              <a:gd name="connsiteX19" fmla="*/ 223520 w 243840"/>
              <a:gd name="connsiteY19" fmla="*/ 192722 h 253682"/>
              <a:gd name="connsiteX20" fmla="*/ 233680 w 243840"/>
              <a:gd name="connsiteY20" fmla="*/ 202883 h 253682"/>
              <a:gd name="connsiteX21" fmla="*/ 223520 w 243840"/>
              <a:gd name="connsiteY21" fmla="*/ 213043 h 253682"/>
              <a:gd name="connsiteX22" fmla="*/ 20320 w 243840"/>
              <a:gd name="connsiteY22" fmla="*/ 213043 h 253682"/>
              <a:gd name="connsiteX23" fmla="*/ 10161 w 243840"/>
              <a:gd name="connsiteY23" fmla="*/ 202883 h 253682"/>
              <a:gd name="connsiteX24" fmla="*/ 49530 w 243840"/>
              <a:gd name="connsiteY24" fmla="*/ 101282 h 253682"/>
              <a:gd name="connsiteX25" fmla="*/ 39370 w 243840"/>
              <a:gd name="connsiteY25" fmla="*/ 91122 h 253682"/>
              <a:gd name="connsiteX26" fmla="*/ 29211 w 243840"/>
              <a:gd name="connsiteY26" fmla="*/ 101282 h 253682"/>
              <a:gd name="connsiteX27" fmla="*/ 29211 w 243840"/>
              <a:gd name="connsiteY27" fmla="*/ 162243 h 253682"/>
              <a:gd name="connsiteX28" fmla="*/ 39370 w 243840"/>
              <a:gd name="connsiteY28" fmla="*/ 172403 h 253682"/>
              <a:gd name="connsiteX29" fmla="*/ 49530 w 243840"/>
              <a:gd name="connsiteY29" fmla="*/ 162243 h 253682"/>
              <a:gd name="connsiteX30" fmla="*/ 49530 w 243840"/>
              <a:gd name="connsiteY30" fmla="*/ 101282 h 253682"/>
              <a:gd name="connsiteX31" fmla="*/ 201930 w 243840"/>
              <a:gd name="connsiteY31" fmla="*/ 91122 h 253682"/>
              <a:gd name="connsiteX32" fmla="*/ 212090 w 243840"/>
              <a:gd name="connsiteY32" fmla="*/ 101282 h 253682"/>
              <a:gd name="connsiteX33" fmla="*/ 212090 w 243840"/>
              <a:gd name="connsiteY33" fmla="*/ 162243 h 253682"/>
              <a:gd name="connsiteX34" fmla="*/ 201930 w 243840"/>
              <a:gd name="connsiteY34" fmla="*/ 172403 h 253682"/>
              <a:gd name="connsiteX35" fmla="*/ 191770 w 243840"/>
              <a:gd name="connsiteY35" fmla="*/ 162243 h 253682"/>
              <a:gd name="connsiteX36" fmla="*/ 191770 w 243840"/>
              <a:gd name="connsiteY36" fmla="*/ 101282 h 253682"/>
              <a:gd name="connsiteX37" fmla="*/ 201930 w 243840"/>
              <a:gd name="connsiteY37" fmla="*/ 91122 h 253682"/>
              <a:gd name="connsiteX38" fmla="*/ 90170 w 243840"/>
              <a:gd name="connsiteY38" fmla="*/ 111443 h 253682"/>
              <a:gd name="connsiteX39" fmla="*/ 80011 w 243840"/>
              <a:gd name="connsiteY39" fmla="*/ 101282 h 253682"/>
              <a:gd name="connsiteX40" fmla="*/ 69850 w 243840"/>
              <a:gd name="connsiteY40" fmla="*/ 111443 h 253682"/>
              <a:gd name="connsiteX41" fmla="*/ 69850 w 243840"/>
              <a:gd name="connsiteY41" fmla="*/ 162243 h 253682"/>
              <a:gd name="connsiteX42" fmla="*/ 80011 w 243840"/>
              <a:gd name="connsiteY42" fmla="*/ 172403 h 253682"/>
              <a:gd name="connsiteX43" fmla="*/ 90170 w 243840"/>
              <a:gd name="connsiteY43" fmla="*/ 162243 h 253682"/>
              <a:gd name="connsiteX44" fmla="*/ 90170 w 243840"/>
              <a:gd name="connsiteY44" fmla="*/ 111443 h 253682"/>
              <a:gd name="connsiteX45" fmla="*/ 120650 w 243840"/>
              <a:gd name="connsiteY45" fmla="*/ 101282 h 253682"/>
              <a:gd name="connsiteX46" fmla="*/ 130811 w 243840"/>
              <a:gd name="connsiteY46" fmla="*/ 111443 h 253682"/>
              <a:gd name="connsiteX47" fmla="*/ 130811 w 243840"/>
              <a:gd name="connsiteY47" fmla="*/ 162243 h 253682"/>
              <a:gd name="connsiteX48" fmla="*/ 120650 w 243840"/>
              <a:gd name="connsiteY48" fmla="*/ 172403 h 253682"/>
              <a:gd name="connsiteX49" fmla="*/ 110490 w 243840"/>
              <a:gd name="connsiteY49" fmla="*/ 162243 h 253682"/>
              <a:gd name="connsiteX50" fmla="*/ 110490 w 243840"/>
              <a:gd name="connsiteY50" fmla="*/ 111443 h 253682"/>
              <a:gd name="connsiteX51" fmla="*/ 120650 w 243840"/>
              <a:gd name="connsiteY51" fmla="*/ 101282 h 253682"/>
              <a:gd name="connsiteX52" fmla="*/ 171450 w 243840"/>
              <a:gd name="connsiteY52" fmla="*/ 111443 h 253682"/>
              <a:gd name="connsiteX53" fmla="*/ 161290 w 243840"/>
              <a:gd name="connsiteY53" fmla="*/ 101282 h 253682"/>
              <a:gd name="connsiteX54" fmla="*/ 151130 w 243840"/>
              <a:gd name="connsiteY54" fmla="*/ 111443 h 253682"/>
              <a:gd name="connsiteX55" fmla="*/ 151130 w 243840"/>
              <a:gd name="connsiteY55" fmla="*/ 162243 h 253682"/>
              <a:gd name="connsiteX56" fmla="*/ 161290 w 243840"/>
              <a:gd name="connsiteY56" fmla="*/ 172403 h 253682"/>
              <a:gd name="connsiteX57" fmla="*/ 171450 w 243840"/>
              <a:gd name="connsiteY57" fmla="*/ 162243 h 253682"/>
              <a:gd name="connsiteX58" fmla="*/ 171450 w 243840"/>
              <a:gd name="connsiteY58" fmla="*/ 111443 h 25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43840" h="253682">
                <a:moveTo>
                  <a:pt x="13970" y="79693"/>
                </a:moveTo>
                <a:lnTo>
                  <a:pt x="120650" y="21272"/>
                </a:lnTo>
                <a:lnTo>
                  <a:pt x="227330" y="79693"/>
                </a:lnTo>
                <a:cubicBezTo>
                  <a:pt x="232411" y="82232"/>
                  <a:pt x="238761" y="80963"/>
                  <a:pt x="241300" y="75882"/>
                </a:cubicBezTo>
                <a:cubicBezTo>
                  <a:pt x="243840" y="70803"/>
                  <a:pt x="242570" y="64453"/>
                  <a:pt x="237490" y="61913"/>
                </a:cubicBezTo>
                <a:lnTo>
                  <a:pt x="127000" y="953"/>
                </a:lnTo>
                <a:cubicBezTo>
                  <a:pt x="123190" y="-318"/>
                  <a:pt x="119380" y="-318"/>
                  <a:pt x="116840" y="953"/>
                </a:cubicBezTo>
                <a:lnTo>
                  <a:pt x="6350" y="61913"/>
                </a:lnTo>
                <a:cubicBezTo>
                  <a:pt x="1270" y="64453"/>
                  <a:pt x="0" y="70803"/>
                  <a:pt x="2540" y="75882"/>
                </a:cubicBezTo>
                <a:cubicBezTo>
                  <a:pt x="3811" y="80963"/>
                  <a:pt x="8890" y="82232"/>
                  <a:pt x="13970" y="79693"/>
                </a:cubicBezTo>
                <a:close/>
                <a:moveTo>
                  <a:pt x="10161" y="233363"/>
                </a:moveTo>
                <a:cubicBezTo>
                  <a:pt x="5080" y="233363"/>
                  <a:pt x="0" y="238443"/>
                  <a:pt x="0" y="243522"/>
                </a:cubicBezTo>
                <a:cubicBezTo>
                  <a:pt x="0" y="248602"/>
                  <a:pt x="5080" y="253683"/>
                  <a:pt x="10161" y="253683"/>
                </a:cubicBezTo>
                <a:lnTo>
                  <a:pt x="233680" y="253683"/>
                </a:lnTo>
                <a:cubicBezTo>
                  <a:pt x="238761" y="253683"/>
                  <a:pt x="243840" y="248602"/>
                  <a:pt x="243840" y="243522"/>
                </a:cubicBezTo>
                <a:cubicBezTo>
                  <a:pt x="243840" y="238443"/>
                  <a:pt x="238761" y="233363"/>
                  <a:pt x="233680" y="233363"/>
                </a:cubicBezTo>
                <a:lnTo>
                  <a:pt x="10161" y="233363"/>
                </a:lnTo>
                <a:close/>
                <a:moveTo>
                  <a:pt x="10161" y="202883"/>
                </a:moveTo>
                <a:cubicBezTo>
                  <a:pt x="10161" y="197802"/>
                  <a:pt x="15240" y="192722"/>
                  <a:pt x="20320" y="192722"/>
                </a:cubicBezTo>
                <a:lnTo>
                  <a:pt x="223520" y="192722"/>
                </a:lnTo>
                <a:cubicBezTo>
                  <a:pt x="228600" y="192722"/>
                  <a:pt x="233680" y="197802"/>
                  <a:pt x="233680" y="202883"/>
                </a:cubicBezTo>
                <a:cubicBezTo>
                  <a:pt x="233680" y="207963"/>
                  <a:pt x="228600" y="213043"/>
                  <a:pt x="223520" y="213043"/>
                </a:cubicBezTo>
                <a:lnTo>
                  <a:pt x="20320" y="213043"/>
                </a:lnTo>
                <a:cubicBezTo>
                  <a:pt x="13970" y="213043"/>
                  <a:pt x="10161" y="207963"/>
                  <a:pt x="10161" y="202883"/>
                </a:cubicBezTo>
                <a:close/>
                <a:moveTo>
                  <a:pt x="49530" y="101282"/>
                </a:moveTo>
                <a:cubicBezTo>
                  <a:pt x="49530" y="96203"/>
                  <a:pt x="44450" y="91122"/>
                  <a:pt x="39370" y="91122"/>
                </a:cubicBezTo>
                <a:cubicBezTo>
                  <a:pt x="34290" y="91122"/>
                  <a:pt x="29211" y="96203"/>
                  <a:pt x="29211" y="101282"/>
                </a:cubicBezTo>
                <a:lnTo>
                  <a:pt x="29211" y="162243"/>
                </a:lnTo>
                <a:cubicBezTo>
                  <a:pt x="29211" y="167322"/>
                  <a:pt x="34290" y="172403"/>
                  <a:pt x="39370" y="172403"/>
                </a:cubicBezTo>
                <a:cubicBezTo>
                  <a:pt x="44450" y="172403"/>
                  <a:pt x="49530" y="167322"/>
                  <a:pt x="49530" y="162243"/>
                </a:cubicBezTo>
                <a:lnTo>
                  <a:pt x="49530" y="101282"/>
                </a:lnTo>
                <a:close/>
                <a:moveTo>
                  <a:pt x="201930" y="91122"/>
                </a:moveTo>
                <a:cubicBezTo>
                  <a:pt x="207011" y="91122"/>
                  <a:pt x="212090" y="96203"/>
                  <a:pt x="212090" y="101282"/>
                </a:cubicBezTo>
                <a:lnTo>
                  <a:pt x="212090" y="162243"/>
                </a:lnTo>
                <a:cubicBezTo>
                  <a:pt x="212090" y="167322"/>
                  <a:pt x="207011" y="172403"/>
                  <a:pt x="201930" y="172403"/>
                </a:cubicBezTo>
                <a:cubicBezTo>
                  <a:pt x="196850" y="172403"/>
                  <a:pt x="191770" y="167322"/>
                  <a:pt x="191770" y="162243"/>
                </a:cubicBezTo>
                <a:lnTo>
                  <a:pt x="191770" y="101282"/>
                </a:lnTo>
                <a:cubicBezTo>
                  <a:pt x="191770" y="96203"/>
                  <a:pt x="196850" y="91122"/>
                  <a:pt x="201930" y="91122"/>
                </a:cubicBezTo>
                <a:close/>
                <a:moveTo>
                  <a:pt x="90170" y="111443"/>
                </a:moveTo>
                <a:cubicBezTo>
                  <a:pt x="90170" y="106363"/>
                  <a:pt x="85090" y="101282"/>
                  <a:pt x="80011" y="101282"/>
                </a:cubicBezTo>
                <a:cubicBezTo>
                  <a:pt x="74930" y="101282"/>
                  <a:pt x="69850" y="106363"/>
                  <a:pt x="69850" y="111443"/>
                </a:cubicBezTo>
                <a:lnTo>
                  <a:pt x="69850" y="162243"/>
                </a:lnTo>
                <a:cubicBezTo>
                  <a:pt x="69850" y="167322"/>
                  <a:pt x="74930" y="172403"/>
                  <a:pt x="80011" y="172403"/>
                </a:cubicBezTo>
                <a:cubicBezTo>
                  <a:pt x="85090" y="172403"/>
                  <a:pt x="90170" y="167322"/>
                  <a:pt x="90170" y="162243"/>
                </a:cubicBezTo>
                <a:lnTo>
                  <a:pt x="90170" y="111443"/>
                </a:lnTo>
                <a:close/>
                <a:moveTo>
                  <a:pt x="120650" y="101282"/>
                </a:moveTo>
                <a:cubicBezTo>
                  <a:pt x="125730" y="101282"/>
                  <a:pt x="130811" y="106363"/>
                  <a:pt x="130811" y="111443"/>
                </a:cubicBezTo>
                <a:lnTo>
                  <a:pt x="130811" y="162243"/>
                </a:lnTo>
                <a:cubicBezTo>
                  <a:pt x="130811" y="167322"/>
                  <a:pt x="125730" y="172403"/>
                  <a:pt x="120650" y="172403"/>
                </a:cubicBezTo>
                <a:cubicBezTo>
                  <a:pt x="115570" y="172403"/>
                  <a:pt x="110490" y="167322"/>
                  <a:pt x="110490" y="162243"/>
                </a:cubicBezTo>
                <a:lnTo>
                  <a:pt x="110490" y="111443"/>
                </a:lnTo>
                <a:cubicBezTo>
                  <a:pt x="110490" y="106363"/>
                  <a:pt x="115570" y="101282"/>
                  <a:pt x="120650" y="101282"/>
                </a:cubicBezTo>
                <a:close/>
                <a:moveTo>
                  <a:pt x="171450" y="111443"/>
                </a:moveTo>
                <a:cubicBezTo>
                  <a:pt x="171450" y="106363"/>
                  <a:pt x="166370" y="101282"/>
                  <a:pt x="161290" y="101282"/>
                </a:cubicBezTo>
                <a:cubicBezTo>
                  <a:pt x="156211" y="101282"/>
                  <a:pt x="151130" y="106363"/>
                  <a:pt x="151130" y="111443"/>
                </a:cubicBezTo>
                <a:lnTo>
                  <a:pt x="151130" y="162243"/>
                </a:lnTo>
                <a:cubicBezTo>
                  <a:pt x="151130" y="167322"/>
                  <a:pt x="156211" y="172403"/>
                  <a:pt x="161290" y="172403"/>
                </a:cubicBezTo>
                <a:cubicBezTo>
                  <a:pt x="166370" y="172403"/>
                  <a:pt x="171450" y="167322"/>
                  <a:pt x="171450" y="162243"/>
                </a:cubicBezTo>
                <a:lnTo>
                  <a:pt x="171450" y="111443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2" name="Полилиния: фигура 565">
            <a:extLst>
              <a:ext uri="{FF2B5EF4-FFF2-40B4-BE49-F238E27FC236}">
                <a16:creationId xmlns:a16="http://schemas.microsoft.com/office/drawing/2014/main" id="{D523E525-8B96-F6D6-DF40-66F7D17CBD28}"/>
              </a:ext>
            </a:extLst>
          </p:cNvPr>
          <p:cNvSpPr/>
          <p:nvPr/>
        </p:nvSpPr>
        <p:spPr>
          <a:xfrm>
            <a:off x="6705577" y="3117750"/>
            <a:ext cx="243839" cy="243839"/>
          </a:xfrm>
          <a:custGeom>
            <a:avLst/>
            <a:gdLst>
              <a:gd name="connsiteX0" fmla="*/ 91439 w 243839"/>
              <a:gd name="connsiteY0" fmla="*/ 20320 h 243839"/>
              <a:gd name="connsiteX1" fmla="*/ 81280 w 243839"/>
              <a:gd name="connsiteY1" fmla="*/ 30480 h 243839"/>
              <a:gd name="connsiteX2" fmla="*/ 81280 w 243839"/>
              <a:gd name="connsiteY2" fmla="*/ 35560 h 243839"/>
              <a:gd name="connsiteX3" fmla="*/ 71120 w 243839"/>
              <a:gd name="connsiteY3" fmla="*/ 45720 h 243839"/>
              <a:gd name="connsiteX4" fmla="*/ 60960 w 243839"/>
              <a:gd name="connsiteY4" fmla="*/ 35560 h 243839"/>
              <a:gd name="connsiteX5" fmla="*/ 60960 w 243839"/>
              <a:gd name="connsiteY5" fmla="*/ 30480 h 243839"/>
              <a:gd name="connsiteX6" fmla="*/ 91439 w 243839"/>
              <a:gd name="connsiteY6" fmla="*/ 0 h 243839"/>
              <a:gd name="connsiteX7" fmla="*/ 152400 w 243839"/>
              <a:gd name="connsiteY7" fmla="*/ 0 h 243839"/>
              <a:gd name="connsiteX8" fmla="*/ 182880 w 243839"/>
              <a:gd name="connsiteY8" fmla="*/ 30480 h 243839"/>
              <a:gd name="connsiteX9" fmla="*/ 182880 w 243839"/>
              <a:gd name="connsiteY9" fmla="*/ 35560 h 243839"/>
              <a:gd name="connsiteX10" fmla="*/ 172720 w 243839"/>
              <a:gd name="connsiteY10" fmla="*/ 45720 h 243839"/>
              <a:gd name="connsiteX11" fmla="*/ 162560 w 243839"/>
              <a:gd name="connsiteY11" fmla="*/ 35560 h 243839"/>
              <a:gd name="connsiteX12" fmla="*/ 162560 w 243839"/>
              <a:gd name="connsiteY12" fmla="*/ 30480 h 243839"/>
              <a:gd name="connsiteX13" fmla="*/ 152400 w 243839"/>
              <a:gd name="connsiteY13" fmla="*/ 20320 h 243839"/>
              <a:gd name="connsiteX14" fmla="*/ 91439 w 243839"/>
              <a:gd name="connsiteY14" fmla="*/ 20320 h 243839"/>
              <a:gd name="connsiteX15" fmla="*/ 111760 w 243839"/>
              <a:gd name="connsiteY15" fmla="*/ 142240 h 243839"/>
              <a:gd name="connsiteX16" fmla="*/ 101600 w 243839"/>
              <a:gd name="connsiteY16" fmla="*/ 152400 h 243839"/>
              <a:gd name="connsiteX17" fmla="*/ 111760 w 243839"/>
              <a:gd name="connsiteY17" fmla="*/ 162560 h 243839"/>
              <a:gd name="connsiteX18" fmla="*/ 132080 w 243839"/>
              <a:gd name="connsiteY18" fmla="*/ 162560 h 243839"/>
              <a:gd name="connsiteX19" fmla="*/ 142239 w 243839"/>
              <a:gd name="connsiteY19" fmla="*/ 152400 h 243839"/>
              <a:gd name="connsiteX20" fmla="*/ 132080 w 243839"/>
              <a:gd name="connsiteY20" fmla="*/ 142240 h 243839"/>
              <a:gd name="connsiteX21" fmla="*/ 111760 w 243839"/>
              <a:gd name="connsiteY21" fmla="*/ 142240 h 243839"/>
              <a:gd name="connsiteX22" fmla="*/ 0 w 243839"/>
              <a:gd name="connsiteY22" fmla="*/ 193040 h 243839"/>
              <a:gd name="connsiteX23" fmla="*/ 0 w 243839"/>
              <a:gd name="connsiteY23" fmla="*/ 91440 h 243839"/>
              <a:gd name="connsiteX24" fmla="*/ 30480 w 243839"/>
              <a:gd name="connsiteY24" fmla="*/ 60960 h 243839"/>
              <a:gd name="connsiteX25" fmla="*/ 213360 w 243839"/>
              <a:gd name="connsiteY25" fmla="*/ 60960 h 243839"/>
              <a:gd name="connsiteX26" fmla="*/ 243839 w 243839"/>
              <a:gd name="connsiteY26" fmla="*/ 91440 h 243839"/>
              <a:gd name="connsiteX27" fmla="*/ 243839 w 243839"/>
              <a:gd name="connsiteY27" fmla="*/ 193040 h 243839"/>
              <a:gd name="connsiteX28" fmla="*/ 243839 w 243839"/>
              <a:gd name="connsiteY28" fmla="*/ 213360 h 243839"/>
              <a:gd name="connsiteX29" fmla="*/ 213360 w 243839"/>
              <a:gd name="connsiteY29" fmla="*/ 243840 h 243839"/>
              <a:gd name="connsiteX30" fmla="*/ 30480 w 243839"/>
              <a:gd name="connsiteY30" fmla="*/ 243840 h 243839"/>
              <a:gd name="connsiteX31" fmla="*/ 0 w 243839"/>
              <a:gd name="connsiteY31" fmla="*/ 213360 h 243839"/>
              <a:gd name="connsiteX32" fmla="*/ 0 w 243839"/>
              <a:gd name="connsiteY32" fmla="*/ 193040 h 243839"/>
              <a:gd name="connsiteX33" fmla="*/ 223520 w 243839"/>
              <a:gd name="connsiteY33" fmla="*/ 182880 h 243839"/>
              <a:gd name="connsiteX34" fmla="*/ 223520 w 243839"/>
              <a:gd name="connsiteY34" fmla="*/ 91440 h 243839"/>
              <a:gd name="connsiteX35" fmla="*/ 213360 w 243839"/>
              <a:gd name="connsiteY35" fmla="*/ 81280 h 243839"/>
              <a:gd name="connsiteX36" fmla="*/ 30480 w 243839"/>
              <a:gd name="connsiteY36" fmla="*/ 81280 h 243839"/>
              <a:gd name="connsiteX37" fmla="*/ 20320 w 243839"/>
              <a:gd name="connsiteY37" fmla="*/ 91440 h 243839"/>
              <a:gd name="connsiteX38" fmla="*/ 20320 w 243839"/>
              <a:gd name="connsiteY38" fmla="*/ 182880 h 243839"/>
              <a:gd name="connsiteX39" fmla="*/ 223520 w 243839"/>
              <a:gd name="connsiteY39" fmla="*/ 182880 h 243839"/>
              <a:gd name="connsiteX40" fmla="*/ 20320 w 243839"/>
              <a:gd name="connsiteY40" fmla="*/ 203200 h 243839"/>
              <a:gd name="connsiteX41" fmla="*/ 223520 w 243839"/>
              <a:gd name="connsiteY41" fmla="*/ 203200 h 243839"/>
              <a:gd name="connsiteX42" fmla="*/ 223520 w 243839"/>
              <a:gd name="connsiteY42" fmla="*/ 213360 h 243839"/>
              <a:gd name="connsiteX43" fmla="*/ 213360 w 243839"/>
              <a:gd name="connsiteY43" fmla="*/ 223520 h 243839"/>
              <a:gd name="connsiteX44" fmla="*/ 30480 w 243839"/>
              <a:gd name="connsiteY44" fmla="*/ 223520 h 243839"/>
              <a:gd name="connsiteX45" fmla="*/ 20320 w 243839"/>
              <a:gd name="connsiteY45" fmla="*/ 213360 h 243839"/>
              <a:gd name="connsiteX46" fmla="*/ 20320 w 243839"/>
              <a:gd name="connsiteY46" fmla="*/ 2032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3839" h="243839">
                <a:moveTo>
                  <a:pt x="91439" y="20320"/>
                </a:moveTo>
                <a:cubicBezTo>
                  <a:pt x="86360" y="20320"/>
                  <a:pt x="81280" y="25400"/>
                  <a:pt x="81280" y="30480"/>
                </a:cubicBezTo>
                <a:lnTo>
                  <a:pt x="81280" y="35560"/>
                </a:lnTo>
                <a:cubicBezTo>
                  <a:pt x="81280" y="40640"/>
                  <a:pt x="76200" y="45720"/>
                  <a:pt x="71120" y="45720"/>
                </a:cubicBezTo>
                <a:cubicBezTo>
                  <a:pt x="66039" y="45720"/>
                  <a:pt x="60960" y="40640"/>
                  <a:pt x="60960" y="35560"/>
                </a:cubicBezTo>
                <a:lnTo>
                  <a:pt x="60960" y="30480"/>
                </a:lnTo>
                <a:cubicBezTo>
                  <a:pt x="60960" y="13970"/>
                  <a:pt x="74930" y="0"/>
                  <a:pt x="91439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35560"/>
                </a:lnTo>
                <a:cubicBezTo>
                  <a:pt x="182880" y="40640"/>
                  <a:pt x="177800" y="45720"/>
                  <a:pt x="172720" y="45720"/>
                </a:cubicBezTo>
                <a:cubicBezTo>
                  <a:pt x="167639" y="45720"/>
                  <a:pt x="162560" y="40640"/>
                  <a:pt x="162560" y="3556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91439" y="20320"/>
                </a:lnTo>
                <a:close/>
                <a:moveTo>
                  <a:pt x="111760" y="142240"/>
                </a:moveTo>
                <a:cubicBezTo>
                  <a:pt x="106680" y="142240"/>
                  <a:pt x="101600" y="147320"/>
                  <a:pt x="101600" y="152400"/>
                </a:cubicBezTo>
                <a:cubicBezTo>
                  <a:pt x="101600" y="157480"/>
                  <a:pt x="106680" y="162560"/>
                  <a:pt x="111760" y="162560"/>
                </a:cubicBezTo>
                <a:lnTo>
                  <a:pt x="132080" y="162560"/>
                </a:lnTo>
                <a:cubicBezTo>
                  <a:pt x="137160" y="162560"/>
                  <a:pt x="142239" y="157480"/>
                  <a:pt x="142239" y="152400"/>
                </a:cubicBezTo>
                <a:cubicBezTo>
                  <a:pt x="142239" y="147320"/>
                  <a:pt x="137160" y="142240"/>
                  <a:pt x="132080" y="142240"/>
                </a:cubicBezTo>
                <a:lnTo>
                  <a:pt x="111760" y="142240"/>
                </a:lnTo>
                <a:close/>
                <a:moveTo>
                  <a:pt x="0" y="193040"/>
                </a:moveTo>
                <a:lnTo>
                  <a:pt x="0" y="91440"/>
                </a:lnTo>
                <a:cubicBezTo>
                  <a:pt x="0" y="74930"/>
                  <a:pt x="13970" y="60960"/>
                  <a:pt x="30480" y="60960"/>
                </a:cubicBezTo>
                <a:lnTo>
                  <a:pt x="213360" y="60960"/>
                </a:lnTo>
                <a:cubicBezTo>
                  <a:pt x="229870" y="60960"/>
                  <a:pt x="243839" y="74930"/>
                  <a:pt x="243839" y="91440"/>
                </a:cubicBezTo>
                <a:lnTo>
                  <a:pt x="243839" y="193040"/>
                </a:lnTo>
                <a:lnTo>
                  <a:pt x="243839" y="213360"/>
                </a:lnTo>
                <a:cubicBezTo>
                  <a:pt x="243839" y="229870"/>
                  <a:pt x="229870" y="243840"/>
                  <a:pt x="21336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193040"/>
                </a:lnTo>
                <a:close/>
                <a:moveTo>
                  <a:pt x="223520" y="182880"/>
                </a:moveTo>
                <a:lnTo>
                  <a:pt x="223520" y="91440"/>
                </a:lnTo>
                <a:cubicBezTo>
                  <a:pt x="223520" y="86360"/>
                  <a:pt x="218439" y="81280"/>
                  <a:pt x="213360" y="81280"/>
                </a:cubicBezTo>
                <a:lnTo>
                  <a:pt x="30480" y="81280"/>
                </a:lnTo>
                <a:cubicBezTo>
                  <a:pt x="25400" y="81280"/>
                  <a:pt x="20320" y="86360"/>
                  <a:pt x="20320" y="91440"/>
                </a:cubicBezTo>
                <a:lnTo>
                  <a:pt x="20320" y="182880"/>
                </a:lnTo>
                <a:lnTo>
                  <a:pt x="223520" y="182880"/>
                </a:lnTo>
                <a:close/>
                <a:moveTo>
                  <a:pt x="20320" y="203200"/>
                </a:moveTo>
                <a:lnTo>
                  <a:pt x="223520" y="203200"/>
                </a:lnTo>
                <a:lnTo>
                  <a:pt x="223520" y="213360"/>
                </a:lnTo>
                <a:cubicBezTo>
                  <a:pt x="223520" y="218440"/>
                  <a:pt x="218439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3" name="Полилиния: фигура 569">
            <a:extLst>
              <a:ext uri="{FF2B5EF4-FFF2-40B4-BE49-F238E27FC236}">
                <a16:creationId xmlns:a16="http://schemas.microsoft.com/office/drawing/2014/main" id="{61BAC3BE-3729-8509-704B-865CB9FCD853}"/>
              </a:ext>
            </a:extLst>
          </p:cNvPr>
          <p:cNvSpPr/>
          <p:nvPr/>
        </p:nvSpPr>
        <p:spPr>
          <a:xfrm>
            <a:off x="5058387" y="3089809"/>
            <a:ext cx="182879" cy="302260"/>
          </a:xfrm>
          <a:custGeom>
            <a:avLst/>
            <a:gdLst>
              <a:gd name="connsiteX0" fmla="*/ 54610 w 182879"/>
              <a:gd name="connsiteY0" fmla="*/ 196850 h 302260"/>
              <a:gd name="connsiteX1" fmla="*/ 60960 w 182879"/>
              <a:gd name="connsiteY1" fmla="*/ 201930 h 302260"/>
              <a:gd name="connsiteX2" fmla="*/ 50800 w 182879"/>
              <a:gd name="connsiteY2" fmla="*/ 217170 h 302260"/>
              <a:gd name="connsiteX3" fmla="*/ 49530 w 182879"/>
              <a:gd name="connsiteY3" fmla="*/ 219710 h 302260"/>
              <a:gd name="connsiteX4" fmla="*/ 59690 w 182879"/>
              <a:gd name="connsiteY4" fmla="*/ 233680 h 302260"/>
              <a:gd name="connsiteX5" fmla="*/ 123190 w 182879"/>
              <a:gd name="connsiteY5" fmla="*/ 233680 h 302260"/>
              <a:gd name="connsiteX6" fmla="*/ 132080 w 182879"/>
              <a:gd name="connsiteY6" fmla="*/ 218440 h 302260"/>
              <a:gd name="connsiteX7" fmla="*/ 121920 w 182879"/>
              <a:gd name="connsiteY7" fmla="*/ 203200 h 302260"/>
              <a:gd name="connsiteX8" fmla="*/ 182880 w 182879"/>
              <a:gd name="connsiteY8" fmla="*/ 101600 h 302260"/>
              <a:gd name="connsiteX9" fmla="*/ 91440 w 182879"/>
              <a:gd name="connsiteY9" fmla="*/ 0 h 302260"/>
              <a:gd name="connsiteX10" fmla="*/ 0 w 182879"/>
              <a:gd name="connsiteY10" fmla="*/ 101600 h 302260"/>
              <a:gd name="connsiteX11" fmla="*/ 54610 w 182879"/>
              <a:gd name="connsiteY11" fmla="*/ 196850 h 302260"/>
              <a:gd name="connsiteX12" fmla="*/ 162560 w 182879"/>
              <a:gd name="connsiteY12" fmla="*/ 99060 h 302260"/>
              <a:gd name="connsiteX13" fmla="*/ 110490 w 182879"/>
              <a:gd name="connsiteY13" fmla="*/ 184150 h 302260"/>
              <a:gd name="connsiteX14" fmla="*/ 104140 w 182879"/>
              <a:gd name="connsiteY14" fmla="*/ 210820 h 302260"/>
              <a:gd name="connsiteX15" fmla="*/ 78740 w 182879"/>
              <a:gd name="connsiteY15" fmla="*/ 210820 h 302260"/>
              <a:gd name="connsiteX16" fmla="*/ 72390 w 182879"/>
              <a:gd name="connsiteY16" fmla="*/ 182880 h 302260"/>
              <a:gd name="connsiteX17" fmla="*/ 21590 w 182879"/>
              <a:gd name="connsiteY17" fmla="*/ 99060 h 302260"/>
              <a:gd name="connsiteX18" fmla="*/ 92710 w 182879"/>
              <a:gd name="connsiteY18" fmla="*/ 17780 h 302260"/>
              <a:gd name="connsiteX19" fmla="*/ 162560 w 182879"/>
              <a:gd name="connsiteY19" fmla="*/ 99060 h 302260"/>
              <a:gd name="connsiteX20" fmla="*/ 67310 w 182879"/>
              <a:gd name="connsiteY20" fmla="*/ 71120 h 302260"/>
              <a:gd name="connsiteX21" fmla="*/ 55880 w 182879"/>
              <a:gd name="connsiteY21" fmla="*/ 99060 h 302260"/>
              <a:gd name="connsiteX22" fmla="*/ 45720 w 182879"/>
              <a:gd name="connsiteY22" fmla="*/ 109220 h 302260"/>
              <a:gd name="connsiteX23" fmla="*/ 35560 w 182879"/>
              <a:gd name="connsiteY23" fmla="*/ 99060 h 302260"/>
              <a:gd name="connsiteX24" fmla="*/ 50800 w 182879"/>
              <a:gd name="connsiteY24" fmla="*/ 57150 h 302260"/>
              <a:gd name="connsiteX25" fmla="*/ 90170 w 182879"/>
              <a:gd name="connsiteY25" fmla="*/ 38100 h 302260"/>
              <a:gd name="connsiteX26" fmla="*/ 100330 w 182879"/>
              <a:gd name="connsiteY26" fmla="*/ 48260 h 302260"/>
              <a:gd name="connsiteX27" fmla="*/ 90170 w 182879"/>
              <a:gd name="connsiteY27" fmla="*/ 58420 h 302260"/>
              <a:gd name="connsiteX28" fmla="*/ 67310 w 182879"/>
              <a:gd name="connsiteY28" fmla="*/ 71120 h 302260"/>
              <a:gd name="connsiteX29" fmla="*/ 91440 w 182879"/>
              <a:gd name="connsiteY29" fmla="*/ 241300 h 302260"/>
              <a:gd name="connsiteX30" fmla="*/ 101600 w 182879"/>
              <a:gd name="connsiteY30" fmla="*/ 251460 h 302260"/>
              <a:gd name="connsiteX31" fmla="*/ 101600 w 182879"/>
              <a:gd name="connsiteY31" fmla="*/ 254000 h 302260"/>
              <a:gd name="connsiteX32" fmla="*/ 81280 w 182879"/>
              <a:gd name="connsiteY32" fmla="*/ 279400 h 302260"/>
              <a:gd name="connsiteX33" fmla="*/ 64770 w 182879"/>
              <a:gd name="connsiteY33" fmla="*/ 283210 h 302260"/>
              <a:gd name="connsiteX34" fmla="*/ 59690 w 182879"/>
              <a:gd name="connsiteY34" fmla="*/ 289560 h 302260"/>
              <a:gd name="connsiteX35" fmla="*/ 59690 w 182879"/>
              <a:gd name="connsiteY35" fmla="*/ 292100 h 302260"/>
              <a:gd name="connsiteX36" fmla="*/ 49530 w 182879"/>
              <a:gd name="connsiteY36" fmla="*/ 302260 h 302260"/>
              <a:gd name="connsiteX37" fmla="*/ 39370 w 182879"/>
              <a:gd name="connsiteY37" fmla="*/ 292100 h 302260"/>
              <a:gd name="connsiteX38" fmla="*/ 39370 w 182879"/>
              <a:gd name="connsiteY38" fmla="*/ 289560 h 302260"/>
              <a:gd name="connsiteX39" fmla="*/ 59690 w 182879"/>
              <a:gd name="connsiteY39" fmla="*/ 264160 h 302260"/>
              <a:gd name="connsiteX40" fmla="*/ 76200 w 182879"/>
              <a:gd name="connsiteY40" fmla="*/ 260350 h 302260"/>
              <a:gd name="connsiteX41" fmla="*/ 81280 w 182879"/>
              <a:gd name="connsiteY41" fmla="*/ 254000 h 302260"/>
              <a:gd name="connsiteX42" fmla="*/ 81280 w 182879"/>
              <a:gd name="connsiteY42" fmla="*/ 251460 h 302260"/>
              <a:gd name="connsiteX43" fmla="*/ 91440 w 182879"/>
              <a:gd name="connsiteY43" fmla="*/ 241300 h 302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82879" h="302260">
                <a:moveTo>
                  <a:pt x="54610" y="196850"/>
                </a:moveTo>
                <a:cubicBezTo>
                  <a:pt x="57150" y="198120"/>
                  <a:pt x="59690" y="199390"/>
                  <a:pt x="60960" y="201930"/>
                </a:cubicBezTo>
                <a:lnTo>
                  <a:pt x="50800" y="217170"/>
                </a:lnTo>
                <a:cubicBezTo>
                  <a:pt x="50800" y="218440"/>
                  <a:pt x="49530" y="218440"/>
                  <a:pt x="49530" y="219710"/>
                </a:cubicBezTo>
                <a:cubicBezTo>
                  <a:pt x="46990" y="226060"/>
                  <a:pt x="52070" y="233680"/>
                  <a:pt x="59690" y="233680"/>
                </a:cubicBezTo>
                <a:lnTo>
                  <a:pt x="123190" y="233680"/>
                </a:lnTo>
                <a:cubicBezTo>
                  <a:pt x="130810" y="233680"/>
                  <a:pt x="135890" y="224790"/>
                  <a:pt x="132080" y="218440"/>
                </a:cubicBezTo>
                <a:lnTo>
                  <a:pt x="121920" y="203200"/>
                </a:lnTo>
                <a:cubicBezTo>
                  <a:pt x="167640" y="172720"/>
                  <a:pt x="182880" y="135890"/>
                  <a:pt x="182880" y="101600"/>
                </a:cubicBezTo>
                <a:cubicBezTo>
                  <a:pt x="182880" y="46990"/>
                  <a:pt x="142240" y="0"/>
                  <a:pt x="91440" y="0"/>
                </a:cubicBezTo>
                <a:cubicBezTo>
                  <a:pt x="40640" y="0"/>
                  <a:pt x="0" y="45720"/>
                  <a:pt x="0" y="101600"/>
                </a:cubicBezTo>
                <a:cubicBezTo>
                  <a:pt x="0" y="132080"/>
                  <a:pt x="19050" y="170180"/>
                  <a:pt x="54610" y="196850"/>
                </a:cubicBezTo>
                <a:close/>
                <a:moveTo>
                  <a:pt x="162560" y="99060"/>
                </a:moveTo>
                <a:cubicBezTo>
                  <a:pt x="162560" y="125730"/>
                  <a:pt x="151130" y="156210"/>
                  <a:pt x="110490" y="184150"/>
                </a:cubicBezTo>
                <a:cubicBezTo>
                  <a:pt x="100330" y="190500"/>
                  <a:pt x="99060" y="203200"/>
                  <a:pt x="104140" y="210820"/>
                </a:cubicBezTo>
                <a:lnTo>
                  <a:pt x="78740" y="210820"/>
                </a:lnTo>
                <a:cubicBezTo>
                  <a:pt x="83820" y="201930"/>
                  <a:pt x="81280" y="189230"/>
                  <a:pt x="72390" y="182880"/>
                </a:cubicBezTo>
                <a:cubicBezTo>
                  <a:pt x="38100" y="161290"/>
                  <a:pt x="21590" y="125730"/>
                  <a:pt x="21590" y="99060"/>
                </a:cubicBezTo>
                <a:cubicBezTo>
                  <a:pt x="21590" y="53340"/>
                  <a:pt x="54610" y="17780"/>
                  <a:pt x="92710" y="17780"/>
                </a:cubicBezTo>
                <a:cubicBezTo>
                  <a:pt x="130810" y="17780"/>
                  <a:pt x="162560" y="53340"/>
                  <a:pt x="162560" y="99060"/>
                </a:cubicBezTo>
                <a:close/>
                <a:moveTo>
                  <a:pt x="67310" y="71120"/>
                </a:moveTo>
                <a:cubicBezTo>
                  <a:pt x="60960" y="78740"/>
                  <a:pt x="55880" y="88900"/>
                  <a:pt x="55880" y="99060"/>
                </a:cubicBezTo>
                <a:cubicBezTo>
                  <a:pt x="55880" y="104140"/>
                  <a:pt x="50800" y="109220"/>
                  <a:pt x="45720" y="109220"/>
                </a:cubicBezTo>
                <a:cubicBezTo>
                  <a:pt x="40640" y="109220"/>
                  <a:pt x="35560" y="104140"/>
                  <a:pt x="35560" y="99060"/>
                </a:cubicBezTo>
                <a:cubicBezTo>
                  <a:pt x="35560" y="83820"/>
                  <a:pt x="41910" y="68580"/>
                  <a:pt x="50800" y="57150"/>
                </a:cubicBezTo>
                <a:cubicBezTo>
                  <a:pt x="60960" y="45720"/>
                  <a:pt x="74930" y="38100"/>
                  <a:pt x="90170" y="38100"/>
                </a:cubicBezTo>
                <a:cubicBezTo>
                  <a:pt x="95250" y="38100"/>
                  <a:pt x="100330" y="43180"/>
                  <a:pt x="100330" y="48260"/>
                </a:cubicBezTo>
                <a:cubicBezTo>
                  <a:pt x="100330" y="53340"/>
                  <a:pt x="95250" y="58420"/>
                  <a:pt x="90170" y="58420"/>
                </a:cubicBezTo>
                <a:cubicBezTo>
                  <a:pt x="82550" y="58420"/>
                  <a:pt x="73660" y="63500"/>
                  <a:pt x="67310" y="71120"/>
                </a:cubicBezTo>
                <a:close/>
                <a:moveTo>
                  <a:pt x="91440" y="241300"/>
                </a:moveTo>
                <a:cubicBezTo>
                  <a:pt x="96520" y="241300"/>
                  <a:pt x="101600" y="246380"/>
                  <a:pt x="101600" y="251460"/>
                </a:cubicBezTo>
                <a:lnTo>
                  <a:pt x="101600" y="254000"/>
                </a:lnTo>
                <a:cubicBezTo>
                  <a:pt x="101600" y="266700"/>
                  <a:pt x="93980" y="276860"/>
                  <a:pt x="81280" y="279400"/>
                </a:cubicBezTo>
                <a:lnTo>
                  <a:pt x="64770" y="283210"/>
                </a:lnTo>
                <a:cubicBezTo>
                  <a:pt x="62230" y="284480"/>
                  <a:pt x="59690" y="285750"/>
                  <a:pt x="59690" y="289560"/>
                </a:cubicBezTo>
                <a:lnTo>
                  <a:pt x="59690" y="292100"/>
                </a:lnTo>
                <a:cubicBezTo>
                  <a:pt x="59690" y="297180"/>
                  <a:pt x="54610" y="302260"/>
                  <a:pt x="49530" y="302260"/>
                </a:cubicBezTo>
                <a:cubicBezTo>
                  <a:pt x="44450" y="302260"/>
                  <a:pt x="39370" y="297180"/>
                  <a:pt x="39370" y="292100"/>
                </a:cubicBezTo>
                <a:lnTo>
                  <a:pt x="39370" y="289560"/>
                </a:lnTo>
                <a:cubicBezTo>
                  <a:pt x="39370" y="276860"/>
                  <a:pt x="46990" y="266700"/>
                  <a:pt x="59690" y="264160"/>
                </a:cubicBezTo>
                <a:lnTo>
                  <a:pt x="76200" y="260350"/>
                </a:lnTo>
                <a:cubicBezTo>
                  <a:pt x="78740" y="259080"/>
                  <a:pt x="81280" y="257810"/>
                  <a:pt x="81280" y="254000"/>
                </a:cubicBezTo>
                <a:lnTo>
                  <a:pt x="81280" y="251460"/>
                </a:lnTo>
                <a:cubicBezTo>
                  <a:pt x="81280" y="246380"/>
                  <a:pt x="86360" y="241300"/>
                  <a:pt x="91440" y="2413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6" name="Рисунок 2">
            <a:extLst>
              <a:ext uri="{FF2B5EF4-FFF2-40B4-BE49-F238E27FC236}">
                <a16:creationId xmlns:a16="http://schemas.microsoft.com/office/drawing/2014/main" id="{F10344A4-AD45-0BC7-36DC-3501BD57C5AE}"/>
              </a:ext>
            </a:extLst>
          </p:cNvPr>
          <p:cNvGrpSpPr/>
          <p:nvPr/>
        </p:nvGrpSpPr>
        <p:grpSpPr>
          <a:xfrm>
            <a:off x="9511006" y="3097266"/>
            <a:ext cx="224385" cy="284643"/>
            <a:chOff x="9643109" y="3041486"/>
            <a:chExt cx="224385" cy="284643"/>
          </a:xfrm>
          <a:solidFill>
            <a:schemeClr val="bg1"/>
          </a:solidFill>
        </p:grpSpPr>
        <p:sp>
          <p:nvSpPr>
            <p:cNvPr id="109" name="Полилиния: фигура 572">
              <a:extLst>
                <a:ext uri="{FF2B5EF4-FFF2-40B4-BE49-F238E27FC236}">
                  <a16:creationId xmlns:a16="http://schemas.microsoft.com/office/drawing/2014/main" id="{579A3AB5-0D64-0912-2896-09A0E18085EE}"/>
                </a:ext>
              </a:extLst>
            </p:cNvPr>
            <p:cNvSpPr/>
            <p:nvPr/>
          </p:nvSpPr>
          <p:spPr>
            <a:xfrm>
              <a:off x="9655006" y="3041486"/>
              <a:ext cx="212488" cy="244003"/>
            </a:xfrm>
            <a:custGeom>
              <a:avLst/>
              <a:gdLst>
                <a:gd name="connsiteX0" fmla="*/ 131613 w 212488"/>
                <a:gd name="connsiteY0" fmla="*/ 132243 h 244003"/>
                <a:gd name="connsiteX1" fmla="*/ 137963 w 212488"/>
                <a:gd name="connsiteY1" fmla="*/ 150024 h 244003"/>
                <a:gd name="connsiteX2" fmla="*/ 145584 w 212488"/>
                <a:gd name="connsiteY2" fmla="*/ 161453 h 244003"/>
                <a:gd name="connsiteX3" fmla="*/ 146853 w 212488"/>
                <a:gd name="connsiteY3" fmla="*/ 162724 h 244003"/>
                <a:gd name="connsiteX4" fmla="*/ 155744 w 212488"/>
                <a:gd name="connsiteY4" fmla="*/ 177963 h 244003"/>
                <a:gd name="connsiteX5" fmla="*/ 160824 w 212488"/>
                <a:gd name="connsiteY5" fmla="*/ 217334 h 244003"/>
                <a:gd name="connsiteX6" fmla="*/ 159553 w 212488"/>
                <a:gd name="connsiteY6" fmla="*/ 223684 h 244003"/>
                <a:gd name="connsiteX7" fmla="*/ 173524 w 212488"/>
                <a:gd name="connsiteY7" fmla="*/ 223684 h 244003"/>
                <a:gd name="connsiteX8" fmla="*/ 183684 w 212488"/>
                <a:gd name="connsiteY8" fmla="*/ 233843 h 244003"/>
                <a:gd name="connsiteX9" fmla="*/ 173524 w 212488"/>
                <a:gd name="connsiteY9" fmla="*/ 244004 h 244003"/>
                <a:gd name="connsiteX10" fmla="*/ 10963 w 212488"/>
                <a:gd name="connsiteY10" fmla="*/ 244004 h 244003"/>
                <a:gd name="connsiteX11" fmla="*/ 803 w 212488"/>
                <a:gd name="connsiteY11" fmla="*/ 233843 h 244003"/>
                <a:gd name="connsiteX12" fmla="*/ 10963 w 212488"/>
                <a:gd name="connsiteY12" fmla="*/ 223684 h 244003"/>
                <a:gd name="connsiteX13" fmla="*/ 22394 w 212488"/>
                <a:gd name="connsiteY13" fmla="*/ 223684 h 244003"/>
                <a:gd name="connsiteX14" fmla="*/ 803 w 212488"/>
                <a:gd name="connsiteY14" fmla="*/ 130974 h 244003"/>
                <a:gd name="connsiteX15" fmla="*/ 64303 w 212488"/>
                <a:gd name="connsiteY15" fmla="*/ 33184 h 244003"/>
                <a:gd name="connsiteX16" fmla="*/ 139234 w 212488"/>
                <a:gd name="connsiteY16" fmla="*/ 163 h 244003"/>
                <a:gd name="connsiteX17" fmla="*/ 153203 w 212488"/>
                <a:gd name="connsiteY17" fmla="*/ 11593 h 244003"/>
                <a:gd name="connsiteX18" fmla="*/ 153203 w 212488"/>
                <a:gd name="connsiteY18" fmla="*/ 36993 h 244003"/>
                <a:gd name="connsiteX19" fmla="*/ 206544 w 212488"/>
                <a:gd name="connsiteY19" fmla="*/ 97953 h 244003"/>
                <a:gd name="connsiteX20" fmla="*/ 204003 w 212488"/>
                <a:gd name="connsiteY20" fmla="*/ 133513 h 244003"/>
                <a:gd name="connsiteX21" fmla="*/ 195113 w 212488"/>
                <a:gd name="connsiteY21" fmla="*/ 141134 h 244003"/>
                <a:gd name="connsiteX22" fmla="*/ 162094 w 212488"/>
                <a:gd name="connsiteY22" fmla="*/ 141134 h 244003"/>
                <a:gd name="connsiteX23" fmla="*/ 146853 w 212488"/>
                <a:gd name="connsiteY23" fmla="*/ 128434 h 244003"/>
                <a:gd name="connsiteX24" fmla="*/ 131613 w 212488"/>
                <a:gd name="connsiteY24" fmla="*/ 132243 h 244003"/>
                <a:gd name="connsiteX25" fmla="*/ 130344 w 212488"/>
                <a:gd name="connsiteY25" fmla="*/ 24293 h 244003"/>
                <a:gd name="connsiteX26" fmla="*/ 73194 w 212488"/>
                <a:gd name="connsiteY26" fmla="*/ 50963 h 244003"/>
                <a:gd name="connsiteX27" fmla="*/ 18584 w 212488"/>
                <a:gd name="connsiteY27" fmla="*/ 134784 h 244003"/>
                <a:gd name="connsiteX28" fmla="*/ 43984 w 212488"/>
                <a:gd name="connsiteY28" fmla="*/ 224954 h 244003"/>
                <a:gd name="connsiteX29" fmla="*/ 135424 w 212488"/>
                <a:gd name="connsiteY29" fmla="*/ 224954 h 244003"/>
                <a:gd name="connsiteX30" fmla="*/ 139234 w 212488"/>
                <a:gd name="connsiteY30" fmla="*/ 214793 h 244003"/>
                <a:gd name="connsiteX31" fmla="*/ 136694 w 212488"/>
                <a:gd name="connsiteY31" fmla="*/ 189393 h 244003"/>
                <a:gd name="connsiteX32" fmla="*/ 129074 w 212488"/>
                <a:gd name="connsiteY32" fmla="*/ 175424 h 244003"/>
                <a:gd name="connsiteX33" fmla="*/ 127803 w 212488"/>
                <a:gd name="connsiteY33" fmla="*/ 174153 h 244003"/>
                <a:gd name="connsiteX34" fmla="*/ 120184 w 212488"/>
                <a:gd name="connsiteY34" fmla="*/ 161453 h 244003"/>
                <a:gd name="connsiteX35" fmla="*/ 110024 w 212488"/>
                <a:gd name="connsiteY35" fmla="*/ 128434 h 244003"/>
                <a:gd name="connsiteX36" fmla="*/ 108753 w 212488"/>
                <a:gd name="connsiteY36" fmla="*/ 128434 h 244003"/>
                <a:gd name="connsiteX37" fmla="*/ 88434 w 212488"/>
                <a:gd name="connsiteY37" fmla="*/ 94143 h 244003"/>
                <a:gd name="connsiteX38" fmla="*/ 98594 w 212488"/>
                <a:gd name="connsiteY38" fmla="*/ 83984 h 244003"/>
                <a:gd name="connsiteX39" fmla="*/ 108753 w 212488"/>
                <a:gd name="connsiteY39" fmla="*/ 94143 h 244003"/>
                <a:gd name="connsiteX40" fmla="*/ 118913 w 212488"/>
                <a:gd name="connsiteY40" fmla="*/ 110653 h 244003"/>
                <a:gd name="connsiteX41" fmla="*/ 137963 w 212488"/>
                <a:gd name="connsiteY41" fmla="*/ 110653 h 244003"/>
                <a:gd name="connsiteX42" fmla="*/ 150663 w 212488"/>
                <a:gd name="connsiteY42" fmla="*/ 111924 h 244003"/>
                <a:gd name="connsiteX43" fmla="*/ 170984 w 212488"/>
                <a:gd name="connsiteY43" fmla="*/ 128434 h 244003"/>
                <a:gd name="connsiteX44" fmla="*/ 177334 w 212488"/>
                <a:gd name="connsiteY44" fmla="*/ 128434 h 244003"/>
                <a:gd name="connsiteX45" fmla="*/ 186224 w 212488"/>
                <a:gd name="connsiteY45" fmla="*/ 120813 h 244003"/>
                <a:gd name="connsiteX46" fmla="*/ 186224 w 212488"/>
                <a:gd name="connsiteY46" fmla="*/ 113193 h 244003"/>
                <a:gd name="connsiteX47" fmla="*/ 130344 w 212488"/>
                <a:gd name="connsiteY47" fmla="*/ 49693 h 244003"/>
                <a:gd name="connsiteX48" fmla="*/ 127803 w 212488"/>
                <a:gd name="connsiteY48" fmla="*/ 42074 h 244003"/>
                <a:gd name="connsiteX49" fmla="*/ 127803 w 212488"/>
                <a:gd name="connsiteY49" fmla="*/ 24293 h 244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12488" h="244003">
                  <a:moveTo>
                    <a:pt x="131613" y="132243"/>
                  </a:moveTo>
                  <a:cubicBezTo>
                    <a:pt x="132884" y="138593"/>
                    <a:pt x="135424" y="144943"/>
                    <a:pt x="137963" y="150024"/>
                  </a:cubicBezTo>
                  <a:cubicBezTo>
                    <a:pt x="140503" y="153834"/>
                    <a:pt x="143044" y="157643"/>
                    <a:pt x="145584" y="161453"/>
                  </a:cubicBezTo>
                  <a:lnTo>
                    <a:pt x="146853" y="162724"/>
                  </a:lnTo>
                  <a:cubicBezTo>
                    <a:pt x="149394" y="167803"/>
                    <a:pt x="153203" y="172884"/>
                    <a:pt x="155744" y="177963"/>
                  </a:cubicBezTo>
                  <a:cubicBezTo>
                    <a:pt x="163363" y="191934"/>
                    <a:pt x="163363" y="205903"/>
                    <a:pt x="160824" y="217334"/>
                  </a:cubicBezTo>
                  <a:cubicBezTo>
                    <a:pt x="160824" y="219873"/>
                    <a:pt x="159553" y="221143"/>
                    <a:pt x="159553" y="223684"/>
                  </a:cubicBezTo>
                  <a:lnTo>
                    <a:pt x="173524" y="223684"/>
                  </a:lnTo>
                  <a:cubicBezTo>
                    <a:pt x="178603" y="223684"/>
                    <a:pt x="183684" y="228763"/>
                    <a:pt x="183684" y="233843"/>
                  </a:cubicBezTo>
                  <a:cubicBezTo>
                    <a:pt x="183684" y="238923"/>
                    <a:pt x="178603" y="244004"/>
                    <a:pt x="173524" y="244004"/>
                  </a:cubicBezTo>
                  <a:lnTo>
                    <a:pt x="10963" y="244004"/>
                  </a:lnTo>
                  <a:cubicBezTo>
                    <a:pt x="5884" y="244004"/>
                    <a:pt x="803" y="238923"/>
                    <a:pt x="803" y="233843"/>
                  </a:cubicBezTo>
                  <a:cubicBezTo>
                    <a:pt x="803" y="228763"/>
                    <a:pt x="5884" y="223684"/>
                    <a:pt x="10963" y="223684"/>
                  </a:cubicBezTo>
                  <a:lnTo>
                    <a:pt x="22394" y="223684"/>
                  </a:lnTo>
                  <a:cubicBezTo>
                    <a:pt x="7153" y="198284"/>
                    <a:pt x="-3006" y="165263"/>
                    <a:pt x="803" y="130974"/>
                  </a:cubicBezTo>
                  <a:cubicBezTo>
                    <a:pt x="5884" y="83984"/>
                    <a:pt x="35094" y="53503"/>
                    <a:pt x="64303" y="33184"/>
                  </a:cubicBezTo>
                  <a:cubicBezTo>
                    <a:pt x="93513" y="12863"/>
                    <a:pt x="125263" y="3974"/>
                    <a:pt x="139234" y="163"/>
                  </a:cubicBezTo>
                  <a:cubicBezTo>
                    <a:pt x="146853" y="-1107"/>
                    <a:pt x="153203" y="5243"/>
                    <a:pt x="153203" y="11593"/>
                  </a:cubicBezTo>
                  <a:lnTo>
                    <a:pt x="153203" y="36993"/>
                  </a:lnTo>
                  <a:lnTo>
                    <a:pt x="206544" y="97953"/>
                  </a:lnTo>
                  <a:cubicBezTo>
                    <a:pt x="215434" y="108113"/>
                    <a:pt x="214163" y="124624"/>
                    <a:pt x="204003" y="133513"/>
                  </a:cubicBezTo>
                  <a:lnTo>
                    <a:pt x="195113" y="141134"/>
                  </a:lnTo>
                  <a:cubicBezTo>
                    <a:pt x="186224" y="148753"/>
                    <a:pt x="172253" y="148753"/>
                    <a:pt x="162094" y="141134"/>
                  </a:cubicBezTo>
                  <a:lnTo>
                    <a:pt x="146853" y="128434"/>
                  </a:lnTo>
                  <a:cubicBezTo>
                    <a:pt x="140503" y="130974"/>
                    <a:pt x="136694" y="130974"/>
                    <a:pt x="131613" y="132243"/>
                  </a:cubicBezTo>
                  <a:close/>
                  <a:moveTo>
                    <a:pt x="130344" y="24293"/>
                  </a:moveTo>
                  <a:cubicBezTo>
                    <a:pt x="115103" y="28103"/>
                    <a:pt x="93513" y="36993"/>
                    <a:pt x="73194" y="50963"/>
                  </a:cubicBezTo>
                  <a:cubicBezTo>
                    <a:pt x="46524" y="68743"/>
                    <a:pt x="23663" y="95413"/>
                    <a:pt x="18584" y="134784"/>
                  </a:cubicBezTo>
                  <a:cubicBezTo>
                    <a:pt x="14774" y="167803"/>
                    <a:pt x="26203" y="200824"/>
                    <a:pt x="43984" y="224954"/>
                  </a:cubicBezTo>
                  <a:lnTo>
                    <a:pt x="135424" y="224954"/>
                  </a:lnTo>
                  <a:cubicBezTo>
                    <a:pt x="136694" y="222413"/>
                    <a:pt x="137963" y="218604"/>
                    <a:pt x="139234" y="214793"/>
                  </a:cubicBezTo>
                  <a:cubicBezTo>
                    <a:pt x="140503" y="207174"/>
                    <a:pt x="140503" y="198284"/>
                    <a:pt x="136694" y="189393"/>
                  </a:cubicBezTo>
                  <a:cubicBezTo>
                    <a:pt x="134153" y="184313"/>
                    <a:pt x="131613" y="180503"/>
                    <a:pt x="129074" y="175424"/>
                  </a:cubicBezTo>
                  <a:lnTo>
                    <a:pt x="127803" y="174153"/>
                  </a:lnTo>
                  <a:cubicBezTo>
                    <a:pt x="125263" y="170343"/>
                    <a:pt x="122724" y="165263"/>
                    <a:pt x="120184" y="161453"/>
                  </a:cubicBezTo>
                  <a:cubicBezTo>
                    <a:pt x="115103" y="152563"/>
                    <a:pt x="111294" y="141134"/>
                    <a:pt x="110024" y="128434"/>
                  </a:cubicBezTo>
                  <a:cubicBezTo>
                    <a:pt x="110024" y="128434"/>
                    <a:pt x="110024" y="128434"/>
                    <a:pt x="108753" y="128434"/>
                  </a:cubicBezTo>
                  <a:cubicBezTo>
                    <a:pt x="93513" y="118274"/>
                    <a:pt x="88434" y="103034"/>
                    <a:pt x="88434" y="94143"/>
                  </a:cubicBezTo>
                  <a:cubicBezTo>
                    <a:pt x="88434" y="89063"/>
                    <a:pt x="93513" y="83984"/>
                    <a:pt x="98594" y="83984"/>
                  </a:cubicBezTo>
                  <a:cubicBezTo>
                    <a:pt x="103674" y="83984"/>
                    <a:pt x="108753" y="89063"/>
                    <a:pt x="108753" y="94143"/>
                  </a:cubicBezTo>
                  <a:cubicBezTo>
                    <a:pt x="108753" y="96684"/>
                    <a:pt x="110024" y="105574"/>
                    <a:pt x="118913" y="110653"/>
                  </a:cubicBezTo>
                  <a:cubicBezTo>
                    <a:pt x="126534" y="115734"/>
                    <a:pt x="134153" y="113193"/>
                    <a:pt x="137963" y="110653"/>
                  </a:cubicBezTo>
                  <a:cubicBezTo>
                    <a:pt x="141774" y="108113"/>
                    <a:pt x="146853" y="108113"/>
                    <a:pt x="150663" y="111924"/>
                  </a:cubicBezTo>
                  <a:lnTo>
                    <a:pt x="170984" y="128434"/>
                  </a:lnTo>
                  <a:cubicBezTo>
                    <a:pt x="172253" y="129703"/>
                    <a:pt x="176063" y="129703"/>
                    <a:pt x="177334" y="128434"/>
                  </a:cubicBezTo>
                  <a:lnTo>
                    <a:pt x="186224" y="120813"/>
                  </a:lnTo>
                  <a:cubicBezTo>
                    <a:pt x="188763" y="119543"/>
                    <a:pt x="188763" y="115734"/>
                    <a:pt x="186224" y="113193"/>
                  </a:cubicBezTo>
                  <a:lnTo>
                    <a:pt x="130344" y="49693"/>
                  </a:lnTo>
                  <a:cubicBezTo>
                    <a:pt x="129074" y="47153"/>
                    <a:pt x="127803" y="44613"/>
                    <a:pt x="127803" y="42074"/>
                  </a:cubicBezTo>
                  <a:lnTo>
                    <a:pt x="127803" y="242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0" name="Полилиния: фигура 573">
              <a:extLst>
                <a:ext uri="{FF2B5EF4-FFF2-40B4-BE49-F238E27FC236}">
                  <a16:creationId xmlns:a16="http://schemas.microsoft.com/office/drawing/2014/main" id="{FEDA5108-4BB2-2A76-8D2E-5E5DF64F592E}"/>
                </a:ext>
              </a:extLst>
            </p:cNvPr>
            <p:cNvSpPr/>
            <p:nvPr/>
          </p:nvSpPr>
          <p:spPr>
            <a:xfrm>
              <a:off x="9643109" y="3305809"/>
              <a:ext cx="203200" cy="20320"/>
            </a:xfrm>
            <a:custGeom>
              <a:avLst/>
              <a:gdLst>
                <a:gd name="connsiteX0" fmla="*/ 10160 w 203200"/>
                <a:gd name="connsiteY0" fmla="*/ 0 h 20320"/>
                <a:gd name="connsiteX1" fmla="*/ 0 w 203200"/>
                <a:gd name="connsiteY1" fmla="*/ 10160 h 20320"/>
                <a:gd name="connsiteX2" fmla="*/ 10160 w 203200"/>
                <a:gd name="connsiteY2" fmla="*/ 20320 h 20320"/>
                <a:gd name="connsiteX3" fmla="*/ 193040 w 203200"/>
                <a:gd name="connsiteY3" fmla="*/ 20320 h 20320"/>
                <a:gd name="connsiteX4" fmla="*/ 203200 w 203200"/>
                <a:gd name="connsiteY4" fmla="*/ 10160 h 20320"/>
                <a:gd name="connsiteX5" fmla="*/ 193040 w 203200"/>
                <a:gd name="connsiteY5" fmla="*/ 0 h 20320"/>
                <a:gd name="connsiteX6" fmla="*/ 10160 w 2032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93040" y="20320"/>
                  </a:lnTo>
                  <a:cubicBezTo>
                    <a:pt x="198120" y="20320"/>
                    <a:pt x="203200" y="15240"/>
                    <a:pt x="203200" y="10160"/>
                  </a:cubicBez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2" name="Полилиния: фигура 130">
            <a:extLst>
              <a:ext uri="{FF2B5EF4-FFF2-40B4-BE49-F238E27FC236}">
                <a16:creationId xmlns:a16="http://schemas.microsoft.com/office/drawing/2014/main" id="{6763DAC1-4983-8797-9242-B1AD4D816006}"/>
              </a:ext>
            </a:extLst>
          </p:cNvPr>
          <p:cNvSpPr/>
          <p:nvPr/>
        </p:nvSpPr>
        <p:spPr>
          <a:xfrm>
            <a:off x="4467837" y="3117750"/>
            <a:ext cx="245608" cy="244002"/>
          </a:xfrm>
          <a:custGeom>
            <a:avLst/>
            <a:gdLst>
              <a:gd name="connsiteX0" fmla="*/ 213360 w 245608"/>
              <a:gd name="connsiteY0" fmla="*/ 167640 h 244002"/>
              <a:gd name="connsiteX1" fmla="*/ 223520 w 245608"/>
              <a:gd name="connsiteY1" fmla="*/ 121920 h 244002"/>
              <a:gd name="connsiteX2" fmla="*/ 121920 w 245608"/>
              <a:gd name="connsiteY2" fmla="*/ 20320 h 244002"/>
              <a:gd name="connsiteX3" fmla="*/ 20320 w 245608"/>
              <a:gd name="connsiteY3" fmla="*/ 121920 h 244002"/>
              <a:gd name="connsiteX4" fmla="*/ 121920 w 245608"/>
              <a:gd name="connsiteY4" fmla="*/ 223520 h 244002"/>
              <a:gd name="connsiteX5" fmla="*/ 171450 w 245608"/>
              <a:gd name="connsiteY5" fmla="*/ 210820 h 244002"/>
              <a:gd name="connsiteX6" fmla="*/ 187960 w 245608"/>
              <a:gd name="connsiteY6" fmla="*/ 209550 h 244002"/>
              <a:gd name="connsiteX7" fmla="*/ 219710 w 245608"/>
              <a:gd name="connsiteY7" fmla="*/ 219710 h 244002"/>
              <a:gd name="connsiteX8" fmla="*/ 210820 w 245608"/>
              <a:gd name="connsiteY8" fmla="*/ 182880 h 244002"/>
              <a:gd name="connsiteX9" fmla="*/ 213360 w 245608"/>
              <a:gd name="connsiteY9" fmla="*/ 167640 h 244002"/>
              <a:gd name="connsiteX10" fmla="*/ 231140 w 245608"/>
              <a:gd name="connsiteY10" fmla="*/ 176530 h 244002"/>
              <a:gd name="connsiteX11" fmla="*/ 231140 w 245608"/>
              <a:gd name="connsiteY11" fmla="*/ 176530 h 244002"/>
              <a:gd name="connsiteX12" fmla="*/ 245110 w 245608"/>
              <a:gd name="connsiteY12" fmla="*/ 231140 h 244002"/>
              <a:gd name="connsiteX13" fmla="*/ 232410 w 245608"/>
              <a:gd name="connsiteY13" fmla="*/ 243840 h 244002"/>
              <a:gd name="connsiteX14" fmla="*/ 182880 w 245608"/>
              <a:gd name="connsiteY14" fmla="*/ 228600 h 244002"/>
              <a:gd name="connsiteX15" fmla="*/ 181610 w 245608"/>
              <a:gd name="connsiteY15" fmla="*/ 228600 h 244002"/>
              <a:gd name="connsiteX16" fmla="*/ 121920 w 245608"/>
              <a:gd name="connsiteY16" fmla="*/ 243840 h 244002"/>
              <a:gd name="connsiteX17" fmla="*/ 0 w 245608"/>
              <a:gd name="connsiteY17" fmla="*/ 121920 h 244002"/>
              <a:gd name="connsiteX18" fmla="*/ 121920 w 245608"/>
              <a:gd name="connsiteY18" fmla="*/ 0 h 244002"/>
              <a:gd name="connsiteX19" fmla="*/ 243840 w 245608"/>
              <a:gd name="connsiteY19" fmla="*/ 121920 h 244002"/>
              <a:gd name="connsiteX20" fmla="*/ 231140 w 245608"/>
              <a:gd name="connsiteY20" fmla="*/ 176530 h 244002"/>
              <a:gd name="connsiteX21" fmla="*/ 120650 w 245608"/>
              <a:gd name="connsiteY21" fmla="*/ 76200 h 244002"/>
              <a:gd name="connsiteX22" fmla="*/ 102870 w 245608"/>
              <a:gd name="connsiteY22" fmla="*/ 93980 h 244002"/>
              <a:gd name="connsiteX23" fmla="*/ 102870 w 245608"/>
              <a:gd name="connsiteY23" fmla="*/ 96520 h 244002"/>
              <a:gd name="connsiteX24" fmla="*/ 92710 w 245608"/>
              <a:gd name="connsiteY24" fmla="*/ 106680 h 244002"/>
              <a:gd name="connsiteX25" fmla="*/ 82550 w 245608"/>
              <a:gd name="connsiteY25" fmla="*/ 96520 h 244002"/>
              <a:gd name="connsiteX26" fmla="*/ 82550 w 245608"/>
              <a:gd name="connsiteY26" fmla="*/ 93980 h 244002"/>
              <a:gd name="connsiteX27" fmla="*/ 120650 w 245608"/>
              <a:gd name="connsiteY27" fmla="*/ 55880 h 244002"/>
              <a:gd name="connsiteX28" fmla="*/ 158750 w 245608"/>
              <a:gd name="connsiteY28" fmla="*/ 93980 h 244002"/>
              <a:gd name="connsiteX29" fmla="*/ 158750 w 245608"/>
              <a:gd name="connsiteY29" fmla="*/ 96520 h 244002"/>
              <a:gd name="connsiteX30" fmla="*/ 143510 w 245608"/>
              <a:gd name="connsiteY30" fmla="*/ 128270 h 244002"/>
              <a:gd name="connsiteX31" fmla="*/ 137160 w 245608"/>
              <a:gd name="connsiteY31" fmla="*/ 133350 h 244002"/>
              <a:gd name="connsiteX32" fmla="*/ 133350 w 245608"/>
              <a:gd name="connsiteY32" fmla="*/ 140970 h 244002"/>
              <a:gd name="connsiteX33" fmla="*/ 133350 w 245608"/>
              <a:gd name="connsiteY33" fmla="*/ 140970 h 244002"/>
              <a:gd name="connsiteX34" fmla="*/ 123190 w 245608"/>
              <a:gd name="connsiteY34" fmla="*/ 151130 h 244002"/>
              <a:gd name="connsiteX35" fmla="*/ 113030 w 245608"/>
              <a:gd name="connsiteY35" fmla="*/ 140970 h 244002"/>
              <a:gd name="connsiteX36" fmla="*/ 113030 w 245608"/>
              <a:gd name="connsiteY36" fmla="*/ 140970 h 244002"/>
              <a:gd name="connsiteX37" fmla="*/ 124460 w 245608"/>
              <a:gd name="connsiteY37" fmla="*/ 116840 h 244002"/>
              <a:gd name="connsiteX38" fmla="*/ 130810 w 245608"/>
              <a:gd name="connsiteY38" fmla="*/ 111760 h 244002"/>
              <a:gd name="connsiteX39" fmla="*/ 138430 w 245608"/>
              <a:gd name="connsiteY39" fmla="*/ 96520 h 244002"/>
              <a:gd name="connsiteX40" fmla="*/ 138430 w 245608"/>
              <a:gd name="connsiteY40" fmla="*/ 93980 h 244002"/>
              <a:gd name="connsiteX41" fmla="*/ 120650 w 245608"/>
              <a:gd name="connsiteY41" fmla="*/ 76200 h 244002"/>
              <a:gd name="connsiteX42" fmla="*/ 133350 w 245608"/>
              <a:gd name="connsiteY42" fmla="*/ 177800 h 244002"/>
              <a:gd name="connsiteX43" fmla="*/ 123190 w 245608"/>
              <a:gd name="connsiteY43" fmla="*/ 167640 h 244002"/>
              <a:gd name="connsiteX44" fmla="*/ 113030 w 245608"/>
              <a:gd name="connsiteY44" fmla="*/ 177800 h 244002"/>
              <a:gd name="connsiteX45" fmla="*/ 113030 w 245608"/>
              <a:gd name="connsiteY45" fmla="*/ 182880 h 244002"/>
              <a:gd name="connsiteX46" fmla="*/ 123190 w 245608"/>
              <a:gd name="connsiteY46" fmla="*/ 193040 h 244002"/>
              <a:gd name="connsiteX47" fmla="*/ 133350 w 245608"/>
              <a:gd name="connsiteY47" fmla="*/ 182880 h 244002"/>
              <a:gd name="connsiteX48" fmla="*/ 133350 w 245608"/>
              <a:gd name="connsiteY48" fmla="*/ 177800 h 244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45608" h="244002">
                <a:moveTo>
                  <a:pt x="213360" y="167640"/>
                </a:moveTo>
                <a:cubicBezTo>
                  <a:pt x="219710" y="153670"/>
                  <a:pt x="223520" y="138430"/>
                  <a:pt x="223520" y="121920"/>
                </a:cubicBezTo>
                <a:cubicBezTo>
                  <a:pt x="223520" y="66040"/>
                  <a:pt x="177800" y="20320"/>
                  <a:pt x="121920" y="20320"/>
                </a:cubicBezTo>
                <a:cubicBezTo>
                  <a:pt x="66040" y="20320"/>
                  <a:pt x="20320" y="66040"/>
                  <a:pt x="20320" y="121920"/>
                </a:cubicBezTo>
                <a:cubicBezTo>
                  <a:pt x="20320" y="177800"/>
                  <a:pt x="66040" y="223520"/>
                  <a:pt x="121920" y="223520"/>
                </a:cubicBezTo>
                <a:cubicBezTo>
                  <a:pt x="139700" y="223520"/>
                  <a:pt x="157480" y="218440"/>
                  <a:pt x="171450" y="210820"/>
                </a:cubicBezTo>
                <a:cubicBezTo>
                  <a:pt x="176530" y="208280"/>
                  <a:pt x="182880" y="207010"/>
                  <a:pt x="187960" y="209550"/>
                </a:cubicBezTo>
                <a:lnTo>
                  <a:pt x="219710" y="219710"/>
                </a:lnTo>
                <a:lnTo>
                  <a:pt x="210820" y="182880"/>
                </a:lnTo>
                <a:cubicBezTo>
                  <a:pt x="210820" y="176530"/>
                  <a:pt x="210820" y="171450"/>
                  <a:pt x="213360" y="167640"/>
                </a:cubicBezTo>
                <a:close/>
                <a:moveTo>
                  <a:pt x="231140" y="176530"/>
                </a:moveTo>
                <a:cubicBezTo>
                  <a:pt x="231140" y="176530"/>
                  <a:pt x="231140" y="176530"/>
                  <a:pt x="231140" y="176530"/>
                </a:cubicBezTo>
                <a:lnTo>
                  <a:pt x="245110" y="231140"/>
                </a:lnTo>
                <a:cubicBezTo>
                  <a:pt x="247650" y="238760"/>
                  <a:pt x="240030" y="245110"/>
                  <a:pt x="232410" y="243840"/>
                </a:cubicBezTo>
                <a:lnTo>
                  <a:pt x="182880" y="228600"/>
                </a:lnTo>
                <a:cubicBezTo>
                  <a:pt x="182880" y="228600"/>
                  <a:pt x="182880" y="228600"/>
                  <a:pt x="181610" y="228600"/>
                </a:cubicBezTo>
                <a:cubicBezTo>
                  <a:pt x="163830" y="238760"/>
                  <a:pt x="143510" y="243840"/>
                  <a:pt x="121920" y="243840"/>
                </a:cubicBezTo>
                <a:cubicBezTo>
                  <a:pt x="54610" y="243840"/>
                  <a:pt x="0" y="189230"/>
                  <a:pt x="0" y="121920"/>
                </a:cubicBezTo>
                <a:cubicBezTo>
                  <a:pt x="0" y="54610"/>
                  <a:pt x="54610" y="0"/>
                  <a:pt x="121920" y="0"/>
                </a:cubicBezTo>
                <a:cubicBezTo>
                  <a:pt x="189230" y="0"/>
                  <a:pt x="243840" y="54610"/>
                  <a:pt x="243840" y="121920"/>
                </a:cubicBezTo>
                <a:cubicBezTo>
                  <a:pt x="245110" y="140970"/>
                  <a:pt x="240030" y="160020"/>
                  <a:pt x="231140" y="176530"/>
                </a:cubicBezTo>
                <a:close/>
                <a:moveTo>
                  <a:pt x="120650" y="76200"/>
                </a:moveTo>
                <a:cubicBezTo>
                  <a:pt x="110490" y="76200"/>
                  <a:pt x="102870" y="83820"/>
                  <a:pt x="102870" y="93980"/>
                </a:cubicBezTo>
                <a:lnTo>
                  <a:pt x="102870" y="96520"/>
                </a:lnTo>
                <a:cubicBezTo>
                  <a:pt x="102870" y="101600"/>
                  <a:pt x="97790" y="106680"/>
                  <a:pt x="92710" y="106680"/>
                </a:cubicBezTo>
                <a:cubicBezTo>
                  <a:pt x="87630" y="106680"/>
                  <a:pt x="82550" y="101600"/>
                  <a:pt x="82550" y="96520"/>
                </a:cubicBezTo>
                <a:lnTo>
                  <a:pt x="82550" y="93980"/>
                </a:lnTo>
                <a:cubicBezTo>
                  <a:pt x="82550" y="72390"/>
                  <a:pt x="99060" y="55880"/>
                  <a:pt x="120650" y="55880"/>
                </a:cubicBezTo>
                <a:cubicBezTo>
                  <a:pt x="142240" y="55880"/>
                  <a:pt x="158750" y="72390"/>
                  <a:pt x="158750" y="93980"/>
                </a:cubicBezTo>
                <a:lnTo>
                  <a:pt x="158750" y="96520"/>
                </a:lnTo>
                <a:cubicBezTo>
                  <a:pt x="158750" y="109220"/>
                  <a:pt x="153670" y="120650"/>
                  <a:pt x="143510" y="128270"/>
                </a:cubicBezTo>
                <a:lnTo>
                  <a:pt x="137160" y="133350"/>
                </a:lnTo>
                <a:cubicBezTo>
                  <a:pt x="134620" y="135890"/>
                  <a:pt x="133350" y="138430"/>
                  <a:pt x="133350" y="140970"/>
                </a:cubicBezTo>
                <a:lnTo>
                  <a:pt x="133350" y="140970"/>
                </a:lnTo>
                <a:cubicBezTo>
                  <a:pt x="133350" y="146050"/>
                  <a:pt x="128270" y="151130"/>
                  <a:pt x="123190" y="151130"/>
                </a:cubicBezTo>
                <a:cubicBezTo>
                  <a:pt x="118110" y="151130"/>
                  <a:pt x="113030" y="146050"/>
                  <a:pt x="113030" y="140970"/>
                </a:cubicBezTo>
                <a:lnTo>
                  <a:pt x="113030" y="140970"/>
                </a:lnTo>
                <a:cubicBezTo>
                  <a:pt x="113030" y="132080"/>
                  <a:pt x="116840" y="123190"/>
                  <a:pt x="124460" y="116840"/>
                </a:cubicBezTo>
                <a:lnTo>
                  <a:pt x="130810" y="111760"/>
                </a:lnTo>
                <a:cubicBezTo>
                  <a:pt x="135890" y="107950"/>
                  <a:pt x="138430" y="101600"/>
                  <a:pt x="138430" y="96520"/>
                </a:cubicBezTo>
                <a:lnTo>
                  <a:pt x="138430" y="93980"/>
                </a:lnTo>
                <a:cubicBezTo>
                  <a:pt x="138430" y="83820"/>
                  <a:pt x="129540" y="76200"/>
                  <a:pt x="120650" y="76200"/>
                </a:cubicBezTo>
                <a:close/>
                <a:moveTo>
                  <a:pt x="133350" y="177800"/>
                </a:moveTo>
                <a:cubicBezTo>
                  <a:pt x="133350" y="172720"/>
                  <a:pt x="128270" y="167640"/>
                  <a:pt x="123190" y="167640"/>
                </a:cubicBezTo>
                <a:cubicBezTo>
                  <a:pt x="118110" y="167640"/>
                  <a:pt x="113030" y="172720"/>
                  <a:pt x="113030" y="177800"/>
                </a:cubicBezTo>
                <a:lnTo>
                  <a:pt x="113030" y="182880"/>
                </a:lnTo>
                <a:cubicBezTo>
                  <a:pt x="113030" y="187960"/>
                  <a:pt x="118110" y="193040"/>
                  <a:pt x="123190" y="193040"/>
                </a:cubicBezTo>
                <a:cubicBezTo>
                  <a:pt x="128270" y="193040"/>
                  <a:pt x="133350" y="187960"/>
                  <a:pt x="133350" y="182880"/>
                </a:cubicBezTo>
                <a:lnTo>
                  <a:pt x="133350" y="1778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5" name="Полилиния: фигура 133">
            <a:extLst>
              <a:ext uri="{FF2B5EF4-FFF2-40B4-BE49-F238E27FC236}">
                <a16:creationId xmlns:a16="http://schemas.microsoft.com/office/drawing/2014/main" id="{C29F7F2D-783C-9A6C-DAA8-D6928563FAF6}"/>
              </a:ext>
            </a:extLst>
          </p:cNvPr>
          <p:cNvSpPr/>
          <p:nvPr/>
        </p:nvSpPr>
        <p:spPr>
          <a:xfrm>
            <a:off x="3910306" y="3127909"/>
            <a:ext cx="243840" cy="223520"/>
          </a:xfrm>
          <a:custGeom>
            <a:avLst/>
            <a:gdLst>
              <a:gd name="connsiteX0" fmla="*/ 20320 w 243840"/>
              <a:gd name="connsiteY0" fmla="*/ 50800 h 223520"/>
              <a:gd name="connsiteX1" fmla="*/ 20320 w 243840"/>
              <a:gd name="connsiteY1" fmla="*/ 20320 h 223520"/>
              <a:gd name="connsiteX2" fmla="*/ 223520 w 243840"/>
              <a:gd name="connsiteY2" fmla="*/ 20320 h 223520"/>
              <a:gd name="connsiteX3" fmla="*/ 223520 w 243840"/>
              <a:gd name="connsiteY3" fmla="*/ 50800 h 223520"/>
              <a:gd name="connsiteX4" fmla="*/ 20320 w 243840"/>
              <a:gd name="connsiteY4" fmla="*/ 50800 h 223520"/>
              <a:gd name="connsiteX5" fmla="*/ 10160 w 243840"/>
              <a:gd name="connsiteY5" fmla="*/ 71120 h 223520"/>
              <a:gd name="connsiteX6" fmla="*/ 0 w 243840"/>
              <a:gd name="connsiteY6" fmla="*/ 60960 h 223520"/>
              <a:gd name="connsiteX7" fmla="*/ 0 w 243840"/>
              <a:gd name="connsiteY7" fmla="*/ 10160 h 223520"/>
              <a:gd name="connsiteX8" fmla="*/ 10160 w 243840"/>
              <a:gd name="connsiteY8" fmla="*/ 0 h 223520"/>
              <a:gd name="connsiteX9" fmla="*/ 233680 w 243840"/>
              <a:gd name="connsiteY9" fmla="*/ 0 h 223520"/>
              <a:gd name="connsiteX10" fmla="*/ 243840 w 243840"/>
              <a:gd name="connsiteY10" fmla="*/ 10160 h 223520"/>
              <a:gd name="connsiteX11" fmla="*/ 243840 w 243840"/>
              <a:gd name="connsiteY11" fmla="*/ 60960 h 223520"/>
              <a:gd name="connsiteX12" fmla="*/ 233680 w 243840"/>
              <a:gd name="connsiteY12" fmla="*/ 71120 h 223520"/>
              <a:gd name="connsiteX13" fmla="*/ 233680 w 243840"/>
              <a:gd name="connsiteY13" fmla="*/ 203200 h 223520"/>
              <a:gd name="connsiteX14" fmla="*/ 213360 w 243840"/>
              <a:gd name="connsiteY14" fmla="*/ 223520 h 223520"/>
              <a:gd name="connsiteX15" fmla="*/ 30480 w 243840"/>
              <a:gd name="connsiteY15" fmla="*/ 223520 h 223520"/>
              <a:gd name="connsiteX16" fmla="*/ 10160 w 243840"/>
              <a:gd name="connsiteY16" fmla="*/ 203200 h 223520"/>
              <a:gd name="connsiteX17" fmla="*/ 10160 w 243840"/>
              <a:gd name="connsiteY17" fmla="*/ 71120 h 223520"/>
              <a:gd name="connsiteX18" fmla="*/ 30480 w 243840"/>
              <a:gd name="connsiteY18" fmla="*/ 71120 h 223520"/>
              <a:gd name="connsiteX19" fmla="*/ 30480 w 243840"/>
              <a:gd name="connsiteY19" fmla="*/ 203200 h 223520"/>
              <a:gd name="connsiteX20" fmla="*/ 213360 w 243840"/>
              <a:gd name="connsiteY20" fmla="*/ 203200 h 223520"/>
              <a:gd name="connsiteX21" fmla="*/ 213360 w 243840"/>
              <a:gd name="connsiteY21" fmla="*/ 71120 h 223520"/>
              <a:gd name="connsiteX22" fmla="*/ 30480 w 243840"/>
              <a:gd name="connsiteY22" fmla="*/ 71120 h 223520"/>
              <a:gd name="connsiteX23" fmla="*/ 193040 w 243840"/>
              <a:gd name="connsiteY23" fmla="*/ 111760 h 223520"/>
              <a:gd name="connsiteX24" fmla="*/ 132080 w 243840"/>
              <a:gd name="connsiteY24" fmla="*/ 111760 h 223520"/>
              <a:gd name="connsiteX25" fmla="*/ 132080 w 243840"/>
              <a:gd name="connsiteY25" fmla="*/ 91440 h 223520"/>
              <a:gd name="connsiteX26" fmla="*/ 193040 w 243840"/>
              <a:gd name="connsiteY26" fmla="*/ 91440 h 223520"/>
              <a:gd name="connsiteX27" fmla="*/ 193040 w 243840"/>
              <a:gd name="connsiteY27" fmla="*/ 111760 h 223520"/>
              <a:gd name="connsiteX28" fmla="*/ 152400 w 243840"/>
              <a:gd name="connsiteY28" fmla="*/ 142240 h 223520"/>
              <a:gd name="connsiteX29" fmla="*/ 193040 w 243840"/>
              <a:gd name="connsiteY29" fmla="*/ 142240 h 223520"/>
              <a:gd name="connsiteX30" fmla="*/ 193040 w 243840"/>
              <a:gd name="connsiteY30" fmla="*/ 121920 h 223520"/>
              <a:gd name="connsiteX31" fmla="*/ 152400 w 243840"/>
              <a:gd name="connsiteY31" fmla="*/ 121920 h 223520"/>
              <a:gd name="connsiteX32" fmla="*/ 152400 w 243840"/>
              <a:gd name="connsiteY32" fmla="*/ 1422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43840" h="223520">
                <a:moveTo>
                  <a:pt x="20320" y="50800"/>
                </a:moveTo>
                <a:lnTo>
                  <a:pt x="20320" y="20320"/>
                </a:lnTo>
                <a:lnTo>
                  <a:pt x="223520" y="20320"/>
                </a:lnTo>
                <a:lnTo>
                  <a:pt x="223520" y="50800"/>
                </a:lnTo>
                <a:lnTo>
                  <a:pt x="20320" y="50800"/>
                </a:lnTo>
                <a:close/>
                <a:moveTo>
                  <a:pt x="10160" y="71120"/>
                </a:moveTo>
                <a:cubicBezTo>
                  <a:pt x="5080" y="71120"/>
                  <a:pt x="0" y="66040"/>
                  <a:pt x="0" y="6096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233680" y="0"/>
                </a:lnTo>
                <a:cubicBezTo>
                  <a:pt x="238760" y="0"/>
                  <a:pt x="243840" y="5080"/>
                  <a:pt x="243840" y="10160"/>
                </a:cubicBezTo>
                <a:lnTo>
                  <a:pt x="243840" y="60960"/>
                </a:lnTo>
                <a:cubicBezTo>
                  <a:pt x="243840" y="66040"/>
                  <a:pt x="238760" y="71120"/>
                  <a:pt x="233680" y="71120"/>
                </a:cubicBezTo>
                <a:lnTo>
                  <a:pt x="233680" y="203200"/>
                </a:lnTo>
                <a:cubicBezTo>
                  <a:pt x="233680" y="214630"/>
                  <a:pt x="224790" y="223520"/>
                  <a:pt x="213360" y="223520"/>
                </a:cubicBezTo>
                <a:lnTo>
                  <a:pt x="30480" y="223520"/>
                </a:lnTo>
                <a:cubicBezTo>
                  <a:pt x="19050" y="223520"/>
                  <a:pt x="10160" y="214630"/>
                  <a:pt x="10160" y="203200"/>
                </a:cubicBezTo>
                <a:lnTo>
                  <a:pt x="10160" y="71120"/>
                </a:lnTo>
                <a:close/>
                <a:moveTo>
                  <a:pt x="30480" y="71120"/>
                </a:moveTo>
                <a:lnTo>
                  <a:pt x="30480" y="203200"/>
                </a:lnTo>
                <a:lnTo>
                  <a:pt x="213360" y="203200"/>
                </a:lnTo>
                <a:lnTo>
                  <a:pt x="213360" y="71120"/>
                </a:lnTo>
                <a:lnTo>
                  <a:pt x="30480" y="71120"/>
                </a:lnTo>
                <a:close/>
                <a:moveTo>
                  <a:pt x="193040" y="111760"/>
                </a:moveTo>
                <a:lnTo>
                  <a:pt x="132080" y="111760"/>
                </a:lnTo>
                <a:lnTo>
                  <a:pt x="132080" y="91440"/>
                </a:lnTo>
                <a:lnTo>
                  <a:pt x="193040" y="91440"/>
                </a:lnTo>
                <a:lnTo>
                  <a:pt x="193040" y="111760"/>
                </a:lnTo>
                <a:close/>
                <a:moveTo>
                  <a:pt x="152400" y="142240"/>
                </a:moveTo>
                <a:lnTo>
                  <a:pt x="193040" y="142240"/>
                </a:lnTo>
                <a:lnTo>
                  <a:pt x="193040" y="121920"/>
                </a:lnTo>
                <a:lnTo>
                  <a:pt x="152400" y="121920"/>
                </a:lnTo>
                <a:lnTo>
                  <a:pt x="152400" y="1422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" name="Полилиния: фигура 136">
            <a:extLst>
              <a:ext uri="{FF2B5EF4-FFF2-40B4-BE49-F238E27FC236}">
                <a16:creationId xmlns:a16="http://schemas.microsoft.com/office/drawing/2014/main" id="{B8FCCCC7-5BC4-0F37-8877-92099443F924}"/>
              </a:ext>
            </a:extLst>
          </p:cNvPr>
          <p:cNvSpPr/>
          <p:nvPr/>
        </p:nvSpPr>
        <p:spPr>
          <a:xfrm>
            <a:off x="5563847" y="3117522"/>
            <a:ext cx="290473" cy="245337"/>
          </a:xfrm>
          <a:custGeom>
            <a:avLst/>
            <a:gdLst>
              <a:gd name="connsiteX0" fmla="*/ 171450 w 290473"/>
              <a:gd name="connsiteY0" fmla="*/ 26898 h 245337"/>
              <a:gd name="connsiteX1" fmla="*/ 200660 w 290473"/>
              <a:gd name="connsiteY1" fmla="*/ 28168 h 245337"/>
              <a:gd name="connsiteX2" fmla="*/ 198120 w 290473"/>
              <a:gd name="connsiteY2" fmla="*/ 52298 h 245337"/>
              <a:gd name="connsiteX3" fmla="*/ 162560 w 290473"/>
              <a:gd name="connsiteY3" fmla="*/ 85318 h 245337"/>
              <a:gd name="connsiteX4" fmla="*/ 127000 w 290473"/>
              <a:gd name="connsiteY4" fmla="*/ 52298 h 245337"/>
              <a:gd name="connsiteX5" fmla="*/ 124460 w 290473"/>
              <a:gd name="connsiteY5" fmla="*/ 28168 h 245337"/>
              <a:gd name="connsiteX6" fmla="*/ 153670 w 290473"/>
              <a:gd name="connsiteY6" fmla="*/ 26898 h 245337"/>
              <a:gd name="connsiteX7" fmla="*/ 162560 w 290473"/>
              <a:gd name="connsiteY7" fmla="*/ 38328 h 245337"/>
              <a:gd name="connsiteX8" fmla="*/ 171450 w 290473"/>
              <a:gd name="connsiteY8" fmla="*/ 26898 h 245337"/>
              <a:gd name="connsiteX9" fmla="*/ 162560 w 290473"/>
              <a:gd name="connsiteY9" fmla="*/ 7848 h 245337"/>
              <a:gd name="connsiteX10" fmla="*/ 217170 w 290473"/>
              <a:gd name="connsiteY10" fmla="*/ 16738 h 245337"/>
              <a:gd name="connsiteX11" fmla="*/ 212090 w 290473"/>
              <a:gd name="connsiteY11" fmla="*/ 67538 h 245337"/>
              <a:gd name="connsiteX12" fmla="*/ 175260 w 290473"/>
              <a:gd name="connsiteY12" fmla="*/ 100558 h 245337"/>
              <a:gd name="connsiteX13" fmla="*/ 148590 w 290473"/>
              <a:gd name="connsiteY13" fmla="*/ 100558 h 245337"/>
              <a:gd name="connsiteX14" fmla="*/ 111760 w 290473"/>
              <a:gd name="connsiteY14" fmla="*/ 67538 h 245337"/>
              <a:gd name="connsiteX15" fmla="*/ 106680 w 290473"/>
              <a:gd name="connsiteY15" fmla="*/ 16738 h 245337"/>
              <a:gd name="connsiteX16" fmla="*/ 162560 w 290473"/>
              <a:gd name="connsiteY16" fmla="*/ 7848 h 245337"/>
              <a:gd name="connsiteX17" fmla="*/ 10160 w 290473"/>
              <a:gd name="connsiteY17" fmla="*/ 103098 h 245337"/>
              <a:gd name="connsiteX18" fmla="*/ 0 w 290473"/>
              <a:gd name="connsiteY18" fmla="*/ 113258 h 245337"/>
              <a:gd name="connsiteX19" fmla="*/ 10160 w 290473"/>
              <a:gd name="connsiteY19" fmla="*/ 123418 h 245337"/>
              <a:gd name="connsiteX20" fmla="*/ 30480 w 290473"/>
              <a:gd name="connsiteY20" fmla="*/ 123418 h 245337"/>
              <a:gd name="connsiteX21" fmla="*/ 30480 w 290473"/>
              <a:gd name="connsiteY21" fmla="*/ 153898 h 245337"/>
              <a:gd name="connsiteX22" fmla="*/ 30480 w 290473"/>
              <a:gd name="connsiteY22" fmla="*/ 153898 h 245337"/>
              <a:gd name="connsiteX23" fmla="*/ 30480 w 290473"/>
              <a:gd name="connsiteY23" fmla="*/ 209778 h 245337"/>
              <a:gd name="connsiteX24" fmla="*/ 30480 w 290473"/>
              <a:gd name="connsiteY24" fmla="*/ 225018 h 245337"/>
              <a:gd name="connsiteX25" fmla="*/ 10160 w 290473"/>
              <a:gd name="connsiteY25" fmla="*/ 225018 h 245337"/>
              <a:gd name="connsiteX26" fmla="*/ 0 w 290473"/>
              <a:gd name="connsiteY26" fmla="*/ 235178 h 245337"/>
              <a:gd name="connsiteX27" fmla="*/ 10160 w 290473"/>
              <a:gd name="connsiteY27" fmla="*/ 245338 h 245337"/>
              <a:gd name="connsiteX28" fmla="*/ 39370 w 290473"/>
              <a:gd name="connsiteY28" fmla="*/ 245338 h 245337"/>
              <a:gd name="connsiteX29" fmla="*/ 50800 w 290473"/>
              <a:gd name="connsiteY29" fmla="*/ 233908 h 245337"/>
              <a:gd name="connsiteX30" fmla="*/ 50800 w 290473"/>
              <a:gd name="connsiteY30" fmla="*/ 219938 h 245337"/>
              <a:gd name="connsiteX31" fmla="*/ 85090 w 290473"/>
              <a:gd name="connsiteY31" fmla="*/ 226288 h 245337"/>
              <a:gd name="connsiteX32" fmla="*/ 115570 w 290473"/>
              <a:gd name="connsiteY32" fmla="*/ 236448 h 245337"/>
              <a:gd name="connsiteX33" fmla="*/ 177800 w 290473"/>
              <a:gd name="connsiteY33" fmla="*/ 230098 h 245337"/>
              <a:gd name="connsiteX34" fmla="*/ 275590 w 290473"/>
              <a:gd name="connsiteY34" fmla="*/ 178028 h 245337"/>
              <a:gd name="connsiteX35" fmla="*/ 285750 w 290473"/>
              <a:gd name="connsiteY35" fmla="*/ 137388 h 245337"/>
              <a:gd name="connsiteX36" fmla="*/ 248920 w 290473"/>
              <a:gd name="connsiteY36" fmla="*/ 127228 h 245337"/>
              <a:gd name="connsiteX37" fmla="*/ 204470 w 290473"/>
              <a:gd name="connsiteY37" fmla="*/ 148818 h 245337"/>
              <a:gd name="connsiteX38" fmla="*/ 181610 w 290473"/>
              <a:gd name="connsiteY38" fmla="*/ 133578 h 245337"/>
              <a:gd name="connsiteX39" fmla="*/ 146050 w 290473"/>
              <a:gd name="connsiteY39" fmla="*/ 133578 h 245337"/>
              <a:gd name="connsiteX40" fmla="*/ 134620 w 290473"/>
              <a:gd name="connsiteY40" fmla="*/ 129768 h 245337"/>
              <a:gd name="connsiteX41" fmla="*/ 91440 w 290473"/>
              <a:gd name="connsiteY41" fmla="*/ 113258 h 245337"/>
              <a:gd name="connsiteX42" fmla="*/ 50800 w 290473"/>
              <a:gd name="connsiteY42" fmla="*/ 125958 h 245337"/>
              <a:gd name="connsiteX43" fmla="*/ 50800 w 290473"/>
              <a:gd name="connsiteY43" fmla="*/ 113258 h 245337"/>
              <a:gd name="connsiteX44" fmla="*/ 39370 w 290473"/>
              <a:gd name="connsiteY44" fmla="*/ 101828 h 245337"/>
              <a:gd name="connsiteX45" fmla="*/ 10160 w 290473"/>
              <a:gd name="connsiteY45" fmla="*/ 101828 h 245337"/>
              <a:gd name="connsiteX46" fmla="*/ 204470 w 290473"/>
              <a:gd name="connsiteY46" fmla="*/ 171678 h 245337"/>
              <a:gd name="connsiteX47" fmla="*/ 182880 w 290473"/>
              <a:gd name="connsiteY47" fmla="*/ 184378 h 245337"/>
              <a:gd name="connsiteX48" fmla="*/ 142240 w 290473"/>
              <a:gd name="connsiteY48" fmla="*/ 184378 h 245337"/>
              <a:gd name="connsiteX49" fmla="*/ 132080 w 290473"/>
              <a:gd name="connsiteY49" fmla="*/ 174218 h 245337"/>
              <a:gd name="connsiteX50" fmla="*/ 142240 w 290473"/>
              <a:gd name="connsiteY50" fmla="*/ 164058 h 245337"/>
              <a:gd name="connsiteX51" fmla="*/ 182880 w 290473"/>
              <a:gd name="connsiteY51" fmla="*/ 164058 h 245337"/>
              <a:gd name="connsiteX52" fmla="*/ 187960 w 290473"/>
              <a:gd name="connsiteY52" fmla="*/ 158978 h 245337"/>
              <a:gd name="connsiteX53" fmla="*/ 182880 w 290473"/>
              <a:gd name="connsiteY53" fmla="*/ 153898 h 245337"/>
              <a:gd name="connsiteX54" fmla="*/ 146050 w 290473"/>
              <a:gd name="connsiteY54" fmla="*/ 153898 h 245337"/>
              <a:gd name="connsiteX55" fmla="*/ 123190 w 290473"/>
              <a:gd name="connsiteY55" fmla="*/ 147548 h 245337"/>
              <a:gd name="connsiteX56" fmla="*/ 91440 w 290473"/>
              <a:gd name="connsiteY56" fmla="*/ 133578 h 245337"/>
              <a:gd name="connsiteX57" fmla="*/ 50800 w 290473"/>
              <a:gd name="connsiteY57" fmla="*/ 156438 h 245337"/>
              <a:gd name="connsiteX58" fmla="*/ 50800 w 290473"/>
              <a:gd name="connsiteY58" fmla="*/ 199618 h 245337"/>
              <a:gd name="connsiteX59" fmla="*/ 91440 w 290473"/>
              <a:gd name="connsiteY59" fmla="*/ 207238 h 245337"/>
              <a:gd name="connsiteX60" fmla="*/ 121920 w 290473"/>
              <a:gd name="connsiteY60" fmla="*/ 217398 h 245337"/>
              <a:gd name="connsiteX61" fmla="*/ 168910 w 290473"/>
              <a:gd name="connsiteY61" fmla="*/ 213588 h 245337"/>
              <a:gd name="connsiteX62" fmla="*/ 266700 w 290473"/>
              <a:gd name="connsiteY62" fmla="*/ 161518 h 245337"/>
              <a:gd name="connsiteX63" fmla="*/ 269240 w 290473"/>
              <a:gd name="connsiteY63" fmla="*/ 150088 h 245337"/>
              <a:gd name="connsiteX64" fmla="*/ 259080 w 290473"/>
              <a:gd name="connsiteY64" fmla="*/ 147548 h 245337"/>
              <a:gd name="connsiteX65" fmla="*/ 204470 w 290473"/>
              <a:gd name="connsiteY65" fmla="*/ 171678 h 245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290473" h="245337">
                <a:moveTo>
                  <a:pt x="171450" y="26898"/>
                </a:moveTo>
                <a:cubicBezTo>
                  <a:pt x="179070" y="18008"/>
                  <a:pt x="193040" y="18008"/>
                  <a:pt x="200660" y="28168"/>
                </a:cubicBezTo>
                <a:cubicBezTo>
                  <a:pt x="205740" y="35788"/>
                  <a:pt x="204470" y="45948"/>
                  <a:pt x="198120" y="52298"/>
                </a:cubicBezTo>
                <a:lnTo>
                  <a:pt x="162560" y="85318"/>
                </a:lnTo>
                <a:lnTo>
                  <a:pt x="127000" y="52298"/>
                </a:lnTo>
                <a:cubicBezTo>
                  <a:pt x="120650" y="45948"/>
                  <a:pt x="119380" y="35788"/>
                  <a:pt x="124460" y="28168"/>
                </a:cubicBezTo>
                <a:cubicBezTo>
                  <a:pt x="130810" y="18008"/>
                  <a:pt x="146050" y="18008"/>
                  <a:pt x="153670" y="26898"/>
                </a:cubicBezTo>
                <a:lnTo>
                  <a:pt x="162560" y="38328"/>
                </a:lnTo>
                <a:lnTo>
                  <a:pt x="171450" y="26898"/>
                </a:lnTo>
                <a:close/>
                <a:moveTo>
                  <a:pt x="162560" y="7848"/>
                </a:moveTo>
                <a:cubicBezTo>
                  <a:pt x="179070" y="-4852"/>
                  <a:pt x="204470" y="-2312"/>
                  <a:pt x="217170" y="16738"/>
                </a:cubicBezTo>
                <a:cubicBezTo>
                  <a:pt x="228600" y="31978"/>
                  <a:pt x="226060" y="53568"/>
                  <a:pt x="212090" y="67538"/>
                </a:cubicBezTo>
                <a:lnTo>
                  <a:pt x="175260" y="100558"/>
                </a:lnTo>
                <a:cubicBezTo>
                  <a:pt x="167640" y="106908"/>
                  <a:pt x="156210" y="106908"/>
                  <a:pt x="148590" y="100558"/>
                </a:cubicBezTo>
                <a:lnTo>
                  <a:pt x="111760" y="67538"/>
                </a:lnTo>
                <a:cubicBezTo>
                  <a:pt x="97790" y="54838"/>
                  <a:pt x="95250" y="33248"/>
                  <a:pt x="106680" y="16738"/>
                </a:cubicBezTo>
                <a:cubicBezTo>
                  <a:pt x="120650" y="-2312"/>
                  <a:pt x="144780" y="-4852"/>
                  <a:pt x="162560" y="7848"/>
                </a:cubicBezTo>
                <a:close/>
                <a:moveTo>
                  <a:pt x="10160" y="103098"/>
                </a:moveTo>
                <a:cubicBezTo>
                  <a:pt x="5080" y="103098"/>
                  <a:pt x="0" y="108178"/>
                  <a:pt x="0" y="113258"/>
                </a:cubicBezTo>
                <a:cubicBezTo>
                  <a:pt x="0" y="118338"/>
                  <a:pt x="5080" y="123418"/>
                  <a:pt x="10160" y="123418"/>
                </a:cubicBezTo>
                <a:lnTo>
                  <a:pt x="30480" y="123418"/>
                </a:lnTo>
                <a:lnTo>
                  <a:pt x="30480" y="153898"/>
                </a:lnTo>
                <a:lnTo>
                  <a:pt x="30480" y="153898"/>
                </a:lnTo>
                <a:lnTo>
                  <a:pt x="30480" y="209778"/>
                </a:lnTo>
                <a:lnTo>
                  <a:pt x="30480" y="225018"/>
                </a:lnTo>
                <a:lnTo>
                  <a:pt x="10160" y="225018"/>
                </a:lnTo>
                <a:cubicBezTo>
                  <a:pt x="5080" y="225018"/>
                  <a:pt x="0" y="230098"/>
                  <a:pt x="0" y="235178"/>
                </a:cubicBezTo>
                <a:cubicBezTo>
                  <a:pt x="0" y="240258"/>
                  <a:pt x="5080" y="245338"/>
                  <a:pt x="10160" y="245338"/>
                </a:cubicBezTo>
                <a:lnTo>
                  <a:pt x="39370" y="245338"/>
                </a:lnTo>
                <a:cubicBezTo>
                  <a:pt x="45720" y="245338"/>
                  <a:pt x="50800" y="240258"/>
                  <a:pt x="50800" y="233908"/>
                </a:cubicBezTo>
                <a:lnTo>
                  <a:pt x="50800" y="219938"/>
                </a:lnTo>
                <a:cubicBezTo>
                  <a:pt x="62230" y="221208"/>
                  <a:pt x="73660" y="222478"/>
                  <a:pt x="85090" y="226288"/>
                </a:cubicBezTo>
                <a:lnTo>
                  <a:pt x="115570" y="236448"/>
                </a:lnTo>
                <a:cubicBezTo>
                  <a:pt x="135890" y="242798"/>
                  <a:pt x="158750" y="240258"/>
                  <a:pt x="177800" y="230098"/>
                </a:cubicBezTo>
                <a:lnTo>
                  <a:pt x="275590" y="178028"/>
                </a:lnTo>
                <a:cubicBezTo>
                  <a:pt x="290830" y="170408"/>
                  <a:pt x="294640" y="151358"/>
                  <a:pt x="285750" y="137388"/>
                </a:cubicBezTo>
                <a:cubicBezTo>
                  <a:pt x="278130" y="125958"/>
                  <a:pt x="261620" y="120878"/>
                  <a:pt x="248920" y="127228"/>
                </a:cubicBezTo>
                <a:lnTo>
                  <a:pt x="204470" y="148818"/>
                </a:lnTo>
                <a:cubicBezTo>
                  <a:pt x="200660" y="139928"/>
                  <a:pt x="191770" y="133578"/>
                  <a:pt x="181610" y="133578"/>
                </a:cubicBezTo>
                <a:lnTo>
                  <a:pt x="146050" y="133578"/>
                </a:lnTo>
                <a:cubicBezTo>
                  <a:pt x="142240" y="133578"/>
                  <a:pt x="138430" y="132308"/>
                  <a:pt x="134620" y="129768"/>
                </a:cubicBezTo>
                <a:cubicBezTo>
                  <a:pt x="123190" y="122148"/>
                  <a:pt x="109220" y="113258"/>
                  <a:pt x="91440" y="113258"/>
                </a:cubicBezTo>
                <a:cubicBezTo>
                  <a:pt x="77470" y="113258"/>
                  <a:pt x="62230" y="117068"/>
                  <a:pt x="50800" y="125958"/>
                </a:cubicBezTo>
                <a:lnTo>
                  <a:pt x="50800" y="113258"/>
                </a:lnTo>
                <a:cubicBezTo>
                  <a:pt x="50800" y="106908"/>
                  <a:pt x="45720" y="101828"/>
                  <a:pt x="39370" y="101828"/>
                </a:cubicBezTo>
                <a:lnTo>
                  <a:pt x="10160" y="101828"/>
                </a:lnTo>
                <a:close/>
                <a:moveTo>
                  <a:pt x="204470" y="171678"/>
                </a:moveTo>
                <a:cubicBezTo>
                  <a:pt x="199390" y="179298"/>
                  <a:pt x="191770" y="184378"/>
                  <a:pt x="182880" y="184378"/>
                </a:cubicBezTo>
                <a:lnTo>
                  <a:pt x="142240" y="184378"/>
                </a:lnTo>
                <a:cubicBezTo>
                  <a:pt x="137160" y="184378"/>
                  <a:pt x="132080" y="179298"/>
                  <a:pt x="132080" y="174218"/>
                </a:cubicBezTo>
                <a:cubicBezTo>
                  <a:pt x="132080" y="169138"/>
                  <a:pt x="137160" y="164058"/>
                  <a:pt x="142240" y="164058"/>
                </a:cubicBezTo>
                <a:lnTo>
                  <a:pt x="182880" y="164058"/>
                </a:lnTo>
                <a:cubicBezTo>
                  <a:pt x="185420" y="164058"/>
                  <a:pt x="187960" y="161518"/>
                  <a:pt x="187960" y="158978"/>
                </a:cubicBezTo>
                <a:cubicBezTo>
                  <a:pt x="187960" y="156438"/>
                  <a:pt x="185420" y="153898"/>
                  <a:pt x="182880" y="153898"/>
                </a:cubicBezTo>
                <a:lnTo>
                  <a:pt x="146050" y="153898"/>
                </a:lnTo>
                <a:cubicBezTo>
                  <a:pt x="138430" y="153898"/>
                  <a:pt x="130810" y="151358"/>
                  <a:pt x="123190" y="147548"/>
                </a:cubicBezTo>
                <a:cubicBezTo>
                  <a:pt x="111760" y="139928"/>
                  <a:pt x="101600" y="133578"/>
                  <a:pt x="91440" y="133578"/>
                </a:cubicBezTo>
                <a:cubicBezTo>
                  <a:pt x="74930" y="133578"/>
                  <a:pt x="59690" y="141198"/>
                  <a:pt x="50800" y="156438"/>
                </a:cubicBezTo>
                <a:lnTo>
                  <a:pt x="50800" y="199618"/>
                </a:lnTo>
                <a:cubicBezTo>
                  <a:pt x="64770" y="200888"/>
                  <a:pt x="77470" y="202158"/>
                  <a:pt x="91440" y="207238"/>
                </a:cubicBezTo>
                <a:lnTo>
                  <a:pt x="121920" y="217398"/>
                </a:lnTo>
                <a:cubicBezTo>
                  <a:pt x="137160" y="222478"/>
                  <a:pt x="154940" y="221208"/>
                  <a:pt x="168910" y="213588"/>
                </a:cubicBezTo>
                <a:lnTo>
                  <a:pt x="266700" y="161518"/>
                </a:lnTo>
                <a:cubicBezTo>
                  <a:pt x="270510" y="158978"/>
                  <a:pt x="271780" y="153898"/>
                  <a:pt x="269240" y="150088"/>
                </a:cubicBezTo>
                <a:cubicBezTo>
                  <a:pt x="266700" y="146278"/>
                  <a:pt x="262890" y="145008"/>
                  <a:pt x="259080" y="147548"/>
                </a:cubicBezTo>
                <a:lnTo>
                  <a:pt x="204470" y="17167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7" name="Рисунок 2">
            <a:extLst>
              <a:ext uri="{FF2B5EF4-FFF2-40B4-BE49-F238E27FC236}">
                <a16:creationId xmlns:a16="http://schemas.microsoft.com/office/drawing/2014/main" id="{A874F806-84C4-219A-EA77-142A6D741D03}"/>
              </a:ext>
            </a:extLst>
          </p:cNvPr>
          <p:cNvGrpSpPr/>
          <p:nvPr/>
        </p:nvGrpSpPr>
        <p:grpSpPr>
          <a:xfrm>
            <a:off x="7824447" y="3107590"/>
            <a:ext cx="244086" cy="264160"/>
            <a:chOff x="7956550" y="3051810"/>
            <a:chExt cx="244086" cy="264160"/>
          </a:xfrm>
          <a:solidFill>
            <a:schemeClr val="bg1"/>
          </a:solidFill>
        </p:grpSpPr>
        <p:sp>
          <p:nvSpPr>
            <p:cNvPr id="118" name="Полилиния: фигура 145">
              <a:extLst>
                <a:ext uri="{FF2B5EF4-FFF2-40B4-BE49-F238E27FC236}">
                  <a16:creationId xmlns:a16="http://schemas.microsoft.com/office/drawing/2014/main" id="{D87BDBF8-DBD0-B9E6-C44E-059C5B8242CD}"/>
                </a:ext>
              </a:extLst>
            </p:cNvPr>
            <p:cNvSpPr/>
            <p:nvPr/>
          </p:nvSpPr>
          <p:spPr>
            <a:xfrm>
              <a:off x="8001000" y="3051810"/>
              <a:ext cx="71119" cy="71119"/>
            </a:xfrm>
            <a:custGeom>
              <a:avLst/>
              <a:gdLst>
                <a:gd name="connsiteX0" fmla="*/ 35560 w 71119"/>
                <a:gd name="connsiteY0" fmla="*/ 0 h 71119"/>
                <a:gd name="connsiteX1" fmla="*/ 0 w 71119"/>
                <a:gd name="connsiteY1" fmla="*/ 35560 h 71119"/>
                <a:gd name="connsiteX2" fmla="*/ 35560 w 71119"/>
                <a:gd name="connsiteY2" fmla="*/ 71120 h 71119"/>
                <a:gd name="connsiteX3" fmla="*/ 71120 w 71119"/>
                <a:gd name="connsiteY3" fmla="*/ 35560 h 71119"/>
                <a:gd name="connsiteX4" fmla="*/ 35560 w 71119"/>
                <a:gd name="connsiteY4" fmla="*/ 0 h 71119"/>
                <a:gd name="connsiteX5" fmla="*/ 20320 w 71119"/>
                <a:gd name="connsiteY5" fmla="*/ 35560 h 71119"/>
                <a:gd name="connsiteX6" fmla="*/ 35560 w 71119"/>
                <a:gd name="connsiteY6" fmla="*/ 20320 h 71119"/>
                <a:gd name="connsiteX7" fmla="*/ 50800 w 71119"/>
                <a:gd name="connsiteY7" fmla="*/ 35560 h 71119"/>
                <a:gd name="connsiteX8" fmla="*/ 35560 w 71119"/>
                <a:gd name="connsiteY8" fmla="*/ 50800 h 71119"/>
                <a:gd name="connsiteX9" fmla="*/ 20320 w 71119"/>
                <a:gd name="connsiteY9" fmla="*/ 35560 h 71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119" h="71119">
                  <a:moveTo>
                    <a:pt x="35560" y="0"/>
                  </a:moveTo>
                  <a:cubicBezTo>
                    <a:pt x="16510" y="0"/>
                    <a:pt x="0" y="16510"/>
                    <a:pt x="0" y="35560"/>
                  </a:cubicBezTo>
                  <a:cubicBezTo>
                    <a:pt x="0" y="54610"/>
                    <a:pt x="16510" y="71120"/>
                    <a:pt x="35560" y="71120"/>
                  </a:cubicBezTo>
                  <a:cubicBezTo>
                    <a:pt x="54610" y="71120"/>
                    <a:pt x="71120" y="54610"/>
                    <a:pt x="71120" y="35560"/>
                  </a:cubicBezTo>
                  <a:cubicBezTo>
                    <a:pt x="71120" y="16510"/>
                    <a:pt x="55880" y="0"/>
                    <a:pt x="35560" y="0"/>
                  </a:cubicBezTo>
                  <a:close/>
                  <a:moveTo>
                    <a:pt x="20320" y="35560"/>
                  </a:moveTo>
                  <a:cubicBezTo>
                    <a:pt x="20320" y="26670"/>
                    <a:pt x="26670" y="20320"/>
                    <a:pt x="35560" y="20320"/>
                  </a:cubicBezTo>
                  <a:cubicBezTo>
                    <a:pt x="44450" y="20320"/>
                    <a:pt x="50800" y="26670"/>
                    <a:pt x="50800" y="35560"/>
                  </a:cubicBezTo>
                  <a:cubicBezTo>
                    <a:pt x="50800" y="44450"/>
                    <a:pt x="44450" y="50800"/>
                    <a:pt x="35560" y="50800"/>
                  </a:cubicBezTo>
                  <a:cubicBezTo>
                    <a:pt x="26670" y="50800"/>
                    <a:pt x="20320" y="44450"/>
                    <a:pt x="20320" y="35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0" name="Полилиния: фигура 146">
              <a:extLst>
                <a:ext uri="{FF2B5EF4-FFF2-40B4-BE49-F238E27FC236}">
                  <a16:creationId xmlns:a16="http://schemas.microsoft.com/office/drawing/2014/main" id="{A44C3F2A-C5AE-9E3B-9E34-251160B5623D}"/>
                </a:ext>
              </a:extLst>
            </p:cNvPr>
            <p:cNvSpPr/>
            <p:nvPr/>
          </p:nvSpPr>
          <p:spPr>
            <a:xfrm>
              <a:off x="7956550" y="3155950"/>
              <a:ext cx="161290" cy="160020"/>
            </a:xfrm>
            <a:custGeom>
              <a:avLst/>
              <a:gdLst>
                <a:gd name="connsiteX0" fmla="*/ 63500 w 161290"/>
                <a:gd name="connsiteY0" fmla="*/ 0 h 160020"/>
                <a:gd name="connsiteX1" fmla="*/ 0 w 161290"/>
                <a:gd name="connsiteY1" fmla="*/ 78740 h 160020"/>
                <a:gd name="connsiteX2" fmla="*/ 81280 w 161290"/>
                <a:gd name="connsiteY2" fmla="*/ 160020 h 160020"/>
                <a:gd name="connsiteX3" fmla="*/ 161290 w 161290"/>
                <a:gd name="connsiteY3" fmla="*/ 88900 h 160020"/>
                <a:gd name="connsiteX4" fmla="*/ 140970 w 161290"/>
                <a:gd name="connsiteY4" fmla="*/ 88900 h 160020"/>
                <a:gd name="connsiteX5" fmla="*/ 81280 w 161290"/>
                <a:gd name="connsiteY5" fmla="*/ 139700 h 160020"/>
                <a:gd name="connsiteX6" fmla="*/ 20320 w 161290"/>
                <a:gd name="connsiteY6" fmla="*/ 78740 h 160020"/>
                <a:gd name="connsiteX7" fmla="*/ 69850 w 161290"/>
                <a:gd name="connsiteY7" fmla="*/ 19050 h 160020"/>
                <a:gd name="connsiteX8" fmla="*/ 63500 w 161290"/>
                <a:gd name="connsiteY8" fmla="*/ 0 h 160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1290" h="160020">
                  <a:moveTo>
                    <a:pt x="63500" y="0"/>
                  </a:moveTo>
                  <a:cubicBezTo>
                    <a:pt x="26670" y="7620"/>
                    <a:pt x="0" y="40640"/>
                    <a:pt x="0" y="78740"/>
                  </a:cubicBezTo>
                  <a:cubicBezTo>
                    <a:pt x="0" y="123190"/>
                    <a:pt x="36830" y="160020"/>
                    <a:pt x="81280" y="160020"/>
                  </a:cubicBezTo>
                  <a:cubicBezTo>
                    <a:pt x="123190" y="160020"/>
                    <a:pt x="156210" y="129540"/>
                    <a:pt x="161290" y="88900"/>
                  </a:cubicBezTo>
                  <a:lnTo>
                    <a:pt x="140970" y="88900"/>
                  </a:lnTo>
                  <a:cubicBezTo>
                    <a:pt x="135890" y="118110"/>
                    <a:pt x="110490" y="139700"/>
                    <a:pt x="81280" y="139700"/>
                  </a:cubicBezTo>
                  <a:cubicBezTo>
                    <a:pt x="48260" y="139700"/>
                    <a:pt x="20320" y="113030"/>
                    <a:pt x="20320" y="78740"/>
                  </a:cubicBezTo>
                  <a:cubicBezTo>
                    <a:pt x="20320" y="49530"/>
                    <a:pt x="41910" y="24130"/>
                    <a:pt x="69850" y="19050"/>
                  </a:cubicBezTo>
                  <a:lnTo>
                    <a:pt x="6350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1" name="Полилиния: фигура 147">
              <a:extLst>
                <a:ext uri="{FF2B5EF4-FFF2-40B4-BE49-F238E27FC236}">
                  <a16:creationId xmlns:a16="http://schemas.microsoft.com/office/drawing/2014/main" id="{F4CA7077-382C-9F96-1D18-8972B701D7EC}"/>
                </a:ext>
              </a:extLst>
            </p:cNvPr>
            <p:cNvSpPr/>
            <p:nvPr/>
          </p:nvSpPr>
          <p:spPr>
            <a:xfrm>
              <a:off x="8037552" y="3134036"/>
              <a:ext cx="163083" cy="170747"/>
            </a:xfrm>
            <a:custGeom>
              <a:avLst/>
              <a:gdLst>
                <a:gd name="connsiteX0" fmla="*/ 6628 w 163083"/>
                <a:gd name="connsiteY0" fmla="*/ 324 h 170747"/>
                <a:gd name="connsiteX1" fmla="*/ 19328 w 163083"/>
                <a:gd name="connsiteY1" fmla="*/ 6674 h 170747"/>
                <a:gd name="connsiteX2" fmla="*/ 25678 w 163083"/>
                <a:gd name="connsiteY2" fmla="*/ 29534 h 170747"/>
                <a:gd name="connsiteX3" fmla="*/ 75208 w 163083"/>
                <a:gd name="connsiteY3" fmla="*/ 29534 h 170747"/>
                <a:gd name="connsiteX4" fmla="*/ 85367 w 163083"/>
                <a:gd name="connsiteY4" fmla="*/ 39694 h 170747"/>
                <a:gd name="connsiteX5" fmla="*/ 75208 w 163083"/>
                <a:gd name="connsiteY5" fmla="*/ 49854 h 170747"/>
                <a:gd name="connsiteX6" fmla="*/ 32028 w 163083"/>
                <a:gd name="connsiteY6" fmla="*/ 49854 h 170747"/>
                <a:gd name="connsiteX7" fmla="*/ 38378 w 163083"/>
                <a:gd name="connsiteY7" fmla="*/ 70174 h 170747"/>
                <a:gd name="connsiteX8" fmla="*/ 94258 w 163083"/>
                <a:gd name="connsiteY8" fmla="*/ 70174 h 170747"/>
                <a:gd name="connsiteX9" fmla="*/ 113308 w 163083"/>
                <a:gd name="connsiteY9" fmla="*/ 82874 h 170747"/>
                <a:gd name="connsiteX10" fmla="*/ 138708 w 163083"/>
                <a:gd name="connsiteY10" fmla="*/ 148914 h 170747"/>
                <a:gd name="connsiteX11" fmla="*/ 150138 w 163083"/>
                <a:gd name="connsiteY11" fmla="*/ 146373 h 170747"/>
                <a:gd name="connsiteX12" fmla="*/ 162838 w 163083"/>
                <a:gd name="connsiteY12" fmla="*/ 153994 h 170747"/>
                <a:gd name="connsiteX13" fmla="*/ 155217 w 163083"/>
                <a:gd name="connsiteY13" fmla="*/ 166694 h 170747"/>
                <a:gd name="connsiteX14" fmla="*/ 138708 w 163083"/>
                <a:gd name="connsiteY14" fmla="*/ 170504 h 170747"/>
                <a:gd name="connsiteX15" fmla="*/ 120928 w 163083"/>
                <a:gd name="connsiteY15" fmla="*/ 161614 h 170747"/>
                <a:gd name="connsiteX16" fmla="*/ 94258 w 163083"/>
                <a:gd name="connsiteY16" fmla="*/ 91764 h 170747"/>
                <a:gd name="connsiteX17" fmla="*/ 38378 w 163083"/>
                <a:gd name="connsiteY17" fmla="*/ 91764 h 170747"/>
                <a:gd name="connsiteX18" fmla="*/ 19328 w 163083"/>
                <a:gd name="connsiteY18" fmla="*/ 76524 h 170747"/>
                <a:gd name="connsiteX19" fmla="*/ 1548 w 163083"/>
                <a:gd name="connsiteY19" fmla="*/ 13024 h 170747"/>
                <a:gd name="connsiteX20" fmla="*/ 6628 w 163083"/>
                <a:gd name="connsiteY20" fmla="*/ 324 h 17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083" h="170747">
                  <a:moveTo>
                    <a:pt x="6628" y="324"/>
                  </a:moveTo>
                  <a:cubicBezTo>
                    <a:pt x="11708" y="-946"/>
                    <a:pt x="18058" y="1594"/>
                    <a:pt x="19328" y="6674"/>
                  </a:cubicBezTo>
                  <a:lnTo>
                    <a:pt x="25678" y="29534"/>
                  </a:lnTo>
                  <a:lnTo>
                    <a:pt x="75208" y="29534"/>
                  </a:lnTo>
                  <a:cubicBezTo>
                    <a:pt x="80288" y="29534"/>
                    <a:pt x="85367" y="34614"/>
                    <a:pt x="85367" y="39694"/>
                  </a:cubicBezTo>
                  <a:cubicBezTo>
                    <a:pt x="85367" y="44774"/>
                    <a:pt x="80288" y="49854"/>
                    <a:pt x="75208" y="49854"/>
                  </a:cubicBezTo>
                  <a:lnTo>
                    <a:pt x="32028" y="49854"/>
                  </a:lnTo>
                  <a:lnTo>
                    <a:pt x="38378" y="70174"/>
                  </a:lnTo>
                  <a:lnTo>
                    <a:pt x="94258" y="70174"/>
                  </a:lnTo>
                  <a:cubicBezTo>
                    <a:pt x="103148" y="70174"/>
                    <a:pt x="110767" y="75254"/>
                    <a:pt x="113308" y="82874"/>
                  </a:cubicBezTo>
                  <a:lnTo>
                    <a:pt x="138708" y="148914"/>
                  </a:lnTo>
                  <a:lnTo>
                    <a:pt x="150138" y="146373"/>
                  </a:lnTo>
                  <a:cubicBezTo>
                    <a:pt x="155217" y="145104"/>
                    <a:pt x="161567" y="148914"/>
                    <a:pt x="162838" y="153994"/>
                  </a:cubicBezTo>
                  <a:cubicBezTo>
                    <a:pt x="164108" y="159073"/>
                    <a:pt x="160298" y="165423"/>
                    <a:pt x="155217" y="166694"/>
                  </a:cubicBezTo>
                  <a:lnTo>
                    <a:pt x="138708" y="170504"/>
                  </a:lnTo>
                  <a:cubicBezTo>
                    <a:pt x="131088" y="171773"/>
                    <a:pt x="123467" y="167964"/>
                    <a:pt x="120928" y="161614"/>
                  </a:cubicBezTo>
                  <a:lnTo>
                    <a:pt x="94258" y="91764"/>
                  </a:lnTo>
                  <a:lnTo>
                    <a:pt x="38378" y="91764"/>
                  </a:lnTo>
                  <a:cubicBezTo>
                    <a:pt x="29488" y="91764"/>
                    <a:pt x="21867" y="85414"/>
                    <a:pt x="19328" y="76524"/>
                  </a:cubicBezTo>
                  <a:lnTo>
                    <a:pt x="1548" y="13024"/>
                  </a:lnTo>
                  <a:cubicBezTo>
                    <a:pt x="-2262" y="6674"/>
                    <a:pt x="1548" y="1594"/>
                    <a:pt x="6628" y="32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22" name="Полилиния: фигура 148">
            <a:extLst>
              <a:ext uri="{FF2B5EF4-FFF2-40B4-BE49-F238E27FC236}">
                <a16:creationId xmlns:a16="http://schemas.microsoft.com/office/drawing/2014/main" id="{F905EE77-8D96-9059-5C98-08CF4270A062}"/>
              </a:ext>
            </a:extLst>
          </p:cNvPr>
          <p:cNvSpPr/>
          <p:nvPr/>
        </p:nvSpPr>
        <p:spPr>
          <a:xfrm>
            <a:off x="8368006" y="3127909"/>
            <a:ext cx="273050" cy="223520"/>
          </a:xfrm>
          <a:custGeom>
            <a:avLst/>
            <a:gdLst>
              <a:gd name="connsiteX0" fmla="*/ 191770 w 273050"/>
              <a:gd name="connsiteY0" fmla="*/ 0 h 223520"/>
              <a:gd name="connsiteX1" fmla="*/ 151130 w 273050"/>
              <a:gd name="connsiteY1" fmla="*/ 40640 h 223520"/>
              <a:gd name="connsiteX2" fmla="*/ 151130 w 273050"/>
              <a:gd name="connsiteY2" fmla="*/ 50800 h 223520"/>
              <a:gd name="connsiteX3" fmla="*/ 191770 w 273050"/>
              <a:gd name="connsiteY3" fmla="*/ 91440 h 223520"/>
              <a:gd name="connsiteX4" fmla="*/ 232410 w 273050"/>
              <a:gd name="connsiteY4" fmla="*/ 50800 h 223520"/>
              <a:gd name="connsiteX5" fmla="*/ 232410 w 273050"/>
              <a:gd name="connsiteY5" fmla="*/ 40640 h 223520"/>
              <a:gd name="connsiteX6" fmla="*/ 191770 w 273050"/>
              <a:gd name="connsiteY6" fmla="*/ 0 h 223520"/>
              <a:gd name="connsiteX7" fmla="*/ 171450 w 273050"/>
              <a:gd name="connsiteY7" fmla="*/ 40640 h 223520"/>
              <a:gd name="connsiteX8" fmla="*/ 191770 w 273050"/>
              <a:gd name="connsiteY8" fmla="*/ 20320 h 223520"/>
              <a:gd name="connsiteX9" fmla="*/ 212090 w 273050"/>
              <a:gd name="connsiteY9" fmla="*/ 40640 h 223520"/>
              <a:gd name="connsiteX10" fmla="*/ 212090 w 273050"/>
              <a:gd name="connsiteY10" fmla="*/ 50800 h 223520"/>
              <a:gd name="connsiteX11" fmla="*/ 191770 w 273050"/>
              <a:gd name="connsiteY11" fmla="*/ 71120 h 223520"/>
              <a:gd name="connsiteX12" fmla="*/ 171450 w 273050"/>
              <a:gd name="connsiteY12" fmla="*/ 50800 h 223520"/>
              <a:gd name="connsiteX13" fmla="*/ 171450 w 273050"/>
              <a:gd name="connsiteY13" fmla="*/ 40640 h 223520"/>
              <a:gd name="connsiteX14" fmla="*/ 81280 w 273050"/>
              <a:gd name="connsiteY14" fmla="*/ 20320 h 223520"/>
              <a:gd name="connsiteX15" fmla="*/ 40640 w 273050"/>
              <a:gd name="connsiteY15" fmla="*/ 60960 h 223520"/>
              <a:gd name="connsiteX16" fmla="*/ 40640 w 273050"/>
              <a:gd name="connsiteY16" fmla="*/ 71120 h 223520"/>
              <a:gd name="connsiteX17" fmla="*/ 81280 w 273050"/>
              <a:gd name="connsiteY17" fmla="*/ 111760 h 223520"/>
              <a:gd name="connsiteX18" fmla="*/ 121920 w 273050"/>
              <a:gd name="connsiteY18" fmla="*/ 71120 h 223520"/>
              <a:gd name="connsiteX19" fmla="*/ 121920 w 273050"/>
              <a:gd name="connsiteY19" fmla="*/ 60960 h 223520"/>
              <a:gd name="connsiteX20" fmla="*/ 81280 w 273050"/>
              <a:gd name="connsiteY20" fmla="*/ 20320 h 223520"/>
              <a:gd name="connsiteX21" fmla="*/ 60960 w 273050"/>
              <a:gd name="connsiteY21" fmla="*/ 60960 h 223520"/>
              <a:gd name="connsiteX22" fmla="*/ 81280 w 273050"/>
              <a:gd name="connsiteY22" fmla="*/ 40640 h 223520"/>
              <a:gd name="connsiteX23" fmla="*/ 101600 w 273050"/>
              <a:gd name="connsiteY23" fmla="*/ 60960 h 223520"/>
              <a:gd name="connsiteX24" fmla="*/ 101600 w 273050"/>
              <a:gd name="connsiteY24" fmla="*/ 71120 h 223520"/>
              <a:gd name="connsiteX25" fmla="*/ 81280 w 273050"/>
              <a:gd name="connsiteY25" fmla="*/ 91440 h 223520"/>
              <a:gd name="connsiteX26" fmla="*/ 60960 w 273050"/>
              <a:gd name="connsiteY26" fmla="*/ 71120 h 223520"/>
              <a:gd name="connsiteX27" fmla="*/ 60960 w 273050"/>
              <a:gd name="connsiteY27" fmla="*/ 60960 h 223520"/>
              <a:gd name="connsiteX28" fmla="*/ 0 w 273050"/>
              <a:gd name="connsiteY28" fmla="*/ 191770 h 223520"/>
              <a:gd name="connsiteX29" fmla="*/ 59690 w 273050"/>
              <a:gd name="connsiteY29" fmla="*/ 132080 h 223520"/>
              <a:gd name="connsiteX30" fmla="*/ 102870 w 273050"/>
              <a:gd name="connsiteY30" fmla="*/ 132080 h 223520"/>
              <a:gd name="connsiteX31" fmla="*/ 162560 w 273050"/>
              <a:gd name="connsiteY31" fmla="*/ 191770 h 223520"/>
              <a:gd name="connsiteX32" fmla="*/ 130810 w 273050"/>
              <a:gd name="connsiteY32" fmla="*/ 223520 h 223520"/>
              <a:gd name="connsiteX33" fmla="*/ 31750 w 273050"/>
              <a:gd name="connsiteY33" fmla="*/ 223520 h 223520"/>
              <a:gd name="connsiteX34" fmla="*/ 0 w 273050"/>
              <a:gd name="connsiteY34" fmla="*/ 191770 h 223520"/>
              <a:gd name="connsiteX35" fmla="*/ 59690 w 273050"/>
              <a:gd name="connsiteY35" fmla="*/ 152400 h 223520"/>
              <a:gd name="connsiteX36" fmla="*/ 20320 w 273050"/>
              <a:gd name="connsiteY36" fmla="*/ 191770 h 223520"/>
              <a:gd name="connsiteX37" fmla="*/ 31750 w 273050"/>
              <a:gd name="connsiteY37" fmla="*/ 203200 h 223520"/>
              <a:gd name="connsiteX38" fmla="*/ 130810 w 273050"/>
              <a:gd name="connsiteY38" fmla="*/ 203200 h 223520"/>
              <a:gd name="connsiteX39" fmla="*/ 142240 w 273050"/>
              <a:gd name="connsiteY39" fmla="*/ 191770 h 223520"/>
              <a:gd name="connsiteX40" fmla="*/ 102870 w 273050"/>
              <a:gd name="connsiteY40" fmla="*/ 152400 h 223520"/>
              <a:gd name="connsiteX41" fmla="*/ 59690 w 273050"/>
              <a:gd name="connsiteY41" fmla="*/ 152400 h 223520"/>
              <a:gd name="connsiteX42" fmla="*/ 171450 w 273050"/>
              <a:gd name="connsiteY42" fmla="*/ 111760 h 223520"/>
              <a:gd name="connsiteX43" fmla="*/ 161290 w 273050"/>
              <a:gd name="connsiteY43" fmla="*/ 121920 h 223520"/>
              <a:gd name="connsiteX44" fmla="*/ 171450 w 273050"/>
              <a:gd name="connsiteY44" fmla="*/ 132080 h 223520"/>
              <a:gd name="connsiteX45" fmla="*/ 213360 w 273050"/>
              <a:gd name="connsiteY45" fmla="*/ 132080 h 223520"/>
              <a:gd name="connsiteX46" fmla="*/ 252730 w 273050"/>
              <a:gd name="connsiteY46" fmla="*/ 171450 h 223520"/>
              <a:gd name="connsiteX47" fmla="*/ 241300 w 273050"/>
              <a:gd name="connsiteY47" fmla="*/ 182880 h 223520"/>
              <a:gd name="connsiteX48" fmla="*/ 201930 w 273050"/>
              <a:gd name="connsiteY48" fmla="*/ 182880 h 223520"/>
              <a:gd name="connsiteX49" fmla="*/ 191770 w 273050"/>
              <a:gd name="connsiteY49" fmla="*/ 193040 h 223520"/>
              <a:gd name="connsiteX50" fmla="*/ 201930 w 273050"/>
              <a:gd name="connsiteY50" fmla="*/ 203200 h 223520"/>
              <a:gd name="connsiteX51" fmla="*/ 241300 w 273050"/>
              <a:gd name="connsiteY51" fmla="*/ 203200 h 223520"/>
              <a:gd name="connsiteX52" fmla="*/ 273050 w 273050"/>
              <a:gd name="connsiteY52" fmla="*/ 171450 h 223520"/>
              <a:gd name="connsiteX53" fmla="*/ 213360 w 273050"/>
              <a:gd name="connsiteY53" fmla="*/ 111760 h 223520"/>
              <a:gd name="connsiteX54" fmla="*/ 171450 w 273050"/>
              <a:gd name="connsiteY54" fmla="*/ 11176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73050" h="223520">
                <a:moveTo>
                  <a:pt x="191770" y="0"/>
                </a:moveTo>
                <a:cubicBezTo>
                  <a:pt x="168910" y="0"/>
                  <a:pt x="151130" y="17780"/>
                  <a:pt x="151130" y="40640"/>
                </a:cubicBezTo>
                <a:lnTo>
                  <a:pt x="151130" y="50800"/>
                </a:lnTo>
                <a:cubicBezTo>
                  <a:pt x="151130" y="73660"/>
                  <a:pt x="168910" y="91440"/>
                  <a:pt x="191770" y="91440"/>
                </a:cubicBezTo>
                <a:cubicBezTo>
                  <a:pt x="214630" y="91440"/>
                  <a:pt x="232410" y="73660"/>
                  <a:pt x="232410" y="50800"/>
                </a:cubicBezTo>
                <a:lnTo>
                  <a:pt x="232410" y="40640"/>
                </a:lnTo>
                <a:cubicBezTo>
                  <a:pt x="232410" y="19050"/>
                  <a:pt x="214630" y="0"/>
                  <a:pt x="191770" y="0"/>
                </a:cubicBezTo>
                <a:close/>
                <a:moveTo>
                  <a:pt x="171450" y="40640"/>
                </a:moveTo>
                <a:cubicBezTo>
                  <a:pt x="171450" y="29210"/>
                  <a:pt x="180340" y="20320"/>
                  <a:pt x="191770" y="20320"/>
                </a:cubicBezTo>
                <a:cubicBezTo>
                  <a:pt x="203200" y="20320"/>
                  <a:pt x="212090" y="29210"/>
                  <a:pt x="212090" y="40640"/>
                </a:cubicBezTo>
                <a:lnTo>
                  <a:pt x="212090" y="50800"/>
                </a:lnTo>
                <a:cubicBezTo>
                  <a:pt x="212090" y="62230"/>
                  <a:pt x="203200" y="71120"/>
                  <a:pt x="191770" y="71120"/>
                </a:cubicBezTo>
                <a:cubicBezTo>
                  <a:pt x="180340" y="71120"/>
                  <a:pt x="171450" y="62230"/>
                  <a:pt x="171450" y="50800"/>
                </a:cubicBezTo>
                <a:lnTo>
                  <a:pt x="171450" y="40640"/>
                </a:lnTo>
                <a:close/>
                <a:moveTo>
                  <a:pt x="81280" y="20320"/>
                </a:moveTo>
                <a:cubicBezTo>
                  <a:pt x="58420" y="20320"/>
                  <a:pt x="40640" y="38100"/>
                  <a:pt x="40640" y="60960"/>
                </a:cubicBezTo>
                <a:lnTo>
                  <a:pt x="40640" y="71120"/>
                </a:lnTo>
                <a:cubicBezTo>
                  <a:pt x="40640" y="93980"/>
                  <a:pt x="58420" y="111760"/>
                  <a:pt x="81280" y="111760"/>
                </a:cubicBezTo>
                <a:cubicBezTo>
                  <a:pt x="104140" y="111760"/>
                  <a:pt x="121920" y="93980"/>
                  <a:pt x="121920" y="71120"/>
                </a:cubicBezTo>
                <a:lnTo>
                  <a:pt x="121920" y="60960"/>
                </a:lnTo>
                <a:cubicBezTo>
                  <a:pt x="120650" y="39370"/>
                  <a:pt x="102870" y="20320"/>
                  <a:pt x="81280" y="20320"/>
                </a:cubicBezTo>
                <a:close/>
                <a:moveTo>
                  <a:pt x="60960" y="60960"/>
                </a:moveTo>
                <a:cubicBezTo>
                  <a:pt x="60960" y="49530"/>
                  <a:pt x="69850" y="40640"/>
                  <a:pt x="81280" y="40640"/>
                </a:cubicBezTo>
                <a:cubicBezTo>
                  <a:pt x="92710" y="40640"/>
                  <a:pt x="101600" y="49530"/>
                  <a:pt x="101600" y="60960"/>
                </a:cubicBezTo>
                <a:lnTo>
                  <a:pt x="101600" y="71120"/>
                </a:lnTo>
                <a:cubicBezTo>
                  <a:pt x="101600" y="82550"/>
                  <a:pt x="92710" y="91440"/>
                  <a:pt x="81280" y="91440"/>
                </a:cubicBezTo>
                <a:cubicBezTo>
                  <a:pt x="69850" y="91440"/>
                  <a:pt x="60960" y="82550"/>
                  <a:pt x="60960" y="71120"/>
                </a:cubicBezTo>
                <a:lnTo>
                  <a:pt x="60960" y="60960"/>
                </a:lnTo>
                <a:close/>
                <a:moveTo>
                  <a:pt x="0" y="191770"/>
                </a:moveTo>
                <a:cubicBezTo>
                  <a:pt x="0" y="158750"/>
                  <a:pt x="26670" y="132080"/>
                  <a:pt x="59690" y="132080"/>
                </a:cubicBezTo>
                <a:lnTo>
                  <a:pt x="102870" y="132080"/>
                </a:lnTo>
                <a:cubicBezTo>
                  <a:pt x="135890" y="132080"/>
                  <a:pt x="162560" y="158750"/>
                  <a:pt x="162560" y="191770"/>
                </a:cubicBezTo>
                <a:cubicBezTo>
                  <a:pt x="162560" y="209550"/>
                  <a:pt x="148590" y="223520"/>
                  <a:pt x="130810" y="223520"/>
                </a:cubicBezTo>
                <a:lnTo>
                  <a:pt x="31750" y="223520"/>
                </a:lnTo>
                <a:cubicBezTo>
                  <a:pt x="13970" y="223520"/>
                  <a:pt x="0" y="209550"/>
                  <a:pt x="0" y="191770"/>
                </a:cubicBezTo>
                <a:close/>
                <a:moveTo>
                  <a:pt x="59690" y="152400"/>
                </a:moveTo>
                <a:cubicBezTo>
                  <a:pt x="38100" y="152400"/>
                  <a:pt x="20320" y="170180"/>
                  <a:pt x="20320" y="191770"/>
                </a:cubicBezTo>
                <a:cubicBezTo>
                  <a:pt x="20320" y="198120"/>
                  <a:pt x="25400" y="203200"/>
                  <a:pt x="31750" y="203200"/>
                </a:cubicBezTo>
                <a:lnTo>
                  <a:pt x="130810" y="203200"/>
                </a:lnTo>
                <a:cubicBezTo>
                  <a:pt x="137160" y="203200"/>
                  <a:pt x="142240" y="198120"/>
                  <a:pt x="142240" y="191770"/>
                </a:cubicBezTo>
                <a:cubicBezTo>
                  <a:pt x="142240" y="170180"/>
                  <a:pt x="124460" y="152400"/>
                  <a:pt x="102870" y="152400"/>
                </a:cubicBezTo>
                <a:lnTo>
                  <a:pt x="59690" y="152400"/>
                </a:lnTo>
                <a:close/>
                <a:moveTo>
                  <a:pt x="171450" y="111760"/>
                </a:moveTo>
                <a:cubicBezTo>
                  <a:pt x="166370" y="111760"/>
                  <a:pt x="161290" y="116840"/>
                  <a:pt x="161290" y="121920"/>
                </a:cubicBezTo>
                <a:cubicBezTo>
                  <a:pt x="161290" y="127000"/>
                  <a:pt x="166370" y="132080"/>
                  <a:pt x="171450" y="132080"/>
                </a:cubicBezTo>
                <a:lnTo>
                  <a:pt x="213360" y="132080"/>
                </a:lnTo>
                <a:cubicBezTo>
                  <a:pt x="234950" y="132080"/>
                  <a:pt x="252730" y="149860"/>
                  <a:pt x="252730" y="171450"/>
                </a:cubicBezTo>
                <a:cubicBezTo>
                  <a:pt x="252730" y="177800"/>
                  <a:pt x="247650" y="182880"/>
                  <a:pt x="241300" y="182880"/>
                </a:cubicBezTo>
                <a:lnTo>
                  <a:pt x="201930" y="182880"/>
                </a:lnTo>
                <a:cubicBezTo>
                  <a:pt x="196850" y="182880"/>
                  <a:pt x="191770" y="187960"/>
                  <a:pt x="191770" y="193040"/>
                </a:cubicBezTo>
                <a:cubicBezTo>
                  <a:pt x="191770" y="198120"/>
                  <a:pt x="196850" y="203200"/>
                  <a:pt x="201930" y="203200"/>
                </a:cubicBezTo>
                <a:lnTo>
                  <a:pt x="241300" y="203200"/>
                </a:lnTo>
                <a:cubicBezTo>
                  <a:pt x="259080" y="203200"/>
                  <a:pt x="273050" y="189230"/>
                  <a:pt x="273050" y="171450"/>
                </a:cubicBezTo>
                <a:cubicBezTo>
                  <a:pt x="273050" y="138430"/>
                  <a:pt x="246380" y="111760"/>
                  <a:pt x="213360" y="111760"/>
                </a:cubicBezTo>
                <a:lnTo>
                  <a:pt x="171450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3" name="Полилиния: фигура 151">
            <a:extLst>
              <a:ext uri="{FF2B5EF4-FFF2-40B4-BE49-F238E27FC236}">
                <a16:creationId xmlns:a16="http://schemas.microsoft.com/office/drawing/2014/main" id="{88AC77BC-EF46-16B1-947B-18BD5C92C688}"/>
              </a:ext>
            </a:extLst>
          </p:cNvPr>
          <p:cNvSpPr/>
          <p:nvPr/>
        </p:nvSpPr>
        <p:spPr>
          <a:xfrm>
            <a:off x="7264377" y="3117750"/>
            <a:ext cx="243839" cy="243839"/>
          </a:xfrm>
          <a:custGeom>
            <a:avLst/>
            <a:gdLst>
              <a:gd name="connsiteX0" fmla="*/ 91439 w 243839"/>
              <a:gd name="connsiteY0" fmla="*/ 20320 h 243839"/>
              <a:gd name="connsiteX1" fmla="*/ 81280 w 243839"/>
              <a:gd name="connsiteY1" fmla="*/ 30480 h 243839"/>
              <a:gd name="connsiteX2" fmla="*/ 81280 w 243839"/>
              <a:gd name="connsiteY2" fmla="*/ 35560 h 243839"/>
              <a:gd name="connsiteX3" fmla="*/ 71120 w 243839"/>
              <a:gd name="connsiteY3" fmla="*/ 45720 h 243839"/>
              <a:gd name="connsiteX4" fmla="*/ 60960 w 243839"/>
              <a:gd name="connsiteY4" fmla="*/ 35560 h 243839"/>
              <a:gd name="connsiteX5" fmla="*/ 60960 w 243839"/>
              <a:gd name="connsiteY5" fmla="*/ 30480 h 243839"/>
              <a:gd name="connsiteX6" fmla="*/ 91439 w 243839"/>
              <a:gd name="connsiteY6" fmla="*/ 0 h 243839"/>
              <a:gd name="connsiteX7" fmla="*/ 152400 w 243839"/>
              <a:gd name="connsiteY7" fmla="*/ 0 h 243839"/>
              <a:gd name="connsiteX8" fmla="*/ 182880 w 243839"/>
              <a:gd name="connsiteY8" fmla="*/ 30480 h 243839"/>
              <a:gd name="connsiteX9" fmla="*/ 182880 w 243839"/>
              <a:gd name="connsiteY9" fmla="*/ 35560 h 243839"/>
              <a:gd name="connsiteX10" fmla="*/ 172720 w 243839"/>
              <a:gd name="connsiteY10" fmla="*/ 45720 h 243839"/>
              <a:gd name="connsiteX11" fmla="*/ 162560 w 243839"/>
              <a:gd name="connsiteY11" fmla="*/ 35560 h 243839"/>
              <a:gd name="connsiteX12" fmla="*/ 162560 w 243839"/>
              <a:gd name="connsiteY12" fmla="*/ 30480 h 243839"/>
              <a:gd name="connsiteX13" fmla="*/ 152400 w 243839"/>
              <a:gd name="connsiteY13" fmla="*/ 20320 h 243839"/>
              <a:gd name="connsiteX14" fmla="*/ 91439 w 243839"/>
              <a:gd name="connsiteY14" fmla="*/ 20320 h 243839"/>
              <a:gd name="connsiteX15" fmla="*/ 213360 w 243839"/>
              <a:gd name="connsiteY15" fmla="*/ 81280 h 243839"/>
              <a:gd name="connsiteX16" fmla="*/ 30480 w 243839"/>
              <a:gd name="connsiteY16" fmla="*/ 81280 h 243839"/>
              <a:gd name="connsiteX17" fmla="*/ 20320 w 243839"/>
              <a:gd name="connsiteY17" fmla="*/ 91440 h 243839"/>
              <a:gd name="connsiteX18" fmla="*/ 20320 w 243839"/>
              <a:gd name="connsiteY18" fmla="*/ 213360 h 243839"/>
              <a:gd name="connsiteX19" fmla="*/ 30480 w 243839"/>
              <a:gd name="connsiteY19" fmla="*/ 223520 h 243839"/>
              <a:gd name="connsiteX20" fmla="*/ 213360 w 243839"/>
              <a:gd name="connsiteY20" fmla="*/ 223520 h 243839"/>
              <a:gd name="connsiteX21" fmla="*/ 223520 w 243839"/>
              <a:gd name="connsiteY21" fmla="*/ 213360 h 243839"/>
              <a:gd name="connsiteX22" fmla="*/ 223520 w 243839"/>
              <a:gd name="connsiteY22" fmla="*/ 91440 h 243839"/>
              <a:gd name="connsiteX23" fmla="*/ 213360 w 243839"/>
              <a:gd name="connsiteY23" fmla="*/ 81280 h 243839"/>
              <a:gd name="connsiteX24" fmla="*/ 30480 w 243839"/>
              <a:gd name="connsiteY24" fmla="*/ 60960 h 243839"/>
              <a:gd name="connsiteX25" fmla="*/ 0 w 243839"/>
              <a:gd name="connsiteY25" fmla="*/ 91440 h 243839"/>
              <a:gd name="connsiteX26" fmla="*/ 0 w 243839"/>
              <a:gd name="connsiteY26" fmla="*/ 213360 h 243839"/>
              <a:gd name="connsiteX27" fmla="*/ 30480 w 243839"/>
              <a:gd name="connsiteY27" fmla="*/ 243840 h 243839"/>
              <a:gd name="connsiteX28" fmla="*/ 213360 w 243839"/>
              <a:gd name="connsiteY28" fmla="*/ 243840 h 243839"/>
              <a:gd name="connsiteX29" fmla="*/ 243839 w 243839"/>
              <a:gd name="connsiteY29" fmla="*/ 213360 h 243839"/>
              <a:gd name="connsiteX30" fmla="*/ 243839 w 243839"/>
              <a:gd name="connsiteY30" fmla="*/ 91440 h 243839"/>
              <a:gd name="connsiteX31" fmla="*/ 213360 w 243839"/>
              <a:gd name="connsiteY31" fmla="*/ 60960 h 243839"/>
              <a:gd name="connsiteX32" fmla="*/ 30480 w 243839"/>
              <a:gd name="connsiteY32" fmla="*/ 60960 h 243839"/>
              <a:gd name="connsiteX33" fmla="*/ 180339 w 243839"/>
              <a:gd name="connsiteY33" fmla="*/ 139700 h 243839"/>
              <a:gd name="connsiteX34" fmla="*/ 180339 w 243839"/>
              <a:gd name="connsiteY34" fmla="*/ 125730 h 243839"/>
              <a:gd name="connsiteX35" fmla="*/ 166370 w 243839"/>
              <a:gd name="connsiteY35" fmla="*/ 125730 h 243839"/>
              <a:gd name="connsiteX36" fmla="*/ 133350 w 243839"/>
              <a:gd name="connsiteY36" fmla="*/ 158750 h 243839"/>
              <a:gd name="connsiteX37" fmla="*/ 110489 w 243839"/>
              <a:gd name="connsiteY37" fmla="*/ 135890 h 243839"/>
              <a:gd name="connsiteX38" fmla="*/ 95250 w 243839"/>
              <a:gd name="connsiteY38" fmla="*/ 135890 h 243839"/>
              <a:gd name="connsiteX39" fmla="*/ 66039 w 243839"/>
              <a:gd name="connsiteY39" fmla="*/ 165100 h 243839"/>
              <a:gd name="connsiteX40" fmla="*/ 66039 w 243839"/>
              <a:gd name="connsiteY40" fmla="*/ 179070 h 243839"/>
              <a:gd name="connsiteX41" fmla="*/ 80010 w 243839"/>
              <a:gd name="connsiteY41" fmla="*/ 179070 h 243839"/>
              <a:gd name="connsiteX42" fmla="*/ 102870 w 243839"/>
              <a:gd name="connsiteY42" fmla="*/ 156210 h 243839"/>
              <a:gd name="connsiteX43" fmla="*/ 125730 w 243839"/>
              <a:gd name="connsiteY43" fmla="*/ 179070 h 243839"/>
              <a:gd name="connsiteX44" fmla="*/ 140970 w 243839"/>
              <a:gd name="connsiteY44" fmla="*/ 179070 h 243839"/>
              <a:gd name="connsiteX45" fmla="*/ 180339 w 243839"/>
              <a:gd name="connsiteY45" fmla="*/ 1397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43839" h="243839">
                <a:moveTo>
                  <a:pt x="91439" y="20320"/>
                </a:moveTo>
                <a:cubicBezTo>
                  <a:pt x="86360" y="20320"/>
                  <a:pt x="81280" y="25400"/>
                  <a:pt x="81280" y="30480"/>
                </a:cubicBezTo>
                <a:lnTo>
                  <a:pt x="81280" y="35560"/>
                </a:lnTo>
                <a:cubicBezTo>
                  <a:pt x="81280" y="40640"/>
                  <a:pt x="76200" y="45720"/>
                  <a:pt x="71120" y="45720"/>
                </a:cubicBezTo>
                <a:cubicBezTo>
                  <a:pt x="66039" y="45720"/>
                  <a:pt x="60960" y="40640"/>
                  <a:pt x="60960" y="35560"/>
                </a:cubicBezTo>
                <a:lnTo>
                  <a:pt x="60960" y="30480"/>
                </a:lnTo>
                <a:cubicBezTo>
                  <a:pt x="60960" y="13970"/>
                  <a:pt x="74930" y="0"/>
                  <a:pt x="91439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35560"/>
                </a:lnTo>
                <a:cubicBezTo>
                  <a:pt x="182880" y="40640"/>
                  <a:pt x="177800" y="45720"/>
                  <a:pt x="172720" y="45720"/>
                </a:cubicBezTo>
                <a:cubicBezTo>
                  <a:pt x="167639" y="45720"/>
                  <a:pt x="162560" y="40640"/>
                  <a:pt x="162560" y="3556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91439" y="20320"/>
                </a:lnTo>
                <a:close/>
                <a:moveTo>
                  <a:pt x="213360" y="81280"/>
                </a:moveTo>
                <a:lnTo>
                  <a:pt x="30480" y="81280"/>
                </a:lnTo>
                <a:cubicBezTo>
                  <a:pt x="25400" y="81280"/>
                  <a:pt x="20320" y="86360"/>
                  <a:pt x="20320" y="91440"/>
                </a:cubicBez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lnTo>
                  <a:pt x="213360" y="223520"/>
                </a:lnTo>
                <a:cubicBezTo>
                  <a:pt x="218439" y="223520"/>
                  <a:pt x="223520" y="218440"/>
                  <a:pt x="223520" y="213360"/>
                </a:cubicBezTo>
                <a:lnTo>
                  <a:pt x="223520" y="91440"/>
                </a:lnTo>
                <a:cubicBezTo>
                  <a:pt x="223520" y="86360"/>
                  <a:pt x="218439" y="81280"/>
                  <a:pt x="213360" y="81280"/>
                </a:cubicBezTo>
                <a:close/>
                <a:moveTo>
                  <a:pt x="30480" y="60960"/>
                </a:moveTo>
                <a:cubicBezTo>
                  <a:pt x="13970" y="60960"/>
                  <a:pt x="0" y="74930"/>
                  <a:pt x="0" y="9144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213360" y="243840"/>
                </a:lnTo>
                <a:cubicBezTo>
                  <a:pt x="229870" y="243840"/>
                  <a:pt x="243839" y="229870"/>
                  <a:pt x="243839" y="213360"/>
                </a:cubicBezTo>
                <a:lnTo>
                  <a:pt x="243839" y="91440"/>
                </a:lnTo>
                <a:cubicBezTo>
                  <a:pt x="243839" y="74930"/>
                  <a:pt x="229870" y="60960"/>
                  <a:pt x="213360" y="60960"/>
                </a:cubicBezTo>
                <a:lnTo>
                  <a:pt x="30480" y="60960"/>
                </a:lnTo>
                <a:close/>
                <a:moveTo>
                  <a:pt x="180339" y="139700"/>
                </a:moveTo>
                <a:cubicBezTo>
                  <a:pt x="184150" y="135890"/>
                  <a:pt x="184150" y="129540"/>
                  <a:pt x="180339" y="125730"/>
                </a:cubicBezTo>
                <a:cubicBezTo>
                  <a:pt x="176530" y="121920"/>
                  <a:pt x="170180" y="121920"/>
                  <a:pt x="166370" y="125730"/>
                </a:cubicBezTo>
                <a:lnTo>
                  <a:pt x="133350" y="158750"/>
                </a:lnTo>
                <a:lnTo>
                  <a:pt x="110489" y="135890"/>
                </a:lnTo>
                <a:cubicBezTo>
                  <a:pt x="106680" y="132080"/>
                  <a:pt x="99060" y="132080"/>
                  <a:pt x="95250" y="135890"/>
                </a:cubicBezTo>
                <a:lnTo>
                  <a:pt x="66039" y="165100"/>
                </a:lnTo>
                <a:cubicBezTo>
                  <a:pt x="62230" y="168910"/>
                  <a:pt x="62230" y="175260"/>
                  <a:pt x="66039" y="179070"/>
                </a:cubicBezTo>
                <a:cubicBezTo>
                  <a:pt x="69850" y="182880"/>
                  <a:pt x="76200" y="182880"/>
                  <a:pt x="80010" y="179070"/>
                </a:cubicBezTo>
                <a:lnTo>
                  <a:pt x="102870" y="156210"/>
                </a:lnTo>
                <a:lnTo>
                  <a:pt x="125730" y="179070"/>
                </a:lnTo>
                <a:cubicBezTo>
                  <a:pt x="129539" y="182880"/>
                  <a:pt x="137160" y="182880"/>
                  <a:pt x="140970" y="179070"/>
                </a:cubicBezTo>
                <a:lnTo>
                  <a:pt x="180339" y="1397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4" name="Полилиния: фигура 154">
            <a:extLst>
              <a:ext uri="{FF2B5EF4-FFF2-40B4-BE49-F238E27FC236}">
                <a16:creationId xmlns:a16="http://schemas.microsoft.com/office/drawing/2014/main" id="{3553BCC0-5BF4-7E84-578F-55C9FABAB3C8}"/>
              </a:ext>
            </a:extLst>
          </p:cNvPr>
          <p:cNvSpPr/>
          <p:nvPr/>
        </p:nvSpPr>
        <p:spPr>
          <a:xfrm>
            <a:off x="8952206" y="3112669"/>
            <a:ext cx="222250" cy="254000"/>
          </a:xfrm>
          <a:custGeom>
            <a:avLst/>
            <a:gdLst>
              <a:gd name="connsiteX0" fmla="*/ 60960 w 222250"/>
              <a:gd name="connsiteY0" fmla="*/ 50800 h 254000"/>
              <a:gd name="connsiteX1" fmla="*/ 111760 w 222250"/>
              <a:gd name="connsiteY1" fmla="*/ 0 h 254000"/>
              <a:gd name="connsiteX2" fmla="*/ 162560 w 222250"/>
              <a:gd name="connsiteY2" fmla="*/ 50800 h 254000"/>
              <a:gd name="connsiteX3" fmla="*/ 162560 w 222250"/>
              <a:gd name="connsiteY3" fmla="*/ 60960 h 254000"/>
              <a:gd name="connsiteX4" fmla="*/ 111760 w 222250"/>
              <a:gd name="connsiteY4" fmla="*/ 111760 h 254000"/>
              <a:gd name="connsiteX5" fmla="*/ 60960 w 222250"/>
              <a:gd name="connsiteY5" fmla="*/ 60960 h 254000"/>
              <a:gd name="connsiteX6" fmla="*/ 60960 w 222250"/>
              <a:gd name="connsiteY6" fmla="*/ 50800 h 254000"/>
              <a:gd name="connsiteX7" fmla="*/ 111760 w 222250"/>
              <a:gd name="connsiteY7" fmla="*/ 20320 h 254000"/>
              <a:gd name="connsiteX8" fmla="*/ 81280 w 222250"/>
              <a:gd name="connsiteY8" fmla="*/ 50800 h 254000"/>
              <a:gd name="connsiteX9" fmla="*/ 81280 w 222250"/>
              <a:gd name="connsiteY9" fmla="*/ 60960 h 254000"/>
              <a:gd name="connsiteX10" fmla="*/ 111760 w 222250"/>
              <a:gd name="connsiteY10" fmla="*/ 91440 h 254000"/>
              <a:gd name="connsiteX11" fmla="*/ 142240 w 222250"/>
              <a:gd name="connsiteY11" fmla="*/ 60960 h 254000"/>
              <a:gd name="connsiteX12" fmla="*/ 142240 w 222250"/>
              <a:gd name="connsiteY12" fmla="*/ 50800 h 254000"/>
              <a:gd name="connsiteX13" fmla="*/ 111760 w 222250"/>
              <a:gd name="connsiteY13" fmla="*/ 20320 h 254000"/>
              <a:gd name="connsiteX14" fmla="*/ 203200 w 222250"/>
              <a:gd name="connsiteY14" fmla="*/ 229870 h 254000"/>
              <a:gd name="connsiteX15" fmla="*/ 203200 w 222250"/>
              <a:gd name="connsiteY15" fmla="*/ 182880 h 254000"/>
              <a:gd name="connsiteX16" fmla="*/ 162560 w 222250"/>
              <a:gd name="connsiteY16" fmla="*/ 142240 h 254000"/>
              <a:gd name="connsiteX17" fmla="*/ 128270 w 222250"/>
              <a:gd name="connsiteY17" fmla="*/ 187960 h 254000"/>
              <a:gd name="connsiteX18" fmla="*/ 93980 w 222250"/>
              <a:gd name="connsiteY18" fmla="*/ 187960 h 254000"/>
              <a:gd name="connsiteX19" fmla="*/ 59690 w 222250"/>
              <a:gd name="connsiteY19" fmla="*/ 142240 h 254000"/>
              <a:gd name="connsiteX20" fmla="*/ 19050 w 222250"/>
              <a:gd name="connsiteY20" fmla="*/ 182880 h 254000"/>
              <a:gd name="connsiteX21" fmla="*/ 19050 w 222250"/>
              <a:gd name="connsiteY21" fmla="*/ 229870 h 254000"/>
              <a:gd name="connsiteX22" fmla="*/ 22860 w 222250"/>
              <a:gd name="connsiteY22" fmla="*/ 233680 h 254000"/>
              <a:gd name="connsiteX23" fmla="*/ 196850 w 222250"/>
              <a:gd name="connsiteY23" fmla="*/ 233680 h 254000"/>
              <a:gd name="connsiteX24" fmla="*/ 203200 w 222250"/>
              <a:gd name="connsiteY24" fmla="*/ 229870 h 254000"/>
              <a:gd name="connsiteX25" fmla="*/ 73660 w 222250"/>
              <a:gd name="connsiteY25" fmla="*/ 125730 h 254000"/>
              <a:gd name="connsiteX26" fmla="*/ 66040 w 222250"/>
              <a:gd name="connsiteY26" fmla="*/ 121920 h 254000"/>
              <a:gd name="connsiteX27" fmla="*/ 60960 w 222250"/>
              <a:gd name="connsiteY27" fmla="*/ 121920 h 254000"/>
              <a:gd name="connsiteX28" fmla="*/ 0 w 222250"/>
              <a:gd name="connsiteY28" fmla="*/ 182880 h 254000"/>
              <a:gd name="connsiteX29" fmla="*/ 0 w 222250"/>
              <a:gd name="connsiteY29" fmla="*/ 229870 h 254000"/>
              <a:gd name="connsiteX30" fmla="*/ 24130 w 222250"/>
              <a:gd name="connsiteY30" fmla="*/ 254000 h 254000"/>
              <a:gd name="connsiteX31" fmla="*/ 198120 w 222250"/>
              <a:gd name="connsiteY31" fmla="*/ 254000 h 254000"/>
              <a:gd name="connsiteX32" fmla="*/ 222250 w 222250"/>
              <a:gd name="connsiteY32" fmla="*/ 229870 h 254000"/>
              <a:gd name="connsiteX33" fmla="*/ 222250 w 222250"/>
              <a:gd name="connsiteY33" fmla="*/ 182880 h 254000"/>
              <a:gd name="connsiteX34" fmla="*/ 161290 w 222250"/>
              <a:gd name="connsiteY34" fmla="*/ 121920 h 254000"/>
              <a:gd name="connsiteX35" fmla="*/ 156210 w 222250"/>
              <a:gd name="connsiteY35" fmla="*/ 121920 h 254000"/>
              <a:gd name="connsiteX36" fmla="*/ 148590 w 222250"/>
              <a:gd name="connsiteY36" fmla="*/ 125730 h 254000"/>
              <a:gd name="connsiteX37" fmla="*/ 111760 w 222250"/>
              <a:gd name="connsiteY37" fmla="*/ 176530 h 254000"/>
              <a:gd name="connsiteX38" fmla="*/ 110490 w 222250"/>
              <a:gd name="connsiteY38" fmla="*/ 176530 h 254000"/>
              <a:gd name="connsiteX39" fmla="*/ 73660 w 222250"/>
              <a:gd name="connsiteY39" fmla="*/ 125730 h 254000"/>
              <a:gd name="connsiteX40" fmla="*/ 152400 w 222250"/>
              <a:gd name="connsiteY40" fmla="*/ 193040 h 254000"/>
              <a:gd name="connsiteX41" fmla="*/ 142240 w 222250"/>
              <a:gd name="connsiteY41" fmla="*/ 203200 h 254000"/>
              <a:gd name="connsiteX42" fmla="*/ 152400 w 222250"/>
              <a:gd name="connsiteY42" fmla="*/ 213360 h 254000"/>
              <a:gd name="connsiteX43" fmla="*/ 172720 w 222250"/>
              <a:gd name="connsiteY43" fmla="*/ 213360 h 254000"/>
              <a:gd name="connsiteX44" fmla="*/ 182880 w 222250"/>
              <a:gd name="connsiteY44" fmla="*/ 203200 h 254000"/>
              <a:gd name="connsiteX45" fmla="*/ 172720 w 222250"/>
              <a:gd name="connsiteY45" fmla="*/ 193040 h 254000"/>
              <a:gd name="connsiteX46" fmla="*/ 152400 w 222250"/>
              <a:gd name="connsiteY46" fmla="*/ 19304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22250" h="254000">
                <a:moveTo>
                  <a:pt x="60960" y="50800"/>
                </a:moveTo>
                <a:cubicBezTo>
                  <a:pt x="60960" y="22860"/>
                  <a:pt x="83820" y="0"/>
                  <a:pt x="111760" y="0"/>
                </a:cubicBezTo>
                <a:cubicBezTo>
                  <a:pt x="139700" y="0"/>
                  <a:pt x="162560" y="22860"/>
                  <a:pt x="162560" y="50800"/>
                </a:cubicBezTo>
                <a:lnTo>
                  <a:pt x="162560" y="60960"/>
                </a:lnTo>
                <a:cubicBezTo>
                  <a:pt x="162560" y="88900"/>
                  <a:pt x="139700" y="111760"/>
                  <a:pt x="111760" y="111760"/>
                </a:cubicBezTo>
                <a:cubicBezTo>
                  <a:pt x="83820" y="111760"/>
                  <a:pt x="60960" y="88900"/>
                  <a:pt x="60960" y="60960"/>
                </a:cubicBezTo>
                <a:lnTo>
                  <a:pt x="60960" y="50800"/>
                </a:lnTo>
                <a:close/>
                <a:moveTo>
                  <a:pt x="111760" y="20320"/>
                </a:moveTo>
                <a:cubicBezTo>
                  <a:pt x="95250" y="20320"/>
                  <a:pt x="81280" y="34290"/>
                  <a:pt x="81280" y="50800"/>
                </a:cubicBezTo>
                <a:lnTo>
                  <a:pt x="81280" y="60960"/>
                </a:lnTo>
                <a:cubicBezTo>
                  <a:pt x="81280" y="77470"/>
                  <a:pt x="95250" y="91440"/>
                  <a:pt x="111760" y="91440"/>
                </a:cubicBezTo>
                <a:cubicBezTo>
                  <a:pt x="128270" y="91440"/>
                  <a:pt x="142240" y="77470"/>
                  <a:pt x="142240" y="60960"/>
                </a:cubicBezTo>
                <a:lnTo>
                  <a:pt x="142240" y="50800"/>
                </a:lnTo>
                <a:cubicBezTo>
                  <a:pt x="142240" y="34290"/>
                  <a:pt x="128270" y="20320"/>
                  <a:pt x="111760" y="20320"/>
                </a:cubicBezTo>
                <a:close/>
                <a:moveTo>
                  <a:pt x="203200" y="229870"/>
                </a:moveTo>
                <a:lnTo>
                  <a:pt x="203200" y="182880"/>
                </a:lnTo>
                <a:cubicBezTo>
                  <a:pt x="203200" y="160020"/>
                  <a:pt x="185420" y="142240"/>
                  <a:pt x="162560" y="142240"/>
                </a:cubicBezTo>
                <a:lnTo>
                  <a:pt x="128270" y="187960"/>
                </a:lnTo>
                <a:cubicBezTo>
                  <a:pt x="119380" y="199390"/>
                  <a:pt x="102870" y="199390"/>
                  <a:pt x="93980" y="187960"/>
                </a:cubicBezTo>
                <a:lnTo>
                  <a:pt x="59690" y="142240"/>
                </a:lnTo>
                <a:cubicBezTo>
                  <a:pt x="36830" y="142240"/>
                  <a:pt x="19050" y="160020"/>
                  <a:pt x="19050" y="182880"/>
                </a:cubicBezTo>
                <a:lnTo>
                  <a:pt x="19050" y="229870"/>
                </a:lnTo>
                <a:cubicBezTo>
                  <a:pt x="19050" y="232410"/>
                  <a:pt x="20320" y="233680"/>
                  <a:pt x="22860" y="233680"/>
                </a:cubicBezTo>
                <a:lnTo>
                  <a:pt x="196850" y="233680"/>
                </a:lnTo>
                <a:cubicBezTo>
                  <a:pt x="200660" y="233680"/>
                  <a:pt x="203200" y="232410"/>
                  <a:pt x="203200" y="229870"/>
                </a:cubicBezTo>
                <a:close/>
                <a:moveTo>
                  <a:pt x="73660" y="125730"/>
                </a:moveTo>
                <a:cubicBezTo>
                  <a:pt x="71120" y="123190"/>
                  <a:pt x="68580" y="121920"/>
                  <a:pt x="66040" y="121920"/>
                </a:cubicBezTo>
                <a:lnTo>
                  <a:pt x="60960" y="121920"/>
                </a:lnTo>
                <a:cubicBezTo>
                  <a:pt x="27940" y="121920"/>
                  <a:pt x="0" y="148590"/>
                  <a:pt x="0" y="182880"/>
                </a:cubicBezTo>
                <a:lnTo>
                  <a:pt x="0" y="229870"/>
                </a:lnTo>
                <a:cubicBezTo>
                  <a:pt x="0" y="243840"/>
                  <a:pt x="11430" y="254000"/>
                  <a:pt x="24130" y="254000"/>
                </a:cubicBezTo>
                <a:lnTo>
                  <a:pt x="198120" y="254000"/>
                </a:lnTo>
                <a:cubicBezTo>
                  <a:pt x="212090" y="254000"/>
                  <a:pt x="222250" y="242570"/>
                  <a:pt x="222250" y="229870"/>
                </a:cubicBezTo>
                <a:lnTo>
                  <a:pt x="222250" y="182880"/>
                </a:lnTo>
                <a:cubicBezTo>
                  <a:pt x="222250" y="149860"/>
                  <a:pt x="195580" y="121920"/>
                  <a:pt x="161290" y="121920"/>
                </a:cubicBezTo>
                <a:lnTo>
                  <a:pt x="156210" y="121920"/>
                </a:lnTo>
                <a:cubicBezTo>
                  <a:pt x="152400" y="121920"/>
                  <a:pt x="149860" y="123190"/>
                  <a:pt x="148590" y="125730"/>
                </a:cubicBezTo>
                <a:lnTo>
                  <a:pt x="111760" y="176530"/>
                </a:lnTo>
                <a:cubicBezTo>
                  <a:pt x="111760" y="176530"/>
                  <a:pt x="110490" y="176530"/>
                  <a:pt x="110490" y="176530"/>
                </a:cubicBezTo>
                <a:lnTo>
                  <a:pt x="73660" y="125730"/>
                </a:lnTo>
                <a:close/>
                <a:moveTo>
                  <a:pt x="152400" y="193040"/>
                </a:moveTo>
                <a:cubicBezTo>
                  <a:pt x="147320" y="193040"/>
                  <a:pt x="142240" y="198120"/>
                  <a:pt x="142240" y="203200"/>
                </a:cubicBezTo>
                <a:cubicBezTo>
                  <a:pt x="142240" y="208280"/>
                  <a:pt x="147320" y="213360"/>
                  <a:pt x="152400" y="213360"/>
                </a:cubicBezTo>
                <a:lnTo>
                  <a:pt x="172720" y="213360"/>
                </a:lnTo>
                <a:cubicBezTo>
                  <a:pt x="177800" y="213360"/>
                  <a:pt x="182880" y="208280"/>
                  <a:pt x="182880" y="203200"/>
                </a:cubicBezTo>
                <a:cubicBezTo>
                  <a:pt x="182880" y="198120"/>
                  <a:pt x="177800" y="193040"/>
                  <a:pt x="172720" y="193040"/>
                </a:cubicBezTo>
                <a:lnTo>
                  <a:pt x="152400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5" name="Полилиния: фигура 161">
            <a:extLst>
              <a:ext uri="{FF2B5EF4-FFF2-40B4-BE49-F238E27FC236}">
                <a16:creationId xmlns:a16="http://schemas.microsoft.com/office/drawing/2014/main" id="{FEFD1081-3595-14B2-3E0D-F31E85FA5106}"/>
              </a:ext>
            </a:extLst>
          </p:cNvPr>
          <p:cNvSpPr/>
          <p:nvPr/>
        </p:nvSpPr>
        <p:spPr>
          <a:xfrm>
            <a:off x="10648927" y="3102509"/>
            <a:ext cx="182879" cy="273050"/>
          </a:xfrm>
          <a:custGeom>
            <a:avLst/>
            <a:gdLst>
              <a:gd name="connsiteX0" fmla="*/ 10160 w 182879"/>
              <a:gd name="connsiteY0" fmla="*/ 0 h 273050"/>
              <a:gd name="connsiteX1" fmla="*/ 20320 w 182879"/>
              <a:gd name="connsiteY1" fmla="*/ 10160 h 273050"/>
              <a:gd name="connsiteX2" fmla="*/ 20320 w 182879"/>
              <a:gd name="connsiteY2" fmla="*/ 15240 h 273050"/>
              <a:gd name="connsiteX3" fmla="*/ 59689 w 182879"/>
              <a:gd name="connsiteY3" fmla="*/ 97790 h 273050"/>
              <a:gd name="connsiteX4" fmla="*/ 135889 w 182879"/>
              <a:gd name="connsiteY4" fmla="*/ 158750 h 273050"/>
              <a:gd name="connsiteX5" fmla="*/ 182880 w 182879"/>
              <a:gd name="connsiteY5" fmla="*/ 257810 h 273050"/>
              <a:gd name="connsiteX6" fmla="*/ 182880 w 182879"/>
              <a:gd name="connsiteY6" fmla="*/ 262890 h 273050"/>
              <a:gd name="connsiteX7" fmla="*/ 172720 w 182879"/>
              <a:gd name="connsiteY7" fmla="*/ 273050 h 273050"/>
              <a:gd name="connsiteX8" fmla="*/ 162560 w 182879"/>
              <a:gd name="connsiteY8" fmla="*/ 262890 h 273050"/>
              <a:gd name="connsiteX9" fmla="*/ 162560 w 182879"/>
              <a:gd name="connsiteY9" fmla="*/ 257810 h 273050"/>
              <a:gd name="connsiteX10" fmla="*/ 154939 w 182879"/>
              <a:gd name="connsiteY10" fmla="*/ 217170 h 273050"/>
              <a:gd name="connsiteX11" fmla="*/ 52070 w 182879"/>
              <a:gd name="connsiteY11" fmla="*/ 217170 h 273050"/>
              <a:gd name="connsiteX12" fmla="*/ 67310 w 182879"/>
              <a:gd name="connsiteY12" fmla="*/ 196850 h 273050"/>
              <a:gd name="connsiteX13" fmla="*/ 143510 w 182879"/>
              <a:gd name="connsiteY13" fmla="*/ 196850 h 273050"/>
              <a:gd name="connsiteX14" fmla="*/ 123189 w 182879"/>
              <a:gd name="connsiteY14" fmla="*/ 173990 h 273050"/>
              <a:gd name="connsiteX15" fmla="*/ 91439 w 182879"/>
              <a:gd name="connsiteY15" fmla="*/ 148590 h 273050"/>
              <a:gd name="connsiteX16" fmla="*/ 59689 w 182879"/>
              <a:gd name="connsiteY16" fmla="*/ 173990 h 273050"/>
              <a:gd name="connsiteX17" fmla="*/ 20320 w 182879"/>
              <a:gd name="connsiteY17" fmla="*/ 256540 h 273050"/>
              <a:gd name="connsiteX18" fmla="*/ 20320 w 182879"/>
              <a:gd name="connsiteY18" fmla="*/ 261620 h 273050"/>
              <a:gd name="connsiteX19" fmla="*/ 10160 w 182879"/>
              <a:gd name="connsiteY19" fmla="*/ 271780 h 273050"/>
              <a:gd name="connsiteX20" fmla="*/ 0 w 182879"/>
              <a:gd name="connsiteY20" fmla="*/ 261620 h 273050"/>
              <a:gd name="connsiteX21" fmla="*/ 0 w 182879"/>
              <a:gd name="connsiteY21" fmla="*/ 256540 h 273050"/>
              <a:gd name="connsiteX22" fmla="*/ 46989 w 182879"/>
              <a:gd name="connsiteY22" fmla="*/ 157480 h 273050"/>
              <a:gd name="connsiteX23" fmla="*/ 74930 w 182879"/>
              <a:gd name="connsiteY23" fmla="*/ 134620 h 273050"/>
              <a:gd name="connsiteX24" fmla="*/ 46989 w 182879"/>
              <a:gd name="connsiteY24" fmla="*/ 111760 h 273050"/>
              <a:gd name="connsiteX25" fmla="*/ 0 w 182879"/>
              <a:gd name="connsiteY25" fmla="*/ 12700 h 273050"/>
              <a:gd name="connsiteX26" fmla="*/ 0 w 182879"/>
              <a:gd name="connsiteY26" fmla="*/ 7620 h 273050"/>
              <a:gd name="connsiteX27" fmla="*/ 10160 w 182879"/>
              <a:gd name="connsiteY27" fmla="*/ 0 h 273050"/>
              <a:gd name="connsiteX28" fmla="*/ 135889 w 182879"/>
              <a:gd name="connsiteY28" fmla="*/ 114300 h 273050"/>
              <a:gd name="connsiteX29" fmla="*/ 124460 w 182879"/>
              <a:gd name="connsiteY29" fmla="*/ 123190 h 273050"/>
              <a:gd name="connsiteX30" fmla="*/ 107950 w 182879"/>
              <a:gd name="connsiteY30" fmla="*/ 110490 h 273050"/>
              <a:gd name="connsiteX31" fmla="*/ 123189 w 182879"/>
              <a:gd name="connsiteY31" fmla="*/ 99060 h 273050"/>
              <a:gd name="connsiteX32" fmla="*/ 149860 w 182879"/>
              <a:gd name="connsiteY32" fmla="*/ 67310 h 273050"/>
              <a:gd name="connsiteX33" fmla="*/ 58420 w 182879"/>
              <a:gd name="connsiteY33" fmla="*/ 67310 h 273050"/>
              <a:gd name="connsiteX34" fmla="*/ 46989 w 182879"/>
              <a:gd name="connsiteY34" fmla="*/ 46990 h 273050"/>
              <a:gd name="connsiteX35" fmla="*/ 157480 w 182879"/>
              <a:gd name="connsiteY35" fmla="*/ 46990 h 273050"/>
              <a:gd name="connsiteX36" fmla="*/ 161289 w 182879"/>
              <a:gd name="connsiteY36" fmla="*/ 16510 h 273050"/>
              <a:gd name="connsiteX37" fmla="*/ 161289 w 182879"/>
              <a:gd name="connsiteY37" fmla="*/ 11430 h 273050"/>
              <a:gd name="connsiteX38" fmla="*/ 171450 w 182879"/>
              <a:gd name="connsiteY38" fmla="*/ 1270 h 273050"/>
              <a:gd name="connsiteX39" fmla="*/ 181610 w 182879"/>
              <a:gd name="connsiteY39" fmla="*/ 11430 h 273050"/>
              <a:gd name="connsiteX40" fmla="*/ 181610 w 182879"/>
              <a:gd name="connsiteY40" fmla="*/ 16510 h 273050"/>
              <a:gd name="connsiteX41" fmla="*/ 135889 w 182879"/>
              <a:gd name="connsiteY41" fmla="*/ 1143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82879" h="273050">
                <a:moveTo>
                  <a:pt x="10160" y="0"/>
                </a:moveTo>
                <a:cubicBezTo>
                  <a:pt x="15239" y="0"/>
                  <a:pt x="20320" y="5080"/>
                  <a:pt x="20320" y="10160"/>
                </a:cubicBezTo>
                <a:lnTo>
                  <a:pt x="20320" y="15240"/>
                </a:lnTo>
                <a:cubicBezTo>
                  <a:pt x="20320" y="46990"/>
                  <a:pt x="34289" y="77470"/>
                  <a:pt x="59689" y="97790"/>
                </a:cubicBezTo>
                <a:lnTo>
                  <a:pt x="135889" y="158750"/>
                </a:lnTo>
                <a:cubicBezTo>
                  <a:pt x="165100" y="182880"/>
                  <a:pt x="182880" y="219710"/>
                  <a:pt x="182880" y="257810"/>
                </a:cubicBezTo>
                <a:lnTo>
                  <a:pt x="182880" y="262890"/>
                </a:lnTo>
                <a:cubicBezTo>
                  <a:pt x="182880" y="267970"/>
                  <a:pt x="177800" y="273050"/>
                  <a:pt x="172720" y="273050"/>
                </a:cubicBezTo>
                <a:cubicBezTo>
                  <a:pt x="167639" y="273050"/>
                  <a:pt x="162560" y="267970"/>
                  <a:pt x="162560" y="262890"/>
                </a:cubicBezTo>
                <a:lnTo>
                  <a:pt x="162560" y="257810"/>
                </a:lnTo>
                <a:cubicBezTo>
                  <a:pt x="162560" y="243840"/>
                  <a:pt x="160020" y="229870"/>
                  <a:pt x="154939" y="217170"/>
                </a:cubicBezTo>
                <a:lnTo>
                  <a:pt x="52070" y="217170"/>
                </a:lnTo>
                <a:cubicBezTo>
                  <a:pt x="55880" y="209550"/>
                  <a:pt x="60960" y="203200"/>
                  <a:pt x="67310" y="196850"/>
                </a:cubicBezTo>
                <a:lnTo>
                  <a:pt x="143510" y="196850"/>
                </a:lnTo>
                <a:cubicBezTo>
                  <a:pt x="138430" y="187960"/>
                  <a:pt x="130810" y="181610"/>
                  <a:pt x="123189" y="173990"/>
                </a:cubicBezTo>
                <a:lnTo>
                  <a:pt x="91439" y="148590"/>
                </a:lnTo>
                <a:lnTo>
                  <a:pt x="59689" y="173990"/>
                </a:lnTo>
                <a:cubicBezTo>
                  <a:pt x="34289" y="194310"/>
                  <a:pt x="20320" y="224790"/>
                  <a:pt x="20320" y="256540"/>
                </a:cubicBezTo>
                <a:lnTo>
                  <a:pt x="20320" y="261620"/>
                </a:lnTo>
                <a:cubicBezTo>
                  <a:pt x="20320" y="266700"/>
                  <a:pt x="15239" y="271780"/>
                  <a:pt x="10160" y="271780"/>
                </a:cubicBezTo>
                <a:cubicBezTo>
                  <a:pt x="5080" y="271780"/>
                  <a:pt x="0" y="266700"/>
                  <a:pt x="0" y="261620"/>
                </a:cubicBezTo>
                <a:lnTo>
                  <a:pt x="0" y="256540"/>
                </a:lnTo>
                <a:cubicBezTo>
                  <a:pt x="0" y="218440"/>
                  <a:pt x="17780" y="181610"/>
                  <a:pt x="46989" y="157480"/>
                </a:cubicBezTo>
                <a:lnTo>
                  <a:pt x="74930" y="134620"/>
                </a:lnTo>
                <a:lnTo>
                  <a:pt x="46989" y="111760"/>
                </a:lnTo>
                <a:cubicBezTo>
                  <a:pt x="17780" y="87630"/>
                  <a:pt x="0" y="50800"/>
                  <a:pt x="0" y="12700"/>
                </a:cubicBezTo>
                <a:lnTo>
                  <a:pt x="0" y="7620"/>
                </a:lnTo>
                <a:cubicBezTo>
                  <a:pt x="0" y="5080"/>
                  <a:pt x="5080" y="0"/>
                  <a:pt x="10160" y="0"/>
                </a:cubicBezTo>
                <a:close/>
                <a:moveTo>
                  <a:pt x="135889" y="114300"/>
                </a:moveTo>
                <a:lnTo>
                  <a:pt x="124460" y="123190"/>
                </a:lnTo>
                <a:lnTo>
                  <a:pt x="107950" y="110490"/>
                </a:lnTo>
                <a:lnTo>
                  <a:pt x="123189" y="99060"/>
                </a:lnTo>
                <a:cubicBezTo>
                  <a:pt x="134620" y="90170"/>
                  <a:pt x="143510" y="78740"/>
                  <a:pt x="149860" y="67310"/>
                </a:cubicBezTo>
                <a:lnTo>
                  <a:pt x="58420" y="67310"/>
                </a:lnTo>
                <a:cubicBezTo>
                  <a:pt x="53339" y="60960"/>
                  <a:pt x="49530" y="54610"/>
                  <a:pt x="46989" y="46990"/>
                </a:cubicBezTo>
                <a:lnTo>
                  <a:pt x="157480" y="46990"/>
                </a:lnTo>
                <a:cubicBezTo>
                  <a:pt x="160020" y="36830"/>
                  <a:pt x="161289" y="26670"/>
                  <a:pt x="161289" y="16510"/>
                </a:cubicBezTo>
                <a:lnTo>
                  <a:pt x="161289" y="11430"/>
                </a:lnTo>
                <a:cubicBezTo>
                  <a:pt x="161289" y="6350"/>
                  <a:pt x="166370" y="1270"/>
                  <a:pt x="171450" y="1270"/>
                </a:cubicBezTo>
                <a:cubicBezTo>
                  <a:pt x="176530" y="1270"/>
                  <a:pt x="181610" y="6350"/>
                  <a:pt x="181610" y="11430"/>
                </a:cubicBezTo>
                <a:lnTo>
                  <a:pt x="181610" y="16510"/>
                </a:lnTo>
                <a:cubicBezTo>
                  <a:pt x="182880" y="54610"/>
                  <a:pt x="165100" y="90170"/>
                  <a:pt x="135889" y="1143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6" name="Полилиния: фигура 163">
            <a:extLst>
              <a:ext uri="{FF2B5EF4-FFF2-40B4-BE49-F238E27FC236}">
                <a16:creationId xmlns:a16="http://schemas.microsoft.com/office/drawing/2014/main" id="{2D32B644-3824-B99F-3F2D-D2CE9BC99004}"/>
              </a:ext>
            </a:extLst>
          </p:cNvPr>
          <p:cNvSpPr/>
          <p:nvPr/>
        </p:nvSpPr>
        <p:spPr>
          <a:xfrm>
            <a:off x="6191551" y="3108542"/>
            <a:ext cx="152075" cy="262254"/>
          </a:xfrm>
          <a:custGeom>
            <a:avLst/>
            <a:gdLst>
              <a:gd name="connsiteX0" fmla="*/ 84765 w 152075"/>
              <a:gd name="connsiteY0" fmla="*/ 2858 h 262254"/>
              <a:gd name="connsiteX1" fmla="*/ 98736 w 152075"/>
              <a:gd name="connsiteY1" fmla="*/ 2858 h 262254"/>
              <a:gd name="connsiteX2" fmla="*/ 152075 w 152075"/>
              <a:gd name="connsiteY2" fmla="*/ 131127 h 262254"/>
              <a:gd name="connsiteX3" fmla="*/ 98736 w 152075"/>
              <a:gd name="connsiteY3" fmla="*/ 259397 h 262254"/>
              <a:gd name="connsiteX4" fmla="*/ 84765 w 152075"/>
              <a:gd name="connsiteY4" fmla="*/ 259397 h 262254"/>
              <a:gd name="connsiteX5" fmla="*/ 84765 w 152075"/>
              <a:gd name="connsiteY5" fmla="*/ 245428 h 262254"/>
              <a:gd name="connsiteX6" fmla="*/ 133025 w 152075"/>
              <a:gd name="connsiteY6" fmla="*/ 131127 h 262254"/>
              <a:gd name="connsiteX7" fmla="*/ 84765 w 152075"/>
              <a:gd name="connsiteY7" fmla="*/ 16827 h 262254"/>
              <a:gd name="connsiteX8" fmla="*/ 84765 w 152075"/>
              <a:gd name="connsiteY8" fmla="*/ 2858 h 262254"/>
              <a:gd name="connsiteX9" fmla="*/ 44125 w 152075"/>
              <a:gd name="connsiteY9" fmla="*/ 43497 h 262254"/>
              <a:gd name="connsiteX10" fmla="*/ 58095 w 152075"/>
              <a:gd name="connsiteY10" fmla="*/ 43497 h 262254"/>
              <a:gd name="connsiteX11" fmla="*/ 91115 w 152075"/>
              <a:gd name="connsiteY11" fmla="*/ 127317 h 262254"/>
              <a:gd name="connsiteX12" fmla="*/ 58095 w 152075"/>
              <a:gd name="connsiteY12" fmla="*/ 211137 h 262254"/>
              <a:gd name="connsiteX13" fmla="*/ 44125 w 152075"/>
              <a:gd name="connsiteY13" fmla="*/ 211137 h 262254"/>
              <a:gd name="connsiteX14" fmla="*/ 44125 w 152075"/>
              <a:gd name="connsiteY14" fmla="*/ 197167 h 262254"/>
              <a:gd name="connsiteX15" fmla="*/ 72065 w 152075"/>
              <a:gd name="connsiteY15" fmla="*/ 128587 h 262254"/>
              <a:gd name="connsiteX16" fmla="*/ 44125 w 152075"/>
              <a:gd name="connsiteY16" fmla="*/ 60008 h 262254"/>
              <a:gd name="connsiteX17" fmla="*/ 44125 w 152075"/>
              <a:gd name="connsiteY17" fmla="*/ 43497 h 262254"/>
              <a:gd name="connsiteX18" fmla="*/ 18725 w 152075"/>
              <a:gd name="connsiteY18" fmla="*/ 94297 h 262254"/>
              <a:gd name="connsiteX19" fmla="*/ 4755 w 152075"/>
              <a:gd name="connsiteY19" fmla="*/ 91758 h 262254"/>
              <a:gd name="connsiteX20" fmla="*/ 2215 w 152075"/>
              <a:gd name="connsiteY20" fmla="*/ 105727 h 262254"/>
              <a:gd name="connsiteX21" fmla="*/ 9836 w 152075"/>
              <a:gd name="connsiteY21" fmla="*/ 129858 h 262254"/>
              <a:gd name="connsiteX22" fmla="*/ 2215 w 152075"/>
              <a:gd name="connsiteY22" fmla="*/ 153987 h 262254"/>
              <a:gd name="connsiteX23" fmla="*/ 4755 w 152075"/>
              <a:gd name="connsiteY23" fmla="*/ 167958 h 262254"/>
              <a:gd name="connsiteX24" fmla="*/ 18725 w 152075"/>
              <a:gd name="connsiteY24" fmla="*/ 165417 h 262254"/>
              <a:gd name="connsiteX25" fmla="*/ 31425 w 152075"/>
              <a:gd name="connsiteY25" fmla="*/ 128587 h 262254"/>
              <a:gd name="connsiteX26" fmla="*/ 18725 w 152075"/>
              <a:gd name="connsiteY26" fmla="*/ 94297 h 262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52075" h="262254">
                <a:moveTo>
                  <a:pt x="84765" y="2858"/>
                </a:moveTo>
                <a:cubicBezTo>
                  <a:pt x="88575" y="-953"/>
                  <a:pt x="94925" y="-953"/>
                  <a:pt x="98736" y="2858"/>
                </a:cubicBezTo>
                <a:cubicBezTo>
                  <a:pt x="135565" y="39687"/>
                  <a:pt x="152075" y="82867"/>
                  <a:pt x="152075" y="131127"/>
                </a:cubicBezTo>
                <a:cubicBezTo>
                  <a:pt x="152075" y="180658"/>
                  <a:pt x="135565" y="222567"/>
                  <a:pt x="98736" y="259397"/>
                </a:cubicBezTo>
                <a:cubicBezTo>
                  <a:pt x="94925" y="263208"/>
                  <a:pt x="88575" y="263208"/>
                  <a:pt x="84765" y="259397"/>
                </a:cubicBezTo>
                <a:cubicBezTo>
                  <a:pt x="80955" y="255587"/>
                  <a:pt x="80955" y="249237"/>
                  <a:pt x="84765" y="245428"/>
                </a:cubicBezTo>
                <a:cubicBezTo>
                  <a:pt x="117786" y="212408"/>
                  <a:pt x="133025" y="175577"/>
                  <a:pt x="133025" y="131127"/>
                </a:cubicBezTo>
                <a:cubicBezTo>
                  <a:pt x="133025" y="86677"/>
                  <a:pt x="119055" y="49847"/>
                  <a:pt x="84765" y="16827"/>
                </a:cubicBezTo>
                <a:cubicBezTo>
                  <a:pt x="80955" y="13017"/>
                  <a:pt x="80955" y="6667"/>
                  <a:pt x="84765" y="2858"/>
                </a:cubicBezTo>
                <a:close/>
                <a:moveTo>
                  <a:pt x="44125" y="43497"/>
                </a:moveTo>
                <a:cubicBezTo>
                  <a:pt x="47936" y="39687"/>
                  <a:pt x="54286" y="39687"/>
                  <a:pt x="58095" y="43497"/>
                </a:cubicBezTo>
                <a:cubicBezTo>
                  <a:pt x="74605" y="60008"/>
                  <a:pt x="91115" y="90487"/>
                  <a:pt x="91115" y="127317"/>
                </a:cubicBezTo>
                <a:cubicBezTo>
                  <a:pt x="91115" y="159067"/>
                  <a:pt x="79686" y="188277"/>
                  <a:pt x="58095" y="211137"/>
                </a:cubicBezTo>
                <a:cubicBezTo>
                  <a:pt x="54286" y="214947"/>
                  <a:pt x="47936" y="214947"/>
                  <a:pt x="44125" y="211137"/>
                </a:cubicBezTo>
                <a:cubicBezTo>
                  <a:pt x="40315" y="207328"/>
                  <a:pt x="40315" y="200978"/>
                  <a:pt x="44125" y="197167"/>
                </a:cubicBezTo>
                <a:cubicBezTo>
                  <a:pt x="61905" y="179387"/>
                  <a:pt x="72065" y="155258"/>
                  <a:pt x="72065" y="128587"/>
                </a:cubicBezTo>
                <a:cubicBezTo>
                  <a:pt x="72065" y="98108"/>
                  <a:pt x="58095" y="72708"/>
                  <a:pt x="44125" y="60008"/>
                </a:cubicBezTo>
                <a:cubicBezTo>
                  <a:pt x="40315" y="53658"/>
                  <a:pt x="40315" y="47308"/>
                  <a:pt x="44125" y="43497"/>
                </a:cubicBezTo>
                <a:close/>
                <a:moveTo>
                  <a:pt x="18725" y="94297"/>
                </a:moveTo>
                <a:cubicBezTo>
                  <a:pt x="14915" y="89217"/>
                  <a:pt x="8565" y="89217"/>
                  <a:pt x="4755" y="91758"/>
                </a:cubicBezTo>
                <a:cubicBezTo>
                  <a:pt x="-325" y="95567"/>
                  <a:pt x="-325" y="101917"/>
                  <a:pt x="2215" y="105727"/>
                </a:cubicBezTo>
                <a:cubicBezTo>
                  <a:pt x="7295" y="112077"/>
                  <a:pt x="9836" y="120967"/>
                  <a:pt x="9836" y="129858"/>
                </a:cubicBezTo>
                <a:cubicBezTo>
                  <a:pt x="9836" y="138747"/>
                  <a:pt x="7295" y="147637"/>
                  <a:pt x="2215" y="153987"/>
                </a:cubicBezTo>
                <a:cubicBezTo>
                  <a:pt x="-1595" y="159067"/>
                  <a:pt x="-325" y="165417"/>
                  <a:pt x="4755" y="167958"/>
                </a:cubicBezTo>
                <a:cubicBezTo>
                  <a:pt x="9836" y="171767"/>
                  <a:pt x="16186" y="170497"/>
                  <a:pt x="18725" y="165417"/>
                </a:cubicBezTo>
                <a:cubicBezTo>
                  <a:pt x="26345" y="155258"/>
                  <a:pt x="31425" y="142558"/>
                  <a:pt x="31425" y="128587"/>
                </a:cubicBezTo>
                <a:cubicBezTo>
                  <a:pt x="31425" y="117158"/>
                  <a:pt x="26345" y="104458"/>
                  <a:pt x="18725" y="94297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9" name="Полилиния: фигура 169">
            <a:extLst>
              <a:ext uri="{FF2B5EF4-FFF2-40B4-BE49-F238E27FC236}">
                <a16:creationId xmlns:a16="http://schemas.microsoft.com/office/drawing/2014/main" id="{4E8BC2D6-64B4-D3F8-1212-F87B4BA7E8E3}"/>
              </a:ext>
            </a:extLst>
          </p:cNvPr>
          <p:cNvSpPr/>
          <p:nvPr/>
        </p:nvSpPr>
        <p:spPr>
          <a:xfrm>
            <a:off x="2223747" y="3130450"/>
            <a:ext cx="262889" cy="218439"/>
          </a:xfrm>
          <a:custGeom>
            <a:avLst/>
            <a:gdLst>
              <a:gd name="connsiteX0" fmla="*/ 49530 w 262889"/>
              <a:gd name="connsiteY0" fmla="*/ 30480 h 218439"/>
              <a:gd name="connsiteX1" fmla="*/ 59690 w 262889"/>
              <a:gd name="connsiteY1" fmla="*/ 20320 h 218439"/>
              <a:gd name="connsiteX2" fmla="*/ 201930 w 262889"/>
              <a:gd name="connsiteY2" fmla="*/ 20320 h 218439"/>
              <a:gd name="connsiteX3" fmla="*/ 212090 w 262889"/>
              <a:gd name="connsiteY3" fmla="*/ 30480 h 218439"/>
              <a:gd name="connsiteX4" fmla="*/ 212090 w 262889"/>
              <a:gd name="connsiteY4" fmla="*/ 91440 h 218439"/>
              <a:gd name="connsiteX5" fmla="*/ 49530 w 262889"/>
              <a:gd name="connsiteY5" fmla="*/ 91440 h 218439"/>
              <a:gd name="connsiteX6" fmla="*/ 49530 w 262889"/>
              <a:gd name="connsiteY6" fmla="*/ 30480 h 218439"/>
              <a:gd name="connsiteX7" fmla="*/ 49530 w 262889"/>
              <a:gd name="connsiteY7" fmla="*/ 111760 h 218439"/>
              <a:gd name="connsiteX8" fmla="*/ 212090 w 262889"/>
              <a:gd name="connsiteY8" fmla="*/ 111760 h 218439"/>
              <a:gd name="connsiteX9" fmla="*/ 212090 w 262889"/>
              <a:gd name="connsiteY9" fmla="*/ 172720 h 218439"/>
              <a:gd name="connsiteX10" fmla="*/ 196850 w 262889"/>
              <a:gd name="connsiteY10" fmla="*/ 172720 h 218439"/>
              <a:gd name="connsiteX11" fmla="*/ 64770 w 262889"/>
              <a:gd name="connsiteY11" fmla="*/ 172720 h 218439"/>
              <a:gd name="connsiteX12" fmla="*/ 49530 w 262889"/>
              <a:gd name="connsiteY12" fmla="*/ 172720 h 218439"/>
              <a:gd name="connsiteX13" fmla="*/ 49530 w 262889"/>
              <a:gd name="connsiteY13" fmla="*/ 111760 h 218439"/>
              <a:gd name="connsiteX14" fmla="*/ 49530 w 262889"/>
              <a:gd name="connsiteY14" fmla="*/ 193040 h 218439"/>
              <a:gd name="connsiteX15" fmla="*/ 29210 w 262889"/>
              <a:gd name="connsiteY15" fmla="*/ 172720 h 218439"/>
              <a:gd name="connsiteX16" fmla="*/ 29210 w 262889"/>
              <a:gd name="connsiteY16" fmla="*/ 30480 h 218439"/>
              <a:gd name="connsiteX17" fmla="*/ 59690 w 262889"/>
              <a:gd name="connsiteY17" fmla="*/ 0 h 218439"/>
              <a:gd name="connsiteX18" fmla="*/ 201930 w 262889"/>
              <a:gd name="connsiteY18" fmla="*/ 0 h 218439"/>
              <a:gd name="connsiteX19" fmla="*/ 232410 w 262889"/>
              <a:gd name="connsiteY19" fmla="*/ 30480 h 218439"/>
              <a:gd name="connsiteX20" fmla="*/ 232410 w 262889"/>
              <a:gd name="connsiteY20" fmla="*/ 172720 h 218439"/>
              <a:gd name="connsiteX21" fmla="*/ 212090 w 262889"/>
              <a:gd name="connsiteY21" fmla="*/ 193040 h 218439"/>
              <a:gd name="connsiteX22" fmla="*/ 212090 w 262889"/>
              <a:gd name="connsiteY22" fmla="*/ 203200 h 218439"/>
              <a:gd name="connsiteX23" fmla="*/ 196850 w 262889"/>
              <a:gd name="connsiteY23" fmla="*/ 218440 h 218439"/>
              <a:gd name="connsiteX24" fmla="*/ 181610 w 262889"/>
              <a:gd name="connsiteY24" fmla="*/ 203200 h 218439"/>
              <a:gd name="connsiteX25" fmla="*/ 181610 w 262889"/>
              <a:gd name="connsiteY25" fmla="*/ 193040 h 218439"/>
              <a:gd name="connsiteX26" fmla="*/ 80010 w 262889"/>
              <a:gd name="connsiteY26" fmla="*/ 193040 h 218439"/>
              <a:gd name="connsiteX27" fmla="*/ 80010 w 262889"/>
              <a:gd name="connsiteY27" fmla="*/ 203200 h 218439"/>
              <a:gd name="connsiteX28" fmla="*/ 64770 w 262889"/>
              <a:gd name="connsiteY28" fmla="*/ 218440 h 218439"/>
              <a:gd name="connsiteX29" fmla="*/ 49530 w 262889"/>
              <a:gd name="connsiteY29" fmla="*/ 203200 h 218439"/>
              <a:gd name="connsiteX30" fmla="*/ 49530 w 262889"/>
              <a:gd name="connsiteY30" fmla="*/ 193040 h 218439"/>
              <a:gd name="connsiteX31" fmla="*/ 10160 w 262889"/>
              <a:gd name="connsiteY31" fmla="*/ 50800 h 218439"/>
              <a:gd name="connsiteX32" fmla="*/ 20320 w 262889"/>
              <a:gd name="connsiteY32" fmla="*/ 60960 h 218439"/>
              <a:gd name="connsiteX33" fmla="*/ 20320 w 262889"/>
              <a:gd name="connsiteY33" fmla="*/ 81280 h 218439"/>
              <a:gd name="connsiteX34" fmla="*/ 10160 w 262889"/>
              <a:gd name="connsiteY34" fmla="*/ 91440 h 218439"/>
              <a:gd name="connsiteX35" fmla="*/ 0 w 262889"/>
              <a:gd name="connsiteY35" fmla="*/ 81280 h 218439"/>
              <a:gd name="connsiteX36" fmla="*/ 0 w 262889"/>
              <a:gd name="connsiteY36" fmla="*/ 60960 h 218439"/>
              <a:gd name="connsiteX37" fmla="*/ 10160 w 262889"/>
              <a:gd name="connsiteY37" fmla="*/ 50800 h 218439"/>
              <a:gd name="connsiteX38" fmla="*/ 252730 w 262889"/>
              <a:gd name="connsiteY38" fmla="*/ 50800 h 218439"/>
              <a:gd name="connsiteX39" fmla="*/ 262890 w 262889"/>
              <a:gd name="connsiteY39" fmla="*/ 60960 h 218439"/>
              <a:gd name="connsiteX40" fmla="*/ 262890 w 262889"/>
              <a:gd name="connsiteY40" fmla="*/ 81280 h 218439"/>
              <a:gd name="connsiteX41" fmla="*/ 252730 w 262889"/>
              <a:gd name="connsiteY41" fmla="*/ 91440 h 218439"/>
              <a:gd name="connsiteX42" fmla="*/ 242570 w 262889"/>
              <a:gd name="connsiteY42" fmla="*/ 81280 h 218439"/>
              <a:gd name="connsiteX43" fmla="*/ 242570 w 262889"/>
              <a:gd name="connsiteY43" fmla="*/ 60960 h 218439"/>
              <a:gd name="connsiteX44" fmla="*/ 252730 w 262889"/>
              <a:gd name="connsiteY44" fmla="*/ 50800 h 218439"/>
              <a:gd name="connsiteX45" fmla="*/ 74930 w 262889"/>
              <a:gd name="connsiteY45" fmla="*/ 127000 h 218439"/>
              <a:gd name="connsiteX46" fmla="*/ 64770 w 262889"/>
              <a:gd name="connsiteY46" fmla="*/ 137160 h 218439"/>
              <a:gd name="connsiteX47" fmla="*/ 74930 w 262889"/>
              <a:gd name="connsiteY47" fmla="*/ 147320 h 218439"/>
              <a:gd name="connsiteX48" fmla="*/ 95250 w 262889"/>
              <a:gd name="connsiteY48" fmla="*/ 147320 h 218439"/>
              <a:gd name="connsiteX49" fmla="*/ 105410 w 262889"/>
              <a:gd name="connsiteY49" fmla="*/ 137160 h 218439"/>
              <a:gd name="connsiteX50" fmla="*/ 95250 w 262889"/>
              <a:gd name="connsiteY50" fmla="*/ 127000 h 218439"/>
              <a:gd name="connsiteX51" fmla="*/ 74930 w 262889"/>
              <a:gd name="connsiteY51" fmla="*/ 127000 h 218439"/>
              <a:gd name="connsiteX52" fmla="*/ 156210 w 262889"/>
              <a:gd name="connsiteY52" fmla="*/ 137160 h 218439"/>
              <a:gd name="connsiteX53" fmla="*/ 166370 w 262889"/>
              <a:gd name="connsiteY53" fmla="*/ 127000 h 218439"/>
              <a:gd name="connsiteX54" fmla="*/ 186690 w 262889"/>
              <a:gd name="connsiteY54" fmla="*/ 127000 h 218439"/>
              <a:gd name="connsiteX55" fmla="*/ 196850 w 262889"/>
              <a:gd name="connsiteY55" fmla="*/ 137160 h 218439"/>
              <a:gd name="connsiteX56" fmla="*/ 186690 w 262889"/>
              <a:gd name="connsiteY56" fmla="*/ 147320 h 218439"/>
              <a:gd name="connsiteX57" fmla="*/ 166370 w 262889"/>
              <a:gd name="connsiteY57" fmla="*/ 147320 h 218439"/>
              <a:gd name="connsiteX58" fmla="*/ 156210 w 262889"/>
              <a:gd name="connsiteY58" fmla="*/ 137160 h 218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62889" h="218439">
                <a:moveTo>
                  <a:pt x="49530" y="30480"/>
                </a:moveTo>
                <a:cubicBezTo>
                  <a:pt x="49530" y="25400"/>
                  <a:pt x="54610" y="20320"/>
                  <a:pt x="59690" y="20320"/>
                </a:cubicBezTo>
                <a:lnTo>
                  <a:pt x="201930" y="20320"/>
                </a:lnTo>
                <a:cubicBezTo>
                  <a:pt x="207010" y="20320"/>
                  <a:pt x="212090" y="25400"/>
                  <a:pt x="212090" y="30480"/>
                </a:cubicBezTo>
                <a:lnTo>
                  <a:pt x="212090" y="91440"/>
                </a:lnTo>
                <a:lnTo>
                  <a:pt x="49530" y="91440"/>
                </a:lnTo>
                <a:lnTo>
                  <a:pt x="49530" y="30480"/>
                </a:lnTo>
                <a:close/>
                <a:moveTo>
                  <a:pt x="49530" y="111760"/>
                </a:moveTo>
                <a:lnTo>
                  <a:pt x="212090" y="111760"/>
                </a:lnTo>
                <a:lnTo>
                  <a:pt x="212090" y="172720"/>
                </a:lnTo>
                <a:lnTo>
                  <a:pt x="196850" y="172720"/>
                </a:lnTo>
                <a:lnTo>
                  <a:pt x="64770" y="172720"/>
                </a:lnTo>
                <a:lnTo>
                  <a:pt x="49530" y="172720"/>
                </a:lnTo>
                <a:lnTo>
                  <a:pt x="49530" y="111760"/>
                </a:lnTo>
                <a:close/>
                <a:moveTo>
                  <a:pt x="49530" y="193040"/>
                </a:moveTo>
                <a:cubicBezTo>
                  <a:pt x="38100" y="193040"/>
                  <a:pt x="29210" y="184150"/>
                  <a:pt x="29210" y="172720"/>
                </a:cubicBezTo>
                <a:lnTo>
                  <a:pt x="29210" y="30480"/>
                </a:lnTo>
                <a:cubicBezTo>
                  <a:pt x="29210" y="13970"/>
                  <a:pt x="43180" y="0"/>
                  <a:pt x="59690" y="0"/>
                </a:cubicBezTo>
                <a:lnTo>
                  <a:pt x="201930" y="0"/>
                </a:lnTo>
                <a:cubicBezTo>
                  <a:pt x="218440" y="0"/>
                  <a:pt x="232410" y="13970"/>
                  <a:pt x="232410" y="30480"/>
                </a:cubicBezTo>
                <a:lnTo>
                  <a:pt x="232410" y="172720"/>
                </a:lnTo>
                <a:cubicBezTo>
                  <a:pt x="232410" y="184150"/>
                  <a:pt x="223520" y="193040"/>
                  <a:pt x="212090" y="193040"/>
                </a:cubicBezTo>
                <a:lnTo>
                  <a:pt x="212090" y="203200"/>
                </a:lnTo>
                <a:cubicBezTo>
                  <a:pt x="212090" y="212090"/>
                  <a:pt x="205740" y="218440"/>
                  <a:pt x="196850" y="218440"/>
                </a:cubicBezTo>
                <a:cubicBezTo>
                  <a:pt x="187960" y="218440"/>
                  <a:pt x="181610" y="212090"/>
                  <a:pt x="181610" y="203200"/>
                </a:cubicBezTo>
                <a:lnTo>
                  <a:pt x="181610" y="193040"/>
                </a:lnTo>
                <a:lnTo>
                  <a:pt x="80010" y="193040"/>
                </a:lnTo>
                <a:lnTo>
                  <a:pt x="80010" y="203200"/>
                </a:lnTo>
                <a:cubicBezTo>
                  <a:pt x="80010" y="212090"/>
                  <a:pt x="73660" y="218440"/>
                  <a:pt x="64770" y="218440"/>
                </a:cubicBezTo>
                <a:cubicBezTo>
                  <a:pt x="55880" y="218440"/>
                  <a:pt x="49530" y="212090"/>
                  <a:pt x="49530" y="203200"/>
                </a:cubicBezTo>
                <a:lnTo>
                  <a:pt x="49530" y="193040"/>
                </a:lnTo>
                <a:close/>
                <a:moveTo>
                  <a:pt x="10160" y="50800"/>
                </a:moveTo>
                <a:cubicBezTo>
                  <a:pt x="15240" y="50800"/>
                  <a:pt x="20320" y="55880"/>
                  <a:pt x="20320" y="60960"/>
                </a:cubicBezTo>
                <a:lnTo>
                  <a:pt x="20320" y="81280"/>
                </a:lnTo>
                <a:cubicBezTo>
                  <a:pt x="20320" y="86360"/>
                  <a:pt x="15240" y="91440"/>
                  <a:pt x="10160" y="91440"/>
                </a:cubicBezTo>
                <a:cubicBezTo>
                  <a:pt x="5080" y="91440"/>
                  <a:pt x="0" y="86360"/>
                  <a:pt x="0" y="81280"/>
                </a:cubicBezTo>
                <a:lnTo>
                  <a:pt x="0" y="60960"/>
                </a:lnTo>
                <a:cubicBezTo>
                  <a:pt x="0" y="55880"/>
                  <a:pt x="3810" y="50800"/>
                  <a:pt x="10160" y="50800"/>
                </a:cubicBezTo>
                <a:close/>
                <a:moveTo>
                  <a:pt x="252730" y="50800"/>
                </a:moveTo>
                <a:cubicBezTo>
                  <a:pt x="257810" y="50800"/>
                  <a:pt x="262890" y="55880"/>
                  <a:pt x="262890" y="60960"/>
                </a:cubicBezTo>
                <a:lnTo>
                  <a:pt x="262890" y="81280"/>
                </a:lnTo>
                <a:cubicBezTo>
                  <a:pt x="262890" y="86360"/>
                  <a:pt x="257810" y="91440"/>
                  <a:pt x="252730" y="91440"/>
                </a:cubicBezTo>
                <a:cubicBezTo>
                  <a:pt x="247650" y="91440"/>
                  <a:pt x="242570" y="86360"/>
                  <a:pt x="242570" y="81280"/>
                </a:cubicBezTo>
                <a:lnTo>
                  <a:pt x="242570" y="60960"/>
                </a:lnTo>
                <a:cubicBezTo>
                  <a:pt x="242570" y="55880"/>
                  <a:pt x="247650" y="50800"/>
                  <a:pt x="252730" y="50800"/>
                </a:cubicBezTo>
                <a:close/>
                <a:moveTo>
                  <a:pt x="74930" y="127000"/>
                </a:moveTo>
                <a:cubicBezTo>
                  <a:pt x="69850" y="127000"/>
                  <a:pt x="64770" y="132080"/>
                  <a:pt x="64770" y="137160"/>
                </a:cubicBezTo>
                <a:cubicBezTo>
                  <a:pt x="64770" y="142240"/>
                  <a:pt x="69850" y="147320"/>
                  <a:pt x="74930" y="147320"/>
                </a:cubicBezTo>
                <a:lnTo>
                  <a:pt x="95250" y="147320"/>
                </a:lnTo>
                <a:cubicBezTo>
                  <a:pt x="100330" y="147320"/>
                  <a:pt x="105410" y="142240"/>
                  <a:pt x="105410" y="137160"/>
                </a:cubicBezTo>
                <a:cubicBezTo>
                  <a:pt x="105410" y="132080"/>
                  <a:pt x="100330" y="127000"/>
                  <a:pt x="95250" y="127000"/>
                </a:cubicBezTo>
                <a:lnTo>
                  <a:pt x="74930" y="127000"/>
                </a:lnTo>
                <a:close/>
                <a:moveTo>
                  <a:pt x="156210" y="137160"/>
                </a:moveTo>
                <a:cubicBezTo>
                  <a:pt x="156210" y="132080"/>
                  <a:pt x="161290" y="127000"/>
                  <a:pt x="166370" y="127000"/>
                </a:cubicBezTo>
                <a:lnTo>
                  <a:pt x="186690" y="127000"/>
                </a:lnTo>
                <a:cubicBezTo>
                  <a:pt x="191770" y="127000"/>
                  <a:pt x="196850" y="132080"/>
                  <a:pt x="196850" y="137160"/>
                </a:cubicBezTo>
                <a:cubicBezTo>
                  <a:pt x="196850" y="142240"/>
                  <a:pt x="191770" y="147320"/>
                  <a:pt x="186690" y="147320"/>
                </a:cubicBezTo>
                <a:lnTo>
                  <a:pt x="166370" y="147320"/>
                </a:lnTo>
                <a:cubicBezTo>
                  <a:pt x="161290" y="147320"/>
                  <a:pt x="156210" y="143510"/>
                  <a:pt x="156210" y="1371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1" name="Полилиния: фигура 171">
            <a:extLst>
              <a:ext uri="{FF2B5EF4-FFF2-40B4-BE49-F238E27FC236}">
                <a16:creationId xmlns:a16="http://schemas.microsoft.com/office/drawing/2014/main" id="{72744616-6155-B940-02AA-262F489116D6}"/>
              </a:ext>
            </a:extLst>
          </p:cNvPr>
          <p:cNvSpPr/>
          <p:nvPr/>
        </p:nvSpPr>
        <p:spPr>
          <a:xfrm>
            <a:off x="8930616" y="4012543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7630 w 264160"/>
              <a:gd name="connsiteY10" fmla="*/ 121920 h 264159"/>
              <a:gd name="connsiteX11" fmla="*/ 102870 w 264160"/>
              <a:gd name="connsiteY11" fmla="*/ 106680 h 264159"/>
              <a:gd name="connsiteX12" fmla="*/ 87630 w 264160"/>
              <a:gd name="connsiteY12" fmla="*/ 91440 h 264159"/>
              <a:gd name="connsiteX13" fmla="*/ 72390 w 264160"/>
              <a:gd name="connsiteY13" fmla="*/ 106680 h 264159"/>
              <a:gd name="connsiteX14" fmla="*/ 87630 w 264160"/>
              <a:gd name="connsiteY14" fmla="*/ 121920 h 264159"/>
              <a:gd name="connsiteX15" fmla="*/ 194311 w 264160"/>
              <a:gd name="connsiteY15" fmla="*/ 106680 h 264159"/>
              <a:gd name="connsiteX16" fmla="*/ 179070 w 264160"/>
              <a:gd name="connsiteY16" fmla="*/ 121920 h 264159"/>
              <a:gd name="connsiteX17" fmla="*/ 163830 w 264160"/>
              <a:gd name="connsiteY17" fmla="*/ 106680 h 264159"/>
              <a:gd name="connsiteX18" fmla="*/ 179070 w 264160"/>
              <a:gd name="connsiteY18" fmla="*/ 91440 h 264159"/>
              <a:gd name="connsiteX19" fmla="*/ 194311 w 264160"/>
              <a:gd name="connsiteY19" fmla="*/ 106680 h 264159"/>
              <a:gd name="connsiteX20" fmla="*/ 92711 w 264160"/>
              <a:gd name="connsiteY20" fmla="*/ 162560 h 264159"/>
              <a:gd name="connsiteX21" fmla="*/ 82550 w 264160"/>
              <a:gd name="connsiteY21" fmla="*/ 172720 h 264159"/>
              <a:gd name="connsiteX22" fmla="*/ 92711 w 264160"/>
              <a:gd name="connsiteY22" fmla="*/ 182880 h 264159"/>
              <a:gd name="connsiteX23" fmla="*/ 173990 w 264160"/>
              <a:gd name="connsiteY23" fmla="*/ 182880 h 264159"/>
              <a:gd name="connsiteX24" fmla="*/ 184150 w 264160"/>
              <a:gd name="connsiteY24" fmla="*/ 172720 h 264159"/>
              <a:gd name="connsiteX25" fmla="*/ 173990 w 264160"/>
              <a:gd name="connsiteY25" fmla="*/ 162560 h 264159"/>
              <a:gd name="connsiteX26" fmla="*/ 92711 w 264160"/>
              <a:gd name="connsiteY26" fmla="*/ 1625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4311" y="106680"/>
                </a:moveTo>
                <a:cubicBezTo>
                  <a:pt x="194311" y="115570"/>
                  <a:pt x="187961" y="121920"/>
                  <a:pt x="179070" y="121920"/>
                </a:cubicBezTo>
                <a:cubicBezTo>
                  <a:pt x="170180" y="121920"/>
                  <a:pt x="163830" y="115570"/>
                  <a:pt x="163830" y="106680"/>
                </a:cubicBezTo>
                <a:cubicBezTo>
                  <a:pt x="163830" y="97790"/>
                  <a:pt x="170180" y="91440"/>
                  <a:pt x="179070" y="91440"/>
                </a:cubicBezTo>
                <a:cubicBezTo>
                  <a:pt x="186690" y="91440"/>
                  <a:pt x="194311" y="99060"/>
                  <a:pt x="194311" y="106680"/>
                </a:cubicBezTo>
                <a:close/>
                <a:moveTo>
                  <a:pt x="92711" y="162560"/>
                </a:moveTo>
                <a:cubicBezTo>
                  <a:pt x="87630" y="162560"/>
                  <a:pt x="82550" y="167640"/>
                  <a:pt x="82550" y="172720"/>
                </a:cubicBezTo>
                <a:cubicBezTo>
                  <a:pt x="82550" y="177800"/>
                  <a:pt x="87630" y="182880"/>
                  <a:pt x="92711" y="182880"/>
                </a:cubicBezTo>
                <a:lnTo>
                  <a:pt x="173990" y="182880"/>
                </a:lnTo>
                <a:cubicBezTo>
                  <a:pt x="179070" y="182880"/>
                  <a:pt x="184150" y="177800"/>
                  <a:pt x="184150" y="172720"/>
                </a:cubicBezTo>
                <a:cubicBezTo>
                  <a:pt x="184150" y="167640"/>
                  <a:pt x="179070" y="162560"/>
                  <a:pt x="173990" y="162560"/>
                </a:cubicBezTo>
                <a:lnTo>
                  <a:pt x="92711" y="1625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5" name="Полилиния: фигура 174">
            <a:extLst>
              <a:ext uri="{FF2B5EF4-FFF2-40B4-BE49-F238E27FC236}">
                <a16:creationId xmlns:a16="http://schemas.microsoft.com/office/drawing/2014/main" id="{336884EC-FB2A-3DE5-C98D-00A71DA0212C}"/>
              </a:ext>
            </a:extLst>
          </p:cNvPr>
          <p:cNvSpPr/>
          <p:nvPr/>
        </p:nvSpPr>
        <p:spPr>
          <a:xfrm>
            <a:off x="9490687" y="4012543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86360 w 264159"/>
              <a:gd name="connsiteY10" fmla="*/ 121920 h 264159"/>
              <a:gd name="connsiteX11" fmla="*/ 101600 w 264159"/>
              <a:gd name="connsiteY11" fmla="*/ 106680 h 264159"/>
              <a:gd name="connsiteX12" fmla="*/ 86360 w 264159"/>
              <a:gd name="connsiteY12" fmla="*/ 91440 h 264159"/>
              <a:gd name="connsiteX13" fmla="*/ 71120 w 264159"/>
              <a:gd name="connsiteY13" fmla="*/ 106680 h 264159"/>
              <a:gd name="connsiteX14" fmla="*/ 86360 w 264159"/>
              <a:gd name="connsiteY14" fmla="*/ 121920 h 264159"/>
              <a:gd name="connsiteX15" fmla="*/ 193040 w 264159"/>
              <a:gd name="connsiteY15" fmla="*/ 106680 h 264159"/>
              <a:gd name="connsiteX16" fmla="*/ 177800 w 264159"/>
              <a:gd name="connsiteY16" fmla="*/ 121920 h 264159"/>
              <a:gd name="connsiteX17" fmla="*/ 162560 w 264159"/>
              <a:gd name="connsiteY17" fmla="*/ 106680 h 264159"/>
              <a:gd name="connsiteX18" fmla="*/ 177800 w 264159"/>
              <a:gd name="connsiteY18" fmla="*/ 91440 h 264159"/>
              <a:gd name="connsiteX19" fmla="*/ 193040 w 264159"/>
              <a:gd name="connsiteY19" fmla="*/ 106680 h 264159"/>
              <a:gd name="connsiteX20" fmla="*/ 167640 w 264159"/>
              <a:gd name="connsiteY20" fmla="*/ 163830 h 264159"/>
              <a:gd name="connsiteX21" fmla="*/ 167640 w 264159"/>
              <a:gd name="connsiteY21" fmla="*/ 163830 h 264159"/>
              <a:gd name="connsiteX22" fmla="*/ 132080 w 264159"/>
              <a:gd name="connsiteY22" fmla="*/ 172720 h 264159"/>
              <a:gd name="connsiteX23" fmla="*/ 96520 w 264159"/>
              <a:gd name="connsiteY23" fmla="*/ 163830 h 264159"/>
              <a:gd name="connsiteX24" fmla="*/ 96520 w 264159"/>
              <a:gd name="connsiteY24" fmla="*/ 163830 h 264159"/>
              <a:gd name="connsiteX25" fmla="*/ 82550 w 264159"/>
              <a:gd name="connsiteY25" fmla="*/ 168910 h 264159"/>
              <a:gd name="connsiteX26" fmla="*/ 87630 w 264159"/>
              <a:gd name="connsiteY26" fmla="*/ 182880 h 264159"/>
              <a:gd name="connsiteX27" fmla="*/ 133350 w 264159"/>
              <a:gd name="connsiteY27" fmla="*/ 194310 h 264159"/>
              <a:gd name="connsiteX28" fmla="*/ 179070 w 264159"/>
              <a:gd name="connsiteY28" fmla="*/ 182880 h 264159"/>
              <a:gd name="connsiteX29" fmla="*/ 184150 w 264159"/>
              <a:gd name="connsiteY29" fmla="*/ 168910 h 264159"/>
              <a:gd name="connsiteX30" fmla="*/ 167640 w 264159"/>
              <a:gd name="connsiteY30" fmla="*/ 16383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86360" y="121920"/>
                </a:moveTo>
                <a:cubicBezTo>
                  <a:pt x="95250" y="121920"/>
                  <a:pt x="101600" y="115570"/>
                  <a:pt x="101600" y="106680"/>
                </a:cubicBezTo>
                <a:cubicBezTo>
                  <a:pt x="101600" y="97790"/>
                  <a:pt x="95250" y="91440"/>
                  <a:pt x="86360" y="91440"/>
                </a:cubicBezTo>
                <a:cubicBezTo>
                  <a:pt x="77470" y="91440"/>
                  <a:pt x="71120" y="97790"/>
                  <a:pt x="71120" y="106680"/>
                </a:cubicBezTo>
                <a:cubicBezTo>
                  <a:pt x="71120" y="115570"/>
                  <a:pt x="77470" y="121920"/>
                  <a:pt x="8636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0" y="121920"/>
                  <a:pt x="162560" y="115570"/>
                  <a:pt x="162560" y="106680"/>
                </a:cubicBezTo>
                <a:cubicBezTo>
                  <a:pt x="162560" y="97790"/>
                  <a:pt x="168910" y="91440"/>
                  <a:pt x="177800" y="91440"/>
                </a:cubicBezTo>
                <a:cubicBezTo>
                  <a:pt x="185420" y="91440"/>
                  <a:pt x="193040" y="99060"/>
                  <a:pt x="193040" y="106680"/>
                </a:cubicBezTo>
                <a:close/>
                <a:moveTo>
                  <a:pt x="167640" y="163830"/>
                </a:moveTo>
                <a:lnTo>
                  <a:pt x="167640" y="163830"/>
                </a:lnTo>
                <a:cubicBezTo>
                  <a:pt x="157480" y="168910"/>
                  <a:pt x="149860" y="172720"/>
                  <a:pt x="132080" y="172720"/>
                </a:cubicBezTo>
                <a:cubicBezTo>
                  <a:pt x="114300" y="172720"/>
                  <a:pt x="105410" y="168910"/>
                  <a:pt x="96520" y="163830"/>
                </a:cubicBezTo>
                <a:lnTo>
                  <a:pt x="96520" y="163830"/>
                </a:lnTo>
                <a:cubicBezTo>
                  <a:pt x="91440" y="161290"/>
                  <a:pt x="85090" y="163830"/>
                  <a:pt x="82550" y="168910"/>
                </a:cubicBezTo>
                <a:cubicBezTo>
                  <a:pt x="80010" y="173990"/>
                  <a:pt x="82550" y="180340"/>
                  <a:pt x="87630" y="182880"/>
                </a:cubicBezTo>
                <a:cubicBezTo>
                  <a:pt x="97790" y="187960"/>
                  <a:pt x="110490" y="194310"/>
                  <a:pt x="133350" y="194310"/>
                </a:cubicBezTo>
                <a:cubicBezTo>
                  <a:pt x="156210" y="194310"/>
                  <a:pt x="167640" y="187960"/>
                  <a:pt x="179070" y="182880"/>
                </a:cubicBezTo>
                <a:cubicBezTo>
                  <a:pt x="184150" y="180340"/>
                  <a:pt x="186690" y="173990"/>
                  <a:pt x="184150" y="168910"/>
                </a:cubicBezTo>
                <a:cubicBezTo>
                  <a:pt x="179070" y="163830"/>
                  <a:pt x="172720" y="161290"/>
                  <a:pt x="167640" y="1638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7" name="Полилиния: фигура 177">
            <a:extLst>
              <a:ext uri="{FF2B5EF4-FFF2-40B4-BE49-F238E27FC236}">
                <a16:creationId xmlns:a16="http://schemas.microsoft.com/office/drawing/2014/main" id="{6AA837CA-A0BB-59C7-A9C8-56BCFAADF63A}"/>
              </a:ext>
            </a:extLst>
          </p:cNvPr>
          <p:cNvSpPr/>
          <p:nvPr/>
        </p:nvSpPr>
        <p:spPr>
          <a:xfrm>
            <a:off x="10049487" y="4012543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86360 w 264159"/>
              <a:gd name="connsiteY10" fmla="*/ 121920 h 264159"/>
              <a:gd name="connsiteX11" fmla="*/ 101600 w 264159"/>
              <a:gd name="connsiteY11" fmla="*/ 106680 h 264159"/>
              <a:gd name="connsiteX12" fmla="*/ 86360 w 264159"/>
              <a:gd name="connsiteY12" fmla="*/ 91440 h 264159"/>
              <a:gd name="connsiteX13" fmla="*/ 71120 w 264159"/>
              <a:gd name="connsiteY13" fmla="*/ 106680 h 264159"/>
              <a:gd name="connsiteX14" fmla="*/ 86360 w 264159"/>
              <a:gd name="connsiteY14" fmla="*/ 121920 h 264159"/>
              <a:gd name="connsiteX15" fmla="*/ 193040 w 264159"/>
              <a:gd name="connsiteY15" fmla="*/ 106680 h 264159"/>
              <a:gd name="connsiteX16" fmla="*/ 177800 w 264159"/>
              <a:gd name="connsiteY16" fmla="*/ 121920 h 264159"/>
              <a:gd name="connsiteX17" fmla="*/ 162560 w 264159"/>
              <a:gd name="connsiteY17" fmla="*/ 106680 h 264159"/>
              <a:gd name="connsiteX18" fmla="*/ 177800 w 264159"/>
              <a:gd name="connsiteY18" fmla="*/ 91440 h 264159"/>
              <a:gd name="connsiteX19" fmla="*/ 193040 w 264159"/>
              <a:gd name="connsiteY19" fmla="*/ 106680 h 264159"/>
              <a:gd name="connsiteX20" fmla="*/ 90170 w 264159"/>
              <a:gd name="connsiteY20" fmla="*/ 158750 h 264159"/>
              <a:gd name="connsiteX21" fmla="*/ 76200 w 264159"/>
              <a:gd name="connsiteY21" fmla="*/ 153670 h 264159"/>
              <a:gd name="connsiteX22" fmla="*/ 71120 w 264159"/>
              <a:gd name="connsiteY22" fmla="*/ 167640 h 264159"/>
              <a:gd name="connsiteX23" fmla="*/ 130810 w 264159"/>
              <a:gd name="connsiteY23" fmla="*/ 203200 h 264159"/>
              <a:gd name="connsiteX24" fmla="*/ 190500 w 264159"/>
              <a:gd name="connsiteY24" fmla="*/ 167640 h 264159"/>
              <a:gd name="connsiteX25" fmla="*/ 185420 w 264159"/>
              <a:gd name="connsiteY25" fmla="*/ 153670 h 264159"/>
              <a:gd name="connsiteX26" fmla="*/ 171450 w 264159"/>
              <a:gd name="connsiteY26" fmla="*/ 158750 h 264159"/>
              <a:gd name="connsiteX27" fmla="*/ 129540 w 264159"/>
              <a:gd name="connsiteY27" fmla="*/ 184150 h 264159"/>
              <a:gd name="connsiteX28" fmla="*/ 90170 w 264159"/>
              <a:gd name="connsiteY28" fmla="*/ 1587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86360" y="121920"/>
                </a:moveTo>
                <a:cubicBezTo>
                  <a:pt x="95250" y="121920"/>
                  <a:pt x="101600" y="115570"/>
                  <a:pt x="101600" y="106680"/>
                </a:cubicBezTo>
                <a:cubicBezTo>
                  <a:pt x="101600" y="97790"/>
                  <a:pt x="95250" y="91440"/>
                  <a:pt x="86360" y="91440"/>
                </a:cubicBezTo>
                <a:cubicBezTo>
                  <a:pt x="77470" y="91440"/>
                  <a:pt x="71120" y="97790"/>
                  <a:pt x="71120" y="106680"/>
                </a:cubicBezTo>
                <a:cubicBezTo>
                  <a:pt x="71120" y="115570"/>
                  <a:pt x="77470" y="121920"/>
                  <a:pt x="8636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0" y="121920"/>
                  <a:pt x="162560" y="115570"/>
                  <a:pt x="162560" y="106680"/>
                </a:cubicBezTo>
                <a:cubicBezTo>
                  <a:pt x="162560" y="97790"/>
                  <a:pt x="168910" y="91440"/>
                  <a:pt x="177800" y="91440"/>
                </a:cubicBezTo>
                <a:cubicBezTo>
                  <a:pt x="186690" y="91440"/>
                  <a:pt x="193040" y="99060"/>
                  <a:pt x="193040" y="106680"/>
                </a:cubicBezTo>
                <a:close/>
                <a:moveTo>
                  <a:pt x="90170" y="158750"/>
                </a:moveTo>
                <a:cubicBezTo>
                  <a:pt x="87630" y="153670"/>
                  <a:pt x="81280" y="151130"/>
                  <a:pt x="76200" y="153670"/>
                </a:cubicBezTo>
                <a:cubicBezTo>
                  <a:pt x="71120" y="156210"/>
                  <a:pt x="68580" y="162560"/>
                  <a:pt x="71120" y="167640"/>
                </a:cubicBezTo>
                <a:cubicBezTo>
                  <a:pt x="77470" y="179070"/>
                  <a:pt x="95250" y="203200"/>
                  <a:pt x="130810" y="203200"/>
                </a:cubicBezTo>
                <a:cubicBezTo>
                  <a:pt x="166370" y="203200"/>
                  <a:pt x="184150" y="179070"/>
                  <a:pt x="190500" y="167640"/>
                </a:cubicBezTo>
                <a:cubicBezTo>
                  <a:pt x="193040" y="162560"/>
                  <a:pt x="190500" y="156210"/>
                  <a:pt x="185420" y="153670"/>
                </a:cubicBezTo>
                <a:cubicBezTo>
                  <a:pt x="180340" y="151130"/>
                  <a:pt x="173990" y="153670"/>
                  <a:pt x="171450" y="158750"/>
                </a:cubicBezTo>
                <a:cubicBezTo>
                  <a:pt x="167640" y="167640"/>
                  <a:pt x="154940" y="184150"/>
                  <a:pt x="129540" y="184150"/>
                </a:cubicBezTo>
                <a:cubicBezTo>
                  <a:pt x="104140" y="184150"/>
                  <a:pt x="93980" y="166370"/>
                  <a:pt x="90170" y="15875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8" name="Полилиния: фигура 180">
            <a:extLst>
              <a:ext uri="{FF2B5EF4-FFF2-40B4-BE49-F238E27FC236}">
                <a16:creationId xmlns:a16="http://schemas.microsoft.com/office/drawing/2014/main" id="{11F1F893-8A25-54AC-7404-CF6E9844216C}"/>
              </a:ext>
            </a:extLst>
          </p:cNvPr>
          <p:cNvSpPr/>
          <p:nvPr/>
        </p:nvSpPr>
        <p:spPr>
          <a:xfrm>
            <a:off x="4458947" y="4012543"/>
            <a:ext cx="264159" cy="264159"/>
          </a:xfrm>
          <a:custGeom>
            <a:avLst/>
            <a:gdLst>
              <a:gd name="connsiteX0" fmla="*/ 132080 w 264159"/>
              <a:gd name="connsiteY0" fmla="*/ 243840 h 264159"/>
              <a:gd name="connsiteX1" fmla="*/ 243840 w 264159"/>
              <a:gd name="connsiteY1" fmla="*/ 132080 h 264159"/>
              <a:gd name="connsiteX2" fmla="*/ 132080 w 264159"/>
              <a:gd name="connsiteY2" fmla="*/ 20320 h 264159"/>
              <a:gd name="connsiteX3" fmla="*/ 20320 w 264159"/>
              <a:gd name="connsiteY3" fmla="*/ 132080 h 264159"/>
              <a:gd name="connsiteX4" fmla="*/ 132080 w 264159"/>
              <a:gd name="connsiteY4" fmla="*/ 243840 h 264159"/>
              <a:gd name="connsiteX5" fmla="*/ 132080 w 264159"/>
              <a:gd name="connsiteY5" fmla="*/ 264160 h 264159"/>
              <a:gd name="connsiteX6" fmla="*/ 26416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132080 w 264159"/>
              <a:gd name="connsiteY9" fmla="*/ 264160 h 264159"/>
              <a:gd name="connsiteX10" fmla="*/ 85090 w 264159"/>
              <a:gd name="connsiteY10" fmla="*/ 85090 h 264159"/>
              <a:gd name="connsiteX11" fmla="*/ 99060 w 264159"/>
              <a:gd name="connsiteY11" fmla="*/ 85090 h 264159"/>
              <a:gd name="connsiteX12" fmla="*/ 132080 w 264159"/>
              <a:gd name="connsiteY12" fmla="*/ 118110 h 264159"/>
              <a:gd name="connsiteX13" fmla="*/ 165100 w 264159"/>
              <a:gd name="connsiteY13" fmla="*/ 85090 h 264159"/>
              <a:gd name="connsiteX14" fmla="*/ 179070 w 264159"/>
              <a:gd name="connsiteY14" fmla="*/ 85090 h 264159"/>
              <a:gd name="connsiteX15" fmla="*/ 179070 w 264159"/>
              <a:gd name="connsiteY15" fmla="*/ 99060 h 264159"/>
              <a:gd name="connsiteX16" fmla="*/ 146050 w 264159"/>
              <a:gd name="connsiteY16" fmla="*/ 132080 h 264159"/>
              <a:gd name="connsiteX17" fmla="*/ 179070 w 264159"/>
              <a:gd name="connsiteY17" fmla="*/ 165100 h 264159"/>
              <a:gd name="connsiteX18" fmla="*/ 179070 w 264159"/>
              <a:gd name="connsiteY18" fmla="*/ 179070 h 264159"/>
              <a:gd name="connsiteX19" fmla="*/ 165100 w 264159"/>
              <a:gd name="connsiteY19" fmla="*/ 179070 h 264159"/>
              <a:gd name="connsiteX20" fmla="*/ 132080 w 264159"/>
              <a:gd name="connsiteY20" fmla="*/ 146050 h 264159"/>
              <a:gd name="connsiteX21" fmla="*/ 99060 w 264159"/>
              <a:gd name="connsiteY21" fmla="*/ 179070 h 264159"/>
              <a:gd name="connsiteX22" fmla="*/ 85090 w 264159"/>
              <a:gd name="connsiteY22" fmla="*/ 179070 h 264159"/>
              <a:gd name="connsiteX23" fmla="*/ 85090 w 264159"/>
              <a:gd name="connsiteY23" fmla="*/ 165100 h 264159"/>
              <a:gd name="connsiteX24" fmla="*/ 118110 w 264159"/>
              <a:gd name="connsiteY24" fmla="*/ 132080 h 264159"/>
              <a:gd name="connsiteX25" fmla="*/ 85090 w 264159"/>
              <a:gd name="connsiteY25" fmla="*/ 99060 h 264159"/>
              <a:gd name="connsiteX26" fmla="*/ 85090 w 264159"/>
              <a:gd name="connsiteY26" fmla="*/ 8509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59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85090" y="85090"/>
                </a:moveTo>
                <a:cubicBezTo>
                  <a:pt x="88900" y="81280"/>
                  <a:pt x="95250" y="81280"/>
                  <a:pt x="99060" y="85090"/>
                </a:cubicBezTo>
                <a:lnTo>
                  <a:pt x="132080" y="118110"/>
                </a:lnTo>
                <a:lnTo>
                  <a:pt x="165100" y="85090"/>
                </a:lnTo>
                <a:cubicBezTo>
                  <a:pt x="168910" y="81280"/>
                  <a:pt x="175260" y="81280"/>
                  <a:pt x="179070" y="85090"/>
                </a:cubicBezTo>
                <a:cubicBezTo>
                  <a:pt x="182880" y="88900"/>
                  <a:pt x="182880" y="95250"/>
                  <a:pt x="179070" y="99060"/>
                </a:cubicBezTo>
                <a:lnTo>
                  <a:pt x="146050" y="132080"/>
                </a:lnTo>
                <a:lnTo>
                  <a:pt x="179070" y="165100"/>
                </a:lnTo>
                <a:cubicBezTo>
                  <a:pt x="182880" y="168910"/>
                  <a:pt x="182880" y="175260"/>
                  <a:pt x="179070" y="179070"/>
                </a:cubicBezTo>
                <a:cubicBezTo>
                  <a:pt x="175260" y="182880"/>
                  <a:pt x="168910" y="182880"/>
                  <a:pt x="165100" y="179070"/>
                </a:cubicBezTo>
                <a:lnTo>
                  <a:pt x="132080" y="146050"/>
                </a:lnTo>
                <a:lnTo>
                  <a:pt x="99060" y="179070"/>
                </a:lnTo>
                <a:cubicBezTo>
                  <a:pt x="95250" y="182880"/>
                  <a:pt x="88900" y="182880"/>
                  <a:pt x="85090" y="179070"/>
                </a:cubicBezTo>
                <a:cubicBezTo>
                  <a:pt x="81280" y="175260"/>
                  <a:pt x="81280" y="168910"/>
                  <a:pt x="85090" y="165100"/>
                </a:cubicBezTo>
                <a:lnTo>
                  <a:pt x="118110" y="132080"/>
                </a:lnTo>
                <a:lnTo>
                  <a:pt x="85090" y="99060"/>
                </a:lnTo>
                <a:cubicBezTo>
                  <a:pt x="80010" y="95250"/>
                  <a:pt x="80010" y="88900"/>
                  <a:pt x="85090" y="8509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0" name="Полилиния: фигура 182">
            <a:extLst>
              <a:ext uri="{FF2B5EF4-FFF2-40B4-BE49-F238E27FC236}">
                <a16:creationId xmlns:a16="http://schemas.microsoft.com/office/drawing/2014/main" id="{BF2CDAB3-FA9D-8651-FE23-3854E4ADFA7E}"/>
              </a:ext>
            </a:extLst>
          </p:cNvPr>
          <p:cNvSpPr/>
          <p:nvPr/>
        </p:nvSpPr>
        <p:spPr>
          <a:xfrm>
            <a:off x="5017747" y="4012543"/>
            <a:ext cx="264159" cy="264159"/>
          </a:xfrm>
          <a:custGeom>
            <a:avLst/>
            <a:gdLst>
              <a:gd name="connsiteX0" fmla="*/ 132080 w 264159"/>
              <a:gd name="connsiteY0" fmla="*/ 243840 h 264159"/>
              <a:gd name="connsiteX1" fmla="*/ 243840 w 264159"/>
              <a:gd name="connsiteY1" fmla="*/ 132080 h 264159"/>
              <a:gd name="connsiteX2" fmla="*/ 132080 w 264159"/>
              <a:gd name="connsiteY2" fmla="*/ 20320 h 264159"/>
              <a:gd name="connsiteX3" fmla="*/ 20320 w 264159"/>
              <a:gd name="connsiteY3" fmla="*/ 132080 h 264159"/>
              <a:gd name="connsiteX4" fmla="*/ 132080 w 264159"/>
              <a:gd name="connsiteY4" fmla="*/ 243840 h 264159"/>
              <a:gd name="connsiteX5" fmla="*/ 132080 w 264159"/>
              <a:gd name="connsiteY5" fmla="*/ 264160 h 264159"/>
              <a:gd name="connsiteX6" fmla="*/ 26416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132080 w 264159"/>
              <a:gd name="connsiteY9" fmla="*/ 264160 h 264159"/>
              <a:gd name="connsiteX10" fmla="*/ 132080 w 264159"/>
              <a:gd name="connsiteY10" fmla="*/ 60960 h 264159"/>
              <a:gd name="connsiteX11" fmla="*/ 142240 w 264159"/>
              <a:gd name="connsiteY11" fmla="*/ 71120 h 264159"/>
              <a:gd name="connsiteX12" fmla="*/ 142240 w 264159"/>
              <a:gd name="connsiteY12" fmla="*/ 121920 h 264159"/>
              <a:gd name="connsiteX13" fmla="*/ 193040 w 264159"/>
              <a:gd name="connsiteY13" fmla="*/ 121920 h 264159"/>
              <a:gd name="connsiteX14" fmla="*/ 203200 w 264159"/>
              <a:gd name="connsiteY14" fmla="*/ 132080 h 264159"/>
              <a:gd name="connsiteX15" fmla="*/ 193040 w 264159"/>
              <a:gd name="connsiteY15" fmla="*/ 142240 h 264159"/>
              <a:gd name="connsiteX16" fmla="*/ 142240 w 264159"/>
              <a:gd name="connsiteY16" fmla="*/ 142240 h 264159"/>
              <a:gd name="connsiteX17" fmla="*/ 142240 w 264159"/>
              <a:gd name="connsiteY17" fmla="*/ 193040 h 264159"/>
              <a:gd name="connsiteX18" fmla="*/ 132080 w 264159"/>
              <a:gd name="connsiteY18" fmla="*/ 203200 h 264159"/>
              <a:gd name="connsiteX19" fmla="*/ 121920 w 264159"/>
              <a:gd name="connsiteY19" fmla="*/ 193040 h 264159"/>
              <a:gd name="connsiteX20" fmla="*/ 121920 w 264159"/>
              <a:gd name="connsiteY20" fmla="*/ 142240 h 264159"/>
              <a:gd name="connsiteX21" fmla="*/ 71120 w 264159"/>
              <a:gd name="connsiteY21" fmla="*/ 142240 h 264159"/>
              <a:gd name="connsiteX22" fmla="*/ 60960 w 264159"/>
              <a:gd name="connsiteY22" fmla="*/ 132080 h 264159"/>
              <a:gd name="connsiteX23" fmla="*/ 71120 w 264159"/>
              <a:gd name="connsiteY23" fmla="*/ 121920 h 264159"/>
              <a:gd name="connsiteX24" fmla="*/ 121920 w 264159"/>
              <a:gd name="connsiteY24" fmla="*/ 121920 h 264159"/>
              <a:gd name="connsiteX25" fmla="*/ 121920 w 264159"/>
              <a:gd name="connsiteY25" fmla="*/ 71120 h 264159"/>
              <a:gd name="connsiteX26" fmla="*/ 132080 w 264159"/>
              <a:gd name="connsiteY26" fmla="*/ 609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59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132080" y="60960"/>
                </a:moveTo>
                <a:cubicBezTo>
                  <a:pt x="137160" y="60960"/>
                  <a:pt x="142240" y="66040"/>
                  <a:pt x="142240" y="71120"/>
                </a:cubicBezTo>
                <a:lnTo>
                  <a:pt x="142240" y="121920"/>
                </a:lnTo>
                <a:lnTo>
                  <a:pt x="193040" y="121920"/>
                </a:lnTo>
                <a:cubicBezTo>
                  <a:pt x="198120" y="121920"/>
                  <a:pt x="203200" y="127000"/>
                  <a:pt x="203200" y="132080"/>
                </a:cubicBezTo>
                <a:cubicBezTo>
                  <a:pt x="203200" y="137160"/>
                  <a:pt x="198120" y="142240"/>
                  <a:pt x="193040" y="142240"/>
                </a:cubicBezTo>
                <a:lnTo>
                  <a:pt x="142240" y="142240"/>
                </a:lnTo>
                <a:lnTo>
                  <a:pt x="142240" y="193040"/>
                </a:lnTo>
                <a:cubicBezTo>
                  <a:pt x="142240" y="198120"/>
                  <a:pt x="137160" y="203200"/>
                  <a:pt x="132080" y="203200"/>
                </a:cubicBezTo>
                <a:cubicBezTo>
                  <a:pt x="127000" y="203200"/>
                  <a:pt x="121920" y="198120"/>
                  <a:pt x="121920" y="193040"/>
                </a:cubicBezTo>
                <a:lnTo>
                  <a:pt x="121920" y="142240"/>
                </a:lnTo>
                <a:lnTo>
                  <a:pt x="71120" y="142240"/>
                </a:lnTo>
                <a:cubicBezTo>
                  <a:pt x="66040" y="142240"/>
                  <a:pt x="60960" y="137160"/>
                  <a:pt x="60960" y="132080"/>
                </a:cubicBezTo>
                <a:cubicBezTo>
                  <a:pt x="60960" y="127000"/>
                  <a:pt x="66040" y="121920"/>
                  <a:pt x="71120" y="121920"/>
                </a:cubicBezTo>
                <a:lnTo>
                  <a:pt x="121920" y="121920"/>
                </a:lnTo>
                <a:lnTo>
                  <a:pt x="121920" y="71120"/>
                </a:lnTo>
                <a:cubicBezTo>
                  <a:pt x="121920" y="66040"/>
                  <a:pt x="127000" y="60960"/>
                  <a:pt x="132080" y="609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1" name="Полилиния: фигура 185">
            <a:extLst>
              <a:ext uri="{FF2B5EF4-FFF2-40B4-BE49-F238E27FC236}">
                <a16:creationId xmlns:a16="http://schemas.microsoft.com/office/drawing/2014/main" id="{0BF44C88-CB00-CED2-E3C5-B7A1F5ECD451}"/>
              </a:ext>
            </a:extLst>
          </p:cNvPr>
          <p:cNvSpPr/>
          <p:nvPr/>
        </p:nvSpPr>
        <p:spPr>
          <a:xfrm>
            <a:off x="6136617" y="4012543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32080 w 264160"/>
              <a:gd name="connsiteY10" fmla="*/ 60960 h 264159"/>
              <a:gd name="connsiteX11" fmla="*/ 142240 w 264160"/>
              <a:gd name="connsiteY11" fmla="*/ 71120 h 264159"/>
              <a:gd name="connsiteX12" fmla="*/ 142240 w 264160"/>
              <a:gd name="connsiteY12" fmla="*/ 152400 h 264159"/>
              <a:gd name="connsiteX13" fmla="*/ 132080 w 264160"/>
              <a:gd name="connsiteY13" fmla="*/ 162560 h 264159"/>
              <a:gd name="connsiteX14" fmla="*/ 121920 w 264160"/>
              <a:gd name="connsiteY14" fmla="*/ 152400 h 264159"/>
              <a:gd name="connsiteX15" fmla="*/ 121920 w 264160"/>
              <a:gd name="connsiteY15" fmla="*/ 71120 h 264159"/>
              <a:gd name="connsiteX16" fmla="*/ 132080 w 264160"/>
              <a:gd name="connsiteY16" fmla="*/ 60960 h 264159"/>
              <a:gd name="connsiteX17" fmla="*/ 142240 w 264160"/>
              <a:gd name="connsiteY17" fmla="*/ 187960 h 264159"/>
              <a:gd name="connsiteX18" fmla="*/ 132080 w 264160"/>
              <a:gd name="connsiteY18" fmla="*/ 177800 h 264159"/>
              <a:gd name="connsiteX19" fmla="*/ 121920 w 264160"/>
              <a:gd name="connsiteY19" fmla="*/ 187960 h 264159"/>
              <a:gd name="connsiteX20" fmla="*/ 121920 w 264160"/>
              <a:gd name="connsiteY20" fmla="*/ 193040 h 264159"/>
              <a:gd name="connsiteX21" fmla="*/ 132080 w 264160"/>
              <a:gd name="connsiteY21" fmla="*/ 203200 h 264159"/>
              <a:gd name="connsiteX22" fmla="*/ 142240 w 264160"/>
              <a:gd name="connsiteY22" fmla="*/ 193040 h 264159"/>
              <a:gd name="connsiteX23" fmla="*/ 142240 w 264160"/>
              <a:gd name="connsiteY23" fmla="*/ 1879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lose/>
                <a:moveTo>
                  <a:pt x="132080" y="60960"/>
                </a:moveTo>
                <a:cubicBezTo>
                  <a:pt x="137160" y="60960"/>
                  <a:pt x="142240" y="66040"/>
                  <a:pt x="142240" y="71120"/>
                </a:cubicBezTo>
                <a:lnTo>
                  <a:pt x="142240" y="152400"/>
                </a:lnTo>
                <a:cubicBezTo>
                  <a:pt x="142240" y="157480"/>
                  <a:pt x="137160" y="162560"/>
                  <a:pt x="132080" y="162560"/>
                </a:cubicBezTo>
                <a:cubicBezTo>
                  <a:pt x="127000" y="162560"/>
                  <a:pt x="121920" y="157480"/>
                  <a:pt x="121920" y="152400"/>
                </a:cubicBezTo>
                <a:lnTo>
                  <a:pt x="121920" y="71120"/>
                </a:lnTo>
                <a:cubicBezTo>
                  <a:pt x="121920" y="66040"/>
                  <a:pt x="125730" y="60960"/>
                  <a:pt x="132080" y="60960"/>
                </a:cubicBezTo>
                <a:close/>
                <a:moveTo>
                  <a:pt x="142240" y="187960"/>
                </a:moveTo>
                <a:cubicBezTo>
                  <a:pt x="142240" y="182880"/>
                  <a:pt x="137160" y="177800"/>
                  <a:pt x="132080" y="177800"/>
                </a:cubicBezTo>
                <a:cubicBezTo>
                  <a:pt x="127000" y="177800"/>
                  <a:pt x="121920" y="182880"/>
                  <a:pt x="121920" y="187960"/>
                </a:cubicBezTo>
                <a:lnTo>
                  <a:pt x="121920" y="193040"/>
                </a:lnTo>
                <a:cubicBezTo>
                  <a:pt x="121920" y="198120"/>
                  <a:pt x="127000" y="203200"/>
                  <a:pt x="132080" y="203200"/>
                </a:cubicBezTo>
                <a:cubicBezTo>
                  <a:pt x="137160" y="203200"/>
                  <a:pt x="142240" y="198120"/>
                  <a:pt x="142240" y="193040"/>
                </a:cubicBezTo>
                <a:lnTo>
                  <a:pt x="142240" y="1879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2" name="Полилиния: фигура 188">
            <a:extLst>
              <a:ext uri="{FF2B5EF4-FFF2-40B4-BE49-F238E27FC236}">
                <a16:creationId xmlns:a16="http://schemas.microsoft.com/office/drawing/2014/main" id="{51364204-CF57-CFAF-A915-4977400677B3}"/>
              </a:ext>
            </a:extLst>
          </p:cNvPr>
          <p:cNvSpPr/>
          <p:nvPr/>
        </p:nvSpPr>
        <p:spPr>
          <a:xfrm>
            <a:off x="5576547" y="4012543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142240 w 264159"/>
              <a:gd name="connsiteY10" fmla="*/ 81280 h 264159"/>
              <a:gd name="connsiteX11" fmla="*/ 132080 w 264159"/>
              <a:gd name="connsiteY11" fmla="*/ 71120 h 264159"/>
              <a:gd name="connsiteX12" fmla="*/ 121920 w 264159"/>
              <a:gd name="connsiteY12" fmla="*/ 81280 h 264159"/>
              <a:gd name="connsiteX13" fmla="*/ 121920 w 264159"/>
              <a:gd name="connsiteY13" fmla="*/ 91440 h 264159"/>
              <a:gd name="connsiteX14" fmla="*/ 132080 w 264159"/>
              <a:gd name="connsiteY14" fmla="*/ 101600 h 264159"/>
              <a:gd name="connsiteX15" fmla="*/ 142240 w 264159"/>
              <a:gd name="connsiteY15" fmla="*/ 91440 h 264159"/>
              <a:gd name="connsiteX16" fmla="*/ 142240 w 264159"/>
              <a:gd name="connsiteY16" fmla="*/ 81280 h 264159"/>
              <a:gd name="connsiteX17" fmla="*/ 113030 w 264159"/>
              <a:gd name="connsiteY17" fmla="*/ 111760 h 264159"/>
              <a:gd name="connsiteX18" fmla="*/ 102870 w 264159"/>
              <a:gd name="connsiteY18" fmla="*/ 121920 h 264159"/>
              <a:gd name="connsiteX19" fmla="*/ 113030 w 264159"/>
              <a:gd name="connsiteY19" fmla="*/ 132080 h 264159"/>
              <a:gd name="connsiteX20" fmla="*/ 123190 w 264159"/>
              <a:gd name="connsiteY20" fmla="*/ 132080 h 264159"/>
              <a:gd name="connsiteX21" fmla="*/ 123190 w 264159"/>
              <a:gd name="connsiteY21" fmla="*/ 172720 h 264159"/>
              <a:gd name="connsiteX22" fmla="*/ 113030 w 264159"/>
              <a:gd name="connsiteY22" fmla="*/ 172720 h 264159"/>
              <a:gd name="connsiteX23" fmla="*/ 102870 w 264159"/>
              <a:gd name="connsiteY23" fmla="*/ 182880 h 264159"/>
              <a:gd name="connsiteX24" fmla="*/ 113030 w 264159"/>
              <a:gd name="connsiteY24" fmla="*/ 193040 h 264159"/>
              <a:gd name="connsiteX25" fmla="*/ 153670 w 264159"/>
              <a:gd name="connsiteY25" fmla="*/ 193040 h 264159"/>
              <a:gd name="connsiteX26" fmla="*/ 163830 w 264159"/>
              <a:gd name="connsiteY26" fmla="*/ 182880 h 264159"/>
              <a:gd name="connsiteX27" fmla="*/ 153670 w 264159"/>
              <a:gd name="connsiteY27" fmla="*/ 172720 h 264159"/>
              <a:gd name="connsiteX28" fmla="*/ 143510 w 264159"/>
              <a:gd name="connsiteY28" fmla="*/ 172720 h 264159"/>
              <a:gd name="connsiteX29" fmla="*/ 143510 w 264159"/>
              <a:gd name="connsiteY29" fmla="*/ 123190 h 264159"/>
              <a:gd name="connsiteX30" fmla="*/ 132080 w 264159"/>
              <a:gd name="connsiteY30" fmla="*/ 111760 h 264159"/>
              <a:gd name="connsiteX31" fmla="*/ 113030 w 264159"/>
              <a:gd name="connsiteY31" fmla="*/ 1117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142240" y="81280"/>
                </a:moveTo>
                <a:cubicBezTo>
                  <a:pt x="142240" y="76200"/>
                  <a:pt x="137160" y="71120"/>
                  <a:pt x="132080" y="71120"/>
                </a:cubicBezTo>
                <a:cubicBezTo>
                  <a:pt x="127000" y="71120"/>
                  <a:pt x="121920" y="76200"/>
                  <a:pt x="121920" y="81280"/>
                </a:cubicBezTo>
                <a:lnTo>
                  <a:pt x="121920" y="91440"/>
                </a:lnTo>
                <a:cubicBezTo>
                  <a:pt x="121920" y="96520"/>
                  <a:pt x="127000" y="101600"/>
                  <a:pt x="132080" y="101600"/>
                </a:cubicBezTo>
                <a:cubicBezTo>
                  <a:pt x="137160" y="101600"/>
                  <a:pt x="142240" y="96520"/>
                  <a:pt x="142240" y="91440"/>
                </a:cubicBezTo>
                <a:lnTo>
                  <a:pt x="142240" y="81280"/>
                </a:lnTo>
                <a:close/>
                <a:moveTo>
                  <a:pt x="113030" y="111760"/>
                </a:moveTo>
                <a:cubicBezTo>
                  <a:pt x="107950" y="111760"/>
                  <a:pt x="102870" y="116840"/>
                  <a:pt x="102870" y="121920"/>
                </a:cubicBezTo>
                <a:cubicBezTo>
                  <a:pt x="102870" y="127000"/>
                  <a:pt x="107950" y="132080"/>
                  <a:pt x="113030" y="132080"/>
                </a:cubicBezTo>
                <a:lnTo>
                  <a:pt x="123190" y="132080"/>
                </a:lnTo>
                <a:lnTo>
                  <a:pt x="123190" y="172720"/>
                </a:lnTo>
                <a:lnTo>
                  <a:pt x="113030" y="172720"/>
                </a:lnTo>
                <a:cubicBezTo>
                  <a:pt x="107950" y="172720"/>
                  <a:pt x="102870" y="177800"/>
                  <a:pt x="102870" y="182880"/>
                </a:cubicBezTo>
                <a:cubicBezTo>
                  <a:pt x="102870" y="187960"/>
                  <a:pt x="107950" y="193040"/>
                  <a:pt x="113030" y="193040"/>
                </a:cubicBezTo>
                <a:lnTo>
                  <a:pt x="153670" y="193040"/>
                </a:lnTo>
                <a:cubicBezTo>
                  <a:pt x="158750" y="193040"/>
                  <a:pt x="163830" y="187960"/>
                  <a:pt x="163830" y="182880"/>
                </a:cubicBezTo>
                <a:cubicBezTo>
                  <a:pt x="163830" y="177800"/>
                  <a:pt x="158750" y="172720"/>
                  <a:pt x="153670" y="172720"/>
                </a:cubicBezTo>
                <a:lnTo>
                  <a:pt x="143510" y="172720"/>
                </a:lnTo>
                <a:lnTo>
                  <a:pt x="143510" y="123190"/>
                </a:lnTo>
                <a:cubicBezTo>
                  <a:pt x="143510" y="116840"/>
                  <a:pt x="138430" y="111760"/>
                  <a:pt x="132080" y="111760"/>
                </a:cubicBezTo>
                <a:lnTo>
                  <a:pt x="113030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3" name="Полилиния: фигура 191">
            <a:extLst>
              <a:ext uri="{FF2B5EF4-FFF2-40B4-BE49-F238E27FC236}">
                <a16:creationId xmlns:a16="http://schemas.microsoft.com/office/drawing/2014/main" id="{32C603CF-8010-E3D8-021F-92AE9546D827}"/>
              </a:ext>
            </a:extLst>
          </p:cNvPr>
          <p:cNvSpPr/>
          <p:nvPr/>
        </p:nvSpPr>
        <p:spPr>
          <a:xfrm>
            <a:off x="6695416" y="4012543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118111 w 264160"/>
              <a:gd name="connsiteY10" fmla="*/ 203200 h 264159"/>
              <a:gd name="connsiteX11" fmla="*/ 101600 w 264160"/>
              <a:gd name="connsiteY11" fmla="*/ 203200 h 264159"/>
              <a:gd name="connsiteX12" fmla="*/ 101600 w 264160"/>
              <a:gd name="connsiteY12" fmla="*/ 104140 h 264159"/>
              <a:gd name="connsiteX13" fmla="*/ 110490 w 264160"/>
              <a:gd name="connsiteY13" fmla="*/ 80010 h 264159"/>
              <a:gd name="connsiteX14" fmla="*/ 134620 w 264160"/>
              <a:gd name="connsiteY14" fmla="*/ 71120 h 264159"/>
              <a:gd name="connsiteX15" fmla="*/ 157480 w 264160"/>
              <a:gd name="connsiteY15" fmla="*/ 78740 h 264159"/>
              <a:gd name="connsiteX16" fmla="*/ 165100 w 264160"/>
              <a:gd name="connsiteY16" fmla="*/ 97790 h 264159"/>
              <a:gd name="connsiteX17" fmla="*/ 160020 w 264160"/>
              <a:gd name="connsiteY17" fmla="*/ 114300 h 264159"/>
              <a:gd name="connsiteX18" fmla="*/ 146050 w 264160"/>
              <a:gd name="connsiteY18" fmla="*/ 124460 h 264159"/>
              <a:gd name="connsiteX19" fmla="*/ 146050 w 264160"/>
              <a:gd name="connsiteY19" fmla="*/ 124460 h 264159"/>
              <a:gd name="connsiteX20" fmla="*/ 166370 w 264160"/>
              <a:gd name="connsiteY20" fmla="*/ 134620 h 264159"/>
              <a:gd name="connsiteX21" fmla="*/ 172720 w 264160"/>
              <a:gd name="connsiteY21" fmla="*/ 153670 h 264159"/>
              <a:gd name="connsiteX22" fmla="*/ 162561 w 264160"/>
              <a:gd name="connsiteY22" fmla="*/ 176530 h 264159"/>
              <a:gd name="connsiteX23" fmla="*/ 137161 w 264160"/>
              <a:gd name="connsiteY23" fmla="*/ 185420 h 264159"/>
              <a:gd name="connsiteX24" fmla="*/ 116840 w 264160"/>
              <a:gd name="connsiteY24" fmla="*/ 181610 h 264159"/>
              <a:gd name="connsiteX25" fmla="*/ 116840 w 264160"/>
              <a:gd name="connsiteY25" fmla="*/ 203200 h 264159"/>
              <a:gd name="connsiteX26" fmla="*/ 128270 w 264160"/>
              <a:gd name="connsiteY26" fmla="*/ 132080 h 264159"/>
              <a:gd name="connsiteX27" fmla="*/ 128270 w 264160"/>
              <a:gd name="connsiteY27" fmla="*/ 119380 h 264159"/>
              <a:gd name="connsiteX28" fmla="*/ 143511 w 264160"/>
              <a:gd name="connsiteY28" fmla="*/ 113030 h 264159"/>
              <a:gd name="connsiteX29" fmla="*/ 149861 w 264160"/>
              <a:gd name="connsiteY29" fmla="*/ 100330 h 264159"/>
              <a:gd name="connsiteX30" fmla="*/ 134620 w 264160"/>
              <a:gd name="connsiteY30" fmla="*/ 86360 h 264159"/>
              <a:gd name="connsiteX31" fmla="*/ 121920 w 264160"/>
              <a:gd name="connsiteY31" fmla="*/ 91440 h 264159"/>
              <a:gd name="connsiteX32" fmla="*/ 118111 w 264160"/>
              <a:gd name="connsiteY32" fmla="*/ 105410 h 264159"/>
              <a:gd name="connsiteX33" fmla="*/ 118111 w 264160"/>
              <a:gd name="connsiteY33" fmla="*/ 166370 h 264159"/>
              <a:gd name="connsiteX34" fmla="*/ 135890 w 264160"/>
              <a:gd name="connsiteY34" fmla="*/ 171450 h 264159"/>
              <a:gd name="connsiteX35" fmla="*/ 149861 w 264160"/>
              <a:gd name="connsiteY35" fmla="*/ 166370 h 264159"/>
              <a:gd name="connsiteX36" fmla="*/ 154940 w 264160"/>
              <a:gd name="connsiteY36" fmla="*/ 153670 h 264159"/>
              <a:gd name="connsiteX37" fmla="*/ 128270 w 264160"/>
              <a:gd name="connsiteY37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118111" y="203200"/>
                </a:moveTo>
                <a:lnTo>
                  <a:pt x="101600" y="203200"/>
                </a:lnTo>
                <a:lnTo>
                  <a:pt x="101600" y="104140"/>
                </a:lnTo>
                <a:cubicBezTo>
                  <a:pt x="101600" y="93980"/>
                  <a:pt x="104140" y="86360"/>
                  <a:pt x="110490" y="80010"/>
                </a:cubicBezTo>
                <a:cubicBezTo>
                  <a:pt x="116840" y="73660"/>
                  <a:pt x="124461" y="71120"/>
                  <a:pt x="134620" y="71120"/>
                </a:cubicBezTo>
                <a:cubicBezTo>
                  <a:pt x="144780" y="71120"/>
                  <a:pt x="151130" y="73660"/>
                  <a:pt x="157480" y="78740"/>
                </a:cubicBezTo>
                <a:cubicBezTo>
                  <a:pt x="162561" y="83820"/>
                  <a:pt x="165100" y="90170"/>
                  <a:pt x="165100" y="97790"/>
                </a:cubicBezTo>
                <a:cubicBezTo>
                  <a:pt x="165100" y="104140"/>
                  <a:pt x="163830" y="109220"/>
                  <a:pt x="160020" y="114300"/>
                </a:cubicBezTo>
                <a:cubicBezTo>
                  <a:pt x="156211" y="119380"/>
                  <a:pt x="151130" y="123190"/>
                  <a:pt x="146050" y="124460"/>
                </a:cubicBezTo>
                <a:lnTo>
                  <a:pt x="146050" y="124460"/>
                </a:lnTo>
                <a:cubicBezTo>
                  <a:pt x="154940" y="125730"/>
                  <a:pt x="161290" y="129540"/>
                  <a:pt x="166370" y="134620"/>
                </a:cubicBezTo>
                <a:cubicBezTo>
                  <a:pt x="171450" y="139700"/>
                  <a:pt x="172720" y="146050"/>
                  <a:pt x="172720" y="153670"/>
                </a:cubicBezTo>
                <a:cubicBezTo>
                  <a:pt x="172720" y="162560"/>
                  <a:pt x="170180" y="170180"/>
                  <a:pt x="162561" y="176530"/>
                </a:cubicBezTo>
                <a:cubicBezTo>
                  <a:pt x="156211" y="182880"/>
                  <a:pt x="147320" y="185420"/>
                  <a:pt x="137161" y="185420"/>
                </a:cubicBezTo>
                <a:cubicBezTo>
                  <a:pt x="129540" y="185420"/>
                  <a:pt x="123190" y="184150"/>
                  <a:pt x="116840" y="181610"/>
                </a:cubicBezTo>
                <a:lnTo>
                  <a:pt x="116840" y="203200"/>
                </a:lnTo>
                <a:close/>
                <a:moveTo>
                  <a:pt x="128270" y="132080"/>
                </a:moveTo>
                <a:lnTo>
                  <a:pt x="128270" y="119380"/>
                </a:lnTo>
                <a:cubicBezTo>
                  <a:pt x="134620" y="118110"/>
                  <a:pt x="139700" y="116840"/>
                  <a:pt x="143511" y="113030"/>
                </a:cubicBezTo>
                <a:cubicBezTo>
                  <a:pt x="147320" y="109220"/>
                  <a:pt x="149861" y="105410"/>
                  <a:pt x="149861" y="100330"/>
                </a:cubicBezTo>
                <a:cubicBezTo>
                  <a:pt x="149861" y="90170"/>
                  <a:pt x="144780" y="86360"/>
                  <a:pt x="134620" y="86360"/>
                </a:cubicBezTo>
                <a:cubicBezTo>
                  <a:pt x="129540" y="86360"/>
                  <a:pt x="125730" y="87630"/>
                  <a:pt x="121920" y="91440"/>
                </a:cubicBezTo>
                <a:cubicBezTo>
                  <a:pt x="119380" y="95250"/>
                  <a:pt x="118111" y="99060"/>
                  <a:pt x="118111" y="105410"/>
                </a:cubicBezTo>
                <a:lnTo>
                  <a:pt x="118111" y="166370"/>
                </a:lnTo>
                <a:cubicBezTo>
                  <a:pt x="124461" y="170180"/>
                  <a:pt x="130811" y="171450"/>
                  <a:pt x="135890" y="171450"/>
                </a:cubicBezTo>
                <a:cubicBezTo>
                  <a:pt x="142240" y="171450"/>
                  <a:pt x="146050" y="170180"/>
                  <a:pt x="149861" y="166370"/>
                </a:cubicBezTo>
                <a:cubicBezTo>
                  <a:pt x="153670" y="163830"/>
                  <a:pt x="154940" y="158750"/>
                  <a:pt x="154940" y="153670"/>
                </a:cubicBezTo>
                <a:cubicBezTo>
                  <a:pt x="154940" y="140970"/>
                  <a:pt x="146050" y="134620"/>
                  <a:pt x="128270" y="1320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4" name="Полилиния: фигура 194">
            <a:extLst>
              <a:ext uri="{FF2B5EF4-FFF2-40B4-BE49-F238E27FC236}">
                <a16:creationId xmlns:a16="http://schemas.microsoft.com/office/drawing/2014/main" id="{C170D2DF-367D-5957-1E64-626ABE565899}"/>
              </a:ext>
            </a:extLst>
          </p:cNvPr>
          <p:cNvSpPr/>
          <p:nvPr/>
        </p:nvSpPr>
        <p:spPr>
          <a:xfrm>
            <a:off x="7254216" y="4012543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1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21920 w 264160"/>
              <a:gd name="connsiteY10" fmla="*/ 71120 h 264159"/>
              <a:gd name="connsiteX11" fmla="*/ 132080 w 264160"/>
              <a:gd name="connsiteY11" fmla="*/ 60960 h 264159"/>
              <a:gd name="connsiteX12" fmla="*/ 187961 w 264160"/>
              <a:gd name="connsiteY12" fmla="*/ 60960 h 264159"/>
              <a:gd name="connsiteX13" fmla="*/ 198120 w 264160"/>
              <a:gd name="connsiteY13" fmla="*/ 71120 h 264159"/>
              <a:gd name="connsiteX14" fmla="*/ 187961 w 264160"/>
              <a:gd name="connsiteY14" fmla="*/ 81280 h 264159"/>
              <a:gd name="connsiteX15" fmla="*/ 132080 w 264160"/>
              <a:gd name="connsiteY15" fmla="*/ 81280 h 264159"/>
              <a:gd name="connsiteX16" fmla="*/ 121920 w 264160"/>
              <a:gd name="connsiteY16" fmla="*/ 71120 h 264159"/>
              <a:gd name="connsiteX17" fmla="*/ 132080 w 264160"/>
              <a:gd name="connsiteY17" fmla="*/ 101600 h 264159"/>
              <a:gd name="connsiteX18" fmla="*/ 121920 w 264160"/>
              <a:gd name="connsiteY18" fmla="*/ 111760 h 264159"/>
              <a:gd name="connsiteX19" fmla="*/ 132080 w 264160"/>
              <a:gd name="connsiteY19" fmla="*/ 121920 h 264159"/>
              <a:gd name="connsiteX20" fmla="*/ 208280 w 264160"/>
              <a:gd name="connsiteY20" fmla="*/ 121920 h 264159"/>
              <a:gd name="connsiteX21" fmla="*/ 218440 w 264160"/>
              <a:gd name="connsiteY21" fmla="*/ 111760 h 264159"/>
              <a:gd name="connsiteX22" fmla="*/ 208280 w 264160"/>
              <a:gd name="connsiteY22" fmla="*/ 101600 h 264159"/>
              <a:gd name="connsiteX23" fmla="*/ 132080 w 264160"/>
              <a:gd name="connsiteY23" fmla="*/ 101600 h 264159"/>
              <a:gd name="connsiteX24" fmla="*/ 121920 w 264160"/>
              <a:gd name="connsiteY24" fmla="*/ 152400 h 264159"/>
              <a:gd name="connsiteX25" fmla="*/ 132080 w 264160"/>
              <a:gd name="connsiteY25" fmla="*/ 142240 h 264159"/>
              <a:gd name="connsiteX26" fmla="*/ 208280 w 264160"/>
              <a:gd name="connsiteY26" fmla="*/ 142240 h 264159"/>
              <a:gd name="connsiteX27" fmla="*/ 218440 w 264160"/>
              <a:gd name="connsiteY27" fmla="*/ 152400 h 264159"/>
              <a:gd name="connsiteX28" fmla="*/ 208280 w 264160"/>
              <a:gd name="connsiteY28" fmla="*/ 162560 h 264159"/>
              <a:gd name="connsiteX29" fmla="*/ 132080 w 264160"/>
              <a:gd name="connsiteY29" fmla="*/ 162560 h 264159"/>
              <a:gd name="connsiteX30" fmla="*/ 121920 w 264160"/>
              <a:gd name="connsiteY30" fmla="*/ 152400 h 264159"/>
              <a:gd name="connsiteX31" fmla="*/ 132080 w 264160"/>
              <a:gd name="connsiteY31" fmla="*/ 182880 h 264159"/>
              <a:gd name="connsiteX32" fmla="*/ 121920 w 264160"/>
              <a:gd name="connsiteY32" fmla="*/ 193040 h 264159"/>
              <a:gd name="connsiteX33" fmla="*/ 132080 w 264160"/>
              <a:gd name="connsiteY33" fmla="*/ 203200 h 264159"/>
              <a:gd name="connsiteX34" fmla="*/ 187961 w 264160"/>
              <a:gd name="connsiteY34" fmla="*/ 203200 h 264159"/>
              <a:gd name="connsiteX35" fmla="*/ 198120 w 264160"/>
              <a:gd name="connsiteY35" fmla="*/ 193040 h 264159"/>
              <a:gd name="connsiteX36" fmla="*/ 187961 w 264160"/>
              <a:gd name="connsiteY36" fmla="*/ 182880 h 264159"/>
              <a:gd name="connsiteX37" fmla="*/ 132080 w 264160"/>
              <a:gd name="connsiteY37" fmla="*/ 1828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1" y="243840"/>
                  <a:pt x="243840" y="194310"/>
                  <a:pt x="243840" y="132080"/>
                </a:cubicBezTo>
                <a:cubicBezTo>
                  <a:pt x="243840" y="69850"/>
                  <a:pt x="194311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1" y="205740"/>
                  <a:pt x="264161" y="132080"/>
                </a:cubicBezTo>
                <a:cubicBezTo>
                  <a:pt x="264161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121920" y="71120"/>
                </a:moveTo>
                <a:cubicBezTo>
                  <a:pt x="121920" y="66040"/>
                  <a:pt x="127000" y="60960"/>
                  <a:pt x="132080" y="60960"/>
                </a:cubicBezTo>
                <a:lnTo>
                  <a:pt x="187961" y="60960"/>
                </a:lnTo>
                <a:cubicBezTo>
                  <a:pt x="193040" y="60960"/>
                  <a:pt x="198120" y="66040"/>
                  <a:pt x="198120" y="71120"/>
                </a:cubicBezTo>
                <a:cubicBezTo>
                  <a:pt x="198120" y="76200"/>
                  <a:pt x="193040" y="81280"/>
                  <a:pt x="187961" y="81280"/>
                </a:cubicBezTo>
                <a:lnTo>
                  <a:pt x="132080" y="81280"/>
                </a:lnTo>
                <a:cubicBezTo>
                  <a:pt x="127000" y="81280"/>
                  <a:pt x="121920" y="77470"/>
                  <a:pt x="121920" y="71120"/>
                </a:cubicBezTo>
                <a:close/>
                <a:moveTo>
                  <a:pt x="132080" y="101600"/>
                </a:moveTo>
                <a:cubicBezTo>
                  <a:pt x="127000" y="101600"/>
                  <a:pt x="121920" y="106680"/>
                  <a:pt x="121920" y="111760"/>
                </a:cubicBezTo>
                <a:cubicBezTo>
                  <a:pt x="121920" y="116840"/>
                  <a:pt x="127000" y="121920"/>
                  <a:pt x="132080" y="121920"/>
                </a:cubicBezTo>
                <a:lnTo>
                  <a:pt x="208280" y="121920"/>
                </a:lnTo>
                <a:cubicBezTo>
                  <a:pt x="213361" y="121920"/>
                  <a:pt x="218440" y="116840"/>
                  <a:pt x="218440" y="111760"/>
                </a:cubicBezTo>
                <a:cubicBezTo>
                  <a:pt x="218440" y="106680"/>
                  <a:pt x="213361" y="101600"/>
                  <a:pt x="208280" y="101600"/>
                </a:cubicBezTo>
                <a:lnTo>
                  <a:pt x="132080" y="101600"/>
                </a:lnTo>
                <a:close/>
                <a:moveTo>
                  <a:pt x="121920" y="152400"/>
                </a:moveTo>
                <a:cubicBezTo>
                  <a:pt x="121920" y="147320"/>
                  <a:pt x="127000" y="142240"/>
                  <a:pt x="132080" y="142240"/>
                </a:cubicBezTo>
                <a:lnTo>
                  <a:pt x="208280" y="142240"/>
                </a:lnTo>
                <a:cubicBezTo>
                  <a:pt x="213361" y="142240"/>
                  <a:pt x="218440" y="147320"/>
                  <a:pt x="218440" y="152400"/>
                </a:cubicBezTo>
                <a:cubicBezTo>
                  <a:pt x="218440" y="157480"/>
                  <a:pt x="213361" y="162560"/>
                  <a:pt x="208280" y="162560"/>
                </a:cubicBezTo>
                <a:lnTo>
                  <a:pt x="132080" y="162560"/>
                </a:lnTo>
                <a:cubicBezTo>
                  <a:pt x="127000" y="162560"/>
                  <a:pt x="121920" y="158750"/>
                  <a:pt x="121920" y="152400"/>
                </a:cubicBezTo>
                <a:close/>
                <a:moveTo>
                  <a:pt x="132080" y="182880"/>
                </a:moveTo>
                <a:cubicBezTo>
                  <a:pt x="127000" y="182880"/>
                  <a:pt x="121920" y="187960"/>
                  <a:pt x="121920" y="193040"/>
                </a:cubicBezTo>
                <a:cubicBezTo>
                  <a:pt x="121920" y="198120"/>
                  <a:pt x="127000" y="203200"/>
                  <a:pt x="132080" y="203200"/>
                </a:cubicBezTo>
                <a:lnTo>
                  <a:pt x="187961" y="203200"/>
                </a:lnTo>
                <a:cubicBezTo>
                  <a:pt x="193040" y="203200"/>
                  <a:pt x="198120" y="198120"/>
                  <a:pt x="198120" y="193040"/>
                </a:cubicBezTo>
                <a:cubicBezTo>
                  <a:pt x="198120" y="187960"/>
                  <a:pt x="193040" y="182880"/>
                  <a:pt x="187961" y="182880"/>
                </a:cubicBezTo>
                <a:lnTo>
                  <a:pt x="132080" y="1828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5" name="Полилиния: фигура 197">
            <a:extLst>
              <a:ext uri="{FF2B5EF4-FFF2-40B4-BE49-F238E27FC236}">
                <a16:creationId xmlns:a16="http://schemas.microsoft.com/office/drawing/2014/main" id="{7D41279C-B84D-E0DD-E1D9-4A63DFC35FE0}"/>
              </a:ext>
            </a:extLst>
          </p:cNvPr>
          <p:cNvSpPr/>
          <p:nvPr/>
        </p:nvSpPr>
        <p:spPr>
          <a:xfrm>
            <a:off x="7813016" y="4012543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1280 w 264160"/>
              <a:gd name="connsiteY10" fmla="*/ 147320 h 264159"/>
              <a:gd name="connsiteX11" fmla="*/ 96520 w 264160"/>
              <a:gd name="connsiteY11" fmla="*/ 132080 h 264159"/>
              <a:gd name="connsiteX12" fmla="*/ 81280 w 264160"/>
              <a:gd name="connsiteY12" fmla="*/ 116840 h 264159"/>
              <a:gd name="connsiteX13" fmla="*/ 66040 w 264160"/>
              <a:gd name="connsiteY13" fmla="*/ 132080 h 264159"/>
              <a:gd name="connsiteX14" fmla="*/ 81280 w 264160"/>
              <a:gd name="connsiteY14" fmla="*/ 147320 h 264159"/>
              <a:gd name="connsiteX15" fmla="*/ 147320 w 264160"/>
              <a:gd name="connsiteY15" fmla="*/ 132080 h 264159"/>
              <a:gd name="connsiteX16" fmla="*/ 132080 w 264160"/>
              <a:gd name="connsiteY16" fmla="*/ 147320 h 264159"/>
              <a:gd name="connsiteX17" fmla="*/ 116840 w 264160"/>
              <a:gd name="connsiteY17" fmla="*/ 132080 h 264159"/>
              <a:gd name="connsiteX18" fmla="*/ 132080 w 264160"/>
              <a:gd name="connsiteY18" fmla="*/ 116840 h 264159"/>
              <a:gd name="connsiteX19" fmla="*/ 147320 w 264160"/>
              <a:gd name="connsiteY19" fmla="*/ 132080 h 264159"/>
              <a:gd name="connsiteX20" fmla="*/ 182880 w 264160"/>
              <a:gd name="connsiteY20" fmla="*/ 147320 h 264159"/>
              <a:gd name="connsiteX21" fmla="*/ 198120 w 264160"/>
              <a:gd name="connsiteY21" fmla="*/ 132080 h 264159"/>
              <a:gd name="connsiteX22" fmla="*/ 182880 w 264160"/>
              <a:gd name="connsiteY22" fmla="*/ 116840 h 264159"/>
              <a:gd name="connsiteX23" fmla="*/ 167640 w 264160"/>
              <a:gd name="connsiteY23" fmla="*/ 132080 h 264159"/>
              <a:gd name="connsiteX24" fmla="*/ 182880 w 264160"/>
              <a:gd name="connsiteY24" fmla="*/ 1473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1280" y="147320"/>
                </a:moveTo>
                <a:cubicBezTo>
                  <a:pt x="90170" y="147320"/>
                  <a:pt x="96520" y="140970"/>
                  <a:pt x="96520" y="132080"/>
                </a:cubicBezTo>
                <a:cubicBezTo>
                  <a:pt x="96520" y="123190"/>
                  <a:pt x="90170" y="116840"/>
                  <a:pt x="81280" y="116840"/>
                </a:cubicBezTo>
                <a:cubicBezTo>
                  <a:pt x="72390" y="116840"/>
                  <a:pt x="66040" y="123190"/>
                  <a:pt x="66040" y="132080"/>
                </a:cubicBezTo>
                <a:cubicBezTo>
                  <a:pt x="66040" y="140970"/>
                  <a:pt x="73661" y="147320"/>
                  <a:pt x="81280" y="147320"/>
                </a:cubicBezTo>
                <a:close/>
                <a:moveTo>
                  <a:pt x="147320" y="132080"/>
                </a:moveTo>
                <a:cubicBezTo>
                  <a:pt x="147320" y="140970"/>
                  <a:pt x="140970" y="147320"/>
                  <a:pt x="132080" y="147320"/>
                </a:cubicBezTo>
                <a:cubicBezTo>
                  <a:pt x="123190" y="147320"/>
                  <a:pt x="116840" y="140970"/>
                  <a:pt x="116840" y="132080"/>
                </a:cubicBezTo>
                <a:cubicBezTo>
                  <a:pt x="116840" y="123190"/>
                  <a:pt x="123190" y="116840"/>
                  <a:pt x="132080" y="116840"/>
                </a:cubicBezTo>
                <a:cubicBezTo>
                  <a:pt x="140970" y="116840"/>
                  <a:pt x="147320" y="124460"/>
                  <a:pt x="147320" y="132080"/>
                </a:cubicBezTo>
                <a:close/>
                <a:moveTo>
                  <a:pt x="182880" y="147320"/>
                </a:moveTo>
                <a:cubicBezTo>
                  <a:pt x="191770" y="147320"/>
                  <a:pt x="198120" y="140970"/>
                  <a:pt x="198120" y="132080"/>
                </a:cubicBezTo>
                <a:cubicBezTo>
                  <a:pt x="198120" y="123190"/>
                  <a:pt x="191770" y="116840"/>
                  <a:pt x="182880" y="116840"/>
                </a:cubicBezTo>
                <a:cubicBezTo>
                  <a:pt x="173990" y="116840"/>
                  <a:pt x="167640" y="123190"/>
                  <a:pt x="167640" y="132080"/>
                </a:cubicBezTo>
                <a:cubicBezTo>
                  <a:pt x="167640" y="140970"/>
                  <a:pt x="175261" y="147320"/>
                  <a:pt x="182880" y="1473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6" name="Полилиния: фигура 200">
            <a:extLst>
              <a:ext uri="{FF2B5EF4-FFF2-40B4-BE49-F238E27FC236}">
                <a16:creationId xmlns:a16="http://schemas.microsoft.com/office/drawing/2014/main" id="{E434CFD1-D7FB-F6C2-5255-7F039F4A5D2B}"/>
              </a:ext>
            </a:extLst>
          </p:cNvPr>
          <p:cNvSpPr/>
          <p:nvPr/>
        </p:nvSpPr>
        <p:spPr>
          <a:xfrm>
            <a:off x="1663676" y="4012543"/>
            <a:ext cx="264160" cy="264159"/>
          </a:xfrm>
          <a:custGeom>
            <a:avLst/>
            <a:gdLst>
              <a:gd name="connsiteX0" fmla="*/ 20320 w 264160"/>
              <a:gd name="connsiteY0" fmla="*/ 132080 h 264159"/>
              <a:gd name="connsiteX1" fmla="*/ 132080 w 264160"/>
              <a:gd name="connsiteY1" fmla="*/ 20320 h 264159"/>
              <a:gd name="connsiteX2" fmla="*/ 243840 w 264160"/>
              <a:gd name="connsiteY2" fmla="*/ 132080 h 264159"/>
              <a:gd name="connsiteX3" fmla="*/ 132080 w 264160"/>
              <a:gd name="connsiteY3" fmla="*/ 243840 h 264159"/>
              <a:gd name="connsiteX4" fmla="*/ 30480 w 264160"/>
              <a:gd name="connsiteY4" fmla="*/ 243840 h 264159"/>
              <a:gd name="connsiteX5" fmla="*/ 20320 w 264160"/>
              <a:gd name="connsiteY5" fmla="*/ 233680 h 264159"/>
              <a:gd name="connsiteX6" fmla="*/ 2032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0 w 264160"/>
              <a:gd name="connsiteY9" fmla="*/ 233680 h 264159"/>
              <a:gd name="connsiteX10" fmla="*/ 30480 w 264160"/>
              <a:gd name="connsiteY10" fmla="*/ 264160 h 264159"/>
              <a:gd name="connsiteX11" fmla="*/ 132080 w 264160"/>
              <a:gd name="connsiteY11" fmla="*/ 264160 h 264159"/>
              <a:gd name="connsiteX12" fmla="*/ 264160 w 264160"/>
              <a:gd name="connsiteY12" fmla="*/ 132080 h 264159"/>
              <a:gd name="connsiteX13" fmla="*/ 132080 w 264160"/>
              <a:gd name="connsiteY13" fmla="*/ 0 h 264159"/>
              <a:gd name="connsiteX14" fmla="*/ 191770 w 264160"/>
              <a:gd name="connsiteY14" fmla="*/ 193040 h 264159"/>
              <a:gd name="connsiteX15" fmla="*/ 167640 w 264160"/>
              <a:gd name="connsiteY15" fmla="*/ 193040 h 264159"/>
              <a:gd name="connsiteX16" fmla="*/ 167640 w 264160"/>
              <a:gd name="connsiteY16" fmla="*/ 119380 h 264159"/>
              <a:gd name="connsiteX17" fmla="*/ 138430 w 264160"/>
              <a:gd name="connsiteY17" fmla="*/ 168910 h 264159"/>
              <a:gd name="connsiteX18" fmla="*/ 124460 w 264160"/>
              <a:gd name="connsiteY18" fmla="*/ 168910 h 264159"/>
              <a:gd name="connsiteX19" fmla="*/ 95250 w 264160"/>
              <a:gd name="connsiteY19" fmla="*/ 120650 h 264159"/>
              <a:gd name="connsiteX20" fmla="*/ 95250 w 264160"/>
              <a:gd name="connsiteY20" fmla="*/ 193040 h 264159"/>
              <a:gd name="connsiteX21" fmla="*/ 71120 w 264160"/>
              <a:gd name="connsiteY21" fmla="*/ 193040 h 264159"/>
              <a:gd name="connsiteX22" fmla="*/ 71120 w 264160"/>
              <a:gd name="connsiteY22" fmla="*/ 86360 h 264159"/>
              <a:gd name="connsiteX23" fmla="*/ 102870 w 264160"/>
              <a:gd name="connsiteY23" fmla="*/ 86360 h 264159"/>
              <a:gd name="connsiteX24" fmla="*/ 133350 w 264160"/>
              <a:gd name="connsiteY24" fmla="*/ 137160 h 264159"/>
              <a:gd name="connsiteX25" fmla="*/ 162560 w 264160"/>
              <a:gd name="connsiteY25" fmla="*/ 86360 h 264159"/>
              <a:gd name="connsiteX26" fmla="*/ 191770 w 264160"/>
              <a:gd name="connsiteY26" fmla="*/ 86360 h 264159"/>
              <a:gd name="connsiteX27" fmla="*/ 191770 w 264160"/>
              <a:gd name="connsiteY27" fmla="*/ 1930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64160" h="264159">
                <a:moveTo>
                  <a:pt x="20320" y="132080"/>
                </a:move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6985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13208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32080" y="264160"/>
                </a:ln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lose/>
                <a:moveTo>
                  <a:pt x="191770" y="193040"/>
                </a:moveTo>
                <a:lnTo>
                  <a:pt x="167640" y="193040"/>
                </a:lnTo>
                <a:lnTo>
                  <a:pt x="167640" y="119380"/>
                </a:lnTo>
                <a:lnTo>
                  <a:pt x="138430" y="168910"/>
                </a:lnTo>
                <a:lnTo>
                  <a:pt x="124460" y="168910"/>
                </a:lnTo>
                <a:lnTo>
                  <a:pt x="95250" y="120650"/>
                </a:lnTo>
                <a:lnTo>
                  <a:pt x="95250" y="193040"/>
                </a:lnTo>
                <a:lnTo>
                  <a:pt x="71120" y="193040"/>
                </a:lnTo>
                <a:lnTo>
                  <a:pt x="71120" y="86360"/>
                </a:lnTo>
                <a:lnTo>
                  <a:pt x="102870" y="86360"/>
                </a:lnTo>
                <a:lnTo>
                  <a:pt x="133350" y="137160"/>
                </a:lnTo>
                <a:lnTo>
                  <a:pt x="162560" y="86360"/>
                </a:lnTo>
                <a:lnTo>
                  <a:pt x="191770" y="86360"/>
                </a:lnTo>
                <a:lnTo>
                  <a:pt x="191770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7" name="Полилиния: фигура 203">
            <a:extLst>
              <a:ext uri="{FF2B5EF4-FFF2-40B4-BE49-F238E27FC236}">
                <a16:creationId xmlns:a16="http://schemas.microsoft.com/office/drawing/2014/main" id="{EE4AD569-BC91-E4B2-35C2-EC80FE9B2C41}"/>
              </a:ext>
            </a:extLst>
          </p:cNvPr>
          <p:cNvSpPr/>
          <p:nvPr/>
        </p:nvSpPr>
        <p:spPr>
          <a:xfrm>
            <a:off x="8371816" y="4012543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7630 w 264160"/>
              <a:gd name="connsiteY10" fmla="*/ 121920 h 264159"/>
              <a:gd name="connsiteX11" fmla="*/ 102870 w 264160"/>
              <a:gd name="connsiteY11" fmla="*/ 106680 h 264159"/>
              <a:gd name="connsiteX12" fmla="*/ 87630 w 264160"/>
              <a:gd name="connsiteY12" fmla="*/ 91440 h 264159"/>
              <a:gd name="connsiteX13" fmla="*/ 72390 w 264160"/>
              <a:gd name="connsiteY13" fmla="*/ 106680 h 264159"/>
              <a:gd name="connsiteX14" fmla="*/ 87630 w 264160"/>
              <a:gd name="connsiteY14" fmla="*/ 121920 h 264159"/>
              <a:gd name="connsiteX15" fmla="*/ 193040 w 264160"/>
              <a:gd name="connsiteY15" fmla="*/ 106680 h 264159"/>
              <a:gd name="connsiteX16" fmla="*/ 177800 w 264160"/>
              <a:gd name="connsiteY16" fmla="*/ 121920 h 264159"/>
              <a:gd name="connsiteX17" fmla="*/ 162561 w 264160"/>
              <a:gd name="connsiteY17" fmla="*/ 106680 h 264159"/>
              <a:gd name="connsiteX18" fmla="*/ 177800 w 264160"/>
              <a:gd name="connsiteY18" fmla="*/ 91440 h 264159"/>
              <a:gd name="connsiteX19" fmla="*/ 193040 w 264160"/>
              <a:gd name="connsiteY19" fmla="*/ 106680 h 264159"/>
              <a:gd name="connsiteX20" fmla="*/ 96520 w 264160"/>
              <a:gd name="connsiteY20" fmla="*/ 191770 h 264159"/>
              <a:gd name="connsiteX21" fmla="*/ 96520 w 264160"/>
              <a:gd name="connsiteY21" fmla="*/ 191770 h 264159"/>
              <a:gd name="connsiteX22" fmla="*/ 132080 w 264160"/>
              <a:gd name="connsiteY22" fmla="*/ 182880 h 264159"/>
              <a:gd name="connsiteX23" fmla="*/ 167640 w 264160"/>
              <a:gd name="connsiteY23" fmla="*/ 191770 h 264159"/>
              <a:gd name="connsiteX24" fmla="*/ 167640 w 264160"/>
              <a:gd name="connsiteY24" fmla="*/ 191770 h 264159"/>
              <a:gd name="connsiteX25" fmla="*/ 181611 w 264160"/>
              <a:gd name="connsiteY25" fmla="*/ 186690 h 264159"/>
              <a:gd name="connsiteX26" fmla="*/ 176530 w 264160"/>
              <a:gd name="connsiteY26" fmla="*/ 172720 h 264159"/>
              <a:gd name="connsiteX27" fmla="*/ 130811 w 264160"/>
              <a:gd name="connsiteY27" fmla="*/ 161290 h 264159"/>
              <a:gd name="connsiteX28" fmla="*/ 85090 w 264160"/>
              <a:gd name="connsiteY28" fmla="*/ 172720 h 264159"/>
              <a:gd name="connsiteX29" fmla="*/ 80011 w 264160"/>
              <a:gd name="connsiteY29" fmla="*/ 186690 h 264159"/>
              <a:gd name="connsiteX30" fmla="*/ 96520 w 264160"/>
              <a:gd name="connsiteY30" fmla="*/ 19177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1" y="121920"/>
                  <a:pt x="162561" y="115570"/>
                  <a:pt x="162561" y="106680"/>
                </a:cubicBezTo>
                <a:cubicBezTo>
                  <a:pt x="162561" y="97790"/>
                  <a:pt x="168911" y="91440"/>
                  <a:pt x="177800" y="91440"/>
                </a:cubicBezTo>
                <a:cubicBezTo>
                  <a:pt x="186690" y="91440"/>
                  <a:pt x="193040" y="99060"/>
                  <a:pt x="193040" y="106680"/>
                </a:cubicBezTo>
                <a:close/>
                <a:moveTo>
                  <a:pt x="96520" y="191770"/>
                </a:moveTo>
                <a:lnTo>
                  <a:pt x="96520" y="191770"/>
                </a:lnTo>
                <a:cubicBezTo>
                  <a:pt x="106680" y="186690"/>
                  <a:pt x="114300" y="182880"/>
                  <a:pt x="132080" y="182880"/>
                </a:cubicBezTo>
                <a:cubicBezTo>
                  <a:pt x="149861" y="182880"/>
                  <a:pt x="158750" y="186690"/>
                  <a:pt x="167640" y="191770"/>
                </a:cubicBezTo>
                <a:lnTo>
                  <a:pt x="167640" y="191770"/>
                </a:lnTo>
                <a:cubicBezTo>
                  <a:pt x="172720" y="194310"/>
                  <a:pt x="179070" y="191770"/>
                  <a:pt x="181611" y="186690"/>
                </a:cubicBezTo>
                <a:cubicBezTo>
                  <a:pt x="184150" y="181610"/>
                  <a:pt x="181611" y="175260"/>
                  <a:pt x="176530" y="172720"/>
                </a:cubicBezTo>
                <a:cubicBezTo>
                  <a:pt x="166370" y="167640"/>
                  <a:pt x="153670" y="161290"/>
                  <a:pt x="130811" y="161290"/>
                </a:cubicBezTo>
                <a:cubicBezTo>
                  <a:pt x="107950" y="161290"/>
                  <a:pt x="96520" y="167640"/>
                  <a:pt x="85090" y="172720"/>
                </a:cubicBezTo>
                <a:cubicBezTo>
                  <a:pt x="80011" y="175260"/>
                  <a:pt x="77470" y="181610"/>
                  <a:pt x="80011" y="186690"/>
                </a:cubicBezTo>
                <a:cubicBezTo>
                  <a:pt x="85090" y="193040"/>
                  <a:pt x="91440" y="194310"/>
                  <a:pt x="96520" y="19177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8" name="Полилиния: фигура 207">
            <a:extLst>
              <a:ext uri="{FF2B5EF4-FFF2-40B4-BE49-F238E27FC236}">
                <a16:creationId xmlns:a16="http://schemas.microsoft.com/office/drawing/2014/main" id="{483D3168-791A-17C8-E888-CE2DC76BDEE8}"/>
              </a:ext>
            </a:extLst>
          </p:cNvPr>
          <p:cNvSpPr/>
          <p:nvPr/>
        </p:nvSpPr>
        <p:spPr>
          <a:xfrm>
            <a:off x="1104877" y="4012543"/>
            <a:ext cx="264159" cy="264159"/>
          </a:xfrm>
          <a:custGeom>
            <a:avLst/>
            <a:gdLst>
              <a:gd name="connsiteX0" fmla="*/ 20320 w 264159"/>
              <a:gd name="connsiteY0" fmla="*/ 132080 h 264159"/>
              <a:gd name="connsiteX1" fmla="*/ 132080 w 264159"/>
              <a:gd name="connsiteY1" fmla="*/ 20320 h 264159"/>
              <a:gd name="connsiteX2" fmla="*/ 243840 w 264159"/>
              <a:gd name="connsiteY2" fmla="*/ 132080 h 264159"/>
              <a:gd name="connsiteX3" fmla="*/ 132080 w 264159"/>
              <a:gd name="connsiteY3" fmla="*/ 243840 h 264159"/>
              <a:gd name="connsiteX4" fmla="*/ 30480 w 264159"/>
              <a:gd name="connsiteY4" fmla="*/ 243840 h 264159"/>
              <a:gd name="connsiteX5" fmla="*/ 20320 w 264159"/>
              <a:gd name="connsiteY5" fmla="*/ 233680 h 264159"/>
              <a:gd name="connsiteX6" fmla="*/ 2032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0 w 264159"/>
              <a:gd name="connsiteY9" fmla="*/ 233680 h 264159"/>
              <a:gd name="connsiteX10" fmla="*/ 30480 w 264159"/>
              <a:gd name="connsiteY10" fmla="*/ 264160 h 264159"/>
              <a:gd name="connsiteX11" fmla="*/ 132080 w 264159"/>
              <a:gd name="connsiteY11" fmla="*/ 264160 h 264159"/>
              <a:gd name="connsiteX12" fmla="*/ 264160 w 264159"/>
              <a:gd name="connsiteY12" fmla="*/ 132080 h 264159"/>
              <a:gd name="connsiteX13" fmla="*/ 132080 w 264159"/>
              <a:gd name="connsiteY13" fmla="*/ 0 h 264159"/>
              <a:gd name="connsiteX14" fmla="*/ 134620 w 264159"/>
              <a:gd name="connsiteY14" fmla="*/ 170180 h 264159"/>
              <a:gd name="connsiteX15" fmla="*/ 172720 w 264159"/>
              <a:gd name="connsiteY15" fmla="*/ 152400 h 264159"/>
              <a:gd name="connsiteX16" fmla="*/ 172720 w 264159"/>
              <a:gd name="connsiteY16" fmla="*/ 180340 h 264159"/>
              <a:gd name="connsiteX17" fmla="*/ 133350 w 264159"/>
              <a:gd name="connsiteY17" fmla="*/ 193040 h 264159"/>
              <a:gd name="connsiteX18" fmla="*/ 71120 w 264159"/>
              <a:gd name="connsiteY18" fmla="*/ 137160 h 264159"/>
              <a:gd name="connsiteX19" fmla="*/ 134620 w 264159"/>
              <a:gd name="connsiteY19" fmla="*/ 81280 h 264159"/>
              <a:gd name="connsiteX20" fmla="*/ 172720 w 264159"/>
              <a:gd name="connsiteY20" fmla="*/ 91440 h 264159"/>
              <a:gd name="connsiteX21" fmla="*/ 172720 w 264159"/>
              <a:gd name="connsiteY21" fmla="*/ 121920 h 264159"/>
              <a:gd name="connsiteX22" fmla="*/ 134620 w 264159"/>
              <a:gd name="connsiteY22" fmla="*/ 104140 h 264159"/>
              <a:gd name="connsiteX23" fmla="*/ 99060 w 264159"/>
              <a:gd name="connsiteY23" fmla="*/ 137160 h 264159"/>
              <a:gd name="connsiteX24" fmla="*/ 134620 w 264159"/>
              <a:gd name="connsiteY24" fmla="*/ 1701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59" h="264159">
                <a:moveTo>
                  <a:pt x="20320" y="132080"/>
                </a:move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6985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13208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32080" y="264160"/>
                </a:ln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4470" y="0"/>
                  <a:pt x="132080" y="0"/>
                </a:cubicBezTo>
                <a:close/>
                <a:moveTo>
                  <a:pt x="134620" y="170180"/>
                </a:moveTo>
                <a:cubicBezTo>
                  <a:pt x="153670" y="170180"/>
                  <a:pt x="166370" y="163830"/>
                  <a:pt x="172720" y="152400"/>
                </a:cubicBezTo>
                <a:lnTo>
                  <a:pt x="172720" y="180340"/>
                </a:lnTo>
                <a:cubicBezTo>
                  <a:pt x="167640" y="186690"/>
                  <a:pt x="152400" y="193040"/>
                  <a:pt x="133350" y="193040"/>
                </a:cubicBezTo>
                <a:cubicBezTo>
                  <a:pt x="96520" y="193040"/>
                  <a:pt x="71120" y="172720"/>
                  <a:pt x="71120" y="137160"/>
                </a:cubicBezTo>
                <a:cubicBezTo>
                  <a:pt x="71120" y="104140"/>
                  <a:pt x="96520" y="81280"/>
                  <a:pt x="134620" y="81280"/>
                </a:cubicBezTo>
                <a:cubicBezTo>
                  <a:pt x="151130" y="81280"/>
                  <a:pt x="165100" y="87630"/>
                  <a:pt x="172720" y="91440"/>
                </a:cubicBezTo>
                <a:lnTo>
                  <a:pt x="172720" y="121920"/>
                </a:lnTo>
                <a:cubicBezTo>
                  <a:pt x="165100" y="113030"/>
                  <a:pt x="151130" y="104140"/>
                  <a:pt x="134620" y="104140"/>
                </a:cubicBezTo>
                <a:cubicBezTo>
                  <a:pt x="113030" y="104140"/>
                  <a:pt x="99060" y="116840"/>
                  <a:pt x="99060" y="137160"/>
                </a:cubicBezTo>
                <a:cubicBezTo>
                  <a:pt x="99060" y="154940"/>
                  <a:pt x="110490" y="170180"/>
                  <a:pt x="134620" y="1701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49" name="Полилиния: фигура 210">
            <a:extLst>
              <a:ext uri="{FF2B5EF4-FFF2-40B4-BE49-F238E27FC236}">
                <a16:creationId xmlns:a16="http://schemas.microsoft.com/office/drawing/2014/main" id="{FF04F208-0D2B-F832-DD31-798D18C598A1}"/>
              </a:ext>
            </a:extLst>
          </p:cNvPr>
          <p:cNvSpPr/>
          <p:nvPr/>
        </p:nvSpPr>
        <p:spPr>
          <a:xfrm>
            <a:off x="3356587" y="4009951"/>
            <a:ext cx="233044" cy="269509"/>
          </a:xfrm>
          <a:custGeom>
            <a:avLst/>
            <a:gdLst>
              <a:gd name="connsiteX0" fmla="*/ 111760 w 233044"/>
              <a:gd name="connsiteY0" fmla="*/ 20371 h 269509"/>
              <a:gd name="connsiteX1" fmla="*/ 142240 w 233044"/>
              <a:gd name="connsiteY1" fmla="*/ 2591 h 269509"/>
              <a:gd name="connsiteX2" fmla="*/ 223520 w 233044"/>
              <a:gd name="connsiteY2" fmla="*/ 50851 h 269509"/>
              <a:gd name="connsiteX3" fmla="*/ 223520 w 233044"/>
              <a:gd name="connsiteY3" fmla="*/ 86411 h 269509"/>
              <a:gd name="connsiteX4" fmla="*/ 140970 w 233044"/>
              <a:gd name="connsiteY4" fmla="*/ 134671 h 269509"/>
              <a:gd name="connsiteX5" fmla="*/ 223520 w 233044"/>
              <a:gd name="connsiteY5" fmla="*/ 182931 h 269509"/>
              <a:gd name="connsiteX6" fmla="*/ 223520 w 233044"/>
              <a:gd name="connsiteY6" fmla="*/ 218491 h 269509"/>
              <a:gd name="connsiteX7" fmla="*/ 142240 w 233044"/>
              <a:gd name="connsiteY7" fmla="*/ 266751 h 269509"/>
              <a:gd name="connsiteX8" fmla="*/ 111760 w 233044"/>
              <a:gd name="connsiteY8" fmla="*/ 248971 h 269509"/>
              <a:gd name="connsiteX9" fmla="*/ 111760 w 233044"/>
              <a:gd name="connsiteY9" fmla="*/ 152451 h 269509"/>
              <a:gd name="connsiteX10" fmla="*/ 30480 w 233044"/>
              <a:gd name="connsiteY10" fmla="*/ 200711 h 269509"/>
              <a:gd name="connsiteX11" fmla="*/ 0 w 233044"/>
              <a:gd name="connsiteY11" fmla="*/ 182931 h 269509"/>
              <a:gd name="connsiteX12" fmla="*/ 0 w 233044"/>
              <a:gd name="connsiteY12" fmla="*/ 86411 h 269509"/>
              <a:gd name="connsiteX13" fmla="*/ 30480 w 233044"/>
              <a:gd name="connsiteY13" fmla="*/ 68631 h 269509"/>
              <a:gd name="connsiteX14" fmla="*/ 111760 w 233044"/>
              <a:gd name="connsiteY14" fmla="*/ 116891 h 269509"/>
              <a:gd name="connsiteX15" fmla="*/ 111760 w 233044"/>
              <a:gd name="connsiteY15" fmla="*/ 20371 h 269509"/>
              <a:gd name="connsiteX16" fmla="*/ 213360 w 233044"/>
              <a:gd name="connsiteY16" fmla="*/ 68631 h 269509"/>
              <a:gd name="connsiteX17" fmla="*/ 132080 w 233044"/>
              <a:gd name="connsiteY17" fmla="*/ 20371 h 269509"/>
              <a:gd name="connsiteX18" fmla="*/ 132080 w 233044"/>
              <a:gd name="connsiteY18" fmla="*/ 116891 h 269509"/>
              <a:gd name="connsiteX19" fmla="*/ 213360 w 233044"/>
              <a:gd name="connsiteY19" fmla="*/ 68631 h 269509"/>
              <a:gd name="connsiteX20" fmla="*/ 101600 w 233044"/>
              <a:gd name="connsiteY20" fmla="*/ 134671 h 269509"/>
              <a:gd name="connsiteX21" fmla="*/ 20320 w 233044"/>
              <a:gd name="connsiteY21" fmla="*/ 86411 h 269509"/>
              <a:gd name="connsiteX22" fmla="*/ 20320 w 233044"/>
              <a:gd name="connsiteY22" fmla="*/ 182931 h 269509"/>
              <a:gd name="connsiteX23" fmla="*/ 101600 w 233044"/>
              <a:gd name="connsiteY23" fmla="*/ 134671 h 269509"/>
              <a:gd name="connsiteX24" fmla="*/ 132080 w 233044"/>
              <a:gd name="connsiteY24" fmla="*/ 248971 h 269509"/>
              <a:gd name="connsiteX25" fmla="*/ 132080 w 233044"/>
              <a:gd name="connsiteY25" fmla="*/ 152451 h 269509"/>
              <a:gd name="connsiteX26" fmla="*/ 213360 w 233044"/>
              <a:gd name="connsiteY26" fmla="*/ 200711 h 269509"/>
              <a:gd name="connsiteX27" fmla="*/ 132080 w 233044"/>
              <a:gd name="connsiteY27" fmla="*/ 248971 h 269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33044" h="269509">
                <a:moveTo>
                  <a:pt x="111760" y="20371"/>
                </a:moveTo>
                <a:cubicBezTo>
                  <a:pt x="111760" y="5131"/>
                  <a:pt x="128270" y="-5029"/>
                  <a:pt x="142240" y="2591"/>
                </a:cubicBezTo>
                <a:lnTo>
                  <a:pt x="223520" y="50851"/>
                </a:lnTo>
                <a:cubicBezTo>
                  <a:pt x="236220" y="58471"/>
                  <a:pt x="236220" y="77521"/>
                  <a:pt x="223520" y="86411"/>
                </a:cubicBezTo>
                <a:lnTo>
                  <a:pt x="140970" y="134671"/>
                </a:lnTo>
                <a:lnTo>
                  <a:pt x="223520" y="182931"/>
                </a:lnTo>
                <a:cubicBezTo>
                  <a:pt x="236220" y="190551"/>
                  <a:pt x="236220" y="209601"/>
                  <a:pt x="223520" y="218491"/>
                </a:cubicBezTo>
                <a:lnTo>
                  <a:pt x="142240" y="266751"/>
                </a:lnTo>
                <a:cubicBezTo>
                  <a:pt x="128270" y="274371"/>
                  <a:pt x="111760" y="265481"/>
                  <a:pt x="111760" y="248971"/>
                </a:cubicBezTo>
                <a:lnTo>
                  <a:pt x="111760" y="152451"/>
                </a:lnTo>
                <a:lnTo>
                  <a:pt x="30480" y="200711"/>
                </a:lnTo>
                <a:cubicBezTo>
                  <a:pt x="16510" y="208331"/>
                  <a:pt x="0" y="199441"/>
                  <a:pt x="0" y="182931"/>
                </a:cubicBezTo>
                <a:lnTo>
                  <a:pt x="0" y="86411"/>
                </a:lnTo>
                <a:cubicBezTo>
                  <a:pt x="0" y="71171"/>
                  <a:pt x="16510" y="61011"/>
                  <a:pt x="30480" y="68631"/>
                </a:cubicBezTo>
                <a:lnTo>
                  <a:pt x="111760" y="116891"/>
                </a:lnTo>
                <a:lnTo>
                  <a:pt x="111760" y="20371"/>
                </a:lnTo>
                <a:close/>
                <a:moveTo>
                  <a:pt x="213360" y="68631"/>
                </a:moveTo>
                <a:lnTo>
                  <a:pt x="132080" y="20371"/>
                </a:lnTo>
                <a:lnTo>
                  <a:pt x="132080" y="116891"/>
                </a:lnTo>
                <a:lnTo>
                  <a:pt x="213360" y="68631"/>
                </a:lnTo>
                <a:close/>
                <a:moveTo>
                  <a:pt x="101600" y="134671"/>
                </a:moveTo>
                <a:lnTo>
                  <a:pt x="20320" y="86411"/>
                </a:lnTo>
                <a:lnTo>
                  <a:pt x="20320" y="182931"/>
                </a:lnTo>
                <a:lnTo>
                  <a:pt x="101600" y="134671"/>
                </a:lnTo>
                <a:close/>
                <a:moveTo>
                  <a:pt x="132080" y="248971"/>
                </a:moveTo>
                <a:lnTo>
                  <a:pt x="132080" y="152451"/>
                </a:lnTo>
                <a:lnTo>
                  <a:pt x="213360" y="200711"/>
                </a:lnTo>
                <a:lnTo>
                  <a:pt x="132080" y="248971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3" name="Полилиния: фигура 213">
            <a:extLst>
              <a:ext uri="{FF2B5EF4-FFF2-40B4-BE49-F238E27FC236}">
                <a16:creationId xmlns:a16="http://schemas.microsoft.com/office/drawing/2014/main" id="{1CA927C1-6E0C-CD0C-7870-5DFD91E16C5D}"/>
              </a:ext>
            </a:extLst>
          </p:cNvPr>
          <p:cNvSpPr/>
          <p:nvPr/>
        </p:nvSpPr>
        <p:spPr>
          <a:xfrm>
            <a:off x="2792707" y="4012542"/>
            <a:ext cx="243839" cy="264160"/>
          </a:xfrm>
          <a:custGeom>
            <a:avLst/>
            <a:gdLst>
              <a:gd name="connsiteX0" fmla="*/ 30480 w 243839"/>
              <a:gd name="connsiteY0" fmla="*/ 74930 h 264160"/>
              <a:gd name="connsiteX1" fmla="*/ 105410 w 243839"/>
              <a:gd name="connsiteY1" fmla="*/ 25400 h 264160"/>
              <a:gd name="connsiteX2" fmla="*/ 138430 w 243839"/>
              <a:gd name="connsiteY2" fmla="*/ 25400 h 264160"/>
              <a:gd name="connsiteX3" fmla="*/ 209550 w 243839"/>
              <a:gd name="connsiteY3" fmla="*/ 69850 h 264160"/>
              <a:gd name="connsiteX4" fmla="*/ 223520 w 243839"/>
              <a:gd name="connsiteY4" fmla="*/ 95250 h 264160"/>
              <a:gd name="connsiteX5" fmla="*/ 223520 w 243839"/>
              <a:gd name="connsiteY5" fmla="*/ 170180 h 264160"/>
              <a:gd name="connsiteX6" fmla="*/ 209550 w 243839"/>
              <a:gd name="connsiteY6" fmla="*/ 195580 h 264160"/>
              <a:gd name="connsiteX7" fmla="*/ 138430 w 243839"/>
              <a:gd name="connsiteY7" fmla="*/ 240030 h 264160"/>
              <a:gd name="connsiteX8" fmla="*/ 105410 w 243839"/>
              <a:gd name="connsiteY8" fmla="*/ 240030 h 264160"/>
              <a:gd name="connsiteX9" fmla="*/ 30480 w 243839"/>
              <a:gd name="connsiteY9" fmla="*/ 190500 h 264160"/>
              <a:gd name="connsiteX10" fmla="*/ 16510 w 243839"/>
              <a:gd name="connsiteY10" fmla="*/ 193040 h 264160"/>
              <a:gd name="connsiteX11" fmla="*/ 19050 w 243839"/>
              <a:gd name="connsiteY11" fmla="*/ 207010 h 264160"/>
              <a:gd name="connsiteX12" fmla="*/ 93980 w 243839"/>
              <a:gd name="connsiteY12" fmla="*/ 256540 h 264160"/>
              <a:gd name="connsiteX13" fmla="*/ 93980 w 243839"/>
              <a:gd name="connsiteY13" fmla="*/ 256540 h 264160"/>
              <a:gd name="connsiteX14" fmla="*/ 148590 w 243839"/>
              <a:gd name="connsiteY14" fmla="*/ 256540 h 264160"/>
              <a:gd name="connsiteX15" fmla="*/ 219710 w 243839"/>
              <a:gd name="connsiteY15" fmla="*/ 212090 h 264160"/>
              <a:gd name="connsiteX16" fmla="*/ 243840 w 243839"/>
              <a:gd name="connsiteY16" fmla="*/ 170180 h 264160"/>
              <a:gd name="connsiteX17" fmla="*/ 243840 w 243839"/>
              <a:gd name="connsiteY17" fmla="*/ 93980 h 264160"/>
              <a:gd name="connsiteX18" fmla="*/ 219710 w 243839"/>
              <a:gd name="connsiteY18" fmla="*/ 52070 h 264160"/>
              <a:gd name="connsiteX19" fmla="*/ 148590 w 243839"/>
              <a:gd name="connsiteY19" fmla="*/ 7620 h 264160"/>
              <a:gd name="connsiteX20" fmla="*/ 93980 w 243839"/>
              <a:gd name="connsiteY20" fmla="*/ 7620 h 264160"/>
              <a:gd name="connsiteX21" fmla="*/ 93980 w 243839"/>
              <a:gd name="connsiteY21" fmla="*/ 7620 h 264160"/>
              <a:gd name="connsiteX22" fmla="*/ 19050 w 243839"/>
              <a:gd name="connsiteY22" fmla="*/ 57150 h 264160"/>
              <a:gd name="connsiteX23" fmla="*/ 16510 w 243839"/>
              <a:gd name="connsiteY23" fmla="*/ 71120 h 264160"/>
              <a:gd name="connsiteX24" fmla="*/ 30480 w 243839"/>
              <a:gd name="connsiteY24" fmla="*/ 74930 h 264160"/>
              <a:gd name="connsiteX25" fmla="*/ 0 w 243839"/>
              <a:gd name="connsiteY25" fmla="*/ 111760 h 264160"/>
              <a:gd name="connsiteX26" fmla="*/ 10160 w 243839"/>
              <a:gd name="connsiteY26" fmla="*/ 101600 h 264160"/>
              <a:gd name="connsiteX27" fmla="*/ 121920 w 243839"/>
              <a:gd name="connsiteY27" fmla="*/ 101600 h 264160"/>
              <a:gd name="connsiteX28" fmla="*/ 132080 w 243839"/>
              <a:gd name="connsiteY28" fmla="*/ 111760 h 264160"/>
              <a:gd name="connsiteX29" fmla="*/ 121920 w 243839"/>
              <a:gd name="connsiteY29" fmla="*/ 121920 h 264160"/>
              <a:gd name="connsiteX30" fmla="*/ 10160 w 243839"/>
              <a:gd name="connsiteY30" fmla="*/ 121920 h 264160"/>
              <a:gd name="connsiteX31" fmla="*/ 0 w 243839"/>
              <a:gd name="connsiteY31" fmla="*/ 111760 h 264160"/>
              <a:gd name="connsiteX32" fmla="*/ 0 w 243839"/>
              <a:gd name="connsiteY32" fmla="*/ 152400 h 264160"/>
              <a:gd name="connsiteX33" fmla="*/ 10160 w 243839"/>
              <a:gd name="connsiteY33" fmla="*/ 142240 h 264160"/>
              <a:gd name="connsiteX34" fmla="*/ 81280 w 243839"/>
              <a:gd name="connsiteY34" fmla="*/ 142240 h 264160"/>
              <a:gd name="connsiteX35" fmla="*/ 91440 w 243839"/>
              <a:gd name="connsiteY35" fmla="*/ 152400 h 264160"/>
              <a:gd name="connsiteX36" fmla="*/ 81280 w 243839"/>
              <a:gd name="connsiteY36" fmla="*/ 162560 h 264160"/>
              <a:gd name="connsiteX37" fmla="*/ 10160 w 243839"/>
              <a:gd name="connsiteY37" fmla="*/ 162560 h 264160"/>
              <a:gd name="connsiteX38" fmla="*/ 0 w 243839"/>
              <a:gd name="connsiteY38" fmla="*/ 15240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43839" h="264160">
                <a:moveTo>
                  <a:pt x="30480" y="74930"/>
                </a:moveTo>
                <a:lnTo>
                  <a:pt x="105410" y="25400"/>
                </a:lnTo>
                <a:cubicBezTo>
                  <a:pt x="115570" y="19050"/>
                  <a:pt x="128270" y="19050"/>
                  <a:pt x="138430" y="25400"/>
                </a:cubicBezTo>
                <a:lnTo>
                  <a:pt x="209550" y="69850"/>
                </a:lnTo>
                <a:cubicBezTo>
                  <a:pt x="218440" y="74930"/>
                  <a:pt x="223520" y="85090"/>
                  <a:pt x="223520" y="95250"/>
                </a:cubicBezTo>
                <a:lnTo>
                  <a:pt x="223520" y="170180"/>
                </a:lnTo>
                <a:cubicBezTo>
                  <a:pt x="223520" y="180340"/>
                  <a:pt x="218440" y="189230"/>
                  <a:pt x="209550" y="195580"/>
                </a:cubicBezTo>
                <a:lnTo>
                  <a:pt x="138430" y="240030"/>
                </a:lnTo>
                <a:cubicBezTo>
                  <a:pt x="128270" y="246380"/>
                  <a:pt x="115570" y="246380"/>
                  <a:pt x="105410" y="240030"/>
                </a:cubicBezTo>
                <a:lnTo>
                  <a:pt x="30480" y="190500"/>
                </a:lnTo>
                <a:cubicBezTo>
                  <a:pt x="25400" y="187960"/>
                  <a:pt x="19050" y="189230"/>
                  <a:pt x="16510" y="193040"/>
                </a:cubicBezTo>
                <a:cubicBezTo>
                  <a:pt x="13970" y="198120"/>
                  <a:pt x="15240" y="204470"/>
                  <a:pt x="19050" y="207010"/>
                </a:cubicBezTo>
                <a:lnTo>
                  <a:pt x="93980" y="256540"/>
                </a:lnTo>
                <a:lnTo>
                  <a:pt x="93980" y="256540"/>
                </a:lnTo>
                <a:cubicBezTo>
                  <a:pt x="110490" y="266700"/>
                  <a:pt x="132080" y="266700"/>
                  <a:pt x="148590" y="256540"/>
                </a:cubicBezTo>
                <a:lnTo>
                  <a:pt x="219710" y="212090"/>
                </a:lnTo>
                <a:cubicBezTo>
                  <a:pt x="233680" y="203200"/>
                  <a:pt x="243840" y="186690"/>
                  <a:pt x="243840" y="170180"/>
                </a:cubicBezTo>
                <a:lnTo>
                  <a:pt x="243840" y="93980"/>
                </a:lnTo>
                <a:cubicBezTo>
                  <a:pt x="243840" y="77470"/>
                  <a:pt x="234950" y="60960"/>
                  <a:pt x="219710" y="52070"/>
                </a:cubicBezTo>
                <a:lnTo>
                  <a:pt x="148590" y="7620"/>
                </a:lnTo>
                <a:cubicBezTo>
                  <a:pt x="132080" y="-2540"/>
                  <a:pt x="110490" y="-2540"/>
                  <a:pt x="93980" y="7620"/>
                </a:cubicBezTo>
                <a:lnTo>
                  <a:pt x="93980" y="7620"/>
                </a:lnTo>
                <a:lnTo>
                  <a:pt x="19050" y="57150"/>
                </a:lnTo>
                <a:cubicBezTo>
                  <a:pt x="13970" y="59690"/>
                  <a:pt x="12700" y="66040"/>
                  <a:pt x="16510" y="71120"/>
                </a:cubicBezTo>
                <a:cubicBezTo>
                  <a:pt x="19050" y="76200"/>
                  <a:pt x="25400" y="77470"/>
                  <a:pt x="30480" y="74930"/>
                </a:cubicBezTo>
                <a:close/>
                <a:moveTo>
                  <a:pt x="0" y="111760"/>
                </a:moveTo>
                <a:cubicBezTo>
                  <a:pt x="0" y="106680"/>
                  <a:pt x="5080" y="101600"/>
                  <a:pt x="10160" y="101600"/>
                </a:cubicBez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" y="121920"/>
                </a:lnTo>
                <a:cubicBezTo>
                  <a:pt x="3810" y="121920"/>
                  <a:pt x="0" y="118110"/>
                  <a:pt x="0" y="111760"/>
                </a:cubicBezTo>
                <a:close/>
                <a:moveTo>
                  <a:pt x="0" y="152400"/>
                </a:moveTo>
                <a:cubicBezTo>
                  <a:pt x="0" y="147320"/>
                  <a:pt x="5080" y="142240"/>
                  <a:pt x="10160" y="142240"/>
                </a:cubicBezTo>
                <a:lnTo>
                  <a:pt x="81280" y="142240"/>
                </a:lnTo>
                <a:cubicBezTo>
                  <a:pt x="86360" y="142240"/>
                  <a:pt x="91440" y="147320"/>
                  <a:pt x="91440" y="152400"/>
                </a:cubicBezTo>
                <a:cubicBezTo>
                  <a:pt x="91440" y="157480"/>
                  <a:pt x="86360" y="162560"/>
                  <a:pt x="81280" y="162560"/>
                </a:cubicBezTo>
                <a:lnTo>
                  <a:pt x="10160" y="162560"/>
                </a:lnTo>
                <a:cubicBezTo>
                  <a:pt x="3810" y="162560"/>
                  <a:pt x="0" y="158750"/>
                  <a:pt x="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4" name="Полилиния: фигура 217">
            <a:extLst>
              <a:ext uri="{FF2B5EF4-FFF2-40B4-BE49-F238E27FC236}">
                <a16:creationId xmlns:a16="http://schemas.microsoft.com/office/drawing/2014/main" id="{F802888B-CE87-4E6D-2116-B80B600104DE}"/>
              </a:ext>
            </a:extLst>
          </p:cNvPr>
          <p:cNvSpPr/>
          <p:nvPr/>
        </p:nvSpPr>
        <p:spPr>
          <a:xfrm>
            <a:off x="2232636" y="4022702"/>
            <a:ext cx="243839" cy="243840"/>
          </a:xfrm>
          <a:custGeom>
            <a:avLst/>
            <a:gdLst>
              <a:gd name="connsiteX0" fmla="*/ 50800 w 243839"/>
              <a:gd name="connsiteY0" fmla="*/ 20320 h 243840"/>
              <a:gd name="connsiteX1" fmla="*/ 20320 w 243839"/>
              <a:gd name="connsiteY1" fmla="*/ 50800 h 243840"/>
              <a:gd name="connsiteX2" fmla="*/ 20320 w 243839"/>
              <a:gd name="connsiteY2" fmla="*/ 172720 h 243840"/>
              <a:gd name="connsiteX3" fmla="*/ 10160 w 243839"/>
              <a:gd name="connsiteY3" fmla="*/ 182880 h 243840"/>
              <a:gd name="connsiteX4" fmla="*/ 0 w 243839"/>
              <a:gd name="connsiteY4" fmla="*/ 172720 h 243840"/>
              <a:gd name="connsiteX5" fmla="*/ 0 w 243839"/>
              <a:gd name="connsiteY5" fmla="*/ 50800 h 243840"/>
              <a:gd name="connsiteX6" fmla="*/ 50800 w 243839"/>
              <a:gd name="connsiteY6" fmla="*/ 0 h 243840"/>
              <a:gd name="connsiteX7" fmla="*/ 233680 w 243839"/>
              <a:gd name="connsiteY7" fmla="*/ 0 h 243840"/>
              <a:gd name="connsiteX8" fmla="*/ 243840 w 243839"/>
              <a:gd name="connsiteY8" fmla="*/ 10160 h 243840"/>
              <a:gd name="connsiteX9" fmla="*/ 233680 w 243839"/>
              <a:gd name="connsiteY9" fmla="*/ 20320 h 243840"/>
              <a:gd name="connsiteX10" fmla="*/ 50800 w 243839"/>
              <a:gd name="connsiteY10" fmla="*/ 20320 h 243840"/>
              <a:gd name="connsiteX11" fmla="*/ 142240 w 243839"/>
              <a:gd name="connsiteY11" fmla="*/ 172720 h 243840"/>
              <a:gd name="connsiteX12" fmla="*/ 142240 w 243839"/>
              <a:gd name="connsiteY12" fmla="*/ 121920 h 243840"/>
              <a:gd name="connsiteX13" fmla="*/ 121920 w 243839"/>
              <a:gd name="connsiteY13" fmla="*/ 148590 h 243840"/>
              <a:gd name="connsiteX14" fmla="*/ 101600 w 243839"/>
              <a:gd name="connsiteY14" fmla="*/ 121920 h 243840"/>
              <a:gd name="connsiteX15" fmla="*/ 101600 w 243839"/>
              <a:gd name="connsiteY15" fmla="*/ 173990 h 243840"/>
              <a:gd name="connsiteX16" fmla="*/ 71120 w 243839"/>
              <a:gd name="connsiteY16" fmla="*/ 173990 h 243840"/>
              <a:gd name="connsiteX17" fmla="*/ 71120 w 243839"/>
              <a:gd name="connsiteY17" fmla="*/ 77470 h 243840"/>
              <a:gd name="connsiteX18" fmla="*/ 101600 w 243839"/>
              <a:gd name="connsiteY18" fmla="*/ 77470 h 243840"/>
              <a:gd name="connsiteX19" fmla="*/ 121920 w 243839"/>
              <a:gd name="connsiteY19" fmla="*/ 107950 h 243840"/>
              <a:gd name="connsiteX20" fmla="*/ 142240 w 243839"/>
              <a:gd name="connsiteY20" fmla="*/ 77470 h 243840"/>
              <a:gd name="connsiteX21" fmla="*/ 172720 w 243839"/>
              <a:gd name="connsiteY21" fmla="*/ 77470 h 243840"/>
              <a:gd name="connsiteX22" fmla="*/ 172720 w 243839"/>
              <a:gd name="connsiteY22" fmla="*/ 173990 h 243840"/>
              <a:gd name="connsiteX23" fmla="*/ 142240 w 243839"/>
              <a:gd name="connsiteY23" fmla="*/ 173990 h 243840"/>
              <a:gd name="connsiteX24" fmla="*/ 223520 w 243839"/>
              <a:gd name="connsiteY24" fmla="*/ 193040 h 243840"/>
              <a:gd name="connsiteX25" fmla="*/ 193040 w 243839"/>
              <a:gd name="connsiteY25" fmla="*/ 223520 h 243840"/>
              <a:gd name="connsiteX26" fmla="*/ 10160 w 243839"/>
              <a:gd name="connsiteY26" fmla="*/ 223520 h 243840"/>
              <a:gd name="connsiteX27" fmla="*/ 0 w 243839"/>
              <a:gd name="connsiteY27" fmla="*/ 233680 h 243840"/>
              <a:gd name="connsiteX28" fmla="*/ 10160 w 243839"/>
              <a:gd name="connsiteY28" fmla="*/ 243840 h 243840"/>
              <a:gd name="connsiteX29" fmla="*/ 193040 w 243839"/>
              <a:gd name="connsiteY29" fmla="*/ 243840 h 243840"/>
              <a:gd name="connsiteX30" fmla="*/ 243840 w 243839"/>
              <a:gd name="connsiteY30" fmla="*/ 193040 h 243840"/>
              <a:gd name="connsiteX31" fmla="*/ 243840 w 243839"/>
              <a:gd name="connsiteY31" fmla="*/ 71120 h 243840"/>
              <a:gd name="connsiteX32" fmla="*/ 233680 w 243839"/>
              <a:gd name="connsiteY32" fmla="*/ 60960 h 243840"/>
              <a:gd name="connsiteX33" fmla="*/ 223520 w 243839"/>
              <a:gd name="connsiteY33" fmla="*/ 71120 h 243840"/>
              <a:gd name="connsiteX34" fmla="*/ 223520 w 243839"/>
              <a:gd name="connsiteY34" fmla="*/ 19304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43839" h="243840">
                <a:moveTo>
                  <a:pt x="50800" y="20320"/>
                </a:moveTo>
                <a:cubicBezTo>
                  <a:pt x="34290" y="20320"/>
                  <a:pt x="20320" y="34290"/>
                  <a:pt x="20320" y="50800"/>
                </a:cubicBezTo>
                <a:lnTo>
                  <a:pt x="20320" y="172720"/>
                </a:lnTo>
                <a:cubicBezTo>
                  <a:pt x="20320" y="177800"/>
                  <a:pt x="15240" y="182880"/>
                  <a:pt x="10160" y="182880"/>
                </a:cubicBezTo>
                <a:cubicBezTo>
                  <a:pt x="5080" y="182880"/>
                  <a:pt x="0" y="177800"/>
                  <a:pt x="0" y="172720"/>
                </a:cubicBezTo>
                <a:lnTo>
                  <a:pt x="0" y="50800"/>
                </a:lnTo>
                <a:cubicBezTo>
                  <a:pt x="0" y="22860"/>
                  <a:pt x="22860" y="0"/>
                  <a:pt x="50800" y="0"/>
                </a:cubicBezTo>
                <a:lnTo>
                  <a:pt x="233680" y="0"/>
                </a:lnTo>
                <a:cubicBezTo>
                  <a:pt x="238760" y="0"/>
                  <a:pt x="243840" y="5080"/>
                  <a:pt x="243840" y="10160"/>
                </a:cubicBezTo>
                <a:cubicBezTo>
                  <a:pt x="243840" y="15240"/>
                  <a:pt x="238760" y="20320"/>
                  <a:pt x="233680" y="20320"/>
                </a:cubicBezTo>
                <a:lnTo>
                  <a:pt x="50800" y="20320"/>
                </a:lnTo>
                <a:close/>
                <a:moveTo>
                  <a:pt x="142240" y="172720"/>
                </a:moveTo>
                <a:lnTo>
                  <a:pt x="142240" y="121920"/>
                </a:lnTo>
                <a:lnTo>
                  <a:pt x="121920" y="148590"/>
                </a:lnTo>
                <a:lnTo>
                  <a:pt x="101600" y="121920"/>
                </a:lnTo>
                <a:lnTo>
                  <a:pt x="101600" y="173990"/>
                </a:lnTo>
                <a:lnTo>
                  <a:pt x="71120" y="173990"/>
                </a:lnTo>
                <a:lnTo>
                  <a:pt x="71120" y="77470"/>
                </a:lnTo>
                <a:lnTo>
                  <a:pt x="101600" y="77470"/>
                </a:lnTo>
                <a:lnTo>
                  <a:pt x="121920" y="107950"/>
                </a:lnTo>
                <a:lnTo>
                  <a:pt x="142240" y="77470"/>
                </a:lnTo>
                <a:lnTo>
                  <a:pt x="172720" y="77470"/>
                </a:lnTo>
                <a:lnTo>
                  <a:pt x="172720" y="173990"/>
                </a:lnTo>
                <a:lnTo>
                  <a:pt x="142240" y="173990"/>
                </a:lnTo>
                <a:close/>
                <a:moveTo>
                  <a:pt x="223520" y="193040"/>
                </a:moveTo>
                <a:cubicBezTo>
                  <a:pt x="223520" y="209550"/>
                  <a:pt x="209550" y="223520"/>
                  <a:pt x="193040" y="223520"/>
                </a:cubicBezTo>
                <a:lnTo>
                  <a:pt x="10160" y="223520"/>
                </a:lnTo>
                <a:cubicBezTo>
                  <a:pt x="508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0" y="243840"/>
                </a:cubicBezTo>
                <a:lnTo>
                  <a:pt x="193040" y="243840"/>
                </a:lnTo>
                <a:cubicBezTo>
                  <a:pt x="220980" y="243840"/>
                  <a:pt x="243840" y="220980"/>
                  <a:pt x="243840" y="193040"/>
                </a:cubicBezTo>
                <a:lnTo>
                  <a:pt x="243840" y="71120"/>
                </a:lnTo>
                <a:cubicBezTo>
                  <a:pt x="243840" y="66040"/>
                  <a:pt x="238760" y="60960"/>
                  <a:pt x="233680" y="60960"/>
                </a:cubicBezTo>
                <a:cubicBezTo>
                  <a:pt x="228600" y="60960"/>
                  <a:pt x="223520" y="66040"/>
                  <a:pt x="223520" y="71120"/>
                </a:cubicBezTo>
                <a:lnTo>
                  <a:pt x="223520" y="1930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Полилиния: фигура 218">
            <a:extLst>
              <a:ext uri="{FF2B5EF4-FFF2-40B4-BE49-F238E27FC236}">
                <a16:creationId xmlns:a16="http://schemas.microsoft.com/office/drawing/2014/main" id="{C1736A00-2CFD-5437-B744-4B3582F996CF}"/>
              </a:ext>
            </a:extLst>
          </p:cNvPr>
          <p:cNvSpPr/>
          <p:nvPr/>
        </p:nvSpPr>
        <p:spPr>
          <a:xfrm>
            <a:off x="547347" y="4013813"/>
            <a:ext cx="264160" cy="264159"/>
          </a:xfrm>
          <a:custGeom>
            <a:avLst/>
            <a:gdLst>
              <a:gd name="connsiteX0" fmla="*/ 19050 w 264160"/>
              <a:gd name="connsiteY0" fmla="*/ 130810 h 264159"/>
              <a:gd name="connsiteX1" fmla="*/ 130810 w 264160"/>
              <a:gd name="connsiteY1" fmla="*/ 19050 h 264159"/>
              <a:gd name="connsiteX2" fmla="*/ 193040 w 264160"/>
              <a:gd name="connsiteY2" fmla="*/ 38100 h 264159"/>
              <a:gd name="connsiteX3" fmla="*/ 207010 w 264160"/>
              <a:gd name="connsiteY3" fmla="*/ 35560 h 264159"/>
              <a:gd name="connsiteX4" fmla="*/ 204470 w 264160"/>
              <a:gd name="connsiteY4" fmla="*/ 21590 h 264159"/>
              <a:gd name="connsiteX5" fmla="*/ 132080 w 264160"/>
              <a:gd name="connsiteY5" fmla="*/ 0 h 264159"/>
              <a:gd name="connsiteX6" fmla="*/ 0 w 264160"/>
              <a:gd name="connsiteY6" fmla="*/ 132080 h 264159"/>
              <a:gd name="connsiteX7" fmla="*/ 132080 w 264160"/>
              <a:gd name="connsiteY7" fmla="*/ 264160 h 264159"/>
              <a:gd name="connsiteX8" fmla="*/ 264160 w 264160"/>
              <a:gd name="connsiteY8" fmla="*/ 132080 h 264159"/>
              <a:gd name="connsiteX9" fmla="*/ 264160 w 264160"/>
              <a:gd name="connsiteY9" fmla="*/ 127000 h 264159"/>
              <a:gd name="connsiteX10" fmla="*/ 254000 w 264160"/>
              <a:gd name="connsiteY10" fmla="*/ 116840 h 264159"/>
              <a:gd name="connsiteX11" fmla="*/ 243840 w 264160"/>
              <a:gd name="connsiteY11" fmla="*/ 127000 h 264159"/>
              <a:gd name="connsiteX12" fmla="*/ 243840 w 264160"/>
              <a:gd name="connsiteY12" fmla="*/ 132080 h 264159"/>
              <a:gd name="connsiteX13" fmla="*/ 132080 w 264160"/>
              <a:gd name="connsiteY13" fmla="*/ 243840 h 264159"/>
              <a:gd name="connsiteX14" fmla="*/ 19050 w 264160"/>
              <a:gd name="connsiteY14" fmla="*/ 130810 h 264159"/>
              <a:gd name="connsiteX15" fmla="*/ 237490 w 264160"/>
              <a:gd name="connsiteY15" fmla="*/ 78740 h 264159"/>
              <a:gd name="connsiteX16" fmla="*/ 240030 w 264160"/>
              <a:gd name="connsiteY16" fmla="*/ 64770 h 264159"/>
              <a:gd name="connsiteX17" fmla="*/ 226060 w 264160"/>
              <a:gd name="connsiteY17" fmla="*/ 62230 h 264159"/>
              <a:gd name="connsiteX18" fmla="*/ 130810 w 264160"/>
              <a:gd name="connsiteY18" fmla="*/ 133350 h 264159"/>
              <a:gd name="connsiteX19" fmla="*/ 101600 w 264160"/>
              <a:gd name="connsiteY19" fmla="*/ 111760 h 264159"/>
              <a:gd name="connsiteX20" fmla="*/ 87630 w 264160"/>
              <a:gd name="connsiteY20" fmla="*/ 114300 h 264159"/>
              <a:gd name="connsiteX21" fmla="*/ 90170 w 264160"/>
              <a:gd name="connsiteY21" fmla="*/ 128270 h 264159"/>
              <a:gd name="connsiteX22" fmla="*/ 124460 w 264160"/>
              <a:gd name="connsiteY22" fmla="*/ 153670 h 264159"/>
              <a:gd name="connsiteX23" fmla="*/ 137160 w 264160"/>
              <a:gd name="connsiteY23" fmla="*/ 153670 h 264159"/>
              <a:gd name="connsiteX24" fmla="*/ 237490 w 264160"/>
              <a:gd name="connsiteY24" fmla="*/ 787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60" h="264159">
                <a:moveTo>
                  <a:pt x="19050" y="130810"/>
                </a:moveTo>
                <a:cubicBezTo>
                  <a:pt x="19050" y="68580"/>
                  <a:pt x="68580" y="19050"/>
                  <a:pt x="130810" y="19050"/>
                </a:cubicBezTo>
                <a:cubicBezTo>
                  <a:pt x="153670" y="19050"/>
                  <a:pt x="175260" y="25400"/>
                  <a:pt x="193040" y="38100"/>
                </a:cubicBezTo>
                <a:cubicBezTo>
                  <a:pt x="198120" y="40640"/>
                  <a:pt x="204470" y="39370"/>
                  <a:pt x="207010" y="35560"/>
                </a:cubicBezTo>
                <a:cubicBezTo>
                  <a:pt x="209550" y="30480"/>
                  <a:pt x="208280" y="24130"/>
                  <a:pt x="204470" y="21590"/>
                </a:cubicBezTo>
                <a:cubicBezTo>
                  <a:pt x="184150" y="7620"/>
                  <a:pt x="15875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ubicBezTo>
                  <a:pt x="205740" y="264160"/>
                  <a:pt x="264160" y="205740"/>
                  <a:pt x="264160" y="132080"/>
                </a:cubicBezTo>
                <a:cubicBezTo>
                  <a:pt x="264160" y="130810"/>
                  <a:pt x="264160" y="128270"/>
                  <a:pt x="264160" y="127000"/>
                </a:cubicBezTo>
                <a:cubicBezTo>
                  <a:pt x="264160" y="121920"/>
                  <a:pt x="259080" y="116840"/>
                  <a:pt x="254000" y="116840"/>
                </a:cubicBezTo>
                <a:cubicBezTo>
                  <a:pt x="248920" y="116840"/>
                  <a:pt x="243840" y="121920"/>
                  <a:pt x="243840" y="127000"/>
                </a:cubicBezTo>
                <a:cubicBezTo>
                  <a:pt x="243840" y="128270"/>
                  <a:pt x="243840" y="12954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19050" y="193040"/>
                  <a:pt x="19050" y="130810"/>
                </a:cubicBezTo>
                <a:close/>
                <a:moveTo>
                  <a:pt x="237490" y="78740"/>
                </a:moveTo>
                <a:cubicBezTo>
                  <a:pt x="242570" y="74930"/>
                  <a:pt x="242570" y="68580"/>
                  <a:pt x="240030" y="64770"/>
                </a:cubicBezTo>
                <a:cubicBezTo>
                  <a:pt x="236220" y="59690"/>
                  <a:pt x="229870" y="59690"/>
                  <a:pt x="226060" y="62230"/>
                </a:cubicBezTo>
                <a:lnTo>
                  <a:pt x="130810" y="133350"/>
                </a:lnTo>
                <a:lnTo>
                  <a:pt x="101600" y="111760"/>
                </a:lnTo>
                <a:cubicBezTo>
                  <a:pt x="96520" y="107950"/>
                  <a:pt x="90170" y="109220"/>
                  <a:pt x="87630" y="114300"/>
                </a:cubicBezTo>
                <a:cubicBezTo>
                  <a:pt x="83820" y="119380"/>
                  <a:pt x="85090" y="125730"/>
                  <a:pt x="90170" y="128270"/>
                </a:cubicBezTo>
                <a:lnTo>
                  <a:pt x="124460" y="153670"/>
                </a:lnTo>
                <a:cubicBezTo>
                  <a:pt x="128270" y="156210"/>
                  <a:pt x="133350" y="156210"/>
                  <a:pt x="137160" y="153670"/>
                </a:cubicBezTo>
                <a:lnTo>
                  <a:pt x="237490" y="7874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0" name="Полилиния: фигура 221">
            <a:extLst>
              <a:ext uri="{FF2B5EF4-FFF2-40B4-BE49-F238E27FC236}">
                <a16:creationId xmlns:a16="http://schemas.microsoft.com/office/drawing/2014/main" id="{79220B40-A368-FDF1-5E34-C043B0DFE6B7}"/>
              </a:ext>
            </a:extLst>
          </p:cNvPr>
          <p:cNvSpPr/>
          <p:nvPr/>
        </p:nvSpPr>
        <p:spPr>
          <a:xfrm>
            <a:off x="3930951" y="4026513"/>
            <a:ext cx="204543" cy="234950"/>
          </a:xfrm>
          <a:custGeom>
            <a:avLst/>
            <a:gdLst>
              <a:gd name="connsiteX0" fmla="*/ 101275 w 204543"/>
              <a:gd name="connsiteY0" fmla="*/ 21590 h 234950"/>
              <a:gd name="connsiteX1" fmla="*/ 21265 w 204543"/>
              <a:gd name="connsiteY1" fmla="*/ 45720 h 234950"/>
              <a:gd name="connsiteX2" fmla="*/ 16186 w 204543"/>
              <a:gd name="connsiteY2" fmla="*/ 49530 h 234950"/>
              <a:gd name="connsiteX3" fmla="*/ 2215 w 204543"/>
              <a:gd name="connsiteY3" fmla="*/ 46990 h 234950"/>
              <a:gd name="connsiteX4" fmla="*/ 4755 w 204543"/>
              <a:gd name="connsiteY4" fmla="*/ 33020 h 234950"/>
              <a:gd name="connsiteX5" fmla="*/ 11105 w 204543"/>
              <a:gd name="connsiteY5" fmla="*/ 27940 h 234950"/>
              <a:gd name="connsiteX6" fmla="*/ 102545 w 204543"/>
              <a:gd name="connsiteY6" fmla="*/ 0 h 234950"/>
              <a:gd name="connsiteX7" fmla="*/ 193986 w 204543"/>
              <a:gd name="connsiteY7" fmla="*/ 27940 h 234950"/>
              <a:gd name="connsiteX8" fmla="*/ 200336 w 204543"/>
              <a:gd name="connsiteY8" fmla="*/ 33020 h 234950"/>
              <a:gd name="connsiteX9" fmla="*/ 202875 w 204543"/>
              <a:gd name="connsiteY9" fmla="*/ 46990 h 234950"/>
              <a:gd name="connsiteX10" fmla="*/ 188905 w 204543"/>
              <a:gd name="connsiteY10" fmla="*/ 49530 h 234950"/>
              <a:gd name="connsiteX11" fmla="*/ 183825 w 204543"/>
              <a:gd name="connsiteY11" fmla="*/ 45720 h 234950"/>
              <a:gd name="connsiteX12" fmla="*/ 101275 w 204543"/>
              <a:gd name="connsiteY12" fmla="*/ 21590 h 234950"/>
              <a:gd name="connsiteX13" fmla="*/ 101275 w 204543"/>
              <a:gd name="connsiteY13" fmla="*/ 62230 h 234950"/>
              <a:gd name="connsiteX14" fmla="*/ 46665 w 204543"/>
              <a:gd name="connsiteY14" fmla="*/ 80010 h 234950"/>
              <a:gd name="connsiteX15" fmla="*/ 32695 w 204543"/>
              <a:gd name="connsiteY15" fmla="*/ 77470 h 234950"/>
              <a:gd name="connsiteX16" fmla="*/ 35236 w 204543"/>
              <a:gd name="connsiteY16" fmla="*/ 63500 h 234950"/>
              <a:gd name="connsiteX17" fmla="*/ 102545 w 204543"/>
              <a:gd name="connsiteY17" fmla="*/ 40640 h 234950"/>
              <a:gd name="connsiteX18" fmla="*/ 169855 w 204543"/>
              <a:gd name="connsiteY18" fmla="*/ 63500 h 234950"/>
              <a:gd name="connsiteX19" fmla="*/ 172395 w 204543"/>
              <a:gd name="connsiteY19" fmla="*/ 77470 h 234950"/>
              <a:gd name="connsiteX20" fmla="*/ 158425 w 204543"/>
              <a:gd name="connsiteY20" fmla="*/ 80010 h 234950"/>
              <a:gd name="connsiteX21" fmla="*/ 101275 w 204543"/>
              <a:gd name="connsiteY21" fmla="*/ 62230 h 234950"/>
              <a:gd name="connsiteX22" fmla="*/ 77145 w 204543"/>
              <a:gd name="connsiteY22" fmla="*/ 111760 h 234950"/>
              <a:gd name="connsiteX23" fmla="*/ 101275 w 204543"/>
              <a:gd name="connsiteY23" fmla="*/ 104140 h 234950"/>
              <a:gd name="connsiteX24" fmla="*/ 125405 w 204543"/>
              <a:gd name="connsiteY24" fmla="*/ 111760 h 234950"/>
              <a:gd name="connsiteX25" fmla="*/ 139375 w 204543"/>
              <a:gd name="connsiteY25" fmla="*/ 109220 h 234950"/>
              <a:gd name="connsiteX26" fmla="*/ 136836 w 204543"/>
              <a:gd name="connsiteY26" fmla="*/ 95250 h 234950"/>
              <a:gd name="connsiteX27" fmla="*/ 100005 w 204543"/>
              <a:gd name="connsiteY27" fmla="*/ 83820 h 234950"/>
              <a:gd name="connsiteX28" fmla="*/ 63175 w 204543"/>
              <a:gd name="connsiteY28" fmla="*/ 95250 h 234950"/>
              <a:gd name="connsiteX29" fmla="*/ 60636 w 204543"/>
              <a:gd name="connsiteY29" fmla="*/ 109220 h 234950"/>
              <a:gd name="connsiteX30" fmla="*/ 77145 w 204543"/>
              <a:gd name="connsiteY30" fmla="*/ 111760 h 234950"/>
              <a:gd name="connsiteX31" fmla="*/ 35236 w 204543"/>
              <a:gd name="connsiteY31" fmla="*/ 173990 h 234950"/>
              <a:gd name="connsiteX32" fmla="*/ 25075 w 204543"/>
              <a:gd name="connsiteY32" fmla="*/ 184150 h 234950"/>
              <a:gd name="connsiteX33" fmla="*/ 25075 w 204543"/>
              <a:gd name="connsiteY33" fmla="*/ 234950 h 234950"/>
              <a:gd name="connsiteX34" fmla="*/ 4755 w 204543"/>
              <a:gd name="connsiteY34" fmla="*/ 234950 h 234950"/>
              <a:gd name="connsiteX35" fmla="*/ 4755 w 204543"/>
              <a:gd name="connsiteY35" fmla="*/ 184150 h 234950"/>
              <a:gd name="connsiteX36" fmla="*/ 35236 w 204543"/>
              <a:gd name="connsiteY36" fmla="*/ 153670 h 234950"/>
              <a:gd name="connsiteX37" fmla="*/ 167315 w 204543"/>
              <a:gd name="connsiteY37" fmla="*/ 153670 h 234950"/>
              <a:gd name="connsiteX38" fmla="*/ 197795 w 204543"/>
              <a:gd name="connsiteY38" fmla="*/ 184150 h 234950"/>
              <a:gd name="connsiteX39" fmla="*/ 197795 w 204543"/>
              <a:gd name="connsiteY39" fmla="*/ 234950 h 234950"/>
              <a:gd name="connsiteX40" fmla="*/ 177475 w 204543"/>
              <a:gd name="connsiteY40" fmla="*/ 234950 h 234950"/>
              <a:gd name="connsiteX41" fmla="*/ 177475 w 204543"/>
              <a:gd name="connsiteY41" fmla="*/ 184150 h 234950"/>
              <a:gd name="connsiteX42" fmla="*/ 167315 w 204543"/>
              <a:gd name="connsiteY42" fmla="*/ 173990 h 234950"/>
              <a:gd name="connsiteX43" fmla="*/ 35236 w 204543"/>
              <a:gd name="connsiteY43" fmla="*/ 173990 h 234950"/>
              <a:gd name="connsiteX44" fmla="*/ 75875 w 204543"/>
              <a:gd name="connsiteY44" fmla="*/ 184150 h 234950"/>
              <a:gd name="connsiteX45" fmla="*/ 65715 w 204543"/>
              <a:gd name="connsiteY45" fmla="*/ 194310 h 234950"/>
              <a:gd name="connsiteX46" fmla="*/ 75875 w 204543"/>
              <a:gd name="connsiteY46" fmla="*/ 204470 h 234950"/>
              <a:gd name="connsiteX47" fmla="*/ 126675 w 204543"/>
              <a:gd name="connsiteY47" fmla="*/ 204470 h 234950"/>
              <a:gd name="connsiteX48" fmla="*/ 136836 w 204543"/>
              <a:gd name="connsiteY48" fmla="*/ 194310 h 234950"/>
              <a:gd name="connsiteX49" fmla="*/ 126675 w 204543"/>
              <a:gd name="connsiteY49" fmla="*/ 184150 h 234950"/>
              <a:gd name="connsiteX50" fmla="*/ 75875 w 204543"/>
              <a:gd name="connsiteY50" fmla="*/ 184150 h 234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04543" h="234950">
                <a:moveTo>
                  <a:pt x="101275" y="21590"/>
                </a:moveTo>
                <a:cubicBezTo>
                  <a:pt x="72065" y="21590"/>
                  <a:pt x="45395" y="30480"/>
                  <a:pt x="21265" y="45720"/>
                </a:cubicBezTo>
                <a:cubicBezTo>
                  <a:pt x="18725" y="46990"/>
                  <a:pt x="17455" y="48260"/>
                  <a:pt x="16186" y="49530"/>
                </a:cubicBezTo>
                <a:cubicBezTo>
                  <a:pt x="11105" y="53340"/>
                  <a:pt x="4755" y="52070"/>
                  <a:pt x="2215" y="46990"/>
                </a:cubicBezTo>
                <a:cubicBezTo>
                  <a:pt x="-1595" y="41910"/>
                  <a:pt x="-325" y="35560"/>
                  <a:pt x="4755" y="33020"/>
                </a:cubicBezTo>
                <a:cubicBezTo>
                  <a:pt x="7295" y="31750"/>
                  <a:pt x="8565" y="30480"/>
                  <a:pt x="11105" y="27940"/>
                </a:cubicBezTo>
                <a:cubicBezTo>
                  <a:pt x="37775" y="10160"/>
                  <a:pt x="68255" y="0"/>
                  <a:pt x="102545" y="0"/>
                </a:cubicBezTo>
                <a:cubicBezTo>
                  <a:pt x="136836" y="0"/>
                  <a:pt x="167315" y="10160"/>
                  <a:pt x="193986" y="27940"/>
                </a:cubicBezTo>
                <a:cubicBezTo>
                  <a:pt x="196525" y="29210"/>
                  <a:pt x="197795" y="30480"/>
                  <a:pt x="200336" y="33020"/>
                </a:cubicBezTo>
                <a:cubicBezTo>
                  <a:pt x="205415" y="36830"/>
                  <a:pt x="205415" y="43180"/>
                  <a:pt x="202875" y="46990"/>
                </a:cubicBezTo>
                <a:cubicBezTo>
                  <a:pt x="199065" y="52070"/>
                  <a:pt x="192715" y="52070"/>
                  <a:pt x="188905" y="49530"/>
                </a:cubicBezTo>
                <a:cubicBezTo>
                  <a:pt x="187636" y="48260"/>
                  <a:pt x="185095" y="46990"/>
                  <a:pt x="183825" y="45720"/>
                </a:cubicBezTo>
                <a:cubicBezTo>
                  <a:pt x="157155" y="30480"/>
                  <a:pt x="130486" y="21590"/>
                  <a:pt x="101275" y="21590"/>
                </a:cubicBezTo>
                <a:close/>
                <a:moveTo>
                  <a:pt x="101275" y="62230"/>
                </a:moveTo>
                <a:cubicBezTo>
                  <a:pt x="80955" y="62230"/>
                  <a:pt x="61905" y="68580"/>
                  <a:pt x="46665" y="80010"/>
                </a:cubicBezTo>
                <a:cubicBezTo>
                  <a:pt x="41586" y="83820"/>
                  <a:pt x="35236" y="82550"/>
                  <a:pt x="32695" y="77470"/>
                </a:cubicBezTo>
                <a:cubicBezTo>
                  <a:pt x="28886" y="72390"/>
                  <a:pt x="30155" y="66040"/>
                  <a:pt x="35236" y="63500"/>
                </a:cubicBezTo>
                <a:cubicBezTo>
                  <a:pt x="54286" y="49530"/>
                  <a:pt x="77145" y="40640"/>
                  <a:pt x="102545" y="40640"/>
                </a:cubicBezTo>
                <a:cubicBezTo>
                  <a:pt x="127945" y="40640"/>
                  <a:pt x="150805" y="48260"/>
                  <a:pt x="169855" y="63500"/>
                </a:cubicBezTo>
                <a:cubicBezTo>
                  <a:pt x="174936" y="67310"/>
                  <a:pt x="174936" y="73660"/>
                  <a:pt x="172395" y="77470"/>
                </a:cubicBezTo>
                <a:cubicBezTo>
                  <a:pt x="168586" y="82550"/>
                  <a:pt x="162236" y="82550"/>
                  <a:pt x="158425" y="80010"/>
                </a:cubicBezTo>
                <a:cubicBezTo>
                  <a:pt x="140645" y="69850"/>
                  <a:pt x="121595" y="62230"/>
                  <a:pt x="101275" y="62230"/>
                </a:cubicBezTo>
                <a:close/>
                <a:moveTo>
                  <a:pt x="77145" y="111760"/>
                </a:moveTo>
                <a:cubicBezTo>
                  <a:pt x="84765" y="106680"/>
                  <a:pt x="92386" y="104140"/>
                  <a:pt x="101275" y="104140"/>
                </a:cubicBezTo>
                <a:cubicBezTo>
                  <a:pt x="110165" y="104140"/>
                  <a:pt x="117786" y="106680"/>
                  <a:pt x="125405" y="111760"/>
                </a:cubicBezTo>
                <a:cubicBezTo>
                  <a:pt x="130486" y="115570"/>
                  <a:pt x="136836" y="114300"/>
                  <a:pt x="139375" y="109220"/>
                </a:cubicBezTo>
                <a:cubicBezTo>
                  <a:pt x="143186" y="104140"/>
                  <a:pt x="141915" y="97790"/>
                  <a:pt x="136836" y="95250"/>
                </a:cubicBezTo>
                <a:cubicBezTo>
                  <a:pt x="126675" y="87630"/>
                  <a:pt x="113975" y="83820"/>
                  <a:pt x="100005" y="83820"/>
                </a:cubicBezTo>
                <a:cubicBezTo>
                  <a:pt x="86036" y="83820"/>
                  <a:pt x="74605" y="88900"/>
                  <a:pt x="63175" y="95250"/>
                </a:cubicBezTo>
                <a:cubicBezTo>
                  <a:pt x="58095" y="99060"/>
                  <a:pt x="58095" y="105410"/>
                  <a:pt x="60636" y="109220"/>
                </a:cubicBezTo>
                <a:cubicBezTo>
                  <a:pt x="65715" y="114300"/>
                  <a:pt x="72065" y="114300"/>
                  <a:pt x="77145" y="111760"/>
                </a:cubicBezTo>
                <a:close/>
                <a:moveTo>
                  <a:pt x="35236" y="173990"/>
                </a:moveTo>
                <a:cubicBezTo>
                  <a:pt x="30155" y="173990"/>
                  <a:pt x="25075" y="179070"/>
                  <a:pt x="25075" y="184150"/>
                </a:cubicBezTo>
                <a:lnTo>
                  <a:pt x="25075" y="234950"/>
                </a:lnTo>
                <a:lnTo>
                  <a:pt x="4755" y="234950"/>
                </a:lnTo>
                <a:lnTo>
                  <a:pt x="4755" y="184150"/>
                </a:lnTo>
                <a:cubicBezTo>
                  <a:pt x="4755" y="167640"/>
                  <a:pt x="18725" y="153670"/>
                  <a:pt x="35236" y="153670"/>
                </a:cubicBezTo>
                <a:lnTo>
                  <a:pt x="167315" y="153670"/>
                </a:lnTo>
                <a:cubicBezTo>
                  <a:pt x="183825" y="153670"/>
                  <a:pt x="197795" y="167640"/>
                  <a:pt x="197795" y="184150"/>
                </a:cubicBezTo>
                <a:lnTo>
                  <a:pt x="197795" y="234950"/>
                </a:lnTo>
                <a:lnTo>
                  <a:pt x="177475" y="234950"/>
                </a:lnTo>
                <a:lnTo>
                  <a:pt x="177475" y="184150"/>
                </a:lnTo>
                <a:cubicBezTo>
                  <a:pt x="177475" y="179070"/>
                  <a:pt x="172395" y="173990"/>
                  <a:pt x="167315" y="173990"/>
                </a:cubicBezTo>
                <a:lnTo>
                  <a:pt x="35236" y="173990"/>
                </a:lnTo>
                <a:close/>
                <a:moveTo>
                  <a:pt x="75875" y="184150"/>
                </a:moveTo>
                <a:cubicBezTo>
                  <a:pt x="70795" y="184150"/>
                  <a:pt x="65715" y="189230"/>
                  <a:pt x="65715" y="194310"/>
                </a:cubicBezTo>
                <a:cubicBezTo>
                  <a:pt x="65715" y="199390"/>
                  <a:pt x="70795" y="204470"/>
                  <a:pt x="75875" y="204470"/>
                </a:cubicBezTo>
                <a:lnTo>
                  <a:pt x="126675" y="204470"/>
                </a:lnTo>
                <a:cubicBezTo>
                  <a:pt x="131755" y="204470"/>
                  <a:pt x="136836" y="199390"/>
                  <a:pt x="136836" y="194310"/>
                </a:cubicBezTo>
                <a:cubicBezTo>
                  <a:pt x="136836" y="189230"/>
                  <a:pt x="131755" y="184150"/>
                  <a:pt x="126675" y="184150"/>
                </a:cubicBezTo>
                <a:lnTo>
                  <a:pt x="75875" y="18415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3" name="Полилиния: фигура 224">
            <a:extLst>
              <a:ext uri="{FF2B5EF4-FFF2-40B4-BE49-F238E27FC236}">
                <a16:creationId xmlns:a16="http://schemas.microsoft.com/office/drawing/2014/main" id="{D3E2B12F-887A-5427-CB3D-B2F16E7B7275}"/>
              </a:ext>
            </a:extLst>
          </p:cNvPr>
          <p:cNvSpPr/>
          <p:nvPr/>
        </p:nvSpPr>
        <p:spPr>
          <a:xfrm>
            <a:off x="11168356" y="4048102"/>
            <a:ext cx="264159" cy="193040"/>
          </a:xfrm>
          <a:custGeom>
            <a:avLst/>
            <a:gdLst>
              <a:gd name="connsiteX0" fmla="*/ 0 w 264159"/>
              <a:gd name="connsiteY0" fmla="*/ 30480 h 193040"/>
              <a:gd name="connsiteX1" fmla="*/ 30480 w 264159"/>
              <a:gd name="connsiteY1" fmla="*/ 0 h 193040"/>
              <a:gd name="connsiteX2" fmla="*/ 233680 w 264159"/>
              <a:gd name="connsiteY2" fmla="*/ 0 h 193040"/>
              <a:gd name="connsiteX3" fmla="*/ 264160 w 264159"/>
              <a:gd name="connsiteY3" fmla="*/ 30480 h 193040"/>
              <a:gd name="connsiteX4" fmla="*/ 264160 w 264159"/>
              <a:gd name="connsiteY4" fmla="*/ 162560 h 193040"/>
              <a:gd name="connsiteX5" fmla="*/ 233680 w 264159"/>
              <a:gd name="connsiteY5" fmla="*/ 193040 h 193040"/>
              <a:gd name="connsiteX6" fmla="*/ 30480 w 264159"/>
              <a:gd name="connsiteY6" fmla="*/ 193040 h 193040"/>
              <a:gd name="connsiteX7" fmla="*/ 0 w 264159"/>
              <a:gd name="connsiteY7" fmla="*/ 162560 h 193040"/>
              <a:gd name="connsiteX8" fmla="*/ 0 w 264159"/>
              <a:gd name="connsiteY8" fmla="*/ 30480 h 193040"/>
              <a:gd name="connsiteX9" fmla="*/ 30480 w 264159"/>
              <a:gd name="connsiteY9" fmla="*/ 20320 h 193040"/>
              <a:gd name="connsiteX10" fmla="*/ 20320 w 264159"/>
              <a:gd name="connsiteY10" fmla="*/ 30480 h 193040"/>
              <a:gd name="connsiteX11" fmla="*/ 20320 w 264159"/>
              <a:gd name="connsiteY11" fmla="*/ 162560 h 193040"/>
              <a:gd name="connsiteX12" fmla="*/ 30480 w 264159"/>
              <a:gd name="connsiteY12" fmla="*/ 172720 h 193040"/>
              <a:gd name="connsiteX13" fmla="*/ 233680 w 264159"/>
              <a:gd name="connsiteY13" fmla="*/ 172720 h 193040"/>
              <a:gd name="connsiteX14" fmla="*/ 243840 w 264159"/>
              <a:gd name="connsiteY14" fmla="*/ 162560 h 193040"/>
              <a:gd name="connsiteX15" fmla="*/ 243840 w 264159"/>
              <a:gd name="connsiteY15" fmla="*/ 30480 h 193040"/>
              <a:gd name="connsiteX16" fmla="*/ 233680 w 264159"/>
              <a:gd name="connsiteY16" fmla="*/ 20320 h 193040"/>
              <a:gd name="connsiteX17" fmla="*/ 30480 w 264159"/>
              <a:gd name="connsiteY17" fmla="*/ 20320 h 193040"/>
              <a:gd name="connsiteX18" fmla="*/ 40640 w 264159"/>
              <a:gd name="connsiteY18" fmla="*/ 50800 h 193040"/>
              <a:gd name="connsiteX19" fmla="*/ 50800 w 264159"/>
              <a:gd name="connsiteY19" fmla="*/ 40640 h 193040"/>
              <a:gd name="connsiteX20" fmla="*/ 213360 w 264159"/>
              <a:gd name="connsiteY20" fmla="*/ 40640 h 193040"/>
              <a:gd name="connsiteX21" fmla="*/ 223520 w 264159"/>
              <a:gd name="connsiteY21" fmla="*/ 50800 h 193040"/>
              <a:gd name="connsiteX22" fmla="*/ 213360 w 264159"/>
              <a:gd name="connsiteY22" fmla="*/ 60960 h 193040"/>
              <a:gd name="connsiteX23" fmla="*/ 50800 w 264159"/>
              <a:gd name="connsiteY23" fmla="*/ 60960 h 193040"/>
              <a:gd name="connsiteX24" fmla="*/ 40640 w 264159"/>
              <a:gd name="connsiteY24" fmla="*/ 50800 h 193040"/>
              <a:gd name="connsiteX25" fmla="*/ 49530 w 264159"/>
              <a:gd name="connsiteY25" fmla="*/ 81280 h 193040"/>
              <a:gd name="connsiteX26" fmla="*/ 39370 w 264159"/>
              <a:gd name="connsiteY26" fmla="*/ 91440 h 193040"/>
              <a:gd name="connsiteX27" fmla="*/ 49530 w 264159"/>
              <a:gd name="connsiteY27" fmla="*/ 101600 h 193040"/>
              <a:gd name="connsiteX28" fmla="*/ 95250 w 264159"/>
              <a:gd name="connsiteY28" fmla="*/ 101600 h 193040"/>
              <a:gd name="connsiteX29" fmla="*/ 97790 w 264159"/>
              <a:gd name="connsiteY29" fmla="*/ 105410 h 193040"/>
              <a:gd name="connsiteX30" fmla="*/ 162560 w 264159"/>
              <a:gd name="connsiteY30" fmla="*/ 105410 h 193040"/>
              <a:gd name="connsiteX31" fmla="*/ 165100 w 264159"/>
              <a:gd name="connsiteY31" fmla="*/ 101600 h 193040"/>
              <a:gd name="connsiteX32" fmla="*/ 210820 w 264159"/>
              <a:gd name="connsiteY32" fmla="*/ 101600 h 193040"/>
              <a:gd name="connsiteX33" fmla="*/ 220980 w 264159"/>
              <a:gd name="connsiteY33" fmla="*/ 91440 h 193040"/>
              <a:gd name="connsiteX34" fmla="*/ 210820 w 264159"/>
              <a:gd name="connsiteY34" fmla="*/ 81280 h 193040"/>
              <a:gd name="connsiteX35" fmla="*/ 160020 w 264159"/>
              <a:gd name="connsiteY35" fmla="*/ 81280 h 193040"/>
              <a:gd name="connsiteX36" fmla="*/ 151130 w 264159"/>
              <a:gd name="connsiteY36" fmla="*/ 86360 h 193040"/>
              <a:gd name="connsiteX37" fmla="*/ 144780 w 264159"/>
              <a:gd name="connsiteY37" fmla="*/ 93980 h 193040"/>
              <a:gd name="connsiteX38" fmla="*/ 111760 w 264159"/>
              <a:gd name="connsiteY38" fmla="*/ 93980 h 193040"/>
              <a:gd name="connsiteX39" fmla="*/ 105410 w 264159"/>
              <a:gd name="connsiteY39" fmla="*/ 86360 h 193040"/>
              <a:gd name="connsiteX40" fmla="*/ 96520 w 264159"/>
              <a:gd name="connsiteY40" fmla="*/ 81280 h 193040"/>
              <a:gd name="connsiteX41" fmla="*/ 49530 w 264159"/>
              <a:gd name="connsiteY41" fmla="*/ 8128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159" h="19304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233680" y="0"/>
                </a:lnTo>
                <a:cubicBezTo>
                  <a:pt x="250190" y="0"/>
                  <a:pt x="264160" y="13970"/>
                  <a:pt x="264160" y="30480"/>
                </a:cubicBezTo>
                <a:lnTo>
                  <a:pt x="264160" y="162560"/>
                </a:lnTo>
                <a:cubicBezTo>
                  <a:pt x="264160" y="179070"/>
                  <a:pt x="250190" y="193040"/>
                  <a:pt x="233680" y="193040"/>
                </a:cubicBezTo>
                <a:lnTo>
                  <a:pt x="30480" y="193040"/>
                </a:lnTo>
                <a:cubicBezTo>
                  <a:pt x="13970" y="193040"/>
                  <a:pt x="0" y="179070"/>
                  <a:pt x="0" y="16256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62560"/>
                </a:lnTo>
                <a:cubicBezTo>
                  <a:pt x="20320" y="167640"/>
                  <a:pt x="25400" y="172720"/>
                  <a:pt x="30480" y="172720"/>
                </a:cubicBezTo>
                <a:lnTo>
                  <a:pt x="233680" y="172720"/>
                </a:lnTo>
                <a:cubicBezTo>
                  <a:pt x="238760" y="172720"/>
                  <a:pt x="243840" y="167640"/>
                  <a:pt x="243840" y="162560"/>
                </a:cubicBezTo>
                <a:lnTo>
                  <a:pt x="243840" y="30480"/>
                </a:lnTo>
                <a:cubicBezTo>
                  <a:pt x="243840" y="25400"/>
                  <a:pt x="238760" y="20320"/>
                  <a:pt x="233680" y="20320"/>
                </a:cubicBezTo>
                <a:lnTo>
                  <a:pt x="30480" y="20320"/>
                </a:lnTo>
                <a:close/>
                <a:moveTo>
                  <a:pt x="40640" y="50800"/>
                </a:moveTo>
                <a:cubicBezTo>
                  <a:pt x="40640" y="45720"/>
                  <a:pt x="45720" y="40640"/>
                  <a:pt x="50800" y="40640"/>
                </a:cubicBezTo>
                <a:lnTo>
                  <a:pt x="213360" y="40640"/>
                </a:lnTo>
                <a:cubicBezTo>
                  <a:pt x="218440" y="40640"/>
                  <a:pt x="223520" y="45720"/>
                  <a:pt x="223520" y="50800"/>
                </a:cubicBezTo>
                <a:cubicBezTo>
                  <a:pt x="223520" y="55880"/>
                  <a:pt x="218440" y="60960"/>
                  <a:pt x="213360" y="60960"/>
                </a:cubicBezTo>
                <a:lnTo>
                  <a:pt x="50800" y="60960"/>
                </a:lnTo>
                <a:cubicBezTo>
                  <a:pt x="44450" y="60960"/>
                  <a:pt x="40640" y="57150"/>
                  <a:pt x="40640" y="50800"/>
                </a:cubicBezTo>
                <a:close/>
                <a:moveTo>
                  <a:pt x="49530" y="81280"/>
                </a:moveTo>
                <a:cubicBezTo>
                  <a:pt x="44450" y="81280"/>
                  <a:pt x="39370" y="86360"/>
                  <a:pt x="39370" y="91440"/>
                </a:cubicBezTo>
                <a:cubicBezTo>
                  <a:pt x="39370" y="96520"/>
                  <a:pt x="44450" y="101600"/>
                  <a:pt x="49530" y="101600"/>
                </a:cubicBezTo>
                <a:lnTo>
                  <a:pt x="95250" y="101600"/>
                </a:lnTo>
                <a:lnTo>
                  <a:pt x="97790" y="105410"/>
                </a:lnTo>
                <a:cubicBezTo>
                  <a:pt x="114300" y="127000"/>
                  <a:pt x="146050" y="127000"/>
                  <a:pt x="162560" y="105410"/>
                </a:cubicBezTo>
                <a:lnTo>
                  <a:pt x="165100" y="101600"/>
                </a:lnTo>
                <a:lnTo>
                  <a:pt x="210820" y="101600"/>
                </a:lnTo>
                <a:cubicBezTo>
                  <a:pt x="215900" y="101600"/>
                  <a:pt x="220980" y="96520"/>
                  <a:pt x="220980" y="91440"/>
                </a:cubicBezTo>
                <a:cubicBezTo>
                  <a:pt x="220980" y="86360"/>
                  <a:pt x="215900" y="81280"/>
                  <a:pt x="210820" y="81280"/>
                </a:cubicBezTo>
                <a:lnTo>
                  <a:pt x="160020" y="81280"/>
                </a:lnTo>
                <a:cubicBezTo>
                  <a:pt x="156210" y="81280"/>
                  <a:pt x="153670" y="82550"/>
                  <a:pt x="151130" y="86360"/>
                </a:cubicBezTo>
                <a:lnTo>
                  <a:pt x="144780" y="93980"/>
                </a:lnTo>
                <a:cubicBezTo>
                  <a:pt x="137160" y="105410"/>
                  <a:pt x="120650" y="105410"/>
                  <a:pt x="111760" y="93980"/>
                </a:cubicBezTo>
                <a:lnTo>
                  <a:pt x="105410" y="86360"/>
                </a:lnTo>
                <a:cubicBezTo>
                  <a:pt x="102870" y="83820"/>
                  <a:pt x="100330" y="81280"/>
                  <a:pt x="96520" y="81280"/>
                </a:cubicBezTo>
                <a:lnTo>
                  <a:pt x="49530" y="812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4" name="Полилиния: фигура 229">
            <a:extLst>
              <a:ext uri="{FF2B5EF4-FFF2-40B4-BE49-F238E27FC236}">
                <a16:creationId xmlns:a16="http://schemas.microsoft.com/office/drawing/2014/main" id="{691AC054-9BE4-EA3B-FA18-C8BBF0D63606}"/>
              </a:ext>
            </a:extLst>
          </p:cNvPr>
          <p:cNvSpPr/>
          <p:nvPr/>
        </p:nvSpPr>
        <p:spPr>
          <a:xfrm>
            <a:off x="10609556" y="4012543"/>
            <a:ext cx="262890" cy="262889"/>
          </a:xfrm>
          <a:custGeom>
            <a:avLst/>
            <a:gdLst>
              <a:gd name="connsiteX0" fmla="*/ 130810 w 262890"/>
              <a:gd name="connsiteY0" fmla="*/ 0 h 262889"/>
              <a:gd name="connsiteX1" fmla="*/ 130810 w 262890"/>
              <a:gd name="connsiteY1" fmla="*/ 0 h 262889"/>
              <a:gd name="connsiteX2" fmla="*/ 130810 w 262890"/>
              <a:gd name="connsiteY2" fmla="*/ 0 h 262889"/>
              <a:gd name="connsiteX3" fmla="*/ 187960 w 262890"/>
              <a:gd name="connsiteY3" fmla="*/ 1270 h 262889"/>
              <a:gd name="connsiteX4" fmla="*/ 224790 w 262890"/>
              <a:gd name="connsiteY4" fmla="*/ 12700 h 262889"/>
              <a:gd name="connsiteX5" fmla="*/ 250190 w 262890"/>
              <a:gd name="connsiteY5" fmla="*/ 38100 h 262889"/>
              <a:gd name="connsiteX6" fmla="*/ 261620 w 262890"/>
              <a:gd name="connsiteY6" fmla="*/ 74930 h 262889"/>
              <a:gd name="connsiteX7" fmla="*/ 262890 w 262890"/>
              <a:gd name="connsiteY7" fmla="*/ 130810 h 262889"/>
              <a:gd name="connsiteX8" fmla="*/ 262890 w 262890"/>
              <a:gd name="connsiteY8" fmla="*/ 130810 h 262889"/>
              <a:gd name="connsiteX9" fmla="*/ 262890 w 262890"/>
              <a:gd name="connsiteY9" fmla="*/ 132080 h 262889"/>
              <a:gd name="connsiteX10" fmla="*/ 262890 w 262890"/>
              <a:gd name="connsiteY10" fmla="*/ 132080 h 262889"/>
              <a:gd name="connsiteX11" fmla="*/ 261620 w 262890"/>
              <a:gd name="connsiteY11" fmla="*/ 187960 h 262889"/>
              <a:gd name="connsiteX12" fmla="*/ 250190 w 262890"/>
              <a:gd name="connsiteY12" fmla="*/ 224790 h 262889"/>
              <a:gd name="connsiteX13" fmla="*/ 224790 w 262890"/>
              <a:gd name="connsiteY13" fmla="*/ 250190 h 262889"/>
              <a:gd name="connsiteX14" fmla="*/ 187960 w 262890"/>
              <a:gd name="connsiteY14" fmla="*/ 261620 h 262889"/>
              <a:gd name="connsiteX15" fmla="*/ 132080 w 262890"/>
              <a:gd name="connsiteY15" fmla="*/ 262890 h 262889"/>
              <a:gd name="connsiteX16" fmla="*/ 132080 w 262890"/>
              <a:gd name="connsiteY16" fmla="*/ 262890 h 262889"/>
              <a:gd name="connsiteX17" fmla="*/ 130810 w 262890"/>
              <a:gd name="connsiteY17" fmla="*/ 262890 h 262889"/>
              <a:gd name="connsiteX18" fmla="*/ 130810 w 262890"/>
              <a:gd name="connsiteY18" fmla="*/ 262890 h 262889"/>
              <a:gd name="connsiteX19" fmla="*/ 74930 w 262890"/>
              <a:gd name="connsiteY19" fmla="*/ 261620 h 262889"/>
              <a:gd name="connsiteX20" fmla="*/ 38100 w 262890"/>
              <a:gd name="connsiteY20" fmla="*/ 250190 h 262889"/>
              <a:gd name="connsiteX21" fmla="*/ 12700 w 262890"/>
              <a:gd name="connsiteY21" fmla="*/ 224790 h 262889"/>
              <a:gd name="connsiteX22" fmla="*/ 1270 w 262890"/>
              <a:gd name="connsiteY22" fmla="*/ 187960 h 262889"/>
              <a:gd name="connsiteX23" fmla="*/ 0 w 262890"/>
              <a:gd name="connsiteY23" fmla="*/ 132080 h 262889"/>
              <a:gd name="connsiteX24" fmla="*/ 0 w 262890"/>
              <a:gd name="connsiteY24" fmla="*/ 132080 h 262889"/>
              <a:gd name="connsiteX25" fmla="*/ 0 w 262890"/>
              <a:gd name="connsiteY25" fmla="*/ 132080 h 262889"/>
              <a:gd name="connsiteX26" fmla="*/ 0 w 262890"/>
              <a:gd name="connsiteY26" fmla="*/ 132080 h 262889"/>
              <a:gd name="connsiteX27" fmla="*/ 1270 w 262890"/>
              <a:gd name="connsiteY27" fmla="*/ 76200 h 262889"/>
              <a:gd name="connsiteX28" fmla="*/ 12700 w 262890"/>
              <a:gd name="connsiteY28" fmla="*/ 39370 h 262889"/>
              <a:gd name="connsiteX29" fmla="*/ 38100 w 262890"/>
              <a:gd name="connsiteY29" fmla="*/ 13970 h 262889"/>
              <a:gd name="connsiteX30" fmla="*/ 74930 w 262890"/>
              <a:gd name="connsiteY30" fmla="*/ 2540 h 262889"/>
              <a:gd name="connsiteX31" fmla="*/ 130810 w 262890"/>
              <a:gd name="connsiteY31" fmla="*/ 0 h 262889"/>
              <a:gd name="connsiteX32" fmla="*/ 130810 w 262890"/>
              <a:gd name="connsiteY32" fmla="*/ 0 h 262889"/>
              <a:gd name="connsiteX33" fmla="*/ 76200 w 262890"/>
              <a:gd name="connsiteY33" fmla="*/ 21590 h 262889"/>
              <a:gd name="connsiteX34" fmla="*/ 48260 w 262890"/>
              <a:gd name="connsiteY34" fmla="*/ 29210 h 262889"/>
              <a:gd name="connsiteX35" fmla="*/ 29210 w 262890"/>
              <a:gd name="connsiteY35" fmla="*/ 48260 h 262889"/>
              <a:gd name="connsiteX36" fmla="*/ 21590 w 262890"/>
              <a:gd name="connsiteY36" fmla="*/ 76200 h 262889"/>
              <a:gd name="connsiteX37" fmla="*/ 20320 w 262890"/>
              <a:gd name="connsiteY37" fmla="*/ 130810 h 262889"/>
              <a:gd name="connsiteX38" fmla="*/ 21590 w 262890"/>
              <a:gd name="connsiteY38" fmla="*/ 185420 h 262889"/>
              <a:gd name="connsiteX39" fmla="*/ 29210 w 262890"/>
              <a:gd name="connsiteY39" fmla="*/ 213360 h 262889"/>
              <a:gd name="connsiteX40" fmla="*/ 48260 w 262890"/>
              <a:gd name="connsiteY40" fmla="*/ 232410 h 262889"/>
              <a:gd name="connsiteX41" fmla="*/ 76200 w 262890"/>
              <a:gd name="connsiteY41" fmla="*/ 240030 h 262889"/>
              <a:gd name="connsiteX42" fmla="*/ 130810 w 262890"/>
              <a:gd name="connsiteY42" fmla="*/ 241300 h 262889"/>
              <a:gd name="connsiteX43" fmla="*/ 185420 w 262890"/>
              <a:gd name="connsiteY43" fmla="*/ 240030 h 262889"/>
              <a:gd name="connsiteX44" fmla="*/ 213360 w 262890"/>
              <a:gd name="connsiteY44" fmla="*/ 232410 h 262889"/>
              <a:gd name="connsiteX45" fmla="*/ 232410 w 262890"/>
              <a:gd name="connsiteY45" fmla="*/ 213360 h 262889"/>
              <a:gd name="connsiteX46" fmla="*/ 240030 w 262890"/>
              <a:gd name="connsiteY46" fmla="*/ 185420 h 262889"/>
              <a:gd name="connsiteX47" fmla="*/ 241300 w 262890"/>
              <a:gd name="connsiteY47" fmla="*/ 130810 h 262889"/>
              <a:gd name="connsiteX48" fmla="*/ 240030 w 262890"/>
              <a:gd name="connsiteY48" fmla="*/ 76200 h 262889"/>
              <a:gd name="connsiteX49" fmla="*/ 232410 w 262890"/>
              <a:gd name="connsiteY49" fmla="*/ 48260 h 262889"/>
              <a:gd name="connsiteX50" fmla="*/ 213360 w 262890"/>
              <a:gd name="connsiteY50" fmla="*/ 29210 h 262889"/>
              <a:gd name="connsiteX51" fmla="*/ 185420 w 262890"/>
              <a:gd name="connsiteY51" fmla="*/ 21590 h 262889"/>
              <a:gd name="connsiteX52" fmla="*/ 130810 w 262890"/>
              <a:gd name="connsiteY52" fmla="*/ 20320 h 262889"/>
              <a:gd name="connsiteX53" fmla="*/ 76200 w 262890"/>
              <a:gd name="connsiteY53" fmla="*/ 21590 h 262889"/>
              <a:gd name="connsiteX54" fmla="*/ 115570 w 262890"/>
              <a:gd name="connsiteY54" fmla="*/ 91440 h 262889"/>
              <a:gd name="connsiteX55" fmla="*/ 115570 w 262890"/>
              <a:gd name="connsiteY55" fmla="*/ 127000 h 262889"/>
              <a:gd name="connsiteX56" fmla="*/ 138430 w 262890"/>
              <a:gd name="connsiteY56" fmla="*/ 127000 h 262889"/>
              <a:gd name="connsiteX57" fmla="*/ 156210 w 262890"/>
              <a:gd name="connsiteY57" fmla="*/ 109220 h 262889"/>
              <a:gd name="connsiteX58" fmla="*/ 138430 w 262890"/>
              <a:gd name="connsiteY58" fmla="*/ 91440 h 262889"/>
              <a:gd name="connsiteX59" fmla="*/ 115570 w 262890"/>
              <a:gd name="connsiteY59" fmla="*/ 91440 h 262889"/>
              <a:gd name="connsiteX60" fmla="*/ 176530 w 262890"/>
              <a:gd name="connsiteY60" fmla="*/ 109220 h 262889"/>
              <a:gd name="connsiteX61" fmla="*/ 138430 w 262890"/>
              <a:gd name="connsiteY61" fmla="*/ 147320 h 262889"/>
              <a:gd name="connsiteX62" fmla="*/ 115570 w 262890"/>
              <a:gd name="connsiteY62" fmla="*/ 147320 h 262889"/>
              <a:gd name="connsiteX63" fmla="*/ 115570 w 262890"/>
              <a:gd name="connsiteY63" fmla="*/ 157480 h 262889"/>
              <a:gd name="connsiteX64" fmla="*/ 130810 w 262890"/>
              <a:gd name="connsiteY64" fmla="*/ 157480 h 262889"/>
              <a:gd name="connsiteX65" fmla="*/ 140970 w 262890"/>
              <a:gd name="connsiteY65" fmla="*/ 167640 h 262889"/>
              <a:gd name="connsiteX66" fmla="*/ 130810 w 262890"/>
              <a:gd name="connsiteY66" fmla="*/ 177800 h 262889"/>
              <a:gd name="connsiteX67" fmla="*/ 115570 w 262890"/>
              <a:gd name="connsiteY67" fmla="*/ 177800 h 262889"/>
              <a:gd name="connsiteX68" fmla="*/ 115570 w 262890"/>
              <a:gd name="connsiteY68" fmla="*/ 182880 h 262889"/>
              <a:gd name="connsiteX69" fmla="*/ 105410 w 262890"/>
              <a:gd name="connsiteY69" fmla="*/ 193040 h 262889"/>
              <a:gd name="connsiteX70" fmla="*/ 95250 w 262890"/>
              <a:gd name="connsiteY70" fmla="*/ 182880 h 262889"/>
              <a:gd name="connsiteX71" fmla="*/ 95250 w 262890"/>
              <a:gd name="connsiteY71" fmla="*/ 177800 h 262889"/>
              <a:gd name="connsiteX72" fmla="*/ 90170 w 262890"/>
              <a:gd name="connsiteY72" fmla="*/ 177800 h 262889"/>
              <a:gd name="connsiteX73" fmla="*/ 80010 w 262890"/>
              <a:gd name="connsiteY73" fmla="*/ 167640 h 262889"/>
              <a:gd name="connsiteX74" fmla="*/ 90170 w 262890"/>
              <a:gd name="connsiteY74" fmla="*/ 157480 h 262889"/>
              <a:gd name="connsiteX75" fmla="*/ 95250 w 262890"/>
              <a:gd name="connsiteY75" fmla="*/ 157480 h 262889"/>
              <a:gd name="connsiteX76" fmla="*/ 95250 w 262890"/>
              <a:gd name="connsiteY76" fmla="*/ 147320 h 262889"/>
              <a:gd name="connsiteX77" fmla="*/ 90170 w 262890"/>
              <a:gd name="connsiteY77" fmla="*/ 147320 h 262889"/>
              <a:gd name="connsiteX78" fmla="*/ 80010 w 262890"/>
              <a:gd name="connsiteY78" fmla="*/ 137160 h 262889"/>
              <a:gd name="connsiteX79" fmla="*/ 90170 w 262890"/>
              <a:gd name="connsiteY79" fmla="*/ 127000 h 262889"/>
              <a:gd name="connsiteX80" fmla="*/ 95250 w 262890"/>
              <a:gd name="connsiteY80" fmla="*/ 127000 h 262889"/>
              <a:gd name="connsiteX81" fmla="*/ 95250 w 262890"/>
              <a:gd name="connsiteY81" fmla="*/ 82550 h 262889"/>
              <a:gd name="connsiteX82" fmla="*/ 106680 w 262890"/>
              <a:gd name="connsiteY82" fmla="*/ 71120 h 262889"/>
              <a:gd name="connsiteX83" fmla="*/ 138430 w 262890"/>
              <a:gd name="connsiteY83" fmla="*/ 71120 h 262889"/>
              <a:gd name="connsiteX84" fmla="*/ 176530 w 262890"/>
              <a:gd name="connsiteY84" fmla="*/ 109220 h 262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262890" h="262889">
                <a:moveTo>
                  <a:pt x="130810" y="0"/>
                </a:moveTo>
                <a:lnTo>
                  <a:pt x="130810" y="0"/>
                </a:lnTo>
                <a:lnTo>
                  <a:pt x="130810" y="0"/>
                </a:lnTo>
                <a:cubicBezTo>
                  <a:pt x="154940" y="0"/>
                  <a:pt x="173990" y="0"/>
                  <a:pt x="187960" y="1270"/>
                </a:cubicBezTo>
                <a:cubicBezTo>
                  <a:pt x="203200" y="2540"/>
                  <a:pt x="214630" y="5080"/>
                  <a:pt x="224790" y="12700"/>
                </a:cubicBezTo>
                <a:cubicBezTo>
                  <a:pt x="234950" y="19050"/>
                  <a:pt x="243840" y="27940"/>
                  <a:pt x="250190" y="38100"/>
                </a:cubicBezTo>
                <a:cubicBezTo>
                  <a:pt x="256540" y="48260"/>
                  <a:pt x="260350" y="60960"/>
                  <a:pt x="261620" y="74930"/>
                </a:cubicBezTo>
                <a:cubicBezTo>
                  <a:pt x="262890" y="88900"/>
                  <a:pt x="262890" y="107950"/>
                  <a:pt x="262890" y="130810"/>
                </a:cubicBezTo>
                <a:lnTo>
                  <a:pt x="262890" y="130810"/>
                </a:lnTo>
                <a:lnTo>
                  <a:pt x="262890" y="132080"/>
                </a:lnTo>
                <a:lnTo>
                  <a:pt x="262890" y="132080"/>
                </a:lnTo>
                <a:cubicBezTo>
                  <a:pt x="262890" y="154940"/>
                  <a:pt x="262890" y="173990"/>
                  <a:pt x="261620" y="187960"/>
                </a:cubicBezTo>
                <a:cubicBezTo>
                  <a:pt x="260350" y="203200"/>
                  <a:pt x="257810" y="214630"/>
                  <a:pt x="250190" y="224790"/>
                </a:cubicBezTo>
                <a:cubicBezTo>
                  <a:pt x="243840" y="234950"/>
                  <a:pt x="234950" y="243840"/>
                  <a:pt x="224790" y="250190"/>
                </a:cubicBezTo>
                <a:cubicBezTo>
                  <a:pt x="214630" y="256540"/>
                  <a:pt x="201930" y="260350"/>
                  <a:pt x="187960" y="261620"/>
                </a:cubicBezTo>
                <a:cubicBezTo>
                  <a:pt x="173990" y="262890"/>
                  <a:pt x="154940" y="262890"/>
                  <a:pt x="132080" y="262890"/>
                </a:cubicBezTo>
                <a:lnTo>
                  <a:pt x="132080" y="262890"/>
                </a:lnTo>
                <a:lnTo>
                  <a:pt x="130810" y="262890"/>
                </a:lnTo>
                <a:lnTo>
                  <a:pt x="130810" y="262890"/>
                </a:lnTo>
                <a:cubicBezTo>
                  <a:pt x="107950" y="262890"/>
                  <a:pt x="88900" y="262890"/>
                  <a:pt x="74930" y="261620"/>
                </a:cubicBezTo>
                <a:cubicBezTo>
                  <a:pt x="59690" y="260350"/>
                  <a:pt x="48260" y="257810"/>
                  <a:pt x="38100" y="250190"/>
                </a:cubicBezTo>
                <a:cubicBezTo>
                  <a:pt x="27940" y="243840"/>
                  <a:pt x="19050" y="234950"/>
                  <a:pt x="12700" y="224790"/>
                </a:cubicBezTo>
                <a:cubicBezTo>
                  <a:pt x="6350" y="214630"/>
                  <a:pt x="2540" y="201930"/>
                  <a:pt x="1270" y="187960"/>
                </a:cubicBezTo>
                <a:cubicBezTo>
                  <a:pt x="0" y="173990"/>
                  <a:pt x="0" y="154940"/>
                  <a:pt x="0" y="132080"/>
                </a:cubicBezTo>
                <a:lnTo>
                  <a:pt x="0" y="132080"/>
                </a:lnTo>
                <a:lnTo>
                  <a:pt x="0" y="132080"/>
                </a:lnTo>
                <a:lnTo>
                  <a:pt x="0" y="132080"/>
                </a:lnTo>
                <a:cubicBezTo>
                  <a:pt x="0" y="109220"/>
                  <a:pt x="0" y="90170"/>
                  <a:pt x="1270" y="76200"/>
                </a:cubicBezTo>
                <a:cubicBezTo>
                  <a:pt x="2540" y="60960"/>
                  <a:pt x="5080" y="49530"/>
                  <a:pt x="12700" y="39370"/>
                </a:cubicBezTo>
                <a:cubicBezTo>
                  <a:pt x="19050" y="29210"/>
                  <a:pt x="27940" y="20320"/>
                  <a:pt x="38100" y="13970"/>
                </a:cubicBezTo>
                <a:cubicBezTo>
                  <a:pt x="48260" y="7620"/>
                  <a:pt x="60960" y="3810"/>
                  <a:pt x="74930" y="2540"/>
                </a:cubicBezTo>
                <a:cubicBezTo>
                  <a:pt x="88900" y="0"/>
                  <a:pt x="106680" y="0"/>
                  <a:pt x="130810" y="0"/>
                </a:cubicBezTo>
                <a:lnTo>
                  <a:pt x="130810" y="0"/>
                </a:lnTo>
                <a:close/>
                <a:moveTo>
                  <a:pt x="76200" y="21590"/>
                </a:moveTo>
                <a:cubicBezTo>
                  <a:pt x="63500" y="22860"/>
                  <a:pt x="54610" y="25400"/>
                  <a:pt x="48260" y="29210"/>
                </a:cubicBezTo>
                <a:cubicBezTo>
                  <a:pt x="40640" y="34290"/>
                  <a:pt x="34290" y="40640"/>
                  <a:pt x="29210" y="48260"/>
                </a:cubicBezTo>
                <a:cubicBezTo>
                  <a:pt x="25400" y="54610"/>
                  <a:pt x="22860" y="63500"/>
                  <a:pt x="21590" y="76200"/>
                </a:cubicBezTo>
                <a:cubicBezTo>
                  <a:pt x="20320" y="90170"/>
                  <a:pt x="20320" y="106680"/>
                  <a:pt x="20320" y="130810"/>
                </a:cubicBezTo>
                <a:cubicBezTo>
                  <a:pt x="20320" y="154940"/>
                  <a:pt x="20320" y="171450"/>
                  <a:pt x="21590" y="185420"/>
                </a:cubicBezTo>
                <a:cubicBezTo>
                  <a:pt x="22860" y="198120"/>
                  <a:pt x="25400" y="207010"/>
                  <a:pt x="29210" y="213360"/>
                </a:cubicBezTo>
                <a:cubicBezTo>
                  <a:pt x="34290" y="220980"/>
                  <a:pt x="40640" y="227330"/>
                  <a:pt x="48260" y="232410"/>
                </a:cubicBezTo>
                <a:cubicBezTo>
                  <a:pt x="54610" y="236220"/>
                  <a:pt x="63500" y="238760"/>
                  <a:pt x="76200" y="240030"/>
                </a:cubicBezTo>
                <a:cubicBezTo>
                  <a:pt x="90170" y="241300"/>
                  <a:pt x="106680" y="241300"/>
                  <a:pt x="130810" y="241300"/>
                </a:cubicBezTo>
                <a:cubicBezTo>
                  <a:pt x="154940" y="241300"/>
                  <a:pt x="171450" y="241300"/>
                  <a:pt x="185420" y="240030"/>
                </a:cubicBezTo>
                <a:cubicBezTo>
                  <a:pt x="198120" y="238760"/>
                  <a:pt x="207010" y="236220"/>
                  <a:pt x="213360" y="232410"/>
                </a:cubicBezTo>
                <a:cubicBezTo>
                  <a:pt x="220980" y="227330"/>
                  <a:pt x="227330" y="220980"/>
                  <a:pt x="232410" y="213360"/>
                </a:cubicBezTo>
                <a:cubicBezTo>
                  <a:pt x="236220" y="207010"/>
                  <a:pt x="238760" y="198120"/>
                  <a:pt x="240030" y="185420"/>
                </a:cubicBezTo>
                <a:cubicBezTo>
                  <a:pt x="241300" y="171450"/>
                  <a:pt x="241300" y="154940"/>
                  <a:pt x="241300" y="130810"/>
                </a:cubicBezTo>
                <a:cubicBezTo>
                  <a:pt x="241300" y="106680"/>
                  <a:pt x="241300" y="90170"/>
                  <a:pt x="240030" y="76200"/>
                </a:cubicBezTo>
                <a:cubicBezTo>
                  <a:pt x="238760" y="63500"/>
                  <a:pt x="236220" y="54610"/>
                  <a:pt x="232410" y="48260"/>
                </a:cubicBezTo>
                <a:cubicBezTo>
                  <a:pt x="227330" y="40640"/>
                  <a:pt x="220980" y="34290"/>
                  <a:pt x="213360" y="29210"/>
                </a:cubicBezTo>
                <a:cubicBezTo>
                  <a:pt x="207010" y="25400"/>
                  <a:pt x="198120" y="22860"/>
                  <a:pt x="185420" y="21590"/>
                </a:cubicBezTo>
                <a:cubicBezTo>
                  <a:pt x="171450" y="20320"/>
                  <a:pt x="154940" y="20320"/>
                  <a:pt x="130810" y="20320"/>
                </a:cubicBezTo>
                <a:cubicBezTo>
                  <a:pt x="106680" y="20320"/>
                  <a:pt x="90170" y="20320"/>
                  <a:pt x="76200" y="21590"/>
                </a:cubicBezTo>
                <a:close/>
                <a:moveTo>
                  <a:pt x="115570" y="91440"/>
                </a:moveTo>
                <a:lnTo>
                  <a:pt x="115570" y="127000"/>
                </a:lnTo>
                <a:lnTo>
                  <a:pt x="138430" y="127000"/>
                </a:lnTo>
                <a:cubicBezTo>
                  <a:pt x="148590" y="127000"/>
                  <a:pt x="156210" y="119380"/>
                  <a:pt x="156210" y="109220"/>
                </a:cubicBezTo>
                <a:cubicBezTo>
                  <a:pt x="156210" y="99060"/>
                  <a:pt x="148590" y="91440"/>
                  <a:pt x="138430" y="91440"/>
                </a:cubicBezTo>
                <a:lnTo>
                  <a:pt x="115570" y="91440"/>
                </a:lnTo>
                <a:close/>
                <a:moveTo>
                  <a:pt x="176530" y="109220"/>
                </a:moveTo>
                <a:cubicBezTo>
                  <a:pt x="176530" y="130810"/>
                  <a:pt x="160020" y="147320"/>
                  <a:pt x="138430" y="147320"/>
                </a:cubicBezTo>
                <a:lnTo>
                  <a:pt x="115570" y="147320"/>
                </a:lnTo>
                <a:lnTo>
                  <a:pt x="115570" y="157480"/>
                </a:lnTo>
                <a:lnTo>
                  <a:pt x="130810" y="157480"/>
                </a:lnTo>
                <a:cubicBezTo>
                  <a:pt x="135890" y="157480"/>
                  <a:pt x="140970" y="162560"/>
                  <a:pt x="140970" y="167640"/>
                </a:cubicBezTo>
                <a:cubicBezTo>
                  <a:pt x="140970" y="172720"/>
                  <a:pt x="135890" y="177800"/>
                  <a:pt x="130810" y="177800"/>
                </a:cubicBezTo>
                <a:lnTo>
                  <a:pt x="115570" y="177800"/>
                </a:lnTo>
                <a:lnTo>
                  <a:pt x="115570" y="182880"/>
                </a:lnTo>
                <a:cubicBezTo>
                  <a:pt x="115570" y="187960"/>
                  <a:pt x="110490" y="193040"/>
                  <a:pt x="105410" y="193040"/>
                </a:cubicBezTo>
                <a:cubicBezTo>
                  <a:pt x="100330" y="193040"/>
                  <a:pt x="95250" y="187960"/>
                  <a:pt x="95250" y="182880"/>
                </a:cubicBezTo>
                <a:lnTo>
                  <a:pt x="95250" y="177800"/>
                </a:lnTo>
                <a:lnTo>
                  <a:pt x="90170" y="177800"/>
                </a:lnTo>
                <a:cubicBezTo>
                  <a:pt x="85090" y="177800"/>
                  <a:pt x="80010" y="172720"/>
                  <a:pt x="80010" y="167640"/>
                </a:cubicBezTo>
                <a:cubicBezTo>
                  <a:pt x="80010" y="162560"/>
                  <a:pt x="85090" y="157480"/>
                  <a:pt x="90170" y="157480"/>
                </a:cubicBezTo>
                <a:lnTo>
                  <a:pt x="95250" y="157480"/>
                </a:lnTo>
                <a:lnTo>
                  <a:pt x="95250" y="147320"/>
                </a:lnTo>
                <a:lnTo>
                  <a:pt x="90170" y="147320"/>
                </a:lnTo>
                <a:cubicBezTo>
                  <a:pt x="85090" y="147320"/>
                  <a:pt x="80010" y="142240"/>
                  <a:pt x="80010" y="137160"/>
                </a:cubicBezTo>
                <a:cubicBezTo>
                  <a:pt x="80010" y="132080"/>
                  <a:pt x="85090" y="127000"/>
                  <a:pt x="90170" y="127000"/>
                </a:cubicBezTo>
                <a:lnTo>
                  <a:pt x="95250" y="127000"/>
                </a:lnTo>
                <a:lnTo>
                  <a:pt x="95250" y="82550"/>
                </a:lnTo>
                <a:cubicBezTo>
                  <a:pt x="95250" y="76200"/>
                  <a:pt x="100330" y="71120"/>
                  <a:pt x="106680" y="71120"/>
                </a:cubicBezTo>
                <a:lnTo>
                  <a:pt x="138430" y="71120"/>
                </a:lnTo>
                <a:cubicBezTo>
                  <a:pt x="160020" y="71120"/>
                  <a:pt x="176530" y="88900"/>
                  <a:pt x="176530" y="1092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Полилиния: фигура 5">
            <a:extLst>
              <a:ext uri="{FF2B5EF4-FFF2-40B4-BE49-F238E27FC236}">
                <a16:creationId xmlns:a16="http://schemas.microsoft.com/office/drawing/2014/main" id="{5009DC22-B8FB-CA33-89AB-AC0DEBC3F7FE}"/>
              </a:ext>
            </a:extLst>
          </p:cNvPr>
          <p:cNvSpPr/>
          <p:nvPr/>
        </p:nvSpPr>
        <p:spPr>
          <a:xfrm>
            <a:off x="1108541" y="2661512"/>
            <a:ext cx="267970" cy="238759"/>
          </a:xfrm>
          <a:custGeom>
            <a:avLst/>
            <a:gdLst>
              <a:gd name="connsiteX0" fmla="*/ 0 w 267970"/>
              <a:gd name="connsiteY0" fmla="*/ 10160 h 238759"/>
              <a:gd name="connsiteX1" fmla="*/ 10160 w 267970"/>
              <a:gd name="connsiteY1" fmla="*/ 0 h 238759"/>
              <a:gd name="connsiteX2" fmla="*/ 44450 w 267970"/>
              <a:gd name="connsiteY2" fmla="*/ 0 h 238759"/>
              <a:gd name="connsiteX3" fmla="*/ 54610 w 267970"/>
              <a:gd name="connsiteY3" fmla="*/ 7620 h 238759"/>
              <a:gd name="connsiteX4" fmla="*/ 62230 w 267970"/>
              <a:gd name="connsiteY4" fmla="*/ 35560 h 238759"/>
              <a:gd name="connsiteX5" fmla="*/ 256540 w 267970"/>
              <a:gd name="connsiteY5" fmla="*/ 35560 h 238759"/>
              <a:gd name="connsiteX6" fmla="*/ 267970 w 267970"/>
              <a:gd name="connsiteY6" fmla="*/ 48260 h 238759"/>
              <a:gd name="connsiteX7" fmla="*/ 255270 w 267970"/>
              <a:gd name="connsiteY7" fmla="*/ 161290 h 238759"/>
              <a:gd name="connsiteX8" fmla="*/ 224790 w 267970"/>
              <a:gd name="connsiteY8" fmla="*/ 187960 h 238759"/>
              <a:gd name="connsiteX9" fmla="*/ 83820 w 267970"/>
              <a:gd name="connsiteY9" fmla="*/ 187960 h 238759"/>
              <a:gd name="connsiteX10" fmla="*/ 53340 w 267970"/>
              <a:gd name="connsiteY10" fmla="*/ 160020 h 238759"/>
              <a:gd name="connsiteX11" fmla="*/ 44450 w 267970"/>
              <a:gd name="connsiteY11" fmla="*/ 48260 h 238759"/>
              <a:gd name="connsiteX12" fmla="*/ 36830 w 267970"/>
              <a:gd name="connsiteY12" fmla="*/ 21590 h 238759"/>
              <a:gd name="connsiteX13" fmla="*/ 10160 w 267970"/>
              <a:gd name="connsiteY13" fmla="*/ 21590 h 238759"/>
              <a:gd name="connsiteX14" fmla="*/ 0 w 267970"/>
              <a:gd name="connsiteY14" fmla="*/ 10160 h 238759"/>
              <a:gd name="connsiteX15" fmla="*/ 67310 w 267970"/>
              <a:gd name="connsiteY15" fmla="*/ 55880 h 238759"/>
              <a:gd name="connsiteX16" fmla="*/ 74930 w 267970"/>
              <a:gd name="connsiteY16" fmla="*/ 157480 h 238759"/>
              <a:gd name="connsiteX17" fmla="*/ 85090 w 267970"/>
              <a:gd name="connsiteY17" fmla="*/ 166370 h 238759"/>
              <a:gd name="connsiteX18" fmla="*/ 226060 w 267970"/>
              <a:gd name="connsiteY18" fmla="*/ 166370 h 238759"/>
              <a:gd name="connsiteX19" fmla="*/ 236220 w 267970"/>
              <a:gd name="connsiteY19" fmla="*/ 157480 h 238759"/>
              <a:gd name="connsiteX20" fmla="*/ 247650 w 267970"/>
              <a:gd name="connsiteY20" fmla="*/ 54610 h 238759"/>
              <a:gd name="connsiteX21" fmla="*/ 67310 w 267970"/>
              <a:gd name="connsiteY21" fmla="*/ 54610 h 238759"/>
              <a:gd name="connsiteX22" fmla="*/ 111760 w 267970"/>
              <a:gd name="connsiteY22" fmla="*/ 218440 h 238759"/>
              <a:gd name="connsiteX23" fmla="*/ 91440 w 267970"/>
              <a:gd name="connsiteY23" fmla="*/ 238760 h 238759"/>
              <a:gd name="connsiteX24" fmla="*/ 71120 w 267970"/>
              <a:gd name="connsiteY24" fmla="*/ 218440 h 238759"/>
              <a:gd name="connsiteX25" fmla="*/ 91440 w 267970"/>
              <a:gd name="connsiteY25" fmla="*/ 198120 h 238759"/>
              <a:gd name="connsiteX26" fmla="*/ 111760 w 267970"/>
              <a:gd name="connsiteY26" fmla="*/ 218440 h 238759"/>
              <a:gd name="connsiteX27" fmla="*/ 213360 w 267970"/>
              <a:gd name="connsiteY27" fmla="*/ 238760 h 238759"/>
              <a:gd name="connsiteX28" fmla="*/ 233680 w 267970"/>
              <a:gd name="connsiteY28" fmla="*/ 218440 h 238759"/>
              <a:gd name="connsiteX29" fmla="*/ 213360 w 267970"/>
              <a:gd name="connsiteY29" fmla="*/ 198120 h 238759"/>
              <a:gd name="connsiteX30" fmla="*/ 193040 w 267970"/>
              <a:gd name="connsiteY30" fmla="*/ 218440 h 238759"/>
              <a:gd name="connsiteX31" fmla="*/ 213360 w 267970"/>
              <a:gd name="connsiteY31" fmla="*/ 238760 h 238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7970" h="238759"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44450" y="0"/>
                </a:lnTo>
                <a:cubicBezTo>
                  <a:pt x="49530" y="0"/>
                  <a:pt x="53340" y="3810"/>
                  <a:pt x="54610" y="7620"/>
                </a:cubicBezTo>
                <a:lnTo>
                  <a:pt x="62230" y="35560"/>
                </a:lnTo>
                <a:lnTo>
                  <a:pt x="256540" y="35560"/>
                </a:lnTo>
                <a:cubicBezTo>
                  <a:pt x="262890" y="35560"/>
                  <a:pt x="267970" y="41910"/>
                  <a:pt x="267970" y="48260"/>
                </a:cubicBezTo>
                <a:lnTo>
                  <a:pt x="255270" y="161290"/>
                </a:lnTo>
                <a:cubicBezTo>
                  <a:pt x="254000" y="176530"/>
                  <a:pt x="240030" y="187960"/>
                  <a:pt x="224790" y="187960"/>
                </a:cubicBezTo>
                <a:lnTo>
                  <a:pt x="83820" y="187960"/>
                </a:lnTo>
                <a:cubicBezTo>
                  <a:pt x="67310" y="187960"/>
                  <a:pt x="54610" y="175260"/>
                  <a:pt x="53340" y="160020"/>
                </a:cubicBezTo>
                <a:lnTo>
                  <a:pt x="44450" y="48260"/>
                </a:lnTo>
                <a:lnTo>
                  <a:pt x="36830" y="21590"/>
                </a:lnTo>
                <a:lnTo>
                  <a:pt x="10160" y="21590"/>
                </a:lnTo>
                <a:cubicBezTo>
                  <a:pt x="5080" y="20320"/>
                  <a:pt x="0" y="16510"/>
                  <a:pt x="0" y="10160"/>
                </a:cubicBezTo>
                <a:close/>
                <a:moveTo>
                  <a:pt x="67310" y="55880"/>
                </a:moveTo>
                <a:lnTo>
                  <a:pt x="74930" y="157480"/>
                </a:lnTo>
                <a:cubicBezTo>
                  <a:pt x="74930" y="162560"/>
                  <a:pt x="80010" y="166370"/>
                  <a:pt x="85090" y="166370"/>
                </a:cubicBezTo>
                <a:lnTo>
                  <a:pt x="226060" y="166370"/>
                </a:lnTo>
                <a:cubicBezTo>
                  <a:pt x="231140" y="166370"/>
                  <a:pt x="234950" y="162560"/>
                  <a:pt x="236220" y="157480"/>
                </a:cubicBezTo>
                <a:lnTo>
                  <a:pt x="247650" y="54610"/>
                </a:lnTo>
                <a:lnTo>
                  <a:pt x="67310" y="54610"/>
                </a:lnTo>
                <a:close/>
                <a:moveTo>
                  <a:pt x="111760" y="218440"/>
                </a:moveTo>
                <a:cubicBezTo>
                  <a:pt x="111760" y="229870"/>
                  <a:pt x="102870" y="238760"/>
                  <a:pt x="91440" y="238760"/>
                </a:cubicBezTo>
                <a:cubicBezTo>
                  <a:pt x="80010" y="238760"/>
                  <a:pt x="71120" y="229870"/>
                  <a:pt x="71120" y="218440"/>
                </a:cubicBezTo>
                <a:cubicBezTo>
                  <a:pt x="71120" y="207010"/>
                  <a:pt x="80010" y="198120"/>
                  <a:pt x="91440" y="198120"/>
                </a:cubicBezTo>
                <a:cubicBezTo>
                  <a:pt x="102870" y="198120"/>
                  <a:pt x="111760" y="207010"/>
                  <a:pt x="111760" y="218440"/>
                </a:cubicBezTo>
                <a:close/>
                <a:moveTo>
                  <a:pt x="213360" y="238760"/>
                </a:moveTo>
                <a:cubicBezTo>
                  <a:pt x="224790" y="238760"/>
                  <a:pt x="233680" y="229870"/>
                  <a:pt x="233680" y="218440"/>
                </a:cubicBezTo>
                <a:cubicBezTo>
                  <a:pt x="233680" y="207010"/>
                  <a:pt x="224790" y="198120"/>
                  <a:pt x="213360" y="198120"/>
                </a:cubicBezTo>
                <a:cubicBezTo>
                  <a:pt x="201930" y="198120"/>
                  <a:pt x="193040" y="207010"/>
                  <a:pt x="193040" y="218440"/>
                </a:cubicBezTo>
                <a:cubicBezTo>
                  <a:pt x="193040" y="229870"/>
                  <a:pt x="201930" y="238760"/>
                  <a:pt x="213360" y="2387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0" name="Полилиния: фигура 11">
            <a:extLst>
              <a:ext uri="{FF2B5EF4-FFF2-40B4-BE49-F238E27FC236}">
                <a16:creationId xmlns:a16="http://schemas.microsoft.com/office/drawing/2014/main" id="{8B02939E-F7E8-0D68-7DDC-A607E00E4301}"/>
              </a:ext>
            </a:extLst>
          </p:cNvPr>
          <p:cNvSpPr/>
          <p:nvPr/>
        </p:nvSpPr>
        <p:spPr>
          <a:xfrm>
            <a:off x="2804944" y="2671671"/>
            <a:ext cx="231457" cy="232727"/>
          </a:xfrm>
          <a:custGeom>
            <a:avLst/>
            <a:gdLst>
              <a:gd name="connsiteX0" fmla="*/ 211137 w 231457"/>
              <a:gd name="connsiteY0" fmla="*/ 40640 h 232727"/>
              <a:gd name="connsiteX1" fmla="*/ 190818 w 231457"/>
              <a:gd name="connsiteY1" fmla="*/ 20320 h 232727"/>
              <a:gd name="connsiteX2" fmla="*/ 132397 w 231457"/>
              <a:gd name="connsiteY2" fmla="*/ 20320 h 232727"/>
              <a:gd name="connsiteX3" fmla="*/ 118428 w 231457"/>
              <a:gd name="connsiteY3" fmla="*/ 26670 h 232727"/>
              <a:gd name="connsiteX4" fmla="*/ 23178 w 231457"/>
              <a:gd name="connsiteY4" fmla="*/ 121920 h 232727"/>
              <a:gd name="connsiteX5" fmla="*/ 110808 w 231457"/>
              <a:gd name="connsiteY5" fmla="*/ 209550 h 232727"/>
              <a:gd name="connsiteX6" fmla="*/ 206058 w 231457"/>
              <a:gd name="connsiteY6" fmla="*/ 114300 h 232727"/>
              <a:gd name="connsiteX7" fmla="*/ 212408 w 231457"/>
              <a:gd name="connsiteY7" fmla="*/ 100330 h 232727"/>
              <a:gd name="connsiteX8" fmla="*/ 212408 w 231457"/>
              <a:gd name="connsiteY8" fmla="*/ 40640 h 232727"/>
              <a:gd name="connsiteX9" fmla="*/ 190818 w 231457"/>
              <a:gd name="connsiteY9" fmla="*/ 0 h 232727"/>
              <a:gd name="connsiteX10" fmla="*/ 231458 w 231457"/>
              <a:gd name="connsiteY10" fmla="*/ 40640 h 232727"/>
              <a:gd name="connsiteX11" fmla="*/ 231458 w 231457"/>
              <a:gd name="connsiteY11" fmla="*/ 99060 h 232727"/>
              <a:gd name="connsiteX12" fmla="*/ 220028 w 231457"/>
              <a:gd name="connsiteY12" fmla="*/ 128270 h 232727"/>
              <a:gd name="connsiteX13" fmla="*/ 118428 w 231457"/>
              <a:gd name="connsiteY13" fmla="*/ 229870 h 232727"/>
              <a:gd name="connsiteX14" fmla="*/ 103187 w 231457"/>
              <a:gd name="connsiteY14" fmla="*/ 229870 h 232727"/>
              <a:gd name="connsiteX15" fmla="*/ 2858 w 231457"/>
              <a:gd name="connsiteY15" fmla="*/ 129540 h 232727"/>
              <a:gd name="connsiteX16" fmla="*/ 2858 w 231457"/>
              <a:gd name="connsiteY16" fmla="*/ 114300 h 232727"/>
              <a:gd name="connsiteX17" fmla="*/ 104458 w 231457"/>
              <a:gd name="connsiteY17" fmla="*/ 12700 h 232727"/>
              <a:gd name="connsiteX18" fmla="*/ 133668 w 231457"/>
              <a:gd name="connsiteY18" fmla="*/ 1270 h 232727"/>
              <a:gd name="connsiteX19" fmla="*/ 190818 w 231457"/>
              <a:gd name="connsiteY19" fmla="*/ 1270 h 232727"/>
              <a:gd name="connsiteX20" fmla="*/ 113347 w 231457"/>
              <a:gd name="connsiteY20" fmla="*/ 165100 h 232727"/>
              <a:gd name="connsiteX21" fmla="*/ 67628 w 231457"/>
              <a:gd name="connsiteY21" fmla="*/ 119380 h 232727"/>
              <a:gd name="connsiteX22" fmla="*/ 81597 w 231457"/>
              <a:gd name="connsiteY22" fmla="*/ 105410 h 232727"/>
              <a:gd name="connsiteX23" fmla="*/ 127318 w 231457"/>
              <a:gd name="connsiteY23" fmla="*/ 151130 h 232727"/>
              <a:gd name="connsiteX24" fmla="*/ 113347 w 231457"/>
              <a:gd name="connsiteY24" fmla="*/ 165100 h 232727"/>
              <a:gd name="connsiteX25" fmla="*/ 175578 w 231457"/>
              <a:gd name="connsiteY25" fmla="*/ 71120 h 232727"/>
              <a:gd name="connsiteX26" fmla="*/ 190818 w 231457"/>
              <a:gd name="connsiteY26" fmla="*/ 55880 h 232727"/>
              <a:gd name="connsiteX27" fmla="*/ 175578 w 231457"/>
              <a:gd name="connsiteY27" fmla="*/ 40640 h 232727"/>
              <a:gd name="connsiteX28" fmla="*/ 160337 w 231457"/>
              <a:gd name="connsiteY28" fmla="*/ 55880 h 232727"/>
              <a:gd name="connsiteX29" fmla="*/ 175578 w 231457"/>
              <a:gd name="connsiteY29" fmla="*/ 71120 h 232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31457" h="232727">
                <a:moveTo>
                  <a:pt x="211137" y="40640"/>
                </a:moveTo>
                <a:cubicBezTo>
                  <a:pt x="211137" y="29210"/>
                  <a:pt x="202247" y="20320"/>
                  <a:pt x="190818" y="20320"/>
                </a:cubicBezTo>
                <a:lnTo>
                  <a:pt x="132397" y="20320"/>
                </a:lnTo>
                <a:cubicBezTo>
                  <a:pt x="127318" y="20320"/>
                  <a:pt x="122237" y="22860"/>
                  <a:pt x="118428" y="26670"/>
                </a:cubicBezTo>
                <a:lnTo>
                  <a:pt x="23178" y="121920"/>
                </a:lnTo>
                <a:lnTo>
                  <a:pt x="110808" y="209550"/>
                </a:lnTo>
                <a:lnTo>
                  <a:pt x="206058" y="114300"/>
                </a:lnTo>
                <a:cubicBezTo>
                  <a:pt x="209868" y="110490"/>
                  <a:pt x="212408" y="105410"/>
                  <a:pt x="212408" y="100330"/>
                </a:cubicBezTo>
                <a:lnTo>
                  <a:pt x="212408" y="40640"/>
                </a:lnTo>
                <a:close/>
                <a:moveTo>
                  <a:pt x="190818" y="0"/>
                </a:moveTo>
                <a:cubicBezTo>
                  <a:pt x="213678" y="0"/>
                  <a:pt x="231458" y="17780"/>
                  <a:pt x="231458" y="40640"/>
                </a:cubicBezTo>
                <a:lnTo>
                  <a:pt x="231458" y="99060"/>
                </a:lnTo>
                <a:cubicBezTo>
                  <a:pt x="231458" y="109220"/>
                  <a:pt x="227647" y="120650"/>
                  <a:pt x="220028" y="128270"/>
                </a:cubicBezTo>
                <a:lnTo>
                  <a:pt x="118428" y="229870"/>
                </a:lnTo>
                <a:cubicBezTo>
                  <a:pt x="114618" y="233680"/>
                  <a:pt x="106997" y="233680"/>
                  <a:pt x="103187" y="229870"/>
                </a:cubicBezTo>
                <a:lnTo>
                  <a:pt x="2858" y="129540"/>
                </a:lnTo>
                <a:cubicBezTo>
                  <a:pt x="-953" y="125730"/>
                  <a:pt x="-953" y="118110"/>
                  <a:pt x="2858" y="114300"/>
                </a:cubicBezTo>
                <a:lnTo>
                  <a:pt x="104458" y="12700"/>
                </a:lnTo>
                <a:cubicBezTo>
                  <a:pt x="112078" y="5080"/>
                  <a:pt x="122237" y="1270"/>
                  <a:pt x="133668" y="1270"/>
                </a:cubicBezTo>
                <a:lnTo>
                  <a:pt x="190818" y="1270"/>
                </a:lnTo>
                <a:close/>
                <a:moveTo>
                  <a:pt x="113347" y="165100"/>
                </a:moveTo>
                <a:lnTo>
                  <a:pt x="67628" y="119380"/>
                </a:lnTo>
                <a:lnTo>
                  <a:pt x="81597" y="105410"/>
                </a:lnTo>
                <a:lnTo>
                  <a:pt x="127318" y="151130"/>
                </a:lnTo>
                <a:lnTo>
                  <a:pt x="113347" y="165100"/>
                </a:lnTo>
                <a:close/>
                <a:moveTo>
                  <a:pt x="175578" y="71120"/>
                </a:moveTo>
                <a:cubicBezTo>
                  <a:pt x="184468" y="71120"/>
                  <a:pt x="190818" y="64770"/>
                  <a:pt x="190818" y="55880"/>
                </a:cubicBezTo>
                <a:cubicBezTo>
                  <a:pt x="190818" y="46990"/>
                  <a:pt x="184468" y="40640"/>
                  <a:pt x="175578" y="40640"/>
                </a:cubicBezTo>
                <a:cubicBezTo>
                  <a:pt x="166687" y="40640"/>
                  <a:pt x="160337" y="46990"/>
                  <a:pt x="160337" y="55880"/>
                </a:cubicBezTo>
                <a:cubicBezTo>
                  <a:pt x="160337" y="64770"/>
                  <a:pt x="167958" y="71120"/>
                  <a:pt x="175578" y="711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1" name="Полилиния: фигура 113">
            <a:extLst>
              <a:ext uri="{FF2B5EF4-FFF2-40B4-BE49-F238E27FC236}">
                <a16:creationId xmlns:a16="http://schemas.microsoft.com/office/drawing/2014/main" id="{EF9B1B4C-625B-2B5F-0744-4106F7A7499D}"/>
              </a:ext>
            </a:extLst>
          </p:cNvPr>
          <p:cNvSpPr/>
          <p:nvPr/>
        </p:nvSpPr>
        <p:spPr>
          <a:xfrm>
            <a:off x="2228681" y="2691992"/>
            <a:ext cx="264160" cy="162559"/>
          </a:xfrm>
          <a:custGeom>
            <a:avLst/>
            <a:gdLst>
              <a:gd name="connsiteX0" fmla="*/ 0 w 264160"/>
              <a:gd name="connsiteY0" fmla="*/ 11430 h 162559"/>
              <a:gd name="connsiteX1" fmla="*/ 11430 w 264160"/>
              <a:gd name="connsiteY1" fmla="*/ 0 h 162559"/>
              <a:gd name="connsiteX2" fmla="*/ 252730 w 264160"/>
              <a:gd name="connsiteY2" fmla="*/ 0 h 162559"/>
              <a:gd name="connsiteX3" fmla="*/ 264160 w 264160"/>
              <a:gd name="connsiteY3" fmla="*/ 11430 h 162559"/>
              <a:gd name="connsiteX4" fmla="*/ 264160 w 264160"/>
              <a:gd name="connsiteY4" fmla="*/ 151130 h 162559"/>
              <a:gd name="connsiteX5" fmla="*/ 252730 w 264160"/>
              <a:gd name="connsiteY5" fmla="*/ 162560 h 162559"/>
              <a:gd name="connsiteX6" fmla="*/ 204470 w 264160"/>
              <a:gd name="connsiteY6" fmla="*/ 162560 h 162559"/>
              <a:gd name="connsiteX7" fmla="*/ 203200 w 264160"/>
              <a:gd name="connsiteY7" fmla="*/ 162560 h 162559"/>
              <a:gd name="connsiteX8" fmla="*/ 201930 w 264160"/>
              <a:gd name="connsiteY8" fmla="*/ 162560 h 162559"/>
              <a:gd name="connsiteX9" fmla="*/ 11430 w 264160"/>
              <a:gd name="connsiteY9" fmla="*/ 162560 h 162559"/>
              <a:gd name="connsiteX10" fmla="*/ 0 w 264160"/>
              <a:gd name="connsiteY10" fmla="*/ 151130 h 162559"/>
              <a:gd name="connsiteX11" fmla="*/ 0 w 264160"/>
              <a:gd name="connsiteY11" fmla="*/ 11430 h 162559"/>
              <a:gd name="connsiteX12" fmla="*/ 243840 w 264160"/>
              <a:gd name="connsiteY12" fmla="*/ 142240 h 162559"/>
              <a:gd name="connsiteX13" fmla="*/ 213360 w 264160"/>
              <a:gd name="connsiteY13" fmla="*/ 142240 h 162559"/>
              <a:gd name="connsiteX14" fmla="*/ 213360 w 264160"/>
              <a:gd name="connsiteY14" fmla="*/ 132080 h 162559"/>
              <a:gd name="connsiteX15" fmla="*/ 203200 w 264160"/>
              <a:gd name="connsiteY15" fmla="*/ 121920 h 162559"/>
              <a:gd name="connsiteX16" fmla="*/ 193040 w 264160"/>
              <a:gd name="connsiteY16" fmla="*/ 132080 h 162559"/>
              <a:gd name="connsiteX17" fmla="*/ 193040 w 264160"/>
              <a:gd name="connsiteY17" fmla="*/ 142240 h 162559"/>
              <a:gd name="connsiteX18" fmla="*/ 20320 w 264160"/>
              <a:gd name="connsiteY18" fmla="*/ 142240 h 162559"/>
              <a:gd name="connsiteX19" fmla="*/ 20320 w 264160"/>
              <a:gd name="connsiteY19" fmla="*/ 20320 h 162559"/>
              <a:gd name="connsiteX20" fmla="*/ 193040 w 264160"/>
              <a:gd name="connsiteY20" fmla="*/ 20320 h 162559"/>
              <a:gd name="connsiteX21" fmla="*/ 193040 w 264160"/>
              <a:gd name="connsiteY21" fmla="*/ 30480 h 162559"/>
              <a:gd name="connsiteX22" fmla="*/ 203200 w 264160"/>
              <a:gd name="connsiteY22" fmla="*/ 40640 h 162559"/>
              <a:gd name="connsiteX23" fmla="*/ 213360 w 264160"/>
              <a:gd name="connsiteY23" fmla="*/ 30480 h 162559"/>
              <a:gd name="connsiteX24" fmla="*/ 213360 w 264160"/>
              <a:gd name="connsiteY24" fmla="*/ 20320 h 162559"/>
              <a:gd name="connsiteX25" fmla="*/ 243840 w 264160"/>
              <a:gd name="connsiteY25" fmla="*/ 20320 h 162559"/>
              <a:gd name="connsiteX26" fmla="*/ 243840 w 264160"/>
              <a:gd name="connsiteY26" fmla="*/ 142240 h 162559"/>
              <a:gd name="connsiteX27" fmla="*/ 213360 w 264160"/>
              <a:gd name="connsiteY27" fmla="*/ 71120 h 162559"/>
              <a:gd name="connsiteX28" fmla="*/ 203200 w 264160"/>
              <a:gd name="connsiteY28" fmla="*/ 60960 h 162559"/>
              <a:gd name="connsiteX29" fmla="*/ 193040 w 264160"/>
              <a:gd name="connsiteY29" fmla="*/ 71120 h 162559"/>
              <a:gd name="connsiteX30" fmla="*/ 193040 w 264160"/>
              <a:gd name="connsiteY30" fmla="*/ 91440 h 162559"/>
              <a:gd name="connsiteX31" fmla="*/ 203200 w 264160"/>
              <a:gd name="connsiteY31" fmla="*/ 101600 h 162559"/>
              <a:gd name="connsiteX32" fmla="*/ 213360 w 264160"/>
              <a:gd name="connsiteY32" fmla="*/ 91440 h 162559"/>
              <a:gd name="connsiteX33" fmla="*/ 213360 w 264160"/>
              <a:gd name="connsiteY33" fmla="*/ 71120 h 162559"/>
              <a:gd name="connsiteX34" fmla="*/ 40640 w 264160"/>
              <a:gd name="connsiteY34" fmla="*/ 71120 h 162559"/>
              <a:gd name="connsiteX35" fmla="*/ 121920 w 264160"/>
              <a:gd name="connsiteY35" fmla="*/ 71120 h 162559"/>
              <a:gd name="connsiteX36" fmla="*/ 121920 w 264160"/>
              <a:gd name="connsiteY36" fmla="*/ 50800 h 162559"/>
              <a:gd name="connsiteX37" fmla="*/ 40640 w 264160"/>
              <a:gd name="connsiteY37" fmla="*/ 50800 h 162559"/>
              <a:gd name="connsiteX38" fmla="*/ 40640 w 264160"/>
              <a:gd name="connsiteY38" fmla="*/ 71120 h 162559"/>
              <a:gd name="connsiteX39" fmla="*/ 40640 w 264160"/>
              <a:gd name="connsiteY39" fmla="*/ 111760 h 162559"/>
              <a:gd name="connsiteX40" fmla="*/ 101600 w 264160"/>
              <a:gd name="connsiteY40" fmla="*/ 111760 h 162559"/>
              <a:gd name="connsiteX41" fmla="*/ 101600 w 264160"/>
              <a:gd name="connsiteY41" fmla="*/ 91440 h 162559"/>
              <a:gd name="connsiteX42" fmla="*/ 40640 w 264160"/>
              <a:gd name="connsiteY42" fmla="*/ 91440 h 162559"/>
              <a:gd name="connsiteX43" fmla="*/ 40640 w 264160"/>
              <a:gd name="connsiteY43" fmla="*/ 111760 h 16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64160" h="162559"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204470" y="162560"/>
                </a:lnTo>
                <a:cubicBezTo>
                  <a:pt x="204470" y="162560"/>
                  <a:pt x="203200" y="162560"/>
                  <a:pt x="203200" y="162560"/>
                </a:cubicBezTo>
                <a:cubicBezTo>
                  <a:pt x="203200" y="162560"/>
                  <a:pt x="201930" y="162560"/>
                  <a:pt x="2019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243840" y="142240"/>
                </a:moveTo>
                <a:lnTo>
                  <a:pt x="213360" y="142240"/>
                </a:lnTo>
                <a:lnTo>
                  <a:pt x="213360" y="132080"/>
                </a:lnTo>
                <a:cubicBezTo>
                  <a:pt x="213360" y="127000"/>
                  <a:pt x="208280" y="121920"/>
                  <a:pt x="203200" y="121920"/>
                </a:cubicBezTo>
                <a:cubicBezTo>
                  <a:pt x="198120" y="121920"/>
                  <a:pt x="193040" y="127000"/>
                  <a:pt x="193040" y="132080"/>
                </a:cubicBezTo>
                <a:lnTo>
                  <a:pt x="193040" y="142240"/>
                </a:lnTo>
                <a:lnTo>
                  <a:pt x="20320" y="142240"/>
                </a:lnTo>
                <a:lnTo>
                  <a:pt x="20320" y="20320"/>
                </a:lnTo>
                <a:lnTo>
                  <a:pt x="193040" y="20320"/>
                </a:lnTo>
                <a:lnTo>
                  <a:pt x="193040" y="30480"/>
                </a:lnTo>
                <a:cubicBezTo>
                  <a:pt x="193040" y="35560"/>
                  <a:pt x="198120" y="40640"/>
                  <a:pt x="203200" y="40640"/>
                </a:cubicBezTo>
                <a:cubicBezTo>
                  <a:pt x="208280" y="40640"/>
                  <a:pt x="213360" y="35560"/>
                  <a:pt x="213360" y="30480"/>
                </a:cubicBezTo>
                <a:lnTo>
                  <a:pt x="213360" y="20320"/>
                </a:lnTo>
                <a:lnTo>
                  <a:pt x="243840" y="20320"/>
                </a:lnTo>
                <a:lnTo>
                  <a:pt x="243840" y="142240"/>
                </a:ln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  <a:moveTo>
                  <a:pt x="40640" y="71120"/>
                </a:moveTo>
                <a:lnTo>
                  <a:pt x="121920" y="71120"/>
                </a:lnTo>
                <a:lnTo>
                  <a:pt x="121920" y="50800"/>
                </a:lnTo>
                <a:lnTo>
                  <a:pt x="40640" y="50800"/>
                </a:lnTo>
                <a:lnTo>
                  <a:pt x="40640" y="71120"/>
                </a:lnTo>
                <a:close/>
                <a:moveTo>
                  <a:pt x="40640" y="111760"/>
                </a:moveTo>
                <a:lnTo>
                  <a:pt x="101600" y="111760"/>
                </a:lnTo>
                <a:lnTo>
                  <a:pt x="101600" y="91440"/>
                </a:lnTo>
                <a:lnTo>
                  <a:pt x="40640" y="91440"/>
                </a:lnTo>
                <a:lnTo>
                  <a:pt x="40640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6" name="Полилиния: фигура 514">
            <a:extLst>
              <a:ext uri="{FF2B5EF4-FFF2-40B4-BE49-F238E27FC236}">
                <a16:creationId xmlns:a16="http://schemas.microsoft.com/office/drawing/2014/main" id="{F8E32BCD-C93D-23E5-EF16-88BB3B80716B}"/>
              </a:ext>
            </a:extLst>
          </p:cNvPr>
          <p:cNvSpPr/>
          <p:nvPr/>
        </p:nvSpPr>
        <p:spPr>
          <a:xfrm>
            <a:off x="3340884" y="2641192"/>
            <a:ext cx="277177" cy="263207"/>
          </a:xfrm>
          <a:custGeom>
            <a:avLst/>
            <a:gdLst>
              <a:gd name="connsiteX0" fmla="*/ 222568 w 277177"/>
              <a:gd name="connsiteY0" fmla="*/ 0 h 263207"/>
              <a:gd name="connsiteX1" fmla="*/ 147638 w 277177"/>
              <a:gd name="connsiteY1" fmla="*/ 33020 h 263207"/>
              <a:gd name="connsiteX2" fmla="*/ 123508 w 277177"/>
              <a:gd name="connsiteY2" fmla="*/ 60960 h 263207"/>
              <a:gd name="connsiteX3" fmla="*/ 58738 w 277177"/>
              <a:gd name="connsiteY3" fmla="*/ 50800 h 263207"/>
              <a:gd name="connsiteX4" fmla="*/ 47308 w 277177"/>
              <a:gd name="connsiteY4" fmla="*/ 57150 h 263207"/>
              <a:gd name="connsiteX5" fmla="*/ 16827 w 277177"/>
              <a:gd name="connsiteY5" fmla="*/ 116840 h 263207"/>
              <a:gd name="connsiteX6" fmla="*/ 16827 w 277177"/>
              <a:gd name="connsiteY6" fmla="*/ 127000 h 263207"/>
              <a:gd name="connsiteX7" fmla="*/ 37147 w 277177"/>
              <a:gd name="connsiteY7" fmla="*/ 166370 h 263207"/>
              <a:gd name="connsiteX8" fmla="*/ 38418 w 277177"/>
              <a:gd name="connsiteY8" fmla="*/ 167640 h 263207"/>
              <a:gd name="connsiteX9" fmla="*/ 40958 w 277177"/>
              <a:gd name="connsiteY9" fmla="*/ 170180 h 263207"/>
              <a:gd name="connsiteX10" fmla="*/ 44768 w 277177"/>
              <a:gd name="connsiteY10" fmla="*/ 171450 h 263207"/>
              <a:gd name="connsiteX11" fmla="*/ 52388 w 277177"/>
              <a:gd name="connsiteY11" fmla="*/ 168910 h 263207"/>
              <a:gd name="connsiteX12" fmla="*/ 53658 w 277177"/>
              <a:gd name="connsiteY12" fmla="*/ 167640 h 263207"/>
              <a:gd name="connsiteX13" fmla="*/ 66358 w 277177"/>
              <a:gd name="connsiteY13" fmla="*/ 153670 h 263207"/>
              <a:gd name="connsiteX14" fmla="*/ 124777 w 277177"/>
              <a:gd name="connsiteY14" fmla="*/ 212090 h 263207"/>
              <a:gd name="connsiteX15" fmla="*/ 109538 w 277177"/>
              <a:gd name="connsiteY15" fmla="*/ 224790 h 263207"/>
              <a:gd name="connsiteX16" fmla="*/ 108268 w 277177"/>
              <a:gd name="connsiteY16" fmla="*/ 226060 h 263207"/>
              <a:gd name="connsiteX17" fmla="*/ 105727 w 277177"/>
              <a:gd name="connsiteY17" fmla="*/ 233680 h 263207"/>
              <a:gd name="connsiteX18" fmla="*/ 106997 w 277177"/>
              <a:gd name="connsiteY18" fmla="*/ 237490 h 263207"/>
              <a:gd name="connsiteX19" fmla="*/ 109538 w 277177"/>
              <a:gd name="connsiteY19" fmla="*/ 240030 h 263207"/>
              <a:gd name="connsiteX20" fmla="*/ 110808 w 277177"/>
              <a:gd name="connsiteY20" fmla="*/ 241300 h 263207"/>
              <a:gd name="connsiteX21" fmla="*/ 150177 w 277177"/>
              <a:gd name="connsiteY21" fmla="*/ 261620 h 263207"/>
              <a:gd name="connsiteX22" fmla="*/ 160338 w 277177"/>
              <a:gd name="connsiteY22" fmla="*/ 261620 h 263207"/>
              <a:gd name="connsiteX23" fmla="*/ 220027 w 277177"/>
              <a:gd name="connsiteY23" fmla="*/ 231140 h 263207"/>
              <a:gd name="connsiteX24" fmla="*/ 226377 w 277177"/>
              <a:gd name="connsiteY24" fmla="*/ 219710 h 263207"/>
              <a:gd name="connsiteX25" fmla="*/ 216218 w 277177"/>
              <a:gd name="connsiteY25" fmla="*/ 157480 h 263207"/>
              <a:gd name="connsiteX26" fmla="*/ 241618 w 277177"/>
              <a:gd name="connsiteY26" fmla="*/ 135890 h 263207"/>
              <a:gd name="connsiteX27" fmla="*/ 277177 w 277177"/>
              <a:gd name="connsiteY27" fmla="*/ 59690 h 263207"/>
              <a:gd name="connsiteX28" fmla="*/ 277177 w 277177"/>
              <a:gd name="connsiteY28" fmla="*/ 11430 h 263207"/>
              <a:gd name="connsiteX29" fmla="*/ 265747 w 277177"/>
              <a:gd name="connsiteY29" fmla="*/ 0 h 263207"/>
              <a:gd name="connsiteX30" fmla="*/ 222568 w 277177"/>
              <a:gd name="connsiteY30" fmla="*/ 0 h 263207"/>
              <a:gd name="connsiteX31" fmla="*/ 199708 w 277177"/>
              <a:gd name="connsiteY31" fmla="*/ 173990 h 263207"/>
              <a:gd name="connsiteX32" fmla="*/ 133668 w 277177"/>
              <a:gd name="connsiteY32" fmla="*/ 231140 h 263207"/>
              <a:gd name="connsiteX33" fmla="*/ 156527 w 277177"/>
              <a:gd name="connsiteY33" fmla="*/ 242570 h 263207"/>
              <a:gd name="connsiteX34" fmla="*/ 206058 w 277177"/>
              <a:gd name="connsiteY34" fmla="*/ 217170 h 263207"/>
              <a:gd name="connsiteX35" fmla="*/ 199708 w 277177"/>
              <a:gd name="connsiteY35" fmla="*/ 173990 h 263207"/>
              <a:gd name="connsiteX36" fmla="*/ 47308 w 277177"/>
              <a:gd name="connsiteY36" fmla="*/ 144780 h 263207"/>
              <a:gd name="connsiteX37" fmla="*/ 105727 w 277177"/>
              <a:gd name="connsiteY37" fmla="*/ 78740 h 263207"/>
              <a:gd name="connsiteX38" fmla="*/ 60008 w 277177"/>
              <a:gd name="connsiteY38" fmla="*/ 71120 h 263207"/>
              <a:gd name="connsiteX39" fmla="*/ 34608 w 277177"/>
              <a:gd name="connsiteY39" fmla="*/ 120650 h 263207"/>
              <a:gd name="connsiteX40" fmla="*/ 47308 w 277177"/>
              <a:gd name="connsiteY40" fmla="*/ 144780 h 263207"/>
              <a:gd name="connsiteX41" fmla="*/ 140018 w 277177"/>
              <a:gd name="connsiteY41" fmla="*/ 199390 h 263207"/>
              <a:gd name="connsiteX42" fmla="*/ 79058 w 277177"/>
              <a:gd name="connsiteY42" fmla="*/ 139700 h 263207"/>
              <a:gd name="connsiteX43" fmla="*/ 161608 w 277177"/>
              <a:gd name="connsiteY43" fmla="*/ 46990 h 263207"/>
              <a:gd name="connsiteX44" fmla="*/ 221297 w 277177"/>
              <a:gd name="connsiteY44" fmla="*/ 20320 h 263207"/>
              <a:gd name="connsiteX45" fmla="*/ 256858 w 277177"/>
              <a:gd name="connsiteY45" fmla="*/ 20320 h 263207"/>
              <a:gd name="connsiteX46" fmla="*/ 256858 w 277177"/>
              <a:gd name="connsiteY46" fmla="*/ 59690 h 263207"/>
              <a:gd name="connsiteX47" fmla="*/ 228918 w 277177"/>
              <a:gd name="connsiteY47" fmla="*/ 120650 h 263207"/>
              <a:gd name="connsiteX48" fmla="*/ 140018 w 277177"/>
              <a:gd name="connsiteY48" fmla="*/ 199390 h 263207"/>
              <a:gd name="connsiteX49" fmla="*/ 192088 w 277177"/>
              <a:gd name="connsiteY49" fmla="*/ 96520 h 263207"/>
              <a:gd name="connsiteX50" fmla="*/ 202247 w 277177"/>
              <a:gd name="connsiteY50" fmla="*/ 86360 h 263207"/>
              <a:gd name="connsiteX51" fmla="*/ 192088 w 277177"/>
              <a:gd name="connsiteY51" fmla="*/ 76200 h 263207"/>
              <a:gd name="connsiteX52" fmla="*/ 181927 w 277177"/>
              <a:gd name="connsiteY52" fmla="*/ 86360 h 263207"/>
              <a:gd name="connsiteX53" fmla="*/ 192088 w 277177"/>
              <a:gd name="connsiteY53" fmla="*/ 96520 h 263207"/>
              <a:gd name="connsiteX54" fmla="*/ 192088 w 277177"/>
              <a:gd name="connsiteY54" fmla="*/ 116840 h 263207"/>
              <a:gd name="connsiteX55" fmla="*/ 222568 w 277177"/>
              <a:gd name="connsiteY55" fmla="*/ 86360 h 263207"/>
              <a:gd name="connsiteX56" fmla="*/ 192088 w 277177"/>
              <a:gd name="connsiteY56" fmla="*/ 55880 h 263207"/>
              <a:gd name="connsiteX57" fmla="*/ 161608 w 277177"/>
              <a:gd name="connsiteY57" fmla="*/ 86360 h 263207"/>
              <a:gd name="connsiteX58" fmla="*/ 192088 w 277177"/>
              <a:gd name="connsiteY58" fmla="*/ 116840 h 263207"/>
              <a:gd name="connsiteX59" fmla="*/ 52388 w 277177"/>
              <a:gd name="connsiteY59" fmla="*/ 195580 h 263207"/>
              <a:gd name="connsiteX60" fmla="*/ 52388 w 277177"/>
              <a:gd name="connsiteY60" fmla="*/ 209550 h 263207"/>
              <a:gd name="connsiteX61" fmla="*/ 16827 w 277177"/>
              <a:gd name="connsiteY61" fmla="*/ 245110 h 263207"/>
              <a:gd name="connsiteX62" fmla="*/ 2858 w 277177"/>
              <a:gd name="connsiteY62" fmla="*/ 245110 h 263207"/>
              <a:gd name="connsiteX63" fmla="*/ 2858 w 277177"/>
              <a:gd name="connsiteY63" fmla="*/ 231140 h 263207"/>
              <a:gd name="connsiteX64" fmla="*/ 38418 w 277177"/>
              <a:gd name="connsiteY64" fmla="*/ 195580 h 263207"/>
              <a:gd name="connsiteX65" fmla="*/ 52388 w 277177"/>
              <a:gd name="connsiteY65" fmla="*/ 195580 h 263207"/>
              <a:gd name="connsiteX66" fmla="*/ 81597 w 277177"/>
              <a:gd name="connsiteY66" fmla="*/ 226060 h 263207"/>
              <a:gd name="connsiteX67" fmla="*/ 81597 w 277177"/>
              <a:gd name="connsiteY67" fmla="*/ 240030 h 263207"/>
              <a:gd name="connsiteX68" fmla="*/ 61277 w 277177"/>
              <a:gd name="connsiteY68" fmla="*/ 260350 h 263207"/>
              <a:gd name="connsiteX69" fmla="*/ 47308 w 277177"/>
              <a:gd name="connsiteY69" fmla="*/ 260350 h 263207"/>
              <a:gd name="connsiteX70" fmla="*/ 47308 w 277177"/>
              <a:gd name="connsiteY70" fmla="*/ 246380 h 263207"/>
              <a:gd name="connsiteX71" fmla="*/ 67627 w 277177"/>
              <a:gd name="connsiteY71" fmla="*/ 226060 h 263207"/>
              <a:gd name="connsiteX72" fmla="*/ 81597 w 277177"/>
              <a:gd name="connsiteY72" fmla="*/ 226060 h 263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277177" h="263207">
                <a:moveTo>
                  <a:pt x="222568" y="0"/>
                </a:moveTo>
                <a:cubicBezTo>
                  <a:pt x="193358" y="0"/>
                  <a:pt x="166688" y="12700"/>
                  <a:pt x="147638" y="33020"/>
                </a:cubicBezTo>
                <a:lnTo>
                  <a:pt x="123508" y="60960"/>
                </a:lnTo>
                <a:lnTo>
                  <a:pt x="58738" y="50800"/>
                </a:lnTo>
                <a:cubicBezTo>
                  <a:pt x="53658" y="49530"/>
                  <a:pt x="49847" y="52070"/>
                  <a:pt x="47308" y="57150"/>
                </a:cubicBezTo>
                <a:lnTo>
                  <a:pt x="16827" y="116840"/>
                </a:lnTo>
                <a:cubicBezTo>
                  <a:pt x="15558" y="119380"/>
                  <a:pt x="15558" y="123190"/>
                  <a:pt x="16827" y="127000"/>
                </a:cubicBezTo>
                <a:lnTo>
                  <a:pt x="37147" y="166370"/>
                </a:lnTo>
                <a:cubicBezTo>
                  <a:pt x="37147" y="166370"/>
                  <a:pt x="37147" y="167640"/>
                  <a:pt x="38418" y="167640"/>
                </a:cubicBezTo>
                <a:cubicBezTo>
                  <a:pt x="39688" y="168910"/>
                  <a:pt x="39688" y="168910"/>
                  <a:pt x="40958" y="170180"/>
                </a:cubicBezTo>
                <a:cubicBezTo>
                  <a:pt x="42227" y="171450"/>
                  <a:pt x="43497" y="171450"/>
                  <a:pt x="44768" y="171450"/>
                </a:cubicBezTo>
                <a:cubicBezTo>
                  <a:pt x="47308" y="171450"/>
                  <a:pt x="49847" y="171450"/>
                  <a:pt x="52388" y="168910"/>
                </a:cubicBezTo>
                <a:cubicBezTo>
                  <a:pt x="52388" y="168910"/>
                  <a:pt x="53658" y="167640"/>
                  <a:pt x="53658" y="167640"/>
                </a:cubicBezTo>
                <a:lnTo>
                  <a:pt x="66358" y="153670"/>
                </a:lnTo>
                <a:lnTo>
                  <a:pt x="124777" y="212090"/>
                </a:lnTo>
                <a:lnTo>
                  <a:pt x="109538" y="224790"/>
                </a:lnTo>
                <a:cubicBezTo>
                  <a:pt x="109538" y="224790"/>
                  <a:pt x="108268" y="226060"/>
                  <a:pt x="108268" y="226060"/>
                </a:cubicBezTo>
                <a:cubicBezTo>
                  <a:pt x="106997" y="228600"/>
                  <a:pt x="105727" y="231140"/>
                  <a:pt x="105727" y="233680"/>
                </a:cubicBezTo>
                <a:cubicBezTo>
                  <a:pt x="105727" y="234950"/>
                  <a:pt x="106997" y="236220"/>
                  <a:pt x="106997" y="237490"/>
                </a:cubicBezTo>
                <a:cubicBezTo>
                  <a:pt x="108268" y="238760"/>
                  <a:pt x="108268" y="240030"/>
                  <a:pt x="109538" y="240030"/>
                </a:cubicBezTo>
                <a:cubicBezTo>
                  <a:pt x="109538" y="240030"/>
                  <a:pt x="110808" y="241300"/>
                  <a:pt x="110808" y="241300"/>
                </a:cubicBezTo>
                <a:lnTo>
                  <a:pt x="150177" y="261620"/>
                </a:lnTo>
                <a:cubicBezTo>
                  <a:pt x="152718" y="262890"/>
                  <a:pt x="156527" y="262890"/>
                  <a:pt x="160338" y="261620"/>
                </a:cubicBezTo>
                <a:lnTo>
                  <a:pt x="220027" y="231140"/>
                </a:lnTo>
                <a:cubicBezTo>
                  <a:pt x="223838" y="228600"/>
                  <a:pt x="226377" y="224790"/>
                  <a:pt x="226377" y="219710"/>
                </a:cubicBezTo>
                <a:lnTo>
                  <a:pt x="216218" y="157480"/>
                </a:lnTo>
                <a:lnTo>
                  <a:pt x="241618" y="135890"/>
                </a:lnTo>
                <a:cubicBezTo>
                  <a:pt x="264477" y="116840"/>
                  <a:pt x="277177" y="88900"/>
                  <a:pt x="277177" y="59690"/>
                </a:cubicBezTo>
                <a:lnTo>
                  <a:pt x="277177" y="11430"/>
                </a:lnTo>
                <a:cubicBezTo>
                  <a:pt x="277177" y="5080"/>
                  <a:pt x="272097" y="0"/>
                  <a:pt x="265747" y="0"/>
                </a:cubicBezTo>
                <a:lnTo>
                  <a:pt x="222568" y="0"/>
                </a:lnTo>
                <a:close/>
                <a:moveTo>
                  <a:pt x="199708" y="173990"/>
                </a:moveTo>
                <a:lnTo>
                  <a:pt x="133668" y="231140"/>
                </a:lnTo>
                <a:lnTo>
                  <a:pt x="156527" y="242570"/>
                </a:lnTo>
                <a:lnTo>
                  <a:pt x="206058" y="217170"/>
                </a:lnTo>
                <a:lnTo>
                  <a:pt x="199708" y="173990"/>
                </a:lnTo>
                <a:close/>
                <a:moveTo>
                  <a:pt x="47308" y="144780"/>
                </a:moveTo>
                <a:lnTo>
                  <a:pt x="105727" y="78740"/>
                </a:lnTo>
                <a:lnTo>
                  <a:pt x="60008" y="71120"/>
                </a:lnTo>
                <a:lnTo>
                  <a:pt x="34608" y="120650"/>
                </a:lnTo>
                <a:lnTo>
                  <a:pt x="47308" y="144780"/>
                </a:lnTo>
                <a:close/>
                <a:moveTo>
                  <a:pt x="140018" y="199390"/>
                </a:moveTo>
                <a:lnTo>
                  <a:pt x="79058" y="139700"/>
                </a:lnTo>
                <a:lnTo>
                  <a:pt x="161608" y="46990"/>
                </a:lnTo>
                <a:cubicBezTo>
                  <a:pt x="176847" y="30480"/>
                  <a:pt x="198438" y="20320"/>
                  <a:pt x="221297" y="20320"/>
                </a:cubicBezTo>
                <a:lnTo>
                  <a:pt x="256858" y="20320"/>
                </a:lnTo>
                <a:lnTo>
                  <a:pt x="256858" y="59690"/>
                </a:lnTo>
                <a:cubicBezTo>
                  <a:pt x="256858" y="83820"/>
                  <a:pt x="246697" y="105410"/>
                  <a:pt x="228918" y="120650"/>
                </a:cubicBezTo>
                <a:lnTo>
                  <a:pt x="140018" y="199390"/>
                </a:lnTo>
                <a:close/>
                <a:moveTo>
                  <a:pt x="192088" y="96520"/>
                </a:moveTo>
                <a:cubicBezTo>
                  <a:pt x="197168" y="96520"/>
                  <a:pt x="202247" y="91440"/>
                  <a:pt x="202247" y="86360"/>
                </a:cubicBezTo>
                <a:cubicBezTo>
                  <a:pt x="202247" y="81280"/>
                  <a:pt x="197168" y="76200"/>
                  <a:pt x="192088" y="76200"/>
                </a:cubicBezTo>
                <a:cubicBezTo>
                  <a:pt x="187008" y="76200"/>
                  <a:pt x="181927" y="81280"/>
                  <a:pt x="181927" y="86360"/>
                </a:cubicBezTo>
                <a:cubicBezTo>
                  <a:pt x="181927" y="91440"/>
                  <a:pt x="185738" y="96520"/>
                  <a:pt x="192088" y="96520"/>
                </a:cubicBezTo>
                <a:close/>
                <a:moveTo>
                  <a:pt x="192088" y="116840"/>
                </a:moveTo>
                <a:cubicBezTo>
                  <a:pt x="208597" y="116840"/>
                  <a:pt x="222568" y="102870"/>
                  <a:pt x="222568" y="86360"/>
                </a:cubicBezTo>
                <a:cubicBezTo>
                  <a:pt x="222568" y="69850"/>
                  <a:pt x="208597" y="55880"/>
                  <a:pt x="192088" y="55880"/>
                </a:cubicBezTo>
                <a:cubicBezTo>
                  <a:pt x="175577" y="55880"/>
                  <a:pt x="161608" y="69850"/>
                  <a:pt x="161608" y="86360"/>
                </a:cubicBezTo>
                <a:cubicBezTo>
                  <a:pt x="161608" y="102870"/>
                  <a:pt x="174308" y="116840"/>
                  <a:pt x="192088" y="116840"/>
                </a:cubicBezTo>
                <a:close/>
                <a:moveTo>
                  <a:pt x="52388" y="195580"/>
                </a:moveTo>
                <a:cubicBezTo>
                  <a:pt x="56197" y="199390"/>
                  <a:pt x="56197" y="205740"/>
                  <a:pt x="52388" y="209550"/>
                </a:cubicBezTo>
                <a:lnTo>
                  <a:pt x="16827" y="245110"/>
                </a:lnTo>
                <a:cubicBezTo>
                  <a:pt x="13018" y="248920"/>
                  <a:pt x="6668" y="248920"/>
                  <a:pt x="2858" y="245110"/>
                </a:cubicBezTo>
                <a:cubicBezTo>
                  <a:pt x="-953" y="241300"/>
                  <a:pt x="-953" y="234950"/>
                  <a:pt x="2858" y="231140"/>
                </a:cubicBezTo>
                <a:lnTo>
                  <a:pt x="38418" y="195580"/>
                </a:lnTo>
                <a:cubicBezTo>
                  <a:pt x="40958" y="191770"/>
                  <a:pt x="47308" y="191770"/>
                  <a:pt x="52388" y="195580"/>
                </a:cubicBezTo>
                <a:close/>
                <a:moveTo>
                  <a:pt x="81597" y="226060"/>
                </a:moveTo>
                <a:cubicBezTo>
                  <a:pt x="85408" y="229870"/>
                  <a:pt x="85408" y="236220"/>
                  <a:pt x="81597" y="240030"/>
                </a:cubicBezTo>
                <a:lnTo>
                  <a:pt x="61277" y="260350"/>
                </a:lnTo>
                <a:cubicBezTo>
                  <a:pt x="57468" y="264160"/>
                  <a:pt x="51118" y="264160"/>
                  <a:pt x="47308" y="260350"/>
                </a:cubicBezTo>
                <a:cubicBezTo>
                  <a:pt x="43497" y="256540"/>
                  <a:pt x="43497" y="250190"/>
                  <a:pt x="47308" y="246380"/>
                </a:cubicBezTo>
                <a:lnTo>
                  <a:pt x="67627" y="226060"/>
                </a:lnTo>
                <a:cubicBezTo>
                  <a:pt x="71438" y="222250"/>
                  <a:pt x="77788" y="222250"/>
                  <a:pt x="81597" y="2260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7" name="Полилиния: фигура 160">
            <a:extLst>
              <a:ext uri="{FF2B5EF4-FFF2-40B4-BE49-F238E27FC236}">
                <a16:creationId xmlns:a16="http://schemas.microsoft.com/office/drawing/2014/main" id="{9E32F499-45ED-0325-6455-37831264993B}"/>
              </a:ext>
            </a:extLst>
          </p:cNvPr>
          <p:cNvSpPr/>
          <p:nvPr/>
        </p:nvSpPr>
        <p:spPr>
          <a:xfrm>
            <a:off x="5066590" y="2662464"/>
            <a:ext cx="221614" cy="221614"/>
          </a:xfrm>
          <a:custGeom>
            <a:avLst/>
            <a:gdLst>
              <a:gd name="connsiteX0" fmla="*/ 218757 w 221614"/>
              <a:gd name="connsiteY0" fmla="*/ 16828 h 221614"/>
              <a:gd name="connsiteX1" fmla="*/ 218757 w 221614"/>
              <a:gd name="connsiteY1" fmla="*/ 2857 h 221614"/>
              <a:gd name="connsiteX2" fmla="*/ 204787 w 221614"/>
              <a:gd name="connsiteY2" fmla="*/ 2857 h 221614"/>
              <a:gd name="connsiteX3" fmla="*/ 128587 w 221614"/>
              <a:gd name="connsiteY3" fmla="*/ 79057 h 221614"/>
              <a:gd name="connsiteX4" fmla="*/ 67627 w 221614"/>
              <a:gd name="connsiteY4" fmla="*/ 18098 h 221614"/>
              <a:gd name="connsiteX5" fmla="*/ 52387 w 221614"/>
              <a:gd name="connsiteY5" fmla="*/ 18098 h 221614"/>
              <a:gd name="connsiteX6" fmla="*/ 13017 w 221614"/>
              <a:gd name="connsiteY6" fmla="*/ 57467 h 221614"/>
              <a:gd name="connsiteX7" fmla="*/ 13017 w 221614"/>
              <a:gd name="connsiteY7" fmla="*/ 72707 h 221614"/>
              <a:gd name="connsiteX8" fmla="*/ 73977 w 221614"/>
              <a:gd name="connsiteY8" fmla="*/ 133668 h 221614"/>
              <a:gd name="connsiteX9" fmla="*/ 2857 w 221614"/>
              <a:gd name="connsiteY9" fmla="*/ 204787 h 221614"/>
              <a:gd name="connsiteX10" fmla="*/ 2857 w 221614"/>
              <a:gd name="connsiteY10" fmla="*/ 218757 h 221614"/>
              <a:gd name="connsiteX11" fmla="*/ 16827 w 221614"/>
              <a:gd name="connsiteY11" fmla="*/ 218757 h 221614"/>
              <a:gd name="connsiteX12" fmla="*/ 218757 w 221614"/>
              <a:gd name="connsiteY12" fmla="*/ 16828 h 221614"/>
              <a:gd name="connsiteX13" fmla="*/ 86677 w 221614"/>
              <a:gd name="connsiteY13" fmla="*/ 119698 h 221614"/>
              <a:gd name="connsiteX14" fmla="*/ 113348 w 221614"/>
              <a:gd name="connsiteY14" fmla="*/ 93028 h 221614"/>
              <a:gd name="connsiteX15" fmla="*/ 94298 w 221614"/>
              <a:gd name="connsiteY15" fmla="*/ 73978 h 221614"/>
              <a:gd name="connsiteX16" fmla="*/ 67627 w 221614"/>
              <a:gd name="connsiteY16" fmla="*/ 100648 h 221614"/>
              <a:gd name="connsiteX17" fmla="*/ 86677 w 221614"/>
              <a:gd name="connsiteY17" fmla="*/ 119698 h 221614"/>
              <a:gd name="connsiteX18" fmla="*/ 58737 w 221614"/>
              <a:gd name="connsiteY18" fmla="*/ 38417 h 221614"/>
              <a:gd name="connsiteX19" fmla="*/ 80327 w 221614"/>
              <a:gd name="connsiteY19" fmla="*/ 60007 h 221614"/>
              <a:gd name="connsiteX20" fmla="*/ 53657 w 221614"/>
              <a:gd name="connsiteY20" fmla="*/ 86678 h 221614"/>
              <a:gd name="connsiteX21" fmla="*/ 32067 w 221614"/>
              <a:gd name="connsiteY21" fmla="*/ 65087 h 221614"/>
              <a:gd name="connsiteX22" fmla="*/ 58737 w 221614"/>
              <a:gd name="connsiteY22" fmla="*/ 38417 h 221614"/>
              <a:gd name="connsiteX23" fmla="*/ 162877 w 221614"/>
              <a:gd name="connsiteY23" fmla="*/ 113348 h 221614"/>
              <a:gd name="connsiteX24" fmla="*/ 148907 w 221614"/>
              <a:gd name="connsiteY24" fmla="*/ 113348 h 221614"/>
              <a:gd name="connsiteX25" fmla="*/ 148907 w 221614"/>
              <a:gd name="connsiteY25" fmla="*/ 127317 h 221614"/>
              <a:gd name="connsiteX26" fmla="*/ 187007 w 221614"/>
              <a:gd name="connsiteY26" fmla="*/ 165418 h 221614"/>
              <a:gd name="connsiteX27" fmla="*/ 187007 w 221614"/>
              <a:gd name="connsiteY27" fmla="*/ 192087 h 221614"/>
              <a:gd name="connsiteX28" fmla="*/ 160337 w 221614"/>
              <a:gd name="connsiteY28" fmla="*/ 192087 h 221614"/>
              <a:gd name="connsiteX29" fmla="*/ 122237 w 221614"/>
              <a:gd name="connsiteY29" fmla="*/ 153987 h 221614"/>
              <a:gd name="connsiteX30" fmla="*/ 108267 w 221614"/>
              <a:gd name="connsiteY30" fmla="*/ 153987 h 221614"/>
              <a:gd name="connsiteX31" fmla="*/ 108267 w 221614"/>
              <a:gd name="connsiteY31" fmla="*/ 167957 h 221614"/>
              <a:gd name="connsiteX32" fmla="*/ 148907 w 221614"/>
              <a:gd name="connsiteY32" fmla="*/ 208598 h 221614"/>
              <a:gd name="connsiteX33" fmla="*/ 156527 w 221614"/>
              <a:gd name="connsiteY33" fmla="*/ 212407 h 221614"/>
              <a:gd name="connsiteX34" fmla="*/ 195898 w 221614"/>
              <a:gd name="connsiteY34" fmla="*/ 212407 h 221614"/>
              <a:gd name="connsiteX35" fmla="*/ 207327 w 221614"/>
              <a:gd name="connsiteY35" fmla="*/ 200978 h 221614"/>
              <a:gd name="connsiteX36" fmla="*/ 207327 w 221614"/>
              <a:gd name="connsiteY36" fmla="*/ 161607 h 221614"/>
              <a:gd name="connsiteX37" fmla="*/ 203517 w 221614"/>
              <a:gd name="connsiteY37" fmla="*/ 153987 h 221614"/>
              <a:gd name="connsiteX38" fmla="*/ 162877 w 221614"/>
              <a:gd name="connsiteY38" fmla="*/ 113348 h 221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21614" h="221614">
                <a:moveTo>
                  <a:pt x="218757" y="16828"/>
                </a:moveTo>
                <a:cubicBezTo>
                  <a:pt x="222567" y="13017"/>
                  <a:pt x="222567" y="6667"/>
                  <a:pt x="218757" y="2857"/>
                </a:cubicBezTo>
                <a:cubicBezTo>
                  <a:pt x="214948" y="-952"/>
                  <a:pt x="208598" y="-952"/>
                  <a:pt x="204787" y="2857"/>
                </a:cubicBezTo>
                <a:lnTo>
                  <a:pt x="128587" y="79057"/>
                </a:lnTo>
                <a:lnTo>
                  <a:pt x="67627" y="18098"/>
                </a:lnTo>
                <a:cubicBezTo>
                  <a:pt x="63817" y="14287"/>
                  <a:pt x="56198" y="14287"/>
                  <a:pt x="52387" y="18098"/>
                </a:cubicBezTo>
                <a:lnTo>
                  <a:pt x="13017" y="57467"/>
                </a:lnTo>
                <a:cubicBezTo>
                  <a:pt x="9207" y="61278"/>
                  <a:pt x="9207" y="68898"/>
                  <a:pt x="13017" y="72707"/>
                </a:cubicBezTo>
                <a:lnTo>
                  <a:pt x="73977" y="133668"/>
                </a:lnTo>
                <a:lnTo>
                  <a:pt x="2857" y="204787"/>
                </a:lnTo>
                <a:cubicBezTo>
                  <a:pt x="-952" y="208598"/>
                  <a:pt x="-952" y="214948"/>
                  <a:pt x="2857" y="218757"/>
                </a:cubicBezTo>
                <a:cubicBezTo>
                  <a:pt x="6667" y="222568"/>
                  <a:pt x="13017" y="222568"/>
                  <a:pt x="16827" y="218757"/>
                </a:cubicBezTo>
                <a:lnTo>
                  <a:pt x="218757" y="16828"/>
                </a:lnTo>
                <a:close/>
                <a:moveTo>
                  <a:pt x="86677" y="119698"/>
                </a:moveTo>
                <a:lnTo>
                  <a:pt x="113348" y="93028"/>
                </a:lnTo>
                <a:lnTo>
                  <a:pt x="94298" y="73978"/>
                </a:lnTo>
                <a:lnTo>
                  <a:pt x="67627" y="100648"/>
                </a:lnTo>
                <a:lnTo>
                  <a:pt x="86677" y="119698"/>
                </a:lnTo>
                <a:close/>
                <a:moveTo>
                  <a:pt x="58737" y="38417"/>
                </a:moveTo>
                <a:lnTo>
                  <a:pt x="80327" y="60007"/>
                </a:lnTo>
                <a:lnTo>
                  <a:pt x="53657" y="86678"/>
                </a:lnTo>
                <a:lnTo>
                  <a:pt x="32067" y="65087"/>
                </a:lnTo>
                <a:lnTo>
                  <a:pt x="58737" y="38417"/>
                </a:lnTo>
                <a:close/>
                <a:moveTo>
                  <a:pt x="162877" y="113348"/>
                </a:moveTo>
                <a:cubicBezTo>
                  <a:pt x="159067" y="109537"/>
                  <a:pt x="152717" y="109537"/>
                  <a:pt x="148907" y="113348"/>
                </a:cubicBezTo>
                <a:cubicBezTo>
                  <a:pt x="145098" y="117157"/>
                  <a:pt x="145098" y="123507"/>
                  <a:pt x="148907" y="127317"/>
                </a:cubicBezTo>
                <a:lnTo>
                  <a:pt x="187007" y="165418"/>
                </a:lnTo>
                <a:lnTo>
                  <a:pt x="187007" y="192087"/>
                </a:lnTo>
                <a:lnTo>
                  <a:pt x="160337" y="192087"/>
                </a:lnTo>
                <a:lnTo>
                  <a:pt x="122237" y="153987"/>
                </a:lnTo>
                <a:cubicBezTo>
                  <a:pt x="118427" y="150178"/>
                  <a:pt x="112077" y="150178"/>
                  <a:pt x="108267" y="153987"/>
                </a:cubicBezTo>
                <a:cubicBezTo>
                  <a:pt x="104457" y="157798"/>
                  <a:pt x="104457" y="164148"/>
                  <a:pt x="108267" y="167957"/>
                </a:cubicBezTo>
                <a:lnTo>
                  <a:pt x="148907" y="208598"/>
                </a:lnTo>
                <a:cubicBezTo>
                  <a:pt x="151448" y="211137"/>
                  <a:pt x="153987" y="212407"/>
                  <a:pt x="156527" y="212407"/>
                </a:cubicBezTo>
                <a:lnTo>
                  <a:pt x="195898" y="212407"/>
                </a:lnTo>
                <a:cubicBezTo>
                  <a:pt x="202248" y="212407"/>
                  <a:pt x="207327" y="207328"/>
                  <a:pt x="207327" y="200978"/>
                </a:cubicBezTo>
                <a:lnTo>
                  <a:pt x="207327" y="161607"/>
                </a:lnTo>
                <a:cubicBezTo>
                  <a:pt x="207327" y="159068"/>
                  <a:pt x="206057" y="155257"/>
                  <a:pt x="203517" y="153987"/>
                </a:cubicBezTo>
                <a:lnTo>
                  <a:pt x="162877" y="113348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Полилиния: фигура 232">
            <a:extLst>
              <a:ext uri="{FF2B5EF4-FFF2-40B4-BE49-F238E27FC236}">
                <a16:creationId xmlns:a16="http://schemas.microsoft.com/office/drawing/2014/main" id="{079E5B41-96D4-530F-8A94-D7E850A489B1}"/>
              </a:ext>
            </a:extLst>
          </p:cNvPr>
          <p:cNvSpPr/>
          <p:nvPr/>
        </p:nvSpPr>
        <p:spPr>
          <a:xfrm>
            <a:off x="8423182" y="2651351"/>
            <a:ext cx="264159" cy="243840"/>
          </a:xfrm>
          <a:custGeom>
            <a:avLst/>
            <a:gdLst>
              <a:gd name="connsiteX0" fmla="*/ 223520 w 264159"/>
              <a:gd name="connsiteY0" fmla="*/ 20320 h 243840"/>
              <a:gd name="connsiteX1" fmla="*/ 203200 w 264159"/>
              <a:gd name="connsiteY1" fmla="*/ 40640 h 243840"/>
              <a:gd name="connsiteX2" fmla="*/ 223520 w 264159"/>
              <a:gd name="connsiteY2" fmla="*/ 60960 h 243840"/>
              <a:gd name="connsiteX3" fmla="*/ 243840 w 264159"/>
              <a:gd name="connsiteY3" fmla="*/ 40640 h 243840"/>
              <a:gd name="connsiteX4" fmla="*/ 223520 w 264159"/>
              <a:gd name="connsiteY4" fmla="*/ 20320 h 243840"/>
              <a:gd name="connsiteX5" fmla="*/ 184150 w 264159"/>
              <a:gd name="connsiteY5" fmla="*/ 30480 h 243840"/>
              <a:gd name="connsiteX6" fmla="*/ 223520 w 264159"/>
              <a:gd name="connsiteY6" fmla="*/ 0 h 243840"/>
              <a:gd name="connsiteX7" fmla="*/ 264160 w 264159"/>
              <a:gd name="connsiteY7" fmla="*/ 40640 h 243840"/>
              <a:gd name="connsiteX8" fmla="*/ 223520 w 264159"/>
              <a:gd name="connsiteY8" fmla="*/ 81280 h 243840"/>
              <a:gd name="connsiteX9" fmla="*/ 184150 w 264159"/>
              <a:gd name="connsiteY9" fmla="*/ 50800 h 243840"/>
              <a:gd name="connsiteX10" fmla="*/ 142240 w 264159"/>
              <a:gd name="connsiteY10" fmla="*/ 50800 h 243840"/>
              <a:gd name="connsiteX11" fmla="*/ 142240 w 264159"/>
              <a:gd name="connsiteY11" fmla="*/ 193040 h 243840"/>
              <a:gd name="connsiteX12" fmla="*/ 184150 w 264159"/>
              <a:gd name="connsiteY12" fmla="*/ 193040 h 243840"/>
              <a:gd name="connsiteX13" fmla="*/ 223520 w 264159"/>
              <a:gd name="connsiteY13" fmla="*/ 162560 h 243840"/>
              <a:gd name="connsiteX14" fmla="*/ 264160 w 264159"/>
              <a:gd name="connsiteY14" fmla="*/ 203200 h 243840"/>
              <a:gd name="connsiteX15" fmla="*/ 223520 w 264159"/>
              <a:gd name="connsiteY15" fmla="*/ 243840 h 243840"/>
              <a:gd name="connsiteX16" fmla="*/ 184150 w 264159"/>
              <a:gd name="connsiteY16" fmla="*/ 213360 h 243840"/>
              <a:gd name="connsiteX17" fmla="*/ 133350 w 264159"/>
              <a:gd name="connsiteY17" fmla="*/ 213360 h 243840"/>
              <a:gd name="connsiteX18" fmla="*/ 121920 w 264159"/>
              <a:gd name="connsiteY18" fmla="*/ 201930 h 243840"/>
              <a:gd name="connsiteX19" fmla="*/ 121920 w 264159"/>
              <a:gd name="connsiteY19" fmla="*/ 132080 h 243840"/>
              <a:gd name="connsiteX20" fmla="*/ 80010 w 264159"/>
              <a:gd name="connsiteY20" fmla="*/ 132080 h 243840"/>
              <a:gd name="connsiteX21" fmla="*/ 40640 w 264159"/>
              <a:gd name="connsiteY21" fmla="*/ 162560 h 243840"/>
              <a:gd name="connsiteX22" fmla="*/ 0 w 264159"/>
              <a:gd name="connsiteY22" fmla="*/ 121920 h 243840"/>
              <a:gd name="connsiteX23" fmla="*/ 40640 w 264159"/>
              <a:gd name="connsiteY23" fmla="*/ 81280 h 243840"/>
              <a:gd name="connsiteX24" fmla="*/ 80010 w 264159"/>
              <a:gd name="connsiteY24" fmla="*/ 111760 h 243840"/>
              <a:gd name="connsiteX25" fmla="*/ 121920 w 264159"/>
              <a:gd name="connsiteY25" fmla="*/ 111760 h 243840"/>
              <a:gd name="connsiteX26" fmla="*/ 121920 w 264159"/>
              <a:gd name="connsiteY26" fmla="*/ 41910 h 243840"/>
              <a:gd name="connsiteX27" fmla="*/ 133350 w 264159"/>
              <a:gd name="connsiteY27" fmla="*/ 30480 h 243840"/>
              <a:gd name="connsiteX28" fmla="*/ 184150 w 264159"/>
              <a:gd name="connsiteY28" fmla="*/ 30480 h 243840"/>
              <a:gd name="connsiteX29" fmla="*/ 41910 w 264159"/>
              <a:gd name="connsiteY29" fmla="*/ 101600 h 243840"/>
              <a:gd name="connsiteX30" fmla="*/ 21590 w 264159"/>
              <a:gd name="connsiteY30" fmla="*/ 121920 h 243840"/>
              <a:gd name="connsiteX31" fmla="*/ 41910 w 264159"/>
              <a:gd name="connsiteY31" fmla="*/ 142240 h 243840"/>
              <a:gd name="connsiteX32" fmla="*/ 62230 w 264159"/>
              <a:gd name="connsiteY32" fmla="*/ 121920 h 243840"/>
              <a:gd name="connsiteX33" fmla="*/ 41910 w 264159"/>
              <a:gd name="connsiteY33" fmla="*/ 101600 h 243840"/>
              <a:gd name="connsiteX34" fmla="*/ 203200 w 264159"/>
              <a:gd name="connsiteY34" fmla="*/ 203200 h 243840"/>
              <a:gd name="connsiteX35" fmla="*/ 223520 w 264159"/>
              <a:gd name="connsiteY35" fmla="*/ 182880 h 243840"/>
              <a:gd name="connsiteX36" fmla="*/ 243840 w 264159"/>
              <a:gd name="connsiteY36" fmla="*/ 203200 h 243840"/>
              <a:gd name="connsiteX37" fmla="*/ 223520 w 264159"/>
              <a:gd name="connsiteY37" fmla="*/ 223520 h 243840"/>
              <a:gd name="connsiteX38" fmla="*/ 203200 w 264159"/>
              <a:gd name="connsiteY38" fmla="*/ 2032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64159" h="243840">
                <a:moveTo>
                  <a:pt x="223520" y="20320"/>
                </a:moveTo>
                <a:cubicBezTo>
                  <a:pt x="212090" y="20320"/>
                  <a:pt x="203200" y="29210"/>
                  <a:pt x="203200" y="40640"/>
                </a:cubicBezTo>
                <a:cubicBezTo>
                  <a:pt x="203200" y="52070"/>
                  <a:pt x="212090" y="60960"/>
                  <a:pt x="223520" y="60960"/>
                </a:cubicBezTo>
                <a:cubicBezTo>
                  <a:pt x="234950" y="60960"/>
                  <a:pt x="243840" y="52070"/>
                  <a:pt x="243840" y="40640"/>
                </a:cubicBezTo>
                <a:cubicBezTo>
                  <a:pt x="243840" y="29210"/>
                  <a:pt x="234950" y="20320"/>
                  <a:pt x="223520" y="20320"/>
                </a:cubicBezTo>
                <a:close/>
                <a:moveTo>
                  <a:pt x="184150" y="30480"/>
                </a:moveTo>
                <a:cubicBezTo>
                  <a:pt x="189230" y="12700"/>
                  <a:pt x="204470" y="0"/>
                  <a:pt x="223520" y="0"/>
                </a:cubicBezTo>
                <a:cubicBezTo>
                  <a:pt x="246380" y="0"/>
                  <a:pt x="264160" y="17780"/>
                  <a:pt x="264160" y="40640"/>
                </a:cubicBezTo>
                <a:cubicBezTo>
                  <a:pt x="264160" y="63500"/>
                  <a:pt x="246380" y="81280"/>
                  <a:pt x="223520" y="81280"/>
                </a:cubicBezTo>
                <a:cubicBezTo>
                  <a:pt x="204470" y="81280"/>
                  <a:pt x="189230" y="68580"/>
                  <a:pt x="184150" y="50800"/>
                </a:cubicBezTo>
                <a:lnTo>
                  <a:pt x="142240" y="50800"/>
                </a:lnTo>
                <a:lnTo>
                  <a:pt x="142240" y="193040"/>
                </a:lnTo>
                <a:lnTo>
                  <a:pt x="184150" y="193040"/>
                </a:lnTo>
                <a:cubicBezTo>
                  <a:pt x="189230" y="175260"/>
                  <a:pt x="204470" y="162560"/>
                  <a:pt x="223520" y="162560"/>
                </a:cubicBezTo>
                <a:cubicBezTo>
                  <a:pt x="246380" y="162560"/>
                  <a:pt x="264160" y="180340"/>
                  <a:pt x="264160" y="203200"/>
                </a:cubicBezTo>
                <a:cubicBezTo>
                  <a:pt x="264160" y="226060"/>
                  <a:pt x="246380" y="243840"/>
                  <a:pt x="223520" y="243840"/>
                </a:cubicBezTo>
                <a:cubicBezTo>
                  <a:pt x="204470" y="243840"/>
                  <a:pt x="189230" y="231140"/>
                  <a:pt x="184150" y="213360"/>
                </a:cubicBezTo>
                <a:lnTo>
                  <a:pt x="133350" y="213360"/>
                </a:lnTo>
                <a:cubicBezTo>
                  <a:pt x="127000" y="213360"/>
                  <a:pt x="121920" y="208280"/>
                  <a:pt x="121920" y="201930"/>
                </a:cubicBezTo>
                <a:lnTo>
                  <a:pt x="121920" y="132080"/>
                </a:lnTo>
                <a:lnTo>
                  <a:pt x="80010" y="132080"/>
                </a:lnTo>
                <a:cubicBezTo>
                  <a:pt x="74930" y="149860"/>
                  <a:pt x="59690" y="162560"/>
                  <a:pt x="40640" y="162560"/>
                </a:cubicBezTo>
                <a:cubicBezTo>
                  <a:pt x="17780" y="162560"/>
                  <a:pt x="0" y="144780"/>
                  <a:pt x="0" y="121920"/>
                </a:cubicBezTo>
                <a:cubicBezTo>
                  <a:pt x="0" y="99060"/>
                  <a:pt x="17780" y="81280"/>
                  <a:pt x="40640" y="81280"/>
                </a:cubicBezTo>
                <a:cubicBezTo>
                  <a:pt x="59690" y="81280"/>
                  <a:pt x="74930" y="93980"/>
                  <a:pt x="80010" y="111760"/>
                </a:cubicBezTo>
                <a:lnTo>
                  <a:pt x="121920" y="111760"/>
                </a:lnTo>
                <a:lnTo>
                  <a:pt x="121920" y="41910"/>
                </a:lnTo>
                <a:cubicBezTo>
                  <a:pt x="121920" y="35560"/>
                  <a:pt x="127000" y="30480"/>
                  <a:pt x="133350" y="30480"/>
                </a:cubicBezTo>
                <a:lnTo>
                  <a:pt x="184150" y="30480"/>
                </a:lnTo>
                <a:close/>
                <a:moveTo>
                  <a:pt x="41910" y="101600"/>
                </a:moveTo>
                <a:cubicBezTo>
                  <a:pt x="30480" y="101600"/>
                  <a:pt x="21590" y="110490"/>
                  <a:pt x="21590" y="121920"/>
                </a:cubicBezTo>
                <a:cubicBezTo>
                  <a:pt x="21590" y="133350"/>
                  <a:pt x="30480" y="142240"/>
                  <a:pt x="41910" y="142240"/>
                </a:cubicBezTo>
                <a:cubicBezTo>
                  <a:pt x="53340" y="142240"/>
                  <a:pt x="62230" y="133350"/>
                  <a:pt x="62230" y="121920"/>
                </a:cubicBezTo>
                <a:cubicBezTo>
                  <a:pt x="62230" y="110490"/>
                  <a:pt x="52070" y="101600"/>
                  <a:pt x="41910" y="101600"/>
                </a:cubicBezTo>
                <a:close/>
                <a:moveTo>
                  <a:pt x="203200" y="203200"/>
                </a:moveTo>
                <a:cubicBezTo>
                  <a:pt x="203200" y="191770"/>
                  <a:pt x="212090" y="182880"/>
                  <a:pt x="223520" y="182880"/>
                </a:cubicBezTo>
                <a:cubicBezTo>
                  <a:pt x="234950" y="182880"/>
                  <a:pt x="243840" y="191770"/>
                  <a:pt x="243840" y="203200"/>
                </a:cubicBezTo>
                <a:cubicBezTo>
                  <a:pt x="243840" y="214630"/>
                  <a:pt x="234950" y="223520"/>
                  <a:pt x="223520" y="223520"/>
                </a:cubicBezTo>
                <a:cubicBezTo>
                  <a:pt x="213360" y="223520"/>
                  <a:pt x="203200" y="214630"/>
                  <a:pt x="203200" y="2032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9" name="Полилиния: фигура 235">
            <a:extLst>
              <a:ext uri="{FF2B5EF4-FFF2-40B4-BE49-F238E27FC236}">
                <a16:creationId xmlns:a16="http://schemas.microsoft.com/office/drawing/2014/main" id="{13DC6F01-98BB-3829-70B4-B9F9959B7CA7}"/>
              </a:ext>
            </a:extLst>
          </p:cNvPr>
          <p:cNvSpPr/>
          <p:nvPr/>
        </p:nvSpPr>
        <p:spPr>
          <a:xfrm>
            <a:off x="4506184" y="2631984"/>
            <a:ext cx="282574" cy="282575"/>
          </a:xfrm>
          <a:custGeom>
            <a:avLst/>
            <a:gdLst>
              <a:gd name="connsiteX0" fmla="*/ 54927 w 282574"/>
              <a:gd name="connsiteY0" fmla="*/ 181928 h 282575"/>
              <a:gd name="connsiteX1" fmla="*/ 76517 w 282574"/>
              <a:gd name="connsiteY1" fmla="*/ 160337 h 282575"/>
              <a:gd name="connsiteX2" fmla="*/ 94298 w 282574"/>
              <a:gd name="connsiteY2" fmla="*/ 178117 h 282575"/>
              <a:gd name="connsiteX3" fmla="*/ 108267 w 282574"/>
              <a:gd name="connsiteY3" fmla="*/ 178117 h 282575"/>
              <a:gd name="connsiteX4" fmla="*/ 108267 w 282574"/>
              <a:gd name="connsiteY4" fmla="*/ 164147 h 282575"/>
              <a:gd name="connsiteX5" fmla="*/ 90487 w 282574"/>
              <a:gd name="connsiteY5" fmla="*/ 146367 h 282575"/>
              <a:gd name="connsiteX6" fmla="*/ 112077 w 282574"/>
              <a:gd name="connsiteY6" fmla="*/ 124778 h 282575"/>
              <a:gd name="connsiteX7" fmla="*/ 129857 w 282574"/>
              <a:gd name="connsiteY7" fmla="*/ 142558 h 282575"/>
              <a:gd name="connsiteX8" fmla="*/ 143827 w 282574"/>
              <a:gd name="connsiteY8" fmla="*/ 142558 h 282575"/>
              <a:gd name="connsiteX9" fmla="*/ 143827 w 282574"/>
              <a:gd name="connsiteY9" fmla="*/ 128587 h 282575"/>
              <a:gd name="connsiteX10" fmla="*/ 126048 w 282574"/>
              <a:gd name="connsiteY10" fmla="*/ 110808 h 282575"/>
              <a:gd name="connsiteX11" fmla="*/ 147637 w 282574"/>
              <a:gd name="connsiteY11" fmla="*/ 89217 h 282575"/>
              <a:gd name="connsiteX12" fmla="*/ 165417 w 282574"/>
              <a:gd name="connsiteY12" fmla="*/ 106997 h 282575"/>
              <a:gd name="connsiteX13" fmla="*/ 179387 w 282574"/>
              <a:gd name="connsiteY13" fmla="*/ 106997 h 282575"/>
              <a:gd name="connsiteX14" fmla="*/ 179387 w 282574"/>
              <a:gd name="connsiteY14" fmla="*/ 93028 h 282575"/>
              <a:gd name="connsiteX15" fmla="*/ 161607 w 282574"/>
              <a:gd name="connsiteY15" fmla="*/ 75247 h 282575"/>
              <a:gd name="connsiteX16" fmla="*/ 183198 w 282574"/>
              <a:gd name="connsiteY16" fmla="*/ 53658 h 282575"/>
              <a:gd name="connsiteX17" fmla="*/ 200977 w 282574"/>
              <a:gd name="connsiteY17" fmla="*/ 71437 h 282575"/>
              <a:gd name="connsiteX18" fmla="*/ 214948 w 282574"/>
              <a:gd name="connsiteY18" fmla="*/ 71437 h 282575"/>
              <a:gd name="connsiteX19" fmla="*/ 214948 w 282574"/>
              <a:gd name="connsiteY19" fmla="*/ 57467 h 282575"/>
              <a:gd name="connsiteX20" fmla="*/ 197167 w 282574"/>
              <a:gd name="connsiteY20" fmla="*/ 39687 h 282575"/>
              <a:gd name="connsiteX21" fmla="*/ 213677 w 282574"/>
              <a:gd name="connsiteY21" fmla="*/ 23178 h 282575"/>
              <a:gd name="connsiteX22" fmla="*/ 260667 w 282574"/>
              <a:gd name="connsiteY22" fmla="*/ 70167 h 282575"/>
              <a:gd name="connsiteX23" fmla="*/ 72707 w 282574"/>
              <a:gd name="connsiteY23" fmla="*/ 258128 h 282575"/>
              <a:gd name="connsiteX24" fmla="*/ 25717 w 282574"/>
              <a:gd name="connsiteY24" fmla="*/ 211137 h 282575"/>
              <a:gd name="connsiteX25" fmla="*/ 42227 w 282574"/>
              <a:gd name="connsiteY25" fmla="*/ 194628 h 282575"/>
              <a:gd name="connsiteX26" fmla="*/ 60007 w 282574"/>
              <a:gd name="connsiteY26" fmla="*/ 212408 h 282575"/>
              <a:gd name="connsiteX27" fmla="*/ 73977 w 282574"/>
              <a:gd name="connsiteY27" fmla="*/ 212408 h 282575"/>
              <a:gd name="connsiteX28" fmla="*/ 73977 w 282574"/>
              <a:gd name="connsiteY28" fmla="*/ 198437 h 282575"/>
              <a:gd name="connsiteX29" fmla="*/ 54927 w 282574"/>
              <a:gd name="connsiteY29" fmla="*/ 181928 h 282575"/>
              <a:gd name="connsiteX30" fmla="*/ 104457 w 282574"/>
              <a:gd name="connsiteY30" fmla="*/ 103187 h 282575"/>
              <a:gd name="connsiteX31" fmla="*/ 204787 w 282574"/>
              <a:gd name="connsiteY31" fmla="*/ 2858 h 282575"/>
              <a:gd name="connsiteX32" fmla="*/ 220027 w 282574"/>
              <a:gd name="connsiteY32" fmla="*/ 2858 h 282575"/>
              <a:gd name="connsiteX33" fmla="*/ 279717 w 282574"/>
              <a:gd name="connsiteY33" fmla="*/ 62547 h 282575"/>
              <a:gd name="connsiteX34" fmla="*/ 279717 w 282574"/>
              <a:gd name="connsiteY34" fmla="*/ 77787 h 282575"/>
              <a:gd name="connsiteX35" fmla="*/ 77787 w 282574"/>
              <a:gd name="connsiteY35" fmla="*/ 279717 h 282575"/>
              <a:gd name="connsiteX36" fmla="*/ 62548 w 282574"/>
              <a:gd name="connsiteY36" fmla="*/ 279717 h 282575"/>
              <a:gd name="connsiteX37" fmla="*/ 2857 w 282574"/>
              <a:gd name="connsiteY37" fmla="*/ 220028 h 282575"/>
              <a:gd name="connsiteX38" fmla="*/ 2857 w 282574"/>
              <a:gd name="connsiteY38" fmla="*/ 204787 h 282575"/>
              <a:gd name="connsiteX39" fmla="*/ 32067 w 282574"/>
              <a:gd name="connsiteY39" fmla="*/ 175578 h 282575"/>
              <a:gd name="connsiteX40" fmla="*/ 32067 w 282574"/>
              <a:gd name="connsiteY40" fmla="*/ 175578 h 282575"/>
              <a:gd name="connsiteX41" fmla="*/ 32067 w 282574"/>
              <a:gd name="connsiteY41" fmla="*/ 175578 h 282575"/>
              <a:gd name="connsiteX42" fmla="*/ 104457 w 282574"/>
              <a:gd name="connsiteY42" fmla="*/ 103187 h 282575"/>
              <a:gd name="connsiteX43" fmla="*/ 104457 w 282574"/>
              <a:gd name="connsiteY43" fmla="*/ 103187 h 282575"/>
              <a:gd name="connsiteX44" fmla="*/ 104457 w 282574"/>
              <a:gd name="connsiteY44" fmla="*/ 103187 h 282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82574" h="282575">
                <a:moveTo>
                  <a:pt x="54927" y="181928"/>
                </a:moveTo>
                <a:lnTo>
                  <a:pt x="76517" y="160337"/>
                </a:lnTo>
                <a:lnTo>
                  <a:pt x="94298" y="178117"/>
                </a:lnTo>
                <a:cubicBezTo>
                  <a:pt x="98107" y="181928"/>
                  <a:pt x="104457" y="181928"/>
                  <a:pt x="108267" y="178117"/>
                </a:cubicBezTo>
                <a:cubicBezTo>
                  <a:pt x="112077" y="174308"/>
                  <a:pt x="112077" y="167958"/>
                  <a:pt x="108267" y="164147"/>
                </a:cubicBezTo>
                <a:lnTo>
                  <a:pt x="90487" y="146367"/>
                </a:lnTo>
                <a:lnTo>
                  <a:pt x="112077" y="124778"/>
                </a:lnTo>
                <a:lnTo>
                  <a:pt x="129857" y="142558"/>
                </a:lnTo>
                <a:cubicBezTo>
                  <a:pt x="133667" y="146367"/>
                  <a:pt x="140017" y="146367"/>
                  <a:pt x="143827" y="142558"/>
                </a:cubicBezTo>
                <a:cubicBezTo>
                  <a:pt x="147637" y="138747"/>
                  <a:pt x="147637" y="132397"/>
                  <a:pt x="143827" y="128587"/>
                </a:cubicBezTo>
                <a:lnTo>
                  <a:pt x="126048" y="110808"/>
                </a:lnTo>
                <a:lnTo>
                  <a:pt x="147637" y="89217"/>
                </a:lnTo>
                <a:lnTo>
                  <a:pt x="165417" y="106997"/>
                </a:lnTo>
                <a:cubicBezTo>
                  <a:pt x="169227" y="110808"/>
                  <a:pt x="175577" y="110808"/>
                  <a:pt x="179387" y="106997"/>
                </a:cubicBezTo>
                <a:cubicBezTo>
                  <a:pt x="183198" y="103187"/>
                  <a:pt x="183198" y="96837"/>
                  <a:pt x="179387" y="93028"/>
                </a:cubicBezTo>
                <a:lnTo>
                  <a:pt x="161607" y="75247"/>
                </a:lnTo>
                <a:lnTo>
                  <a:pt x="183198" y="53658"/>
                </a:lnTo>
                <a:lnTo>
                  <a:pt x="200977" y="71437"/>
                </a:lnTo>
                <a:cubicBezTo>
                  <a:pt x="204787" y="75247"/>
                  <a:pt x="211137" y="75247"/>
                  <a:pt x="214948" y="71437"/>
                </a:cubicBezTo>
                <a:cubicBezTo>
                  <a:pt x="218757" y="67628"/>
                  <a:pt x="218757" y="61278"/>
                  <a:pt x="214948" y="57467"/>
                </a:cubicBezTo>
                <a:lnTo>
                  <a:pt x="197167" y="39687"/>
                </a:lnTo>
                <a:lnTo>
                  <a:pt x="213677" y="23178"/>
                </a:lnTo>
                <a:lnTo>
                  <a:pt x="260667" y="70167"/>
                </a:lnTo>
                <a:lnTo>
                  <a:pt x="72707" y="258128"/>
                </a:lnTo>
                <a:lnTo>
                  <a:pt x="25717" y="211137"/>
                </a:lnTo>
                <a:lnTo>
                  <a:pt x="42227" y="194628"/>
                </a:lnTo>
                <a:lnTo>
                  <a:pt x="60007" y="212408"/>
                </a:lnTo>
                <a:cubicBezTo>
                  <a:pt x="63817" y="216217"/>
                  <a:pt x="70167" y="216217"/>
                  <a:pt x="73977" y="212408"/>
                </a:cubicBezTo>
                <a:cubicBezTo>
                  <a:pt x="77787" y="208597"/>
                  <a:pt x="77787" y="202247"/>
                  <a:pt x="73977" y="198437"/>
                </a:cubicBezTo>
                <a:lnTo>
                  <a:pt x="54927" y="181928"/>
                </a:lnTo>
                <a:close/>
                <a:moveTo>
                  <a:pt x="104457" y="103187"/>
                </a:moveTo>
                <a:lnTo>
                  <a:pt x="204787" y="2858"/>
                </a:lnTo>
                <a:cubicBezTo>
                  <a:pt x="208598" y="-953"/>
                  <a:pt x="216217" y="-953"/>
                  <a:pt x="220027" y="2858"/>
                </a:cubicBezTo>
                <a:lnTo>
                  <a:pt x="279717" y="62547"/>
                </a:lnTo>
                <a:cubicBezTo>
                  <a:pt x="283527" y="66358"/>
                  <a:pt x="283527" y="73978"/>
                  <a:pt x="279717" y="77787"/>
                </a:cubicBezTo>
                <a:lnTo>
                  <a:pt x="77787" y="279717"/>
                </a:lnTo>
                <a:cubicBezTo>
                  <a:pt x="73977" y="283528"/>
                  <a:pt x="66357" y="283528"/>
                  <a:pt x="62548" y="279717"/>
                </a:cubicBezTo>
                <a:lnTo>
                  <a:pt x="2857" y="220028"/>
                </a:lnTo>
                <a:cubicBezTo>
                  <a:pt x="-952" y="216217"/>
                  <a:pt x="-952" y="208597"/>
                  <a:pt x="2857" y="204787"/>
                </a:cubicBezTo>
                <a:lnTo>
                  <a:pt x="32067" y="175578"/>
                </a:lnTo>
                <a:lnTo>
                  <a:pt x="32067" y="175578"/>
                </a:lnTo>
                <a:lnTo>
                  <a:pt x="32067" y="175578"/>
                </a:lnTo>
                <a:lnTo>
                  <a:pt x="104457" y="103187"/>
                </a:lnTo>
                <a:cubicBezTo>
                  <a:pt x="103187" y="104458"/>
                  <a:pt x="103187" y="103187"/>
                  <a:pt x="104457" y="103187"/>
                </a:cubicBezTo>
                <a:cubicBezTo>
                  <a:pt x="104457" y="103187"/>
                  <a:pt x="104457" y="103187"/>
                  <a:pt x="104457" y="103187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0" name="Полилиния: фигура 237">
            <a:extLst>
              <a:ext uri="{FF2B5EF4-FFF2-40B4-BE49-F238E27FC236}">
                <a16:creationId xmlns:a16="http://schemas.microsoft.com/office/drawing/2014/main" id="{E2CA8D75-EDEB-32D5-407B-A4B555EA2078}"/>
              </a:ext>
            </a:extLst>
          </p:cNvPr>
          <p:cNvSpPr/>
          <p:nvPr/>
        </p:nvSpPr>
        <p:spPr>
          <a:xfrm>
            <a:off x="567521" y="2661512"/>
            <a:ext cx="233680" cy="233680"/>
          </a:xfrm>
          <a:custGeom>
            <a:avLst/>
            <a:gdLst>
              <a:gd name="connsiteX0" fmla="*/ 0 w 233680"/>
              <a:gd name="connsiteY0" fmla="*/ 10160 h 233680"/>
              <a:gd name="connsiteX1" fmla="*/ 10160 w 233680"/>
              <a:gd name="connsiteY1" fmla="*/ 0 h 233680"/>
              <a:gd name="connsiteX2" fmla="*/ 30480 w 233680"/>
              <a:gd name="connsiteY2" fmla="*/ 0 h 233680"/>
              <a:gd name="connsiteX3" fmla="*/ 60960 w 233680"/>
              <a:gd name="connsiteY3" fmla="*/ 30480 h 233680"/>
              <a:gd name="connsiteX4" fmla="*/ 60960 w 233680"/>
              <a:gd name="connsiteY4" fmla="*/ 132080 h 233680"/>
              <a:gd name="connsiteX5" fmla="*/ 193040 w 233680"/>
              <a:gd name="connsiteY5" fmla="*/ 132080 h 233680"/>
              <a:gd name="connsiteX6" fmla="*/ 213360 w 233680"/>
              <a:gd name="connsiteY6" fmla="*/ 111760 h 233680"/>
              <a:gd name="connsiteX7" fmla="*/ 213360 w 233680"/>
              <a:gd name="connsiteY7" fmla="*/ 50800 h 233680"/>
              <a:gd name="connsiteX8" fmla="*/ 101600 w 233680"/>
              <a:gd name="connsiteY8" fmla="*/ 50800 h 233680"/>
              <a:gd name="connsiteX9" fmla="*/ 91440 w 233680"/>
              <a:gd name="connsiteY9" fmla="*/ 40640 h 233680"/>
              <a:gd name="connsiteX10" fmla="*/ 101600 w 233680"/>
              <a:gd name="connsiteY10" fmla="*/ 30480 h 233680"/>
              <a:gd name="connsiteX11" fmla="*/ 222250 w 233680"/>
              <a:gd name="connsiteY11" fmla="*/ 30480 h 233680"/>
              <a:gd name="connsiteX12" fmla="*/ 233680 w 233680"/>
              <a:gd name="connsiteY12" fmla="*/ 41910 h 233680"/>
              <a:gd name="connsiteX13" fmla="*/ 233680 w 233680"/>
              <a:gd name="connsiteY13" fmla="*/ 111760 h 233680"/>
              <a:gd name="connsiteX14" fmla="*/ 193040 w 233680"/>
              <a:gd name="connsiteY14" fmla="*/ 152400 h 233680"/>
              <a:gd name="connsiteX15" fmla="*/ 60960 w 233680"/>
              <a:gd name="connsiteY15" fmla="*/ 152400 h 233680"/>
              <a:gd name="connsiteX16" fmla="*/ 60960 w 233680"/>
              <a:gd name="connsiteY16" fmla="*/ 182880 h 233680"/>
              <a:gd name="connsiteX17" fmla="*/ 71120 w 233680"/>
              <a:gd name="connsiteY17" fmla="*/ 193040 h 233680"/>
              <a:gd name="connsiteX18" fmla="*/ 81280 w 233680"/>
              <a:gd name="connsiteY18" fmla="*/ 193040 h 233680"/>
              <a:gd name="connsiteX19" fmla="*/ 203200 w 233680"/>
              <a:gd name="connsiteY19" fmla="*/ 193040 h 233680"/>
              <a:gd name="connsiteX20" fmla="*/ 223520 w 233680"/>
              <a:gd name="connsiteY20" fmla="*/ 193040 h 233680"/>
              <a:gd name="connsiteX21" fmla="*/ 233680 w 233680"/>
              <a:gd name="connsiteY21" fmla="*/ 203200 h 233680"/>
              <a:gd name="connsiteX22" fmla="*/ 223520 w 233680"/>
              <a:gd name="connsiteY22" fmla="*/ 213360 h 233680"/>
              <a:gd name="connsiteX23" fmla="*/ 213360 w 233680"/>
              <a:gd name="connsiteY23" fmla="*/ 213360 h 233680"/>
              <a:gd name="connsiteX24" fmla="*/ 213360 w 233680"/>
              <a:gd name="connsiteY24" fmla="*/ 223520 h 233680"/>
              <a:gd name="connsiteX25" fmla="*/ 203200 w 233680"/>
              <a:gd name="connsiteY25" fmla="*/ 233680 h 233680"/>
              <a:gd name="connsiteX26" fmla="*/ 193040 w 233680"/>
              <a:gd name="connsiteY26" fmla="*/ 223520 h 233680"/>
              <a:gd name="connsiteX27" fmla="*/ 193040 w 233680"/>
              <a:gd name="connsiteY27" fmla="*/ 213360 h 233680"/>
              <a:gd name="connsiteX28" fmla="*/ 91440 w 233680"/>
              <a:gd name="connsiteY28" fmla="*/ 213360 h 233680"/>
              <a:gd name="connsiteX29" fmla="*/ 91440 w 233680"/>
              <a:gd name="connsiteY29" fmla="*/ 223520 h 233680"/>
              <a:gd name="connsiteX30" fmla="*/ 81280 w 233680"/>
              <a:gd name="connsiteY30" fmla="*/ 233680 h 233680"/>
              <a:gd name="connsiteX31" fmla="*/ 71120 w 233680"/>
              <a:gd name="connsiteY31" fmla="*/ 223520 h 233680"/>
              <a:gd name="connsiteX32" fmla="*/ 71120 w 233680"/>
              <a:gd name="connsiteY32" fmla="*/ 213360 h 233680"/>
              <a:gd name="connsiteX33" fmla="*/ 40640 w 233680"/>
              <a:gd name="connsiteY33" fmla="*/ 182880 h 233680"/>
              <a:gd name="connsiteX34" fmla="*/ 40640 w 233680"/>
              <a:gd name="connsiteY34" fmla="*/ 142240 h 233680"/>
              <a:gd name="connsiteX35" fmla="*/ 40640 w 233680"/>
              <a:gd name="connsiteY35" fmla="*/ 30480 h 233680"/>
              <a:gd name="connsiteX36" fmla="*/ 30480 w 233680"/>
              <a:gd name="connsiteY36" fmla="*/ 20320 h 233680"/>
              <a:gd name="connsiteX37" fmla="*/ 10160 w 233680"/>
              <a:gd name="connsiteY37" fmla="*/ 20320 h 233680"/>
              <a:gd name="connsiteX38" fmla="*/ 0 w 233680"/>
              <a:gd name="connsiteY38" fmla="*/ 1016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33680" h="233680"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30480" y="0"/>
                </a:lnTo>
                <a:cubicBezTo>
                  <a:pt x="46990" y="0"/>
                  <a:pt x="60960" y="13970"/>
                  <a:pt x="60960" y="30480"/>
                </a:cubicBezTo>
                <a:lnTo>
                  <a:pt x="60960" y="132080"/>
                </a:lnTo>
                <a:lnTo>
                  <a:pt x="193040" y="132080"/>
                </a:lnTo>
                <a:cubicBezTo>
                  <a:pt x="204470" y="132080"/>
                  <a:pt x="213360" y="123190"/>
                  <a:pt x="213360" y="111760"/>
                </a:cubicBezTo>
                <a:lnTo>
                  <a:pt x="213360" y="50800"/>
                </a:lnTo>
                <a:lnTo>
                  <a:pt x="101600" y="50800"/>
                </a:lnTo>
                <a:cubicBezTo>
                  <a:pt x="96520" y="50800"/>
                  <a:pt x="91440" y="45720"/>
                  <a:pt x="91440" y="40640"/>
                </a:cubicBezTo>
                <a:cubicBezTo>
                  <a:pt x="91440" y="35560"/>
                  <a:pt x="96520" y="30480"/>
                  <a:pt x="101600" y="30480"/>
                </a:cubicBezTo>
                <a:lnTo>
                  <a:pt x="222250" y="30480"/>
                </a:lnTo>
                <a:cubicBezTo>
                  <a:pt x="228600" y="30480"/>
                  <a:pt x="233680" y="35560"/>
                  <a:pt x="233680" y="41910"/>
                </a:cubicBezTo>
                <a:lnTo>
                  <a:pt x="233680" y="111760"/>
                </a:lnTo>
                <a:cubicBezTo>
                  <a:pt x="233680" y="134620"/>
                  <a:pt x="215900" y="152400"/>
                  <a:pt x="193040" y="152400"/>
                </a:cubicBezTo>
                <a:lnTo>
                  <a:pt x="60960" y="152400"/>
                </a:lnTo>
                <a:lnTo>
                  <a:pt x="60960" y="182880"/>
                </a:lnTo>
                <a:cubicBezTo>
                  <a:pt x="60960" y="187960"/>
                  <a:pt x="66040" y="193040"/>
                  <a:pt x="71120" y="193040"/>
                </a:cubicBezTo>
                <a:lnTo>
                  <a:pt x="81280" y="193040"/>
                </a:lnTo>
                <a:lnTo>
                  <a:pt x="203200" y="193040"/>
                </a:lnTo>
                <a:lnTo>
                  <a:pt x="223520" y="193040"/>
                </a:lnTo>
                <a:cubicBezTo>
                  <a:pt x="228600" y="193040"/>
                  <a:pt x="233680" y="198120"/>
                  <a:pt x="233680" y="203200"/>
                </a:cubicBezTo>
                <a:cubicBezTo>
                  <a:pt x="233680" y="208280"/>
                  <a:pt x="228600" y="213360"/>
                  <a:pt x="223520" y="213360"/>
                </a:cubicBezTo>
                <a:lnTo>
                  <a:pt x="213360" y="213360"/>
                </a:lnTo>
                <a:lnTo>
                  <a:pt x="213360" y="223520"/>
                </a:lnTo>
                <a:cubicBezTo>
                  <a:pt x="213360" y="228600"/>
                  <a:pt x="208280" y="233680"/>
                  <a:pt x="203200" y="233680"/>
                </a:cubicBezTo>
                <a:cubicBezTo>
                  <a:pt x="198120" y="233680"/>
                  <a:pt x="193040" y="228600"/>
                  <a:pt x="193040" y="223520"/>
                </a:cubicBezTo>
                <a:lnTo>
                  <a:pt x="193040" y="213360"/>
                </a:lnTo>
                <a:lnTo>
                  <a:pt x="91440" y="213360"/>
                </a:lnTo>
                <a:lnTo>
                  <a:pt x="91440" y="223520"/>
                </a:lnTo>
                <a:cubicBezTo>
                  <a:pt x="91440" y="228600"/>
                  <a:pt x="86360" y="233680"/>
                  <a:pt x="81280" y="233680"/>
                </a:cubicBezTo>
                <a:cubicBezTo>
                  <a:pt x="76200" y="233680"/>
                  <a:pt x="71120" y="228600"/>
                  <a:pt x="71120" y="223520"/>
                </a:cubicBezTo>
                <a:lnTo>
                  <a:pt x="71120" y="213360"/>
                </a:lnTo>
                <a:cubicBezTo>
                  <a:pt x="54610" y="213360"/>
                  <a:pt x="40640" y="199390"/>
                  <a:pt x="40640" y="182880"/>
                </a:cubicBezTo>
                <a:lnTo>
                  <a:pt x="40640" y="142240"/>
                </a:lnTo>
                <a:lnTo>
                  <a:pt x="40640" y="30480"/>
                </a:lnTo>
                <a:cubicBezTo>
                  <a:pt x="40640" y="25400"/>
                  <a:pt x="35560" y="20320"/>
                  <a:pt x="30480" y="20320"/>
                </a:cubicBezTo>
                <a:lnTo>
                  <a:pt x="10160" y="20320"/>
                </a:lnTo>
                <a:cubicBezTo>
                  <a:pt x="5080" y="20320"/>
                  <a:pt x="0" y="16510"/>
                  <a:pt x="0" y="101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83" name="Рисунок 2">
            <a:extLst>
              <a:ext uri="{FF2B5EF4-FFF2-40B4-BE49-F238E27FC236}">
                <a16:creationId xmlns:a16="http://schemas.microsoft.com/office/drawing/2014/main" id="{9766372A-3351-85B5-613C-9615D8D4E161}"/>
              </a:ext>
            </a:extLst>
          </p:cNvPr>
          <p:cNvGrpSpPr/>
          <p:nvPr/>
        </p:nvGrpSpPr>
        <p:grpSpPr>
          <a:xfrm>
            <a:off x="6187982" y="2620871"/>
            <a:ext cx="264159" cy="264160"/>
            <a:chOff x="6263640" y="1094739"/>
            <a:chExt cx="264159" cy="264160"/>
          </a:xfrm>
          <a:solidFill>
            <a:schemeClr val="bg1"/>
          </a:solidFill>
        </p:grpSpPr>
        <p:sp>
          <p:nvSpPr>
            <p:cNvPr id="184" name="Полилиния: фигура 241">
              <a:extLst>
                <a:ext uri="{FF2B5EF4-FFF2-40B4-BE49-F238E27FC236}">
                  <a16:creationId xmlns:a16="http://schemas.microsoft.com/office/drawing/2014/main" id="{49BF7046-1B73-FD58-C3F2-17D89C2F9D2C}"/>
                </a:ext>
              </a:extLst>
            </p:cNvPr>
            <p:cNvSpPr/>
            <p:nvPr/>
          </p:nvSpPr>
          <p:spPr>
            <a:xfrm>
              <a:off x="6263640" y="1094739"/>
              <a:ext cx="81279" cy="81280"/>
            </a:xfrm>
            <a:custGeom>
              <a:avLst/>
              <a:gdLst>
                <a:gd name="connsiteX0" fmla="*/ 20320 w 81279"/>
                <a:gd name="connsiteY0" fmla="*/ 71120 h 81280"/>
                <a:gd name="connsiteX1" fmla="*/ 10160 w 81279"/>
                <a:gd name="connsiteY1" fmla="*/ 81280 h 81280"/>
                <a:gd name="connsiteX2" fmla="*/ 0 w 81279"/>
                <a:gd name="connsiteY2" fmla="*/ 71120 h 81280"/>
                <a:gd name="connsiteX3" fmla="*/ 0 w 81279"/>
                <a:gd name="connsiteY3" fmla="*/ 20320 h 81280"/>
                <a:gd name="connsiteX4" fmla="*/ 20320 w 81279"/>
                <a:gd name="connsiteY4" fmla="*/ 0 h 81280"/>
                <a:gd name="connsiteX5" fmla="*/ 71120 w 81279"/>
                <a:gd name="connsiteY5" fmla="*/ 0 h 81280"/>
                <a:gd name="connsiteX6" fmla="*/ 81280 w 81279"/>
                <a:gd name="connsiteY6" fmla="*/ 10160 h 81280"/>
                <a:gd name="connsiteX7" fmla="*/ 71120 w 81279"/>
                <a:gd name="connsiteY7" fmla="*/ 20320 h 81280"/>
                <a:gd name="connsiteX8" fmla="*/ 20320 w 81279"/>
                <a:gd name="connsiteY8" fmla="*/ 20320 h 81280"/>
                <a:gd name="connsiteX9" fmla="*/ 20320 w 81279"/>
                <a:gd name="connsiteY9" fmla="*/ 7112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20320" y="71120"/>
                  </a:moveTo>
                  <a:cubicBezTo>
                    <a:pt x="20320" y="76200"/>
                    <a:pt x="15240" y="81280"/>
                    <a:pt x="10160" y="81280"/>
                  </a:cubicBezTo>
                  <a:cubicBezTo>
                    <a:pt x="5080" y="81280"/>
                    <a:pt x="0" y="76200"/>
                    <a:pt x="0" y="71120"/>
                  </a:cubicBezTo>
                  <a:lnTo>
                    <a:pt x="0" y="20320"/>
                  </a:lnTo>
                  <a:cubicBezTo>
                    <a:pt x="0" y="8890"/>
                    <a:pt x="8890" y="0"/>
                    <a:pt x="20320" y="0"/>
                  </a:cubicBezTo>
                  <a:lnTo>
                    <a:pt x="71120" y="0"/>
                  </a:lnTo>
                  <a:cubicBezTo>
                    <a:pt x="76200" y="0"/>
                    <a:pt x="81280" y="5080"/>
                    <a:pt x="81280" y="10160"/>
                  </a:cubicBezTo>
                  <a:cubicBezTo>
                    <a:pt x="81280" y="15240"/>
                    <a:pt x="76200" y="20320"/>
                    <a:pt x="71120" y="20320"/>
                  </a:cubicBezTo>
                  <a:lnTo>
                    <a:pt x="20320" y="20320"/>
                  </a:lnTo>
                  <a:lnTo>
                    <a:pt x="20320" y="711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42">
              <a:extLst>
                <a:ext uri="{FF2B5EF4-FFF2-40B4-BE49-F238E27FC236}">
                  <a16:creationId xmlns:a16="http://schemas.microsoft.com/office/drawing/2014/main" id="{D2529901-59C4-9AD3-D4D8-9F67EAAA0F6C}"/>
                </a:ext>
              </a:extLst>
            </p:cNvPr>
            <p:cNvSpPr/>
            <p:nvPr/>
          </p:nvSpPr>
          <p:spPr>
            <a:xfrm>
              <a:off x="6446520" y="1094739"/>
              <a:ext cx="81279" cy="81280"/>
            </a:xfrm>
            <a:custGeom>
              <a:avLst/>
              <a:gdLst>
                <a:gd name="connsiteX0" fmla="*/ 71120 w 81279"/>
                <a:gd name="connsiteY0" fmla="*/ 81280 h 81280"/>
                <a:gd name="connsiteX1" fmla="*/ 60960 w 81279"/>
                <a:gd name="connsiteY1" fmla="*/ 71120 h 81280"/>
                <a:gd name="connsiteX2" fmla="*/ 60960 w 81279"/>
                <a:gd name="connsiteY2" fmla="*/ 20320 h 81280"/>
                <a:gd name="connsiteX3" fmla="*/ 10160 w 81279"/>
                <a:gd name="connsiteY3" fmla="*/ 20320 h 81280"/>
                <a:gd name="connsiteX4" fmla="*/ 0 w 81279"/>
                <a:gd name="connsiteY4" fmla="*/ 10160 h 81280"/>
                <a:gd name="connsiteX5" fmla="*/ 10160 w 81279"/>
                <a:gd name="connsiteY5" fmla="*/ 0 h 81280"/>
                <a:gd name="connsiteX6" fmla="*/ 60960 w 81279"/>
                <a:gd name="connsiteY6" fmla="*/ 0 h 81280"/>
                <a:gd name="connsiteX7" fmla="*/ 81280 w 81279"/>
                <a:gd name="connsiteY7" fmla="*/ 20320 h 81280"/>
                <a:gd name="connsiteX8" fmla="*/ 81280 w 81279"/>
                <a:gd name="connsiteY8" fmla="*/ 71120 h 81280"/>
                <a:gd name="connsiteX9" fmla="*/ 71120 w 81279"/>
                <a:gd name="connsiteY9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71120" y="81280"/>
                  </a:moveTo>
                  <a:cubicBezTo>
                    <a:pt x="66040" y="81280"/>
                    <a:pt x="60960" y="76200"/>
                    <a:pt x="60960" y="71120"/>
                  </a:cubicBezTo>
                  <a:lnTo>
                    <a:pt x="60960" y="20320"/>
                  </a:lnTo>
                  <a:lnTo>
                    <a:pt x="10160" y="20320"/>
                  </a:ln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lnTo>
                    <a:pt x="60960" y="0"/>
                  </a:lnTo>
                  <a:cubicBezTo>
                    <a:pt x="72390" y="0"/>
                    <a:pt x="81280" y="8890"/>
                    <a:pt x="81280" y="20320"/>
                  </a:cubicBezTo>
                  <a:lnTo>
                    <a:pt x="81280" y="71120"/>
                  </a:lnTo>
                  <a:cubicBezTo>
                    <a:pt x="81280" y="77470"/>
                    <a:pt x="76200" y="81280"/>
                    <a:pt x="71120" y="812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43">
              <a:extLst>
                <a:ext uri="{FF2B5EF4-FFF2-40B4-BE49-F238E27FC236}">
                  <a16:creationId xmlns:a16="http://schemas.microsoft.com/office/drawing/2014/main" id="{D3AA6A6B-9228-ABA8-0EA0-65D1D854FFCD}"/>
                </a:ext>
              </a:extLst>
            </p:cNvPr>
            <p:cNvSpPr/>
            <p:nvPr/>
          </p:nvSpPr>
          <p:spPr>
            <a:xfrm>
              <a:off x="6313170" y="1135290"/>
              <a:ext cx="167410" cy="194399"/>
            </a:xfrm>
            <a:custGeom>
              <a:avLst/>
              <a:gdLst>
                <a:gd name="connsiteX0" fmla="*/ 53340 w 167410"/>
                <a:gd name="connsiteY0" fmla="*/ 15329 h 194399"/>
                <a:gd name="connsiteX1" fmla="*/ 109220 w 167410"/>
                <a:gd name="connsiteY1" fmla="*/ 1359 h 194399"/>
                <a:gd name="connsiteX2" fmla="*/ 160020 w 167410"/>
                <a:gd name="connsiteY2" fmla="*/ 41999 h 194399"/>
                <a:gd name="connsiteX3" fmla="*/ 153670 w 167410"/>
                <a:gd name="connsiteY3" fmla="*/ 119469 h 194399"/>
                <a:gd name="connsiteX4" fmla="*/ 147320 w 167410"/>
                <a:gd name="connsiteY4" fmla="*/ 124549 h 194399"/>
                <a:gd name="connsiteX5" fmla="*/ 147320 w 167410"/>
                <a:gd name="connsiteY5" fmla="*/ 133439 h 194399"/>
                <a:gd name="connsiteX6" fmla="*/ 86360 w 167410"/>
                <a:gd name="connsiteY6" fmla="*/ 194399 h 194399"/>
                <a:gd name="connsiteX7" fmla="*/ 25400 w 167410"/>
                <a:gd name="connsiteY7" fmla="*/ 133439 h 194399"/>
                <a:gd name="connsiteX8" fmla="*/ 25400 w 167410"/>
                <a:gd name="connsiteY8" fmla="*/ 127089 h 194399"/>
                <a:gd name="connsiteX9" fmla="*/ 22860 w 167410"/>
                <a:gd name="connsiteY9" fmla="*/ 125819 h 194399"/>
                <a:gd name="connsiteX10" fmla="*/ 0 w 167410"/>
                <a:gd name="connsiteY10" fmla="*/ 72479 h 194399"/>
                <a:gd name="connsiteX11" fmla="*/ 15240 w 167410"/>
                <a:gd name="connsiteY11" fmla="*/ 31839 h 194399"/>
                <a:gd name="connsiteX12" fmla="*/ 53340 w 167410"/>
                <a:gd name="connsiteY12" fmla="*/ 15329 h 194399"/>
                <a:gd name="connsiteX13" fmla="*/ 106680 w 167410"/>
                <a:gd name="connsiteY13" fmla="*/ 20409 h 194399"/>
                <a:gd name="connsiteX14" fmla="*/ 66040 w 167410"/>
                <a:gd name="connsiteY14" fmla="*/ 31839 h 194399"/>
                <a:gd name="connsiteX15" fmla="*/ 55880 w 167410"/>
                <a:gd name="connsiteY15" fmla="*/ 35649 h 194399"/>
                <a:gd name="connsiteX16" fmla="*/ 33020 w 167410"/>
                <a:gd name="connsiteY16" fmla="*/ 44539 h 194399"/>
                <a:gd name="connsiteX17" fmla="*/ 22860 w 167410"/>
                <a:gd name="connsiteY17" fmla="*/ 71209 h 194399"/>
                <a:gd name="connsiteX18" fmla="*/ 26670 w 167410"/>
                <a:gd name="connsiteY18" fmla="*/ 90259 h 194399"/>
                <a:gd name="connsiteX19" fmla="*/ 49530 w 167410"/>
                <a:gd name="connsiteY19" fmla="*/ 54699 h 194399"/>
                <a:gd name="connsiteX20" fmla="*/ 68580 w 167410"/>
                <a:gd name="connsiteY20" fmla="*/ 58509 h 194399"/>
                <a:gd name="connsiteX21" fmla="*/ 81280 w 167410"/>
                <a:gd name="connsiteY21" fmla="*/ 66129 h 194399"/>
                <a:gd name="connsiteX22" fmla="*/ 105410 w 167410"/>
                <a:gd name="connsiteY22" fmla="*/ 69939 h 194399"/>
                <a:gd name="connsiteX23" fmla="*/ 115570 w 167410"/>
                <a:gd name="connsiteY23" fmla="*/ 71209 h 194399"/>
                <a:gd name="connsiteX24" fmla="*/ 147320 w 167410"/>
                <a:gd name="connsiteY24" fmla="*/ 87719 h 194399"/>
                <a:gd name="connsiteX25" fmla="*/ 147320 w 167410"/>
                <a:gd name="connsiteY25" fmla="*/ 87719 h 194399"/>
                <a:gd name="connsiteX26" fmla="*/ 143510 w 167410"/>
                <a:gd name="connsiteY26" fmla="*/ 48349 h 194399"/>
                <a:gd name="connsiteX27" fmla="*/ 106680 w 167410"/>
                <a:gd name="connsiteY27" fmla="*/ 20409 h 194399"/>
                <a:gd name="connsiteX28" fmla="*/ 111760 w 167410"/>
                <a:gd name="connsiteY28" fmla="*/ 91529 h 194399"/>
                <a:gd name="connsiteX29" fmla="*/ 128270 w 167410"/>
                <a:gd name="connsiteY29" fmla="*/ 99149 h 194399"/>
                <a:gd name="connsiteX30" fmla="*/ 128270 w 167410"/>
                <a:gd name="connsiteY30" fmla="*/ 132169 h 194399"/>
                <a:gd name="connsiteX31" fmla="*/ 87630 w 167410"/>
                <a:gd name="connsiteY31" fmla="*/ 172809 h 194399"/>
                <a:gd name="connsiteX32" fmla="*/ 46990 w 167410"/>
                <a:gd name="connsiteY32" fmla="*/ 132169 h 194399"/>
                <a:gd name="connsiteX33" fmla="*/ 46990 w 167410"/>
                <a:gd name="connsiteY33" fmla="*/ 87719 h 194399"/>
                <a:gd name="connsiteX34" fmla="*/ 55880 w 167410"/>
                <a:gd name="connsiteY34" fmla="*/ 73749 h 194399"/>
                <a:gd name="connsiteX35" fmla="*/ 74930 w 167410"/>
                <a:gd name="connsiteY35" fmla="*/ 83909 h 194399"/>
                <a:gd name="connsiteX36" fmla="*/ 102870 w 167410"/>
                <a:gd name="connsiteY36" fmla="*/ 88989 h 194399"/>
                <a:gd name="connsiteX37" fmla="*/ 102870 w 167410"/>
                <a:gd name="connsiteY37" fmla="*/ 88989 h 194399"/>
                <a:gd name="connsiteX38" fmla="*/ 111760 w 167410"/>
                <a:gd name="connsiteY38" fmla="*/ 91529 h 194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67410" h="194399">
                  <a:moveTo>
                    <a:pt x="53340" y="15329"/>
                  </a:moveTo>
                  <a:cubicBezTo>
                    <a:pt x="63500" y="6439"/>
                    <a:pt x="82550" y="-3721"/>
                    <a:pt x="109220" y="1359"/>
                  </a:cubicBezTo>
                  <a:cubicBezTo>
                    <a:pt x="130810" y="3899"/>
                    <a:pt x="149860" y="20409"/>
                    <a:pt x="160020" y="41999"/>
                  </a:cubicBezTo>
                  <a:cubicBezTo>
                    <a:pt x="170180" y="63589"/>
                    <a:pt x="171450" y="91529"/>
                    <a:pt x="153670" y="119469"/>
                  </a:cubicBezTo>
                  <a:cubicBezTo>
                    <a:pt x="152400" y="122009"/>
                    <a:pt x="149860" y="123279"/>
                    <a:pt x="147320" y="124549"/>
                  </a:cubicBezTo>
                  <a:lnTo>
                    <a:pt x="147320" y="133439"/>
                  </a:lnTo>
                  <a:cubicBezTo>
                    <a:pt x="147320" y="166459"/>
                    <a:pt x="120650" y="194399"/>
                    <a:pt x="86360" y="194399"/>
                  </a:cubicBezTo>
                  <a:cubicBezTo>
                    <a:pt x="53340" y="194399"/>
                    <a:pt x="25400" y="167729"/>
                    <a:pt x="25400" y="133439"/>
                  </a:cubicBezTo>
                  <a:lnTo>
                    <a:pt x="25400" y="127089"/>
                  </a:lnTo>
                  <a:cubicBezTo>
                    <a:pt x="24130" y="127089"/>
                    <a:pt x="24130" y="125819"/>
                    <a:pt x="22860" y="125819"/>
                  </a:cubicBezTo>
                  <a:cubicBezTo>
                    <a:pt x="12700" y="119469"/>
                    <a:pt x="0" y="99149"/>
                    <a:pt x="0" y="72479"/>
                  </a:cubicBezTo>
                  <a:cubicBezTo>
                    <a:pt x="0" y="57239"/>
                    <a:pt x="6350" y="41999"/>
                    <a:pt x="15240" y="31839"/>
                  </a:cubicBezTo>
                  <a:cubicBezTo>
                    <a:pt x="25400" y="20409"/>
                    <a:pt x="38100" y="14059"/>
                    <a:pt x="53340" y="15329"/>
                  </a:cubicBezTo>
                  <a:close/>
                  <a:moveTo>
                    <a:pt x="106680" y="20409"/>
                  </a:moveTo>
                  <a:cubicBezTo>
                    <a:pt x="82550" y="16599"/>
                    <a:pt x="68580" y="26759"/>
                    <a:pt x="66040" y="31839"/>
                  </a:cubicBezTo>
                  <a:cubicBezTo>
                    <a:pt x="63500" y="35649"/>
                    <a:pt x="59690" y="36919"/>
                    <a:pt x="55880" y="35649"/>
                  </a:cubicBezTo>
                  <a:cubicBezTo>
                    <a:pt x="46990" y="34379"/>
                    <a:pt x="39370" y="36919"/>
                    <a:pt x="33020" y="44539"/>
                  </a:cubicBezTo>
                  <a:cubicBezTo>
                    <a:pt x="26670" y="52159"/>
                    <a:pt x="22860" y="61049"/>
                    <a:pt x="22860" y="71209"/>
                  </a:cubicBezTo>
                  <a:cubicBezTo>
                    <a:pt x="22860" y="78829"/>
                    <a:pt x="24130" y="85179"/>
                    <a:pt x="26670" y="90259"/>
                  </a:cubicBezTo>
                  <a:cubicBezTo>
                    <a:pt x="31750" y="72479"/>
                    <a:pt x="40640" y="59779"/>
                    <a:pt x="49530" y="54699"/>
                  </a:cubicBezTo>
                  <a:cubicBezTo>
                    <a:pt x="57150" y="49619"/>
                    <a:pt x="66040" y="53429"/>
                    <a:pt x="68580" y="58509"/>
                  </a:cubicBezTo>
                  <a:cubicBezTo>
                    <a:pt x="71120" y="62319"/>
                    <a:pt x="74930" y="64859"/>
                    <a:pt x="81280" y="66129"/>
                  </a:cubicBezTo>
                  <a:cubicBezTo>
                    <a:pt x="87630" y="67399"/>
                    <a:pt x="93980" y="68669"/>
                    <a:pt x="105410" y="69939"/>
                  </a:cubicBezTo>
                  <a:cubicBezTo>
                    <a:pt x="107950" y="69939"/>
                    <a:pt x="111760" y="71209"/>
                    <a:pt x="115570" y="71209"/>
                  </a:cubicBezTo>
                  <a:cubicBezTo>
                    <a:pt x="130810" y="73749"/>
                    <a:pt x="140970" y="80099"/>
                    <a:pt x="147320" y="87719"/>
                  </a:cubicBezTo>
                  <a:cubicBezTo>
                    <a:pt x="147320" y="87719"/>
                    <a:pt x="147320" y="87719"/>
                    <a:pt x="147320" y="87719"/>
                  </a:cubicBezTo>
                  <a:cubicBezTo>
                    <a:pt x="151130" y="73749"/>
                    <a:pt x="148590" y="59779"/>
                    <a:pt x="143510" y="48349"/>
                  </a:cubicBezTo>
                  <a:cubicBezTo>
                    <a:pt x="134620" y="33109"/>
                    <a:pt x="119380" y="22949"/>
                    <a:pt x="106680" y="20409"/>
                  </a:cubicBezTo>
                  <a:close/>
                  <a:moveTo>
                    <a:pt x="111760" y="91529"/>
                  </a:moveTo>
                  <a:cubicBezTo>
                    <a:pt x="120650" y="92799"/>
                    <a:pt x="125730" y="95339"/>
                    <a:pt x="128270" y="99149"/>
                  </a:cubicBezTo>
                  <a:lnTo>
                    <a:pt x="128270" y="132169"/>
                  </a:lnTo>
                  <a:cubicBezTo>
                    <a:pt x="128270" y="155029"/>
                    <a:pt x="110490" y="172809"/>
                    <a:pt x="87630" y="172809"/>
                  </a:cubicBezTo>
                  <a:cubicBezTo>
                    <a:pt x="64770" y="172809"/>
                    <a:pt x="46990" y="155029"/>
                    <a:pt x="46990" y="132169"/>
                  </a:cubicBezTo>
                  <a:lnTo>
                    <a:pt x="46990" y="87719"/>
                  </a:lnTo>
                  <a:cubicBezTo>
                    <a:pt x="49530" y="81369"/>
                    <a:pt x="52070" y="77559"/>
                    <a:pt x="55880" y="73749"/>
                  </a:cubicBezTo>
                  <a:cubicBezTo>
                    <a:pt x="60960" y="78829"/>
                    <a:pt x="67310" y="82639"/>
                    <a:pt x="74930" y="83909"/>
                  </a:cubicBezTo>
                  <a:cubicBezTo>
                    <a:pt x="82550" y="86449"/>
                    <a:pt x="91440" y="86449"/>
                    <a:pt x="102870" y="88989"/>
                  </a:cubicBezTo>
                  <a:lnTo>
                    <a:pt x="102870" y="88989"/>
                  </a:lnTo>
                  <a:cubicBezTo>
                    <a:pt x="105410" y="90259"/>
                    <a:pt x="107950" y="91529"/>
                    <a:pt x="111760" y="91529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7" name="Полилиния: фигура 244">
              <a:extLst>
                <a:ext uri="{FF2B5EF4-FFF2-40B4-BE49-F238E27FC236}">
                  <a16:creationId xmlns:a16="http://schemas.microsoft.com/office/drawing/2014/main" id="{F58E7EF0-87AE-E30F-9DFE-62BC917CC3DB}"/>
                </a:ext>
              </a:extLst>
            </p:cNvPr>
            <p:cNvSpPr/>
            <p:nvPr/>
          </p:nvSpPr>
          <p:spPr>
            <a:xfrm>
              <a:off x="6263640" y="1277619"/>
              <a:ext cx="81279" cy="81280"/>
            </a:xfrm>
            <a:custGeom>
              <a:avLst/>
              <a:gdLst>
                <a:gd name="connsiteX0" fmla="*/ 10160 w 81279"/>
                <a:gd name="connsiteY0" fmla="*/ 0 h 81280"/>
                <a:gd name="connsiteX1" fmla="*/ 20320 w 81279"/>
                <a:gd name="connsiteY1" fmla="*/ 10160 h 81280"/>
                <a:gd name="connsiteX2" fmla="*/ 20320 w 81279"/>
                <a:gd name="connsiteY2" fmla="*/ 60960 h 81280"/>
                <a:gd name="connsiteX3" fmla="*/ 71120 w 81279"/>
                <a:gd name="connsiteY3" fmla="*/ 60960 h 81280"/>
                <a:gd name="connsiteX4" fmla="*/ 81280 w 81279"/>
                <a:gd name="connsiteY4" fmla="*/ 71120 h 81280"/>
                <a:gd name="connsiteX5" fmla="*/ 71120 w 81279"/>
                <a:gd name="connsiteY5" fmla="*/ 81280 h 81280"/>
                <a:gd name="connsiteX6" fmla="*/ 20320 w 81279"/>
                <a:gd name="connsiteY6" fmla="*/ 81280 h 81280"/>
                <a:gd name="connsiteX7" fmla="*/ 0 w 81279"/>
                <a:gd name="connsiteY7" fmla="*/ 60960 h 81280"/>
                <a:gd name="connsiteX8" fmla="*/ 0 w 81279"/>
                <a:gd name="connsiteY8" fmla="*/ 10160 h 81280"/>
                <a:gd name="connsiteX9" fmla="*/ 10160 w 81279"/>
                <a:gd name="connsiteY9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10160" y="0"/>
                  </a:moveTo>
                  <a:cubicBezTo>
                    <a:pt x="15240" y="0"/>
                    <a:pt x="20320" y="5080"/>
                    <a:pt x="20320" y="10160"/>
                  </a:cubicBezTo>
                  <a:lnTo>
                    <a:pt x="20320" y="60960"/>
                  </a:lnTo>
                  <a:lnTo>
                    <a:pt x="71120" y="60960"/>
                  </a:lnTo>
                  <a:cubicBezTo>
                    <a:pt x="76200" y="60960"/>
                    <a:pt x="81280" y="66040"/>
                    <a:pt x="81280" y="71120"/>
                  </a:cubicBezTo>
                  <a:cubicBezTo>
                    <a:pt x="81280" y="76200"/>
                    <a:pt x="76200" y="81280"/>
                    <a:pt x="71120" y="81280"/>
                  </a:cubicBezTo>
                  <a:lnTo>
                    <a:pt x="20320" y="81280"/>
                  </a:lnTo>
                  <a:cubicBezTo>
                    <a:pt x="8890" y="81280"/>
                    <a:pt x="0" y="72390"/>
                    <a:pt x="0" y="60960"/>
                  </a:cubicBezTo>
                  <a:lnTo>
                    <a:pt x="0" y="10160"/>
                  </a:lnTo>
                  <a:cubicBezTo>
                    <a:pt x="0" y="5080"/>
                    <a:pt x="38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8" name="Полилиния: фигура 245">
              <a:extLst>
                <a:ext uri="{FF2B5EF4-FFF2-40B4-BE49-F238E27FC236}">
                  <a16:creationId xmlns:a16="http://schemas.microsoft.com/office/drawing/2014/main" id="{816B9EBA-5882-3F14-B949-1D8203A6F5C5}"/>
                </a:ext>
              </a:extLst>
            </p:cNvPr>
            <p:cNvSpPr/>
            <p:nvPr/>
          </p:nvSpPr>
          <p:spPr>
            <a:xfrm>
              <a:off x="6446520" y="1277619"/>
              <a:ext cx="81279" cy="81280"/>
            </a:xfrm>
            <a:custGeom>
              <a:avLst/>
              <a:gdLst>
                <a:gd name="connsiteX0" fmla="*/ 71120 w 81279"/>
                <a:gd name="connsiteY0" fmla="*/ 0 h 81280"/>
                <a:gd name="connsiteX1" fmla="*/ 60960 w 81279"/>
                <a:gd name="connsiteY1" fmla="*/ 10160 h 81280"/>
                <a:gd name="connsiteX2" fmla="*/ 60960 w 81279"/>
                <a:gd name="connsiteY2" fmla="*/ 60960 h 81280"/>
                <a:gd name="connsiteX3" fmla="*/ 10160 w 81279"/>
                <a:gd name="connsiteY3" fmla="*/ 60960 h 81280"/>
                <a:gd name="connsiteX4" fmla="*/ 0 w 81279"/>
                <a:gd name="connsiteY4" fmla="*/ 71120 h 81280"/>
                <a:gd name="connsiteX5" fmla="*/ 10160 w 81279"/>
                <a:gd name="connsiteY5" fmla="*/ 81280 h 81280"/>
                <a:gd name="connsiteX6" fmla="*/ 60960 w 81279"/>
                <a:gd name="connsiteY6" fmla="*/ 81280 h 81280"/>
                <a:gd name="connsiteX7" fmla="*/ 81280 w 81279"/>
                <a:gd name="connsiteY7" fmla="*/ 60960 h 81280"/>
                <a:gd name="connsiteX8" fmla="*/ 81280 w 81279"/>
                <a:gd name="connsiteY8" fmla="*/ 10160 h 81280"/>
                <a:gd name="connsiteX9" fmla="*/ 71120 w 81279"/>
                <a:gd name="connsiteY9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71120" y="0"/>
                  </a:moveTo>
                  <a:cubicBezTo>
                    <a:pt x="66040" y="0"/>
                    <a:pt x="60960" y="5080"/>
                    <a:pt x="60960" y="10160"/>
                  </a:cubicBezTo>
                  <a:lnTo>
                    <a:pt x="60960" y="60960"/>
                  </a:lnTo>
                  <a:lnTo>
                    <a:pt x="10160" y="60960"/>
                  </a:lnTo>
                  <a:cubicBezTo>
                    <a:pt x="5080" y="60960"/>
                    <a:pt x="0" y="66040"/>
                    <a:pt x="0" y="71120"/>
                  </a:cubicBezTo>
                  <a:cubicBezTo>
                    <a:pt x="0" y="76200"/>
                    <a:pt x="5080" y="81280"/>
                    <a:pt x="10160" y="81280"/>
                  </a:cubicBezTo>
                  <a:lnTo>
                    <a:pt x="60960" y="81280"/>
                  </a:lnTo>
                  <a:cubicBezTo>
                    <a:pt x="72390" y="81280"/>
                    <a:pt x="81280" y="72390"/>
                    <a:pt x="81280" y="60960"/>
                  </a:cubicBezTo>
                  <a:lnTo>
                    <a:pt x="81280" y="10160"/>
                  </a:lnTo>
                  <a:cubicBezTo>
                    <a:pt x="81280" y="5080"/>
                    <a:pt x="76200" y="0"/>
                    <a:pt x="7112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99" name="Полилиния: фигура 575">
            <a:extLst>
              <a:ext uri="{FF2B5EF4-FFF2-40B4-BE49-F238E27FC236}">
                <a16:creationId xmlns:a16="http://schemas.microsoft.com/office/drawing/2014/main" id="{411CEEFD-5981-3944-B82D-66AA0E914AE4}"/>
              </a:ext>
            </a:extLst>
          </p:cNvPr>
          <p:cNvSpPr/>
          <p:nvPr/>
        </p:nvSpPr>
        <p:spPr>
          <a:xfrm>
            <a:off x="6746782" y="2641192"/>
            <a:ext cx="264159" cy="264159"/>
          </a:xfrm>
          <a:custGeom>
            <a:avLst/>
            <a:gdLst>
              <a:gd name="connsiteX0" fmla="*/ 10160 w 264159"/>
              <a:gd name="connsiteY0" fmla="*/ 81280 h 264159"/>
              <a:gd name="connsiteX1" fmla="*/ 20320 w 264159"/>
              <a:gd name="connsiteY1" fmla="*/ 71120 h 264159"/>
              <a:gd name="connsiteX2" fmla="*/ 20320 w 264159"/>
              <a:gd name="connsiteY2" fmla="*/ 20320 h 264159"/>
              <a:gd name="connsiteX3" fmla="*/ 71120 w 264159"/>
              <a:gd name="connsiteY3" fmla="*/ 20320 h 264159"/>
              <a:gd name="connsiteX4" fmla="*/ 81280 w 264159"/>
              <a:gd name="connsiteY4" fmla="*/ 10160 h 264159"/>
              <a:gd name="connsiteX5" fmla="*/ 71120 w 264159"/>
              <a:gd name="connsiteY5" fmla="*/ 0 h 264159"/>
              <a:gd name="connsiteX6" fmla="*/ 20320 w 264159"/>
              <a:gd name="connsiteY6" fmla="*/ 0 h 264159"/>
              <a:gd name="connsiteX7" fmla="*/ 0 w 264159"/>
              <a:gd name="connsiteY7" fmla="*/ 20320 h 264159"/>
              <a:gd name="connsiteX8" fmla="*/ 0 w 264159"/>
              <a:gd name="connsiteY8" fmla="*/ 71120 h 264159"/>
              <a:gd name="connsiteX9" fmla="*/ 10160 w 264159"/>
              <a:gd name="connsiteY9" fmla="*/ 81280 h 264159"/>
              <a:gd name="connsiteX10" fmla="*/ 71120 w 264159"/>
              <a:gd name="connsiteY10" fmla="*/ 71120 h 264159"/>
              <a:gd name="connsiteX11" fmla="*/ 50800 w 264159"/>
              <a:gd name="connsiteY11" fmla="*/ 91440 h 264159"/>
              <a:gd name="connsiteX12" fmla="*/ 50800 w 264159"/>
              <a:gd name="connsiteY12" fmla="*/ 121920 h 264159"/>
              <a:gd name="connsiteX13" fmla="*/ 50800 w 264159"/>
              <a:gd name="connsiteY13" fmla="*/ 172720 h 264159"/>
              <a:gd name="connsiteX14" fmla="*/ 71120 w 264159"/>
              <a:gd name="connsiteY14" fmla="*/ 193040 h 264159"/>
              <a:gd name="connsiteX15" fmla="*/ 193040 w 264159"/>
              <a:gd name="connsiteY15" fmla="*/ 193040 h 264159"/>
              <a:gd name="connsiteX16" fmla="*/ 213360 w 264159"/>
              <a:gd name="connsiteY16" fmla="*/ 172720 h 264159"/>
              <a:gd name="connsiteX17" fmla="*/ 213360 w 264159"/>
              <a:gd name="connsiteY17" fmla="*/ 121920 h 264159"/>
              <a:gd name="connsiteX18" fmla="*/ 213360 w 264159"/>
              <a:gd name="connsiteY18" fmla="*/ 91440 h 264159"/>
              <a:gd name="connsiteX19" fmla="*/ 193040 w 264159"/>
              <a:gd name="connsiteY19" fmla="*/ 71120 h 264159"/>
              <a:gd name="connsiteX20" fmla="*/ 71120 w 264159"/>
              <a:gd name="connsiteY20" fmla="*/ 71120 h 264159"/>
              <a:gd name="connsiteX21" fmla="*/ 193040 w 264159"/>
              <a:gd name="connsiteY21" fmla="*/ 111760 h 264159"/>
              <a:gd name="connsiteX22" fmla="*/ 193040 w 264159"/>
              <a:gd name="connsiteY22" fmla="*/ 91440 h 264159"/>
              <a:gd name="connsiteX23" fmla="*/ 71120 w 264159"/>
              <a:gd name="connsiteY23" fmla="*/ 91440 h 264159"/>
              <a:gd name="connsiteX24" fmla="*/ 71120 w 264159"/>
              <a:gd name="connsiteY24" fmla="*/ 111760 h 264159"/>
              <a:gd name="connsiteX25" fmla="*/ 193040 w 264159"/>
              <a:gd name="connsiteY25" fmla="*/ 111760 h 264159"/>
              <a:gd name="connsiteX26" fmla="*/ 71120 w 264159"/>
              <a:gd name="connsiteY26" fmla="*/ 132080 h 264159"/>
              <a:gd name="connsiteX27" fmla="*/ 193040 w 264159"/>
              <a:gd name="connsiteY27" fmla="*/ 132080 h 264159"/>
              <a:gd name="connsiteX28" fmla="*/ 193040 w 264159"/>
              <a:gd name="connsiteY28" fmla="*/ 172720 h 264159"/>
              <a:gd name="connsiteX29" fmla="*/ 71120 w 264159"/>
              <a:gd name="connsiteY29" fmla="*/ 172720 h 264159"/>
              <a:gd name="connsiteX30" fmla="*/ 71120 w 264159"/>
              <a:gd name="connsiteY30" fmla="*/ 132080 h 264159"/>
              <a:gd name="connsiteX31" fmla="*/ 20320 w 264159"/>
              <a:gd name="connsiteY31" fmla="*/ 193040 h 264159"/>
              <a:gd name="connsiteX32" fmla="*/ 10160 w 264159"/>
              <a:gd name="connsiteY32" fmla="*/ 182880 h 264159"/>
              <a:gd name="connsiteX33" fmla="*/ 0 w 264159"/>
              <a:gd name="connsiteY33" fmla="*/ 193040 h 264159"/>
              <a:gd name="connsiteX34" fmla="*/ 0 w 264159"/>
              <a:gd name="connsiteY34" fmla="*/ 243840 h 264159"/>
              <a:gd name="connsiteX35" fmla="*/ 20320 w 264159"/>
              <a:gd name="connsiteY35" fmla="*/ 264160 h 264159"/>
              <a:gd name="connsiteX36" fmla="*/ 71120 w 264159"/>
              <a:gd name="connsiteY36" fmla="*/ 264160 h 264159"/>
              <a:gd name="connsiteX37" fmla="*/ 81280 w 264159"/>
              <a:gd name="connsiteY37" fmla="*/ 254000 h 264159"/>
              <a:gd name="connsiteX38" fmla="*/ 71120 w 264159"/>
              <a:gd name="connsiteY38" fmla="*/ 243840 h 264159"/>
              <a:gd name="connsiteX39" fmla="*/ 20320 w 264159"/>
              <a:gd name="connsiteY39" fmla="*/ 243840 h 264159"/>
              <a:gd name="connsiteX40" fmla="*/ 20320 w 264159"/>
              <a:gd name="connsiteY40" fmla="*/ 193040 h 264159"/>
              <a:gd name="connsiteX41" fmla="*/ 254000 w 264159"/>
              <a:gd name="connsiteY41" fmla="*/ 182880 h 264159"/>
              <a:gd name="connsiteX42" fmla="*/ 243840 w 264159"/>
              <a:gd name="connsiteY42" fmla="*/ 193040 h 264159"/>
              <a:gd name="connsiteX43" fmla="*/ 243840 w 264159"/>
              <a:gd name="connsiteY43" fmla="*/ 243840 h 264159"/>
              <a:gd name="connsiteX44" fmla="*/ 193040 w 264159"/>
              <a:gd name="connsiteY44" fmla="*/ 243840 h 264159"/>
              <a:gd name="connsiteX45" fmla="*/ 182880 w 264159"/>
              <a:gd name="connsiteY45" fmla="*/ 254000 h 264159"/>
              <a:gd name="connsiteX46" fmla="*/ 193040 w 264159"/>
              <a:gd name="connsiteY46" fmla="*/ 264160 h 264159"/>
              <a:gd name="connsiteX47" fmla="*/ 243840 w 264159"/>
              <a:gd name="connsiteY47" fmla="*/ 264160 h 264159"/>
              <a:gd name="connsiteX48" fmla="*/ 264160 w 264159"/>
              <a:gd name="connsiteY48" fmla="*/ 243840 h 264159"/>
              <a:gd name="connsiteX49" fmla="*/ 264160 w 264159"/>
              <a:gd name="connsiteY49" fmla="*/ 193040 h 264159"/>
              <a:gd name="connsiteX50" fmla="*/ 254000 w 264159"/>
              <a:gd name="connsiteY50" fmla="*/ 182880 h 264159"/>
              <a:gd name="connsiteX51" fmla="*/ 243840 w 264159"/>
              <a:gd name="connsiteY51" fmla="*/ 71120 h 264159"/>
              <a:gd name="connsiteX52" fmla="*/ 254000 w 264159"/>
              <a:gd name="connsiteY52" fmla="*/ 81280 h 264159"/>
              <a:gd name="connsiteX53" fmla="*/ 264160 w 264159"/>
              <a:gd name="connsiteY53" fmla="*/ 71120 h 264159"/>
              <a:gd name="connsiteX54" fmla="*/ 264160 w 264159"/>
              <a:gd name="connsiteY54" fmla="*/ 20320 h 264159"/>
              <a:gd name="connsiteX55" fmla="*/ 243840 w 264159"/>
              <a:gd name="connsiteY55" fmla="*/ 0 h 264159"/>
              <a:gd name="connsiteX56" fmla="*/ 193040 w 264159"/>
              <a:gd name="connsiteY56" fmla="*/ 0 h 264159"/>
              <a:gd name="connsiteX57" fmla="*/ 182880 w 264159"/>
              <a:gd name="connsiteY57" fmla="*/ 10160 h 264159"/>
              <a:gd name="connsiteX58" fmla="*/ 193040 w 264159"/>
              <a:gd name="connsiteY58" fmla="*/ 20320 h 264159"/>
              <a:gd name="connsiteX59" fmla="*/ 243840 w 264159"/>
              <a:gd name="connsiteY59" fmla="*/ 20320 h 264159"/>
              <a:gd name="connsiteX60" fmla="*/ 243840 w 264159"/>
              <a:gd name="connsiteY6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64159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7470"/>
                  <a:pt x="5080" y="81280"/>
                  <a:pt x="10160" y="81280"/>
                </a:cubicBezTo>
                <a:close/>
                <a:moveTo>
                  <a:pt x="71120" y="71120"/>
                </a:moveTo>
                <a:cubicBezTo>
                  <a:pt x="59690" y="71120"/>
                  <a:pt x="50800" y="80010"/>
                  <a:pt x="50800" y="91440"/>
                </a:cubicBezTo>
                <a:lnTo>
                  <a:pt x="50800" y="121920"/>
                </a:lnTo>
                <a:lnTo>
                  <a:pt x="50800" y="172720"/>
                </a:lnTo>
                <a:cubicBezTo>
                  <a:pt x="50800" y="184150"/>
                  <a:pt x="59690" y="193040"/>
                  <a:pt x="71120" y="193040"/>
                </a:cubicBezTo>
                <a:lnTo>
                  <a:pt x="193040" y="193040"/>
                </a:lnTo>
                <a:cubicBezTo>
                  <a:pt x="204470" y="193040"/>
                  <a:pt x="213360" y="184150"/>
                  <a:pt x="213360" y="172720"/>
                </a:cubicBezTo>
                <a:lnTo>
                  <a:pt x="213360" y="121920"/>
                </a:lnTo>
                <a:lnTo>
                  <a:pt x="213360" y="91440"/>
                </a:lnTo>
                <a:cubicBezTo>
                  <a:pt x="213360" y="80010"/>
                  <a:pt x="204470" y="71120"/>
                  <a:pt x="193040" y="71120"/>
                </a:cubicBezTo>
                <a:lnTo>
                  <a:pt x="71120" y="71120"/>
                </a:lnTo>
                <a:close/>
                <a:moveTo>
                  <a:pt x="193040" y="111760"/>
                </a:moveTo>
                <a:lnTo>
                  <a:pt x="193040" y="91440"/>
                </a:lnTo>
                <a:lnTo>
                  <a:pt x="71120" y="91440"/>
                </a:lnTo>
                <a:lnTo>
                  <a:pt x="71120" y="111760"/>
                </a:lnTo>
                <a:lnTo>
                  <a:pt x="193040" y="111760"/>
                </a:lnTo>
                <a:close/>
                <a:moveTo>
                  <a:pt x="71120" y="132080"/>
                </a:moveTo>
                <a:lnTo>
                  <a:pt x="193040" y="132080"/>
                </a:lnTo>
                <a:lnTo>
                  <a:pt x="193040" y="172720"/>
                </a:lnTo>
                <a:lnTo>
                  <a:pt x="71120" y="172720"/>
                </a:lnTo>
                <a:lnTo>
                  <a:pt x="71120" y="132080"/>
                </a:ln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4000" y="182880"/>
                </a:moveTo>
                <a:cubicBezTo>
                  <a:pt x="248920" y="182880"/>
                  <a:pt x="243840" y="187960"/>
                  <a:pt x="243840" y="193040"/>
                </a:cubicBezTo>
                <a:lnTo>
                  <a:pt x="243840" y="243840"/>
                </a:lnTo>
                <a:lnTo>
                  <a:pt x="193040" y="243840"/>
                </a:lnTo>
                <a:cubicBezTo>
                  <a:pt x="187960" y="243840"/>
                  <a:pt x="182880" y="248920"/>
                  <a:pt x="182880" y="254000"/>
                </a:cubicBezTo>
                <a:cubicBezTo>
                  <a:pt x="182880" y="259080"/>
                  <a:pt x="187960" y="264160"/>
                  <a:pt x="193040" y="264160"/>
                </a:cubicBezTo>
                <a:lnTo>
                  <a:pt x="243840" y="264160"/>
                </a:lnTo>
                <a:cubicBezTo>
                  <a:pt x="255270" y="264160"/>
                  <a:pt x="264160" y="255270"/>
                  <a:pt x="264160" y="243840"/>
                </a:cubicBezTo>
                <a:lnTo>
                  <a:pt x="264160" y="193040"/>
                </a:lnTo>
                <a:cubicBezTo>
                  <a:pt x="264160" y="187960"/>
                  <a:pt x="259080" y="182880"/>
                  <a:pt x="254000" y="182880"/>
                </a:cubicBezTo>
                <a:close/>
                <a:moveTo>
                  <a:pt x="243840" y="71120"/>
                </a:moveTo>
                <a:cubicBezTo>
                  <a:pt x="243840" y="76200"/>
                  <a:pt x="248920" y="81280"/>
                  <a:pt x="254000" y="81280"/>
                </a:cubicBezTo>
                <a:cubicBezTo>
                  <a:pt x="259080" y="81280"/>
                  <a:pt x="264160" y="76200"/>
                  <a:pt x="264160" y="711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193040" y="0"/>
                </a:lnTo>
                <a:cubicBezTo>
                  <a:pt x="187960" y="0"/>
                  <a:pt x="182880" y="5080"/>
                  <a:pt x="182880" y="10160"/>
                </a:cubicBezTo>
                <a:cubicBezTo>
                  <a:pt x="182880" y="15240"/>
                  <a:pt x="187960" y="20320"/>
                  <a:pt x="193040" y="20320"/>
                </a:cubicBezTo>
                <a:lnTo>
                  <a:pt x="243840" y="20320"/>
                </a:lnTo>
                <a:lnTo>
                  <a:pt x="243840" y="711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0" name="Полилиния: фигура 577">
            <a:extLst>
              <a:ext uri="{FF2B5EF4-FFF2-40B4-BE49-F238E27FC236}">
                <a16:creationId xmlns:a16="http://schemas.microsoft.com/office/drawing/2014/main" id="{A8FA8079-449D-FBE0-6076-37356E039C91}"/>
              </a:ext>
            </a:extLst>
          </p:cNvPr>
          <p:cNvSpPr/>
          <p:nvPr/>
        </p:nvSpPr>
        <p:spPr>
          <a:xfrm>
            <a:off x="1690202" y="2651351"/>
            <a:ext cx="223520" cy="243840"/>
          </a:xfrm>
          <a:custGeom>
            <a:avLst/>
            <a:gdLst>
              <a:gd name="connsiteX0" fmla="*/ 0 w 223520"/>
              <a:gd name="connsiteY0" fmla="*/ 30480 h 243840"/>
              <a:gd name="connsiteX1" fmla="*/ 30480 w 223520"/>
              <a:gd name="connsiteY1" fmla="*/ 0 h 243840"/>
              <a:gd name="connsiteX2" fmla="*/ 76200 w 223520"/>
              <a:gd name="connsiteY2" fmla="*/ 0 h 243840"/>
              <a:gd name="connsiteX3" fmla="*/ 91440 w 223520"/>
              <a:gd name="connsiteY3" fmla="*/ 13970 h 243840"/>
              <a:gd name="connsiteX4" fmla="*/ 111760 w 223520"/>
              <a:gd name="connsiteY4" fmla="*/ 30480 h 243840"/>
              <a:gd name="connsiteX5" fmla="*/ 132080 w 223520"/>
              <a:gd name="connsiteY5" fmla="*/ 13970 h 243840"/>
              <a:gd name="connsiteX6" fmla="*/ 147320 w 223520"/>
              <a:gd name="connsiteY6" fmla="*/ 0 h 243840"/>
              <a:gd name="connsiteX7" fmla="*/ 193040 w 223520"/>
              <a:gd name="connsiteY7" fmla="*/ 0 h 243840"/>
              <a:gd name="connsiteX8" fmla="*/ 223520 w 223520"/>
              <a:gd name="connsiteY8" fmla="*/ 30480 h 243840"/>
              <a:gd name="connsiteX9" fmla="*/ 223520 w 223520"/>
              <a:gd name="connsiteY9" fmla="*/ 152400 h 243840"/>
              <a:gd name="connsiteX10" fmla="*/ 223520 w 223520"/>
              <a:gd name="connsiteY10" fmla="*/ 213360 h 243840"/>
              <a:gd name="connsiteX11" fmla="*/ 193040 w 223520"/>
              <a:gd name="connsiteY11" fmla="*/ 243840 h 243840"/>
              <a:gd name="connsiteX12" fmla="*/ 147320 w 223520"/>
              <a:gd name="connsiteY12" fmla="*/ 243840 h 243840"/>
              <a:gd name="connsiteX13" fmla="*/ 132080 w 223520"/>
              <a:gd name="connsiteY13" fmla="*/ 229870 h 243840"/>
              <a:gd name="connsiteX14" fmla="*/ 111760 w 223520"/>
              <a:gd name="connsiteY14" fmla="*/ 213360 h 243840"/>
              <a:gd name="connsiteX15" fmla="*/ 91440 w 223520"/>
              <a:gd name="connsiteY15" fmla="*/ 229870 h 243840"/>
              <a:gd name="connsiteX16" fmla="*/ 76200 w 223520"/>
              <a:gd name="connsiteY16" fmla="*/ 243840 h 243840"/>
              <a:gd name="connsiteX17" fmla="*/ 30480 w 223520"/>
              <a:gd name="connsiteY17" fmla="*/ 243840 h 243840"/>
              <a:gd name="connsiteX18" fmla="*/ 0 w 223520"/>
              <a:gd name="connsiteY18" fmla="*/ 213360 h 243840"/>
              <a:gd name="connsiteX19" fmla="*/ 0 w 223520"/>
              <a:gd name="connsiteY19" fmla="*/ 152400 h 243840"/>
              <a:gd name="connsiteX20" fmla="*/ 0 w 223520"/>
              <a:gd name="connsiteY20" fmla="*/ 30480 h 243840"/>
              <a:gd name="connsiteX21" fmla="*/ 203200 w 223520"/>
              <a:gd name="connsiteY21" fmla="*/ 142240 h 243840"/>
              <a:gd name="connsiteX22" fmla="*/ 193040 w 223520"/>
              <a:gd name="connsiteY22" fmla="*/ 142240 h 243840"/>
              <a:gd name="connsiteX23" fmla="*/ 182880 w 223520"/>
              <a:gd name="connsiteY23" fmla="*/ 152400 h 243840"/>
              <a:gd name="connsiteX24" fmla="*/ 193040 w 223520"/>
              <a:gd name="connsiteY24" fmla="*/ 162560 h 243840"/>
              <a:gd name="connsiteX25" fmla="*/ 203200 w 223520"/>
              <a:gd name="connsiteY25" fmla="*/ 162560 h 243840"/>
              <a:gd name="connsiteX26" fmla="*/ 203200 w 223520"/>
              <a:gd name="connsiteY26" fmla="*/ 213360 h 243840"/>
              <a:gd name="connsiteX27" fmla="*/ 193040 w 223520"/>
              <a:gd name="connsiteY27" fmla="*/ 223520 h 243840"/>
              <a:gd name="connsiteX28" fmla="*/ 151130 w 223520"/>
              <a:gd name="connsiteY28" fmla="*/ 223520 h 243840"/>
              <a:gd name="connsiteX29" fmla="*/ 111760 w 223520"/>
              <a:gd name="connsiteY29" fmla="*/ 193040 h 243840"/>
              <a:gd name="connsiteX30" fmla="*/ 72390 w 223520"/>
              <a:gd name="connsiteY30" fmla="*/ 223520 h 243840"/>
              <a:gd name="connsiteX31" fmla="*/ 30480 w 223520"/>
              <a:gd name="connsiteY31" fmla="*/ 223520 h 243840"/>
              <a:gd name="connsiteX32" fmla="*/ 20320 w 223520"/>
              <a:gd name="connsiteY32" fmla="*/ 213360 h 243840"/>
              <a:gd name="connsiteX33" fmla="*/ 20320 w 223520"/>
              <a:gd name="connsiteY33" fmla="*/ 162560 h 243840"/>
              <a:gd name="connsiteX34" fmla="*/ 30480 w 223520"/>
              <a:gd name="connsiteY34" fmla="*/ 162560 h 243840"/>
              <a:gd name="connsiteX35" fmla="*/ 40640 w 223520"/>
              <a:gd name="connsiteY35" fmla="*/ 152400 h 243840"/>
              <a:gd name="connsiteX36" fmla="*/ 30480 w 223520"/>
              <a:gd name="connsiteY36" fmla="*/ 142240 h 243840"/>
              <a:gd name="connsiteX37" fmla="*/ 20320 w 223520"/>
              <a:gd name="connsiteY37" fmla="*/ 142240 h 243840"/>
              <a:gd name="connsiteX38" fmla="*/ 20320 w 223520"/>
              <a:gd name="connsiteY38" fmla="*/ 30480 h 243840"/>
              <a:gd name="connsiteX39" fmla="*/ 30480 w 223520"/>
              <a:gd name="connsiteY39" fmla="*/ 20320 h 243840"/>
              <a:gd name="connsiteX40" fmla="*/ 72390 w 223520"/>
              <a:gd name="connsiteY40" fmla="*/ 20320 h 243840"/>
              <a:gd name="connsiteX41" fmla="*/ 111760 w 223520"/>
              <a:gd name="connsiteY41" fmla="*/ 50800 h 243840"/>
              <a:gd name="connsiteX42" fmla="*/ 151130 w 223520"/>
              <a:gd name="connsiteY42" fmla="*/ 20320 h 243840"/>
              <a:gd name="connsiteX43" fmla="*/ 193040 w 223520"/>
              <a:gd name="connsiteY43" fmla="*/ 20320 h 243840"/>
              <a:gd name="connsiteX44" fmla="*/ 203200 w 223520"/>
              <a:gd name="connsiteY44" fmla="*/ 30480 h 243840"/>
              <a:gd name="connsiteX45" fmla="*/ 203200 w 223520"/>
              <a:gd name="connsiteY45" fmla="*/ 142240 h 243840"/>
              <a:gd name="connsiteX46" fmla="*/ 71120 w 223520"/>
              <a:gd name="connsiteY46" fmla="*/ 142240 h 243840"/>
              <a:gd name="connsiteX47" fmla="*/ 60960 w 223520"/>
              <a:gd name="connsiteY47" fmla="*/ 152400 h 243840"/>
              <a:gd name="connsiteX48" fmla="*/ 71120 w 223520"/>
              <a:gd name="connsiteY48" fmla="*/ 162560 h 243840"/>
              <a:gd name="connsiteX49" fmla="*/ 91440 w 223520"/>
              <a:gd name="connsiteY49" fmla="*/ 162560 h 243840"/>
              <a:gd name="connsiteX50" fmla="*/ 101600 w 223520"/>
              <a:gd name="connsiteY50" fmla="*/ 152400 h 243840"/>
              <a:gd name="connsiteX51" fmla="*/ 91440 w 223520"/>
              <a:gd name="connsiteY51" fmla="*/ 142240 h 243840"/>
              <a:gd name="connsiteX52" fmla="*/ 71120 w 223520"/>
              <a:gd name="connsiteY52" fmla="*/ 142240 h 243840"/>
              <a:gd name="connsiteX53" fmla="*/ 121920 w 223520"/>
              <a:gd name="connsiteY53" fmla="*/ 152400 h 243840"/>
              <a:gd name="connsiteX54" fmla="*/ 132080 w 223520"/>
              <a:gd name="connsiteY54" fmla="*/ 142240 h 243840"/>
              <a:gd name="connsiteX55" fmla="*/ 152400 w 223520"/>
              <a:gd name="connsiteY55" fmla="*/ 142240 h 243840"/>
              <a:gd name="connsiteX56" fmla="*/ 162560 w 223520"/>
              <a:gd name="connsiteY56" fmla="*/ 152400 h 243840"/>
              <a:gd name="connsiteX57" fmla="*/ 152400 w 223520"/>
              <a:gd name="connsiteY57" fmla="*/ 162560 h 243840"/>
              <a:gd name="connsiteX58" fmla="*/ 132080 w 223520"/>
              <a:gd name="connsiteY58" fmla="*/ 162560 h 243840"/>
              <a:gd name="connsiteX59" fmla="*/ 121920 w 223520"/>
              <a:gd name="connsiteY5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23520" h="24384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76200" y="0"/>
                </a:lnTo>
                <a:cubicBezTo>
                  <a:pt x="85090" y="0"/>
                  <a:pt x="90170" y="6350"/>
                  <a:pt x="91440" y="13970"/>
                </a:cubicBezTo>
                <a:cubicBezTo>
                  <a:pt x="92710" y="24130"/>
                  <a:pt x="101600" y="30480"/>
                  <a:pt x="111760" y="30480"/>
                </a:cubicBezTo>
                <a:cubicBezTo>
                  <a:pt x="121920" y="30480"/>
                  <a:pt x="130810" y="24130"/>
                  <a:pt x="132080" y="13970"/>
                </a:cubicBezTo>
                <a:cubicBezTo>
                  <a:pt x="133350" y="7620"/>
                  <a:pt x="138430" y="0"/>
                  <a:pt x="14732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152400"/>
                </a:lnTo>
                <a:lnTo>
                  <a:pt x="223520" y="213360"/>
                </a:lnTo>
                <a:cubicBezTo>
                  <a:pt x="223520" y="229870"/>
                  <a:pt x="209550" y="243840"/>
                  <a:pt x="193040" y="243840"/>
                </a:cubicBezTo>
                <a:lnTo>
                  <a:pt x="147320" y="243840"/>
                </a:lnTo>
                <a:cubicBezTo>
                  <a:pt x="138430" y="243840"/>
                  <a:pt x="133350" y="237490"/>
                  <a:pt x="132080" y="229870"/>
                </a:cubicBezTo>
                <a:cubicBezTo>
                  <a:pt x="130810" y="219710"/>
                  <a:pt x="121920" y="213360"/>
                  <a:pt x="111760" y="213360"/>
                </a:cubicBezTo>
                <a:cubicBezTo>
                  <a:pt x="101600" y="213360"/>
                  <a:pt x="92710" y="219710"/>
                  <a:pt x="91440" y="229870"/>
                </a:cubicBezTo>
                <a:cubicBezTo>
                  <a:pt x="90170" y="236220"/>
                  <a:pt x="85090" y="243840"/>
                  <a:pt x="7620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152400"/>
                </a:lnTo>
                <a:lnTo>
                  <a:pt x="0" y="30480"/>
                </a:lnTo>
                <a:close/>
                <a:moveTo>
                  <a:pt x="203200" y="142240"/>
                </a:moveTo>
                <a:lnTo>
                  <a:pt x="193040" y="142240"/>
                </a:lnTo>
                <a:cubicBezTo>
                  <a:pt x="187960" y="142240"/>
                  <a:pt x="182880" y="147320"/>
                  <a:pt x="182880" y="152400"/>
                </a:cubicBezTo>
                <a:cubicBezTo>
                  <a:pt x="182880" y="157480"/>
                  <a:pt x="187960" y="162560"/>
                  <a:pt x="193040" y="162560"/>
                </a:cubicBezTo>
                <a:lnTo>
                  <a:pt x="203200" y="162560"/>
                </a:lnTo>
                <a:lnTo>
                  <a:pt x="203200" y="213360"/>
                </a:lnTo>
                <a:cubicBezTo>
                  <a:pt x="203200" y="218440"/>
                  <a:pt x="198120" y="223520"/>
                  <a:pt x="193040" y="223520"/>
                </a:cubicBezTo>
                <a:lnTo>
                  <a:pt x="151130" y="223520"/>
                </a:lnTo>
                <a:cubicBezTo>
                  <a:pt x="146050" y="203200"/>
                  <a:pt x="128270" y="193040"/>
                  <a:pt x="111760" y="193040"/>
                </a:cubicBezTo>
                <a:cubicBezTo>
                  <a:pt x="95250" y="193040"/>
                  <a:pt x="77470" y="203200"/>
                  <a:pt x="7239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162560"/>
                </a:lnTo>
                <a:lnTo>
                  <a:pt x="30480" y="162560"/>
                </a:lnTo>
                <a:cubicBezTo>
                  <a:pt x="35560" y="162560"/>
                  <a:pt x="40640" y="157480"/>
                  <a:pt x="40640" y="152400"/>
                </a:cubicBezTo>
                <a:cubicBezTo>
                  <a:pt x="40640" y="147320"/>
                  <a:pt x="35560" y="142240"/>
                  <a:pt x="30480" y="142240"/>
                </a:cubicBezTo>
                <a:lnTo>
                  <a:pt x="20320" y="142240"/>
                </a:ln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72390" y="20320"/>
                </a:lnTo>
                <a:cubicBezTo>
                  <a:pt x="77470" y="40640"/>
                  <a:pt x="95250" y="50800"/>
                  <a:pt x="111760" y="50800"/>
                </a:cubicBezTo>
                <a:cubicBezTo>
                  <a:pt x="128270" y="50800"/>
                  <a:pt x="146050" y="40640"/>
                  <a:pt x="15113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142240"/>
                </a:lnTo>
                <a:close/>
                <a:moveTo>
                  <a:pt x="71120" y="142240"/>
                </a:moveTo>
                <a:cubicBezTo>
                  <a:pt x="66040" y="142240"/>
                  <a:pt x="60960" y="147320"/>
                  <a:pt x="60960" y="152400"/>
                </a:cubicBezTo>
                <a:cubicBezTo>
                  <a:pt x="60960" y="157480"/>
                  <a:pt x="66040" y="162560"/>
                  <a:pt x="71120" y="162560"/>
                </a:cubicBezTo>
                <a:lnTo>
                  <a:pt x="91440" y="162560"/>
                </a:lnTo>
                <a:cubicBezTo>
                  <a:pt x="96520" y="162560"/>
                  <a:pt x="101600" y="157480"/>
                  <a:pt x="101600" y="152400"/>
                </a:cubicBezTo>
                <a:cubicBezTo>
                  <a:pt x="101600" y="147320"/>
                  <a:pt x="96520" y="142240"/>
                  <a:pt x="91440" y="142240"/>
                </a:cubicBezTo>
                <a:lnTo>
                  <a:pt x="71120" y="142240"/>
                </a:lnTo>
                <a:close/>
                <a:moveTo>
                  <a:pt x="121920" y="152400"/>
                </a:moveTo>
                <a:cubicBezTo>
                  <a:pt x="121920" y="147320"/>
                  <a:pt x="127000" y="142240"/>
                  <a:pt x="132080" y="142240"/>
                </a:cubicBezTo>
                <a:lnTo>
                  <a:pt x="152400" y="142240"/>
                </a:lnTo>
                <a:cubicBezTo>
                  <a:pt x="157480" y="142240"/>
                  <a:pt x="162560" y="147320"/>
                  <a:pt x="162560" y="152400"/>
                </a:cubicBezTo>
                <a:cubicBezTo>
                  <a:pt x="162560" y="157480"/>
                  <a:pt x="157480" y="162560"/>
                  <a:pt x="152400" y="162560"/>
                </a:cubicBezTo>
                <a:lnTo>
                  <a:pt x="132080" y="162560"/>
                </a:lnTo>
                <a:cubicBezTo>
                  <a:pt x="127000" y="162560"/>
                  <a:pt x="121920" y="157480"/>
                  <a:pt x="121920" y="15240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1" name="Полилиния: фигура 580">
            <a:extLst>
              <a:ext uri="{FF2B5EF4-FFF2-40B4-BE49-F238E27FC236}">
                <a16:creationId xmlns:a16="http://schemas.microsoft.com/office/drawing/2014/main" id="{F93179F5-A181-E867-DEA3-F9795C307756}"/>
              </a:ext>
            </a:extLst>
          </p:cNvPr>
          <p:cNvSpPr/>
          <p:nvPr/>
        </p:nvSpPr>
        <p:spPr>
          <a:xfrm>
            <a:off x="7874542" y="2651351"/>
            <a:ext cx="243840" cy="242569"/>
          </a:xfrm>
          <a:custGeom>
            <a:avLst/>
            <a:gdLst>
              <a:gd name="connsiteX0" fmla="*/ 133350 w 243840"/>
              <a:gd name="connsiteY0" fmla="*/ 0 h 242569"/>
              <a:gd name="connsiteX1" fmla="*/ 121920 w 243840"/>
              <a:gd name="connsiteY1" fmla="*/ 11430 h 242569"/>
              <a:gd name="connsiteX2" fmla="*/ 121920 w 243840"/>
              <a:gd name="connsiteY2" fmla="*/ 110490 h 242569"/>
              <a:gd name="connsiteX3" fmla="*/ 133350 w 243840"/>
              <a:gd name="connsiteY3" fmla="*/ 121920 h 242569"/>
              <a:gd name="connsiteX4" fmla="*/ 232410 w 243840"/>
              <a:gd name="connsiteY4" fmla="*/ 121920 h 242569"/>
              <a:gd name="connsiteX5" fmla="*/ 243840 w 243840"/>
              <a:gd name="connsiteY5" fmla="*/ 110490 h 242569"/>
              <a:gd name="connsiteX6" fmla="*/ 133350 w 243840"/>
              <a:gd name="connsiteY6" fmla="*/ 0 h 242569"/>
              <a:gd name="connsiteX7" fmla="*/ 142240 w 243840"/>
              <a:gd name="connsiteY7" fmla="*/ 101600 h 242569"/>
              <a:gd name="connsiteX8" fmla="*/ 142240 w 243840"/>
              <a:gd name="connsiteY8" fmla="*/ 21590 h 242569"/>
              <a:gd name="connsiteX9" fmla="*/ 222250 w 243840"/>
              <a:gd name="connsiteY9" fmla="*/ 101600 h 242569"/>
              <a:gd name="connsiteX10" fmla="*/ 142240 w 243840"/>
              <a:gd name="connsiteY10" fmla="*/ 101600 h 242569"/>
              <a:gd name="connsiteX11" fmla="*/ 93980 w 243840"/>
              <a:gd name="connsiteY11" fmla="*/ 24130 h 242569"/>
              <a:gd name="connsiteX12" fmla="*/ 101600 w 243840"/>
              <a:gd name="connsiteY12" fmla="*/ 11430 h 242569"/>
              <a:gd name="connsiteX13" fmla="*/ 88900 w 243840"/>
              <a:gd name="connsiteY13" fmla="*/ 3810 h 242569"/>
              <a:gd name="connsiteX14" fmla="*/ 0 w 243840"/>
              <a:gd name="connsiteY14" fmla="*/ 120650 h 242569"/>
              <a:gd name="connsiteX15" fmla="*/ 121920 w 243840"/>
              <a:gd name="connsiteY15" fmla="*/ 242570 h 242569"/>
              <a:gd name="connsiteX16" fmla="*/ 238760 w 243840"/>
              <a:gd name="connsiteY16" fmla="*/ 153670 h 242569"/>
              <a:gd name="connsiteX17" fmla="*/ 231140 w 243840"/>
              <a:gd name="connsiteY17" fmla="*/ 140970 h 242569"/>
              <a:gd name="connsiteX18" fmla="*/ 218440 w 243840"/>
              <a:gd name="connsiteY18" fmla="*/ 148590 h 242569"/>
              <a:gd name="connsiteX19" fmla="*/ 120650 w 243840"/>
              <a:gd name="connsiteY19" fmla="*/ 222250 h 242569"/>
              <a:gd name="connsiteX20" fmla="*/ 19050 w 243840"/>
              <a:gd name="connsiteY20" fmla="*/ 120650 h 242569"/>
              <a:gd name="connsiteX21" fmla="*/ 93980 w 243840"/>
              <a:gd name="connsiteY21" fmla="*/ 24130 h 242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43840" h="242569">
                <a:moveTo>
                  <a:pt x="133350" y="0"/>
                </a:moveTo>
                <a:cubicBezTo>
                  <a:pt x="127000" y="0"/>
                  <a:pt x="121920" y="5080"/>
                  <a:pt x="121920" y="11430"/>
                </a:cubicBezTo>
                <a:lnTo>
                  <a:pt x="121920" y="110490"/>
                </a:lnTo>
                <a:cubicBezTo>
                  <a:pt x="121920" y="116840"/>
                  <a:pt x="127000" y="121920"/>
                  <a:pt x="133350" y="121920"/>
                </a:cubicBezTo>
                <a:lnTo>
                  <a:pt x="232410" y="121920"/>
                </a:lnTo>
                <a:cubicBezTo>
                  <a:pt x="238760" y="121920"/>
                  <a:pt x="243840" y="116840"/>
                  <a:pt x="243840" y="110490"/>
                </a:cubicBezTo>
                <a:cubicBezTo>
                  <a:pt x="243840" y="55880"/>
                  <a:pt x="199390" y="1270"/>
                  <a:pt x="133350" y="0"/>
                </a:cubicBezTo>
                <a:close/>
                <a:moveTo>
                  <a:pt x="142240" y="101600"/>
                </a:moveTo>
                <a:lnTo>
                  <a:pt x="142240" y="21590"/>
                </a:lnTo>
                <a:cubicBezTo>
                  <a:pt x="186690" y="26670"/>
                  <a:pt x="218440" y="63500"/>
                  <a:pt x="222250" y="101600"/>
                </a:cubicBezTo>
                <a:lnTo>
                  <a:pt x="142240" y="101600"/>
                </a:lnTo>
                <a:close/>
                <a:moveTo>
                  <a:pt x="93980" y="24130"/>
                </a:moveTo>
                <a:cubicBezTo>
                  <a:pt x="99060" y="22860"/>
                  <a:pt x="102870" y="16510"/>
                  <a:pt x="101600" y="11430"/>
                </a:cubicBezTo>
                <a:cubicBezTo>
                  <a:pt x="100330" y="6350"/>
                  <a:pt x="93980" y="2540"/>
                  <a:pt x="88900" y="3810"/>
                </a:cubicBezTo>
                <a:cubicBezTo>
                  <a:pt x="38100" y="17780"/>
                  <a:pt x="0" y="64770"/>
                  <a:pt x="0" y="120650"/>
                </a:cubicBezTo>
                <a:cubicBezTo>
                  <a:pt x="0" y="187960"/>
                  <a:pt x="54610" y="242570"/>
                  <a:pt x="121920" y="242570"/>
                </a:cubicBezTo>
                <a:cubicBezTo>
                  <a:pt x="177800" y="242570"/>
                  <a:pt x="224790" y="205740"/>
                  <a:pt x="238760" y="153670"/>
                </a:cubicBezTo>
                <a:cubicBezTo>
                  <a:pt x="240030" y="148590"/>
                  <a:pt x="237490" y="142240"/>
                  <a:pt x="231140" y="140970"/>
                </a:cubicBezTo>
                <a:cubicBezTo>
                  <a:pt x="226060" y="139700"/>
                  <a:pt x="219710" y="142240"/>
                  <a:pt x="218440" y="148590"/>
                </a:cubicBezTo>
                <a:cubicBezTo>
                  <a:pt x="207010" y="191770"/>
                  <a:pt x="167640" y="222250"/>
                  <a:pt x="120650" y="222250"/>
                </a:cubicBezTo>
                <a:cubicBezTo>
                  <a:pt x="64770" y="222250"/>
                  <a:pt x="19050" y="176530"/>
                  <a:pt x="19050" y="120650"/>
                </a:cubicBezTo>
                <a:cubicBezTo>
                  <a:pt x="20320" y="74930"/>
                  <a:pt x="52070" y="36830"/>
                  <a:pt x="93980" y="241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3" name="Полилиния: фигура 583">
            <a:extLst>
              <a:ext uri="{FF2B5EF4-FFF2-40B4-BE49-F238E27FC236}">
                <a16:creationId xmlns:a16="http://schemas.microsoft.com/office/drawing/2014/main" id="{CBC54CC4-98BE-F135-696B-585BB1E9965C}"/>
              </a:ext>
            </a:extLst>
          </p:cNvPr>
          <p:cNvSpPr/>
          <p:nvPr/>
        </p:nvSpPr>
        <p:spPr>
          <a:xfrm>
            <a:off x="7315742" y="2651351"/>
            <a:ext cx="243840" cy="233680"/>
          </a:xfrm>
          <a:custGeom>
            <a:avLst/>
            <a:gdLst>
              <a:gd name="connsiteX0" fmla="*/ 20320 w 243840"/>
              <a:gd name="connsiteY0" fmla="*/ 10160 h 233680"/>
              <a:gd name="connsiteX1" fmla="*/ 10160 w 243840"/>
              <a:gd name="connsiteY1" fmla="*/ 0 h 233680"/>
              <a:gd name="connsiteX2" fmla="*/ 0 w 243840"/>
              <a:gd name="connsiteY2" fmla="*/ 10160 h 233680"/>
              <a:gd name="connsiteX3" fmla="*/ 0 w 243840"/>
              <a:gd name="connsiteY3" fmla="*/ 222250 h 233680"/>
              <a:gd name="connsiteX4" fmla="*/ 11430 w 243840"/>
              <a:gd name="connsiteY4" fmla="*/ 233680 h 233680"/>
              <a:gd name="connsiteX5" fmla="*/ 233680 w 243840"/>
              <a:gd name="connsiteY5" fmla="*/ 233680 h 233680"/>
              <a:gd name="connsiteX6" fmla="*/ 243840 w 243840"/>
              <a:gd name="connsiteY6" fmla="*/ 223520 h 233680"/>
              <a:gd name="connsiteX7" fmla="*/ 233680 w 243840"/>
              <a:gd name="connsiteY7" fmla="*/ 213360 h 233680"/>
              <a:gd name="connsiteX8" fmla="*/ 20320 w 243840"/>
              <a:gd name="connsiteY8" fmla="*/ 213360 h 233680"/>
              <a:gd name="connsiteX9" fmla="*/ 20320 w 243840"/>
              <a:gd name="connsiteY9" fmla="*/ 10160 h 233680"/>
              <a:gd name="connsiteX10" fmla="*/ 222250 w 243840"/>
              <a:gd name="connsiteY10" fmla="*/ 45720 h 233680"/>
              <a:gd name="connsiteX11" fmla="*/ 218440 w 243840"/>
              <a:gd name="connsiteY11" fmla="*/ 31750 h 233680"/>
              <a:gd name="connsiteX12" fmla="*/ 204470 w 243840"/>
              <a:gd name="connsiteY12" fmla="*/ 35560 h 233680"/>
              <a:gd name="connsiteX13" fmla="*/ 160020 w 243840"/>
              <a:gd name="connsiteY13" fmla="*/ 115570 h 233680"/>
              <a:gd name="connsiteX14" fmla="*/ 139700 w 243840"/>
              <a:gd name="connsiteY14" fmla="*/ 95250 h 233680"/>
              <a:gd name="connsiteX15" fmla="*/ 121920 w 243840"/>
              <a:gd name="connsiteY15" fmla="*/ 97790 h 233680"/>
              <a:gd name="connsiteX16" fmla="*/ 93980 w 243840"/>
              <a:gd name="connsiteY16" fmla="*/ 146050 h 233680"/>
              <a:gd name="connsiteX17" fmla="*/ 83820 w 243840"/>
              <a:gd name="connsiteY17" fmla="*/ 135890 h 233680"/>
              <a:gd name="connsiteX18" fmla="*/ 66040 w 243840"/>
              <a:gd name="connsiteY18" fmla="*/ 138430 h 233680"/>
              <a:gd name="connsiteX19" fmla="*/ 41910 w 243840"/>
              <a:gd name="connsiteY19" fmla="*/ 177800 h 233680"/>
              <a:gd name="connsiteX20" fmla="*/ 45720 w 243840"/>
              <a:gd name="connsiteY20" fmla="*/ 191770 h 233680"/>
              <a:gd name="connsiteX21" fmla="*/ 59690 w 243840"/>
              <a:gd name="connsiteY21" fmla="*/ 187960 h 233680"/>
              <a:gd name="connsiteX22" fmla="*/ 78740 w 243840"/>
              <a:gd name="connsiteY22" fmla="*/ 158750 h 233680"/>
              <a:gd name="connsiteX23" fmla="*/ 88900 w 243840"/>
              <a:gd name="connsiteY23" fmla="*/ 168910 h 233680"/>
              <a:gd name="connsiteX24" fmla="*/ 106680 w 243840"/>
              <a:gd name="connsiteY24" fmla="*/ 166370 h 233680"/>
              <a:gd name="connsiteX25" fmla="*/ 134620 w 243840"/>
              <a:gd name="connsiteY25" fmla="*/ 118110 h 233680"/>
              <a:gd name="connsiteX26" fmla="*/ 154940 w 243840"/>
              <a:gd name="connsiteY26" fmla="*/ 138430 h 233680"/>
              <a:gd name="connsiteX27" fmla="*/ 172720 w 243840"/>
              <a:gd name="connsiteY27" fmla="*/ 135890 h 233680"/>
              <a:gd name="connsiteX28" fmla="*/ 222250 w 243840"/>
              <a:gd name="connsiteY28" fmla="*/ 4572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43840" h="233680">
                <a:moveTo>
                  <a:pt x="20320" y="10160"/>
                </a:moveTo>
                <a:cubicBezTo>
                  <a:pt x="20320" y="5080"/>
                  <a:pt x="15240" y="0"/>
                  <a:pt x="10160" y="0"/>
                </a:cubicBezTo>
                <a:cubicBezTo>
                  <a:pt x="5080" y="0"/>
                  <a:pt x="0" y="5080"/>
                  <a:pt x="0" y="10160"/>
                </a:cubicBezTo>
                <a:lnTo>
                  <a:pt x="0" y="222250"/>
                </a:lnTo>
                <a:cubicBezTo>
                  <a:pt x="0" y="228600"/>
                  <a:pt x="5080" y="233680"/>
                  <a:pt x="11430" y="233680"/>
                </a:cubicBezTo>
                <a:lnTo>
                  <a:pt x="233680" y="233680"/>
                </a:lnTo>
                <a:cubicBezTo>
                  <a:pt x="238760" y="233680"/>
                  <a:pt x="243840" y="228600"/>
                  <a:pt x="243840" y="223520"/>
                </a:cubicBezTo>
                <a:cubicBezTo>
                  <a:pt x="243840" y="218440"/>
                  <a:pt x="238760" y="213360"/>
                  <a:pt x="233680" y="213360"/>
                </a:cubicBezTo>
                <a:lnTo>
                  <a:pt x="20320" y="213360"/>
                </a:lnTo>
                <a:lnTo>
                  <a:pt x="20320" y="10160"/>
                </a:lnTo>
                <a:close/>
                <a:moveTo>
                  <a:pt x="222250" y="45720"/>
                </a:moveTo>
                <a:cubicBezTo>
                  <a:pt x="224790" y="40640"/>
                  <a:pt x="223520" y="34290"/>
                  <a:pt x="218440" y="31750"/>
                </a:cubicBezTo>
                <a:cubicBezTo>
                  <a:pt x="213360" y="29210"/>
                  <a:pt x="207010" y="30480"/>
                  <a:pt x="204470" y="35560"/>
                </a:cubicBezTo>
                <a:lnTo>
                  <a:pt x="160020" y="115570"/>
                </a:lnTo>
                <a:lnTo>
                  <a:pt x="139700" y="95250"/>
                </a:lnTo>
                <a:cubicBezTo>
                  <a:pt x="134620" y="90170"/>
                  <a:pt x="125730" y="91440"/>
                  <a:pt x="121920" y="97790"/>
                </a:cubicBezTo>
                <a:lnTo>
                  <a:pt x="93980" y="146050"/>
                </a:lnTo>
                <a:lnTo>
                  <a:pt x="83820" y="135890"/>
                </a:lnTo>
                <a:cubicBezTo>
                  <a:pt x="78740" y="130810"/>
                  <a:pt x="69850" y="132080"/>
                  <a:pt x="66040" y="138430"/>
                </a:cubicBezTo>
                <a:lnTo>
                  <a:pt x="41910" y="177800"/>
                </a:lnTo>
                <a:cubicBezTo>
                  <a:pt x="39370" y="182880"/>
                  <a:pt x="40640" y="189230"/>
                  <a:pt x="45720" y="191770"/>
                </a:cubicBezTo>
                <a:cubicBezTo>
                  <a:pt x="50800" y="194310"/>
                  <a:pt x="57150" y="193040"/>
                  <a:pt x="59690" y="187960"/>
                </a:cubicBezTo>
                <a:lnTo>
                  <a:pt x="78740" y="158750"/>
                </a:lnTo>
                <a:lnTo>
                  <a:pt x="88900" y="168910"/>
                </a:lnTo>
                <a:cubicBezTo>
                  <a:pt x="93980" y="173990"/>
                  <a:pt x="102870" y="172720"/>
                  <a:pt x="106680" y="166370"/>
                </a:cubicBezTo>
                <a:lnTo>
                  <a:pt x="134620" y="118110"/>
                </a:lnTo>
                <a:lnTo>
                  <a:pt x="154940" y="138430"/>
                </a:lnTo>
                <a:cubicBezTo>
                  <a:pt x="160020" y="143510"/>
                  <a:pt x="168910" y="142240"/>
                  <a:pt x="172720" y="135890"/>
                </a:cubicBezTo>
                <a:lnTo>
                  <a:pt x="222250" y="457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5" name="Полилиния: фигура 587">
            <a:extLst>
              <a:ext uri="{FF2B5EF4-FFF2-40B4-BE49-F238E27FC236}">
                <a16:creationId xmlns:a16="http://schemas.microsoft.com/office/drawing/2014/main" id="{B35F0F88-D718-401E-B1DA-85129C60D89A}"/>
              </a:ext>
            </a:extLst>
          </p:cNvPr>
          <p:cNvSpPr/>
          <p:nvPr/>
        </p:nvSpPr>
        <p:spPr>
          <a:xfrm>
            <a:off x="3911431" y="2660559"/>
            <a:ext cx="252729" cy="220662"/>
          </a:xfrm>
          <a:custGeom>
            <a:avLst/>
            <a:gdLst>
              <a:gd name="connsiteX0" fmla="*/ 210820 w 252729"/>
              <a:gd name="connsiteY0" fmla="*/ 22542 h 220662"/>
              <a:gd name="connsiteX1" fmla="*/ 224790 w 252729"/>
              <a:gd name="connsiteY1" fmla="*/ 22542 h 220662"/>
              <a:gd name="connsiteX2" fmla="*/ 226060 w 252729"/>
              <a:gd name="connsiteY2" fmla="*/ 23812 h 220662"/>
              <a:gd name="connsiteX3" fmla="*/ 226060 w 252729"/>
              <a:gd name="connsiteY3" fmla="*/ 39053 h 220662"/>
              <a:gd name="connsiteX4" fmla="*/ 109220 w 252729"/>
              <a:gd name="connsiteY4" fmla="*/ 139383 h 220662"/>
              <a:gd name="connsiteX5" fmla="*/ 95250 w 252729"/>
              <a:gd name="connsiteY5" fmla="*/ 139383 h 220662"/>
              <a:gd name="connsiteX6" fmla="*/ 210820 w 252729"/>
              <a:gd name="connsiteY6" fmla="*/ 22542 h 220662"/>
              <a:gd name="connsiteX7" fmla="*/ 238760 w 252729"/>
              <a:gd name="connsiteY7" fmla="*/ 8573 h 220662"/>
              <a:gd name="connsiteX8" fmla="*/ 195580 w 252729"/>
              <a:gd name="connsiteY8" fmla="*/ 8573 h 220662"/>
              <a:gd name="connsiteX9" fmla="*/ 73660 w 252729"/>
              <a:gd name="connsiteY9" fmla="*/ 130492 h 220662"/>
              <a:gd name="connsiteX10" fmla="*/ 5080 w 252729"/>
              <a:gd name="connsiteY10" fmla="*/ 193993 h 220662"/>
              <a:gd name="connsiteX11" fmla="*/ 1270 w 252729"/>
              <a:gd name="connsiteY11" fmla="*/ 210503 h 220662"/>
              <a:gd name="connsiteX12" fmla="*/ 15240 w 252729"/>
              <a:gd name="connsiteY12" fmla="*/ 220662 h 220662"/>
              <a:gd name="connsiteX13" fmla="*/ 76200 w 252729"/>
              <a:gd name="connsiteY13" fmla="*/ 202883 h 220662"/>
              <a:gd name="connsiteX14" fmla="*/ 104140 w 252729"/>
              <a:gd name="connsiteY14" fmla="*/ 162243 h 220662"/>
              <a:gd name="connsiteX15" fmla="*/ 121920 w 252729"/>
              <a:gd name="connsiteY15" fmla="*/ 154623 h 220662"/>
              <a:gd name="connsiteX16" fmla="*/ 238760 w 252729"/>
              <a:gd name="connsiteY16" fmla="*/ 54292 h 220662"/>
              <a:gd name="connsiteX17" fmla="*/ 238760 w 252729"/>
              <a:gd name="connsiteY17" fmla="*/ 8573 h 220662"/>
              <a:gd name="connsiteX18" fmla="*/ 238760 w 252729"/>
              <a:gd name="connsiteY18" fmla="*/ 8573 h 220662"/>
              <a:gd name="connsiteX19" fmla="*/ 85090 w 252729"/>
              <a:gd name="connsiteY19" fmla="*/ 155893 h 220662"/>
              <a:gd name="connsiteX20" fmla="*/ 80010 w 252729"/>
              <a:gd name="connsiteY20" fmla="*/ 152083 h 220662"/>
              <a:gd name="connsiteX21" fmla="*/ 80010 w 252729"/>
              <a:gd name="connsiteY21" fmla="*/ 152083 h 220662"/>
              <a:gd name="connsiteX22" fmla="*/ 30480 w 252729"/>
              <a:gd name="connsiteY22" fmla="*/ 199073 h 220662"/>
              <a:gd name="connsiteX23" fmla="*/ 63500 w 252729"/>
              <a:gd name="connsiteY23" fmla="*/ 186373 h 220662"/>
              <a:gd name="connsiteX24" fmla="*/ 85090 w 252729"/>
              <a:gd name="connsiteY24" fmla="*/ 155893 h 220662"/>
              <a:gd name="connsiteX25" fmla="*/ 110490 w 252729"/>
              <a:gd name="connsiteY25" fmla="*/ 204153 h 220662"/>
              <a:gd name="connsiteX26" fmla="*/ 120650 w 252729"/>
              <a:gd name="connsiteY26" fmla="*/ 193993 h 220662"/>
              <a:gd name="connsiteX27" fmla="*/ 161290 w 252729"/>
              <a:gd name="connsiteY27" fmla="*/ 193993 h 220662"/>
              <a:gd name="connsiteX28" fmla="*/ 171450 w 252729"/>
              <a:gd name="connsiteY28" fmla="*/ 204153 h 220662"/>
              <a:gd name="connsiteX29" fmla="*/ 161290 w 252729"/>
              <a:gd name="connsiteY29" fmla="*/ 214312 h 220662"/>
              <a:gd name="connsiteX30" fmla="*/ 120650 w 252729"/>
              <a:gd name="connsiteY30" fmla="*/ 214312 h 220662"/>
              <a:gd name="connsiteX31" fmla="*/ 110490 w 252729"/>
              <a:gd name="connsiteY31" fmla="*/ 204153 h 220662"/>
              <a:gd name="connsiteX32" fmla="*/ 201930 w 252729"/>
              <a:gd name="connsiteY32" fmla="*/ 193993 h 220662"/>
              <a:gd name="connsiteX33" fmla="*/ 191770 w 252729"/>
              <a:gd name="connsiteY33" fmla="*/ 204153 h 220662"/>
              <a:gd name="connsiteX34" fmla="*/ 201930 w 252729"/>
              <a:gd name="connsiteY34" fmla="*/ 214312 h 220662"/>
              <a:gd name="connsiteX35" fmla="*/ 242570 w 252729"/>
              <a:gd name="connsiteY35" fmla="*/ 214312 h 220662"/>
              <a:gd name="connsiteX36" fmla="*/ 252730 w 252729"/>
              <a:gd name="connsiteY36" fmla="*/ 204153 h 220662"/>
              <a:gd name="connsiteX37" fmla="*/ 242570 w 252729"/>
              <a:gd name="connsiteY37" fmla="*/ 193993 h 220662"/>
              <a:gd name="connsiteX38" fmla="*/ 201930 w 252729"/>
              <a:gd name="connsiteY38" fmla="*/ 193993 h 22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52729" h="220662">
                <a:moveTo>
                  <a:pt x="210820" y="22542"/>
                </a:moveTo>
                <a:cubicBezTo>
                  <a:pt x="214630" y="18733"/>
                  <a:pt x="220980" y="18733"/>
                  <a:pt x="224790" y="22542"/>
                </a:cubicBezTo>
                <a:lnTo>
                  <a:pt x="226060" y="23812"/>
                </a:lnTo>
                <a:cubicBezTo>
                  <a:pt x="229870" y="27623"/>
                  <a:pt x="229870" y="35242"/>
                  <a:pt x="226060" y="39053"/>
                </a:cubicBezTo>
                <a:lnTo>
                  <a:pt x="109220" y="139383"/>
                </a:lnTo>
                <a:cubicBezTo>
                  <a:pt x="105410" y="143193"/>
                  <a:pt x="99060" y="143193"/>
                  <a:pt x="95250" y="139383"/>
                </a:cubicBezTo>
                <a:lnTo>
                  <a:pt x="210820" y="22542"/>
                </a:lnTo>
                <a:close/>
                <a:moveTo>
                  <a:pt x="238760" y="8573"/>
                </a:moveTo>
                <a:cubicBezTo>
                  <a:pt x="227330" y="-2858"/>
                  <a:pt x="207010" y="-2858"/>
                  <a:pt x="195580" y="8573"/>
                </a:cubicBezTo>
                <a:lnTo>
                  <a:pt x="73660" y="130492"/>
                </a:lnTo>
                <a:lnTo>
                  <a:pt x="5080" y="193993"/>
                </a:lnTo>
                <a:cubicBezTo>
                  <a:pt x="0" y="197803"/>
                  <a:pt x="-1270" y="204153"/>
                  <a:pt x="1270" y="210503"/>
                </a:cubicBezTo>
                <a:cubicBezTo>
                  <a:pt x="3810" y="215583"/>
                  <a:pt x="8890" y="220662"/>
                  <a:pt x="15240" y="220662"/>
                </a:cubicBezTo>
                <a:cubicBezTo>
                  <a:pt x="31750" y="220662"/>
                  <a:pt x="58420" y="218123"/>
                  <a:pt x="76200" y="202883"/>
                </a:cubicBezTo>
                <a:cubicBezTo>
                  <a:pt x="92710" y="190183"/>
                  <a:pt x="100330" y="173673"/>
                  <a:pt x="104140" y="162243"/>
                </a:cubicBezTo>
                <a:cubicBezTo>
                  <a:pt x="110490" y="162243"/>
                  <a:pt x="116840" y="159703"/>
                  <a:pt x="121920" y="154623"/>
                </a:cubicBezTo>
                <a:lnTo>
                  <a:pt x="238760" y="54292"/>
                </a:lnTo>
                <a:cubicBezTo>
                  <a:pt x="251460" y="41592"/>
                  <a:pt x="252730" y="21273"/>
                  <a:pt x="238760" y="8573"/>
                </a:cubicBezTo>
                <a:lnTo>
                  <a:pt x="238760" y="8573"/>
                </a:lnTo>
                <a:close/>
                <a:moveTo>
                  <a:pt x="85090" y="155893"/>
                </a:moveTo>
                <a:cubicBezTo>
                  <a:pt x="83820" y="154623"/>
                  <a:pt x="82550" y="153353"/>
                  <a:pt x="80010" y="152083"/>
                </a:cubicBezTo>
                <a:lnTo>
                  <a:pt x="80010" y="152083"/>
                </a:lnTo>
                <a:lnTo>
                  <a:pt x="30480" y="199073"/>
                </a:lnTo>
                <a:cubicBezTo>
                  <a:pt x="41910" y="197803"/>
                  <a:pt x="54610" y="193993"/>
                  <a:pt x="63500" y="186373"/>
                </a:cubicBezTo>
                <a:cubicBezTo>
                  <a:pt x="76200" y="176212"/>
                  <a:pt x="82550" y="163512"/>
                  <a:pt x="85090" y="155893"/>
                </a:cubicBezTo>
                <a:close/>
                <a:moveTo>
                  <a:pt x="110490" y="204153"/>
                </a:moveTo>
                <a:cubicBezTo>
                  <a:pt x="110490" y="199073"/>
                  <a:pt x="115570" y="193993"/>
                  <a:pt x="120650" y="193993"/>
                </a:cubicBezTo>
                <a:lnTo>
                  <a:pt x="161290" y="193993"/>
                </a:lnTo>
                <a:cubicBezTo>
                  <a:pt x="166370" y="193993"/>
                  <a:pt x="171450" y="199073"/>
                  <a:pt x="171450" y="204153"/>
                </a:cubicBezTo>
                <a:cubicBezTo>
                  <a:pt x="171450" y="209233"/>
                  <a:pt x="166370" y="214312"/>
                  <a:pt x="161290" y="214312"/>
                </a:cubicBezTo>
                <a:lnTo>
                  <a:pt x="120650" y="214312"/>
                </a:lnTo>
                <a:cubicBezTo>
                  <a:pt x="115570" y="214312"/>
                  <a:pt x="110490" y="209233"/>
                  <a:pt x="110490" y="204153"/>
                </a:cubicBezTo>
                <a:close/>
                <a:moveTo>
                  <a:pt x="201930" y="193993"/>
                </a:moveTo>
                <a:cubicBezTo>
                  <a:pt x="196850" y="193993"/>
                  <a:pt x="191770" y="199073"/>
                  <a:pt x="191770" y="204153"/>
                </a:cubicBezTo>
                <a:cubicBezTo>
                  <a:pt x="191770" y="209233"/>
                  <a:pt x="196850" y="214312"/>
                  <a:pt x="201930" y="214312"/>
                </a:cubicBezTo>
                <a:lnTo>
                  <a:pt x="242570" y="214312"/>
                </a:lnTo>
                <a:cubicBezTo>
                  <a:pt x="247650" y="214312"/>
                  <a:pt x="252730" y="209233"/>
                  <a:pt x="252730" y="204153"/>
                </a:cubicBezTo>
                <a:cubicBezTo>
                  <a:pt x="252730" y="199073"/>
                  <a:pt x="247650" y="193993"/>
                  <a:pt x="242570" y="193993"/>
                </a:cubicBezTo>
                <a:lnTo>
                  <a:pt x="201930" y="193993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6" name="Полилиния: фигура 589">
            <a:extLst>
              <a:ext uri="{FF2B5EF4-FFF2-40B4-BE49-F238E27FC236}">
                <a16:creationId xmlns:a16="http://schemas.microsoft.com/office/drawing/2014/main" id="{08ACC74F-B09A-7BBF-5B64-EBF96201F90E}"/>
              </a:ext>
            </a:extLst>
          </p:cNvPr>
          <p:cNvSpPr/>
          <p:nvPr/>
        </p:nvSpPr>
        <p:spPr>
          <a:xfrm>
            <a:off x="8983251" y="2641192"/>
            <a:ext cx="264159" cy="264159"/>
          </a:xfrm>
          <a:custGeom>
            <a:avLst/>
            <a:gdLst>
              <a:gd name="connsiteX0" fmla="*/ 20320 w 264159"/>
              <a:gd name="connsiteY0" fmla="*/ 121920 h 264159"/>
              <a:gd name="connsiteX1" fmla="*/ 132080 w 264159"/>
              <a:gd name="connsiteY1" fmla="*/ 20320 h 264159"/>
              <a:gd name="connsiteX2" fmla="*/ 243840 w 264159"/>
              <a:gd name="connsiteY2" fmla="*/ 121920 h 264159"/>
              <a:gd name="connsiteX3" fmla="*/ 199390 w 264159"/>
              <a:gd name="connsiteY3" fmla="*/ 121920 h 264159"/>
              <a:gd name="connsiteX4" fmla="*/ 171450 w 264159"/>
              <a:gd name="connsiteY4" fmla="*/ 110490 h 264159"/>
              <a:gd name="connsiteX5" fmla="*/ 163830 w 264159"/>
              <a:gd name="connsiteY5" fmla="*/ 102870 h 264159"/>
              <a:gd name="connsiteX6" fmla="*/ 148590 w 264159"/>
              <a:gd name="connsiteY6" fmla="*/ 92710 h 264159"/>
              <a:gd name="connsiteX7" fmla="*/ 115570 w 264159"/>
              <a:gd name="connsiteY7" fmla="*/ 92710 h 264159"/>
              <a:gd name="connsiteX8" fmla="*/ 100330 w 264159"/>
              <a:gd name="connsiteY8" fmla="*/ 102870 h 264159"/>
              <a:gd name="connsiteX9" fmla="*/ 92710 w 264159"/>
              <a:gd name="connsiteY9" fmla="*/ 110490 h 264159"/>
              <a:gd name="connsiteX10" fmla="*/ 64770 w 264159"/>
              <a:gd name="connsiteY10" fmla="*/ 121920 h 264159"/>
              <a:gd name="connsiteX11" fmla="*/ 20320 w 264159"/>
              <a:gd name="connsiteY11" fmla="*/ 121920 h 264159"/>
              <a:gd name="connsiteX12" fmla="*/ 20320 w 264159"/>
              <a:gd name="connsiteY12" fmla="*/ 142240 h 264159"/>
              <a:gd name="connsiteX13" fmla="*/ 121920 w 264159"/>
              <a:gd name="connsiteY13" fmla="*/ 243840 h 264159"/>
              <a:gd name="connsiteX14" fmla="*/ 121920 w 264159"/>
              <a:gd name="connsiteY14" fmla="*/ 213360 h 264159"/>
              <a:gd name="connsiteX15" fmla="*/ 50800 w 264159"/>
              <a:gd name="connsiteY15" fmla="*/ 142240 h 264159"/>
              <a:gd name="connsiteX16" fmla="*/ 20320 w 264159"/>
              <a:gd name="connsiteY16" fmla="*/ 142240 h 264159"/>
              <a:gd name="connsiteX17" fmla="*/ 142240 w 264159"/>
              <a:gd name="connsiteY17" fmla="*/ 243840 h 264159"/>
              <a:gd name="connsiteX18" fmla="*/ 243840 w 264159"/>
              <a:gd name="connsiteY18" fmla="*/ 142240 h 264159"/>
              <a:gd name="connsiteX19" fmla="*/ 213360 w 264159"/>
              <a:gd name="connsiteY19" fmla="*/ 142240 h 264159"/>
              <a:gd name="connsiteX20" fmla="*/ 142240 w 264159"/>
              <a:gd name="connsiteY20" fmla="*/ 213360 h 264159"/>
              <a:gd name="connsiteX21" fmla="*/ 142240 w 264159"/>
              <a:gd name="connsiteY21" fmla="*/ 243840 h 264159"/>
              <a:gd name="connsiteX22" fmla="*/ 132080 w 264159"/>
              <a:gd name="connsiteY22" fmla="*/ 0 h 264159"/>
              <a:gd name="connsiteX23" fmla="*/ 0 w 264159"/>
              <a:gd name="connsiteY23" fmla="*/ 132080 h 264159"/>
              <a:gd name="connsiteX24" fmla="*/ 132080 w 264159"/>
              <a:gd name="connsiteY24" fmla="*/ 264160 h 264159"/>
              <a:gd name="connsiteX25" fmla="*/ 264160 w 264159"/>
              <a:gd name="connsiteY25" fmla="*/ 132080 h 264159"/>
              <a:gd name="connsiteX26" fmla="*/ 132080 w 264159"/>
              <a:gd name="connsiteY26" fmla="*/ 0 h 264159"/>
              <a:gd name="connsiteX27" fmla="*/ 152400 w 264159"/>
              <a:gd name="connsiteY27" fmla="*/ 132080 h 264159"/>
              <a:gd name="connsiteX28" fmla="*/ 132080 w 264159"/>
              <a:gd name="connsiteY28" fmla="*/ 152400 h 264159"/>
              <a:gd name="connsiteX29" fmla="*/ 111760 w 264159"/>
              <a:gd name="connsiteY29" fmla="*/ 132080 h 264159"/>
              <a:gd name="connsiteX30" fmla="*/ 132080 w 264159"/>
              <a:gd name="connsiteY30" fmla="*/ 111760 h 264159"/>
              <a:gd name="connsiteX31" fmla="*/ 152400 w 264159"/>
              <a:gd name="connsiteY31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4159" h="264159">
                <a:moveTo>
                  <a:pt x="20320" y="121920"/>
                </a:moveTo>
                <a:cubicBezTo>
                  <a:pt x="25400" y="64770"/>
                  <a:pt x="73660" y="20320"/>
                  <a:pt x="132080" y="20320"/>
                </a:cubicBezTo>
                <a:cubicBezTo>
                  <a:pt x="190500" y="20320"/>
                  <a:pt x="237490" y="64770"/>
                  <a:pt x="243840" y="121920"/>
                </a:cubicBezTo>
                <a:lnTo>
                  <a:pt x="199390" y="121920"/>
                </a:lnTo>
                <a:cubicBezTo>
                  <a:pt x="189230" y="121920"/>
                  <a:pt x="179070" y="118110"/>
                  <a:pt x="171450" y="110490"/>
                </a:cubicBezTo>
                <a:lnTo>
                  <a:pt x="163830" y="102870"/>
                </a:lnTo>
                <a:cubicBezTo>
                  <a:pt x="160020" y="99060"/>
                  <a:pt x="153670" y="95250"/>
                  <a:pt x="148590" y="92710"/>
                </a:cubicBezTo>
                <a:cubicBezTo>
                  <a:pt x="138430" y="88900"/>
                  <a:pt x="125730" y="88900"/>
                  <a:pt x="115570" y="92710"/>
                </a:cubicBezTo>
                <a:cubicBezTo>
                  <a:pt x="110490" y="95250"/>
                  <a:pt x="104140" y="97790"/>
                  <a:pt x="100330" y="102870"/>
                </a:cubicBezTo>
                <a:lnTo>
                  <a:pt x="92710" y="110490"/>
                </a:lnTo>
                <a:cubicBezTo>
                  <a:pt x="85090" y="118110"/>
                  <a:pt x="74930" y="121920"/>
                  <a:pt x="64770" y="121920"/>
                </a:cubicBezTo>
                <a:lnTo>
                  <a:pt x="20320" y="121920"/>
                </a:lnTo>
                <a:close/>
                <a:moveTo>
                  <a:pt x="20320" y="142240"/>
                </a:moveTo>
                <a:cubicBezTo>
                  <a:pt x="25400" y="195580"/>
                  <a:pt x="67310" y="238760"/>
                  <a:pt x="121920" y="243840"/>
                </a:cubicBezTo>
                <a:lnTo>
                  <a:pt x="121920" y="213360"/>
                </a:lnTo>
                <a:cubicBezTo>
                  <a:pt x="121920" y="173990"/>
                  <a:pt x="90170" y="142240"/>
                  <a:pt x="50800" y="142240"/>
                </a:cubicBezTo>
                <a:lnTo>
                  <a:pt x="20320" y="142240"/>
                </a:lnTo>
                <a:close/>
                <a:moveTo>
                  <a:pt x="142240" y="243840"/>
                </a:moveTo>
                <a:cubicBezTo>
                  <a:pt x="195580" y="238760"/>
                  <a:pt x="238760" y="196850"/>
                  <a:pt x="243840" y="142240"/>
                </a:cubicBezTo>
                <a:lnTo>
                  <a:pt x="213360" y="142240"/>
                </a:lnTo>
                <a:cubicBezTo>
                  <a:pt x="173990" y="142240"/>
                  <a:pt x="142240" y="173990"/>
                  <a:pt x="142240" y="213360"/>
                </a:cubicBezTo>
                <a:lnTo>
                  <a:pt x="142240" y="24384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4470" y="0"/>
                  <a:pt x="132080" y="0"/>
                </a:cubicBezTo>
                <a:close/>
                <a:moveTo>
                  <a:pt x="152400" y="132080"/>
                </a:moveTo>
                <a:cubicBezTo>
                  <a:pt x="152400" y="143510"/>
                  <a:pt x="143510" y="152400"/>
                  <a:pt x="132080" y="152400"/>
                </a:cubicBezTo>
                <a:cubicBezTo>
                  <a:pt x="120650" y="152400"/>
                  <a:pt x="111760" y="143510"/>
                  <a:pt x="111760" y="132080"/>
                </a:cubicBezTo>
                <a:cubicBezTo>
                  <a:pt x="111760" y="120650"/>
                  <a:pt x="120650" y="111760"/>
                  <a:pt x="132080" y="111760"/>
                </a:cubicBezTo>
                <a:cubicBezTo>
                  <a:pt x="142240" y="111760"/>
                  <a:pt x="152400" y="120650"/>
                  <a:pt x="152400" y="1320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7" name="Полилиния: фигура 602">
            <a:extLst>
              <a:ext uri="{FF2B5EF4-FFF2-40B4-BE49-F238E27FC236}">
                <a16:creationId xmlns:a16="http://schemas.microsoft.com/office/drawing/2014/main" id="{4227815A-81C4-6F6E-16BB-A4972A7E87D1}"/>
              </a:ext>
            </a:extLst>
          </p:cNvPr>
          <p:cNvSpPr/>
          <p:nvPr/>
        </p:nvSpPr>
        <p:spPr>
          <a:xfrm>
            <a:off x="5629182" y="2641192"/>
            <a:ext cx="262889" cy="264159"/>
          </a:xfrm>
          <a:custGeom>
            <a:avLst/>
            <a:gdLst>
              <a:gd name="connsiteX0" fmla="*/ 10160 w 262889"/>
              <a:gd name="connsiteY0" fmla="*/ 81280 h 264159"/>
              <a:gd name="connsiteX1" fmla="*/ 20320 w 262889"/>
              <a:gd name="connsiteY1" fmla="*/ 71120 h 264159"/>
              <a:gd name="connsiteX2" fmla="*/ 20320 w 262889"/>
              <a:gd name="connsiteY2" fmla="*/ 20320 h 264159"/>
              <a:gd name="connsiteX3" fmla="*/ 71120 w 262889"/>
              <a:gd name="connsiteY3" fmla="*/ 20320 h 264159"/>
              <a:gd name="connsiteX4" fmla="*/ 81280 w 262889"/>
              <a:gd name="connsiteY4" fmla="*/ 10160 h 264159"/>
              <a:gd name="connsiteX5" fmla="*/ 71120 w 262889"/>
              <a:gd name="connsiteY5" fmla="*/ 0 h 264159"/>
              <a:gd name="connsiteX6" fmla="*/ 20320 w 262889"/>
              <a:gd name="connsiteY6" fmla="*/ 0 h 264159"/>
              <a:gd name="connsiteX7" fmla="*/ 0 w 262889"/>
              <a:gd name="connsiteY7" fmla="*/ 20320 h 264159"/>
              <a:gd name="connsiteX8" fmla="*/ 0 w 262889"/>
              <a:gd name="connsiteY8" fmla="*/ 71120 h 264159"/>
              <a:gd name="connsiteX9" fmla="*/ 10160 w 262889"/>
              <a:gd name="connsiteY9" fmla="*/ 81280 h 264159"/>
              <a:gd name="connsiteX10" fmla="*/ 81280 w 262889"/>
              <a:gd name="connsiteY10" fmla="*/ 81280 h 264159"/>
              <a:gd name="connsiteX11" fmla="*/ 71120 w 262889"/>
              <a:gd name="connsiteY11" fmla="*/ 71120 h 264159"/>
              <a:gd name="connsiteX12" fmla="*/ 60960 w 262889"/>
              <a:gd name="connsiteY12" fmla="*/ 81280 h 264159"/>
              <a:gd name="connsiteX13" fmla="*/ 60960 w 262889"/>
              <a:gd name="connsiteY13" fmla="*/ 101600 h 264159"/>
              <a:gd name="connsiteX14" fmla="*/ 71120 w 262889"/>
              <a:gd name="connsiteY14" fmla="*/ 111760 h 264159"/>
              <a:gd name="connsiteX15" fmla="*/ 81280 w 262889"/>
              <a:gd name="connsiteY15" fmla="*/ 101600 h 264159"/>
              <a:gd name="connsiteX16" fmla="*/ 81280 w 262889"/>
              <a:gd name="connsiteY16" fmla="*/ 81280 h 264159"/>
              <a:gd name="connsiteX17" fmla="*/ 201930 w 262889"/>
              <a:gd name="connsiteY17" fmla="*/ 81280 h 264159"/>
              <a:gd name="connsiteX18" fmla="*/ 191770 w 262889"/>
              <a:gd name="connsiteY18" fmla="*/ 71120 h 264159"/>
              <a:gd name="connsiteX19" fmla="*/ 181610 w 262889"/>
              <a:gd name="connsiteY19" fmla="*/ 81280 h 264159"/>
              <a:gd name="connsiteX20" fmla="*/ 181610 w 262889"/>
              <a:gd name="connsiteY20" fmla="*/ 101600 h 264159"/>
              <a:gd name="connsiteX21" fmla="*/ 191770 w 262889"/>
              <a:gd name="connsiteY21" fmla="*/ 111760 h 264159"/>
              <a:gd name="connsiteX22" fmla="*/ 201930 w 262889"/>
              <a:gd name="connsiteY22" fmla="*/ 101600 h 264159"/>
              <a:gd name="connsiteX23" fmla="*/ 201930 w 262889"/>
              <a:gd name="connsiteY23" fmla="*/ 81280 h 264159"/>
              <a:gd name="connsiteX24" fmla="*/ 140970 w 262889"/>
              <a:gd name="connsiteY24" fmla="*/ 81280 h 264159"/>
              <a:gd name="connsiteX25" fmla="*/ 151130 w 262889"/>
              <a:gd name="connsiteY25" fmla="*/ 91440 h 264159"/>
              <a:gd name="connsiteX26" fmla="*/ 151130 w 262889"/>
              <a:gd name="connsiteY26" fmla="*/ 147320 h 264159"/>
              <a:gd name="connsiteX27" fmla="*/ 135890 w 262889"/>
              <a:gd name="connsiteY27" fmla="*/ 162560 h 264159"/>
              <a:gd name="connsiteX28" fmla="*/ 120650 w 262889"/>
              <a:gd name="connsiteY28" fmla="*/ 162560 h 264159"/>
              <a:gd name="connsiteX29" fmla="*/ 110490 w 262889"/>
              <a:gd name="connsiteY29" fmla="*/ 152400 h 264159"/>
              <a:gd name="connsiteX30" fmla="*/ 120650 w 262889"/>
              <a:gd name="connsiteY30" fmla="*/ 142240 h 264159"/>
              <a:gd name="connsiteX31" fmla="*/ 130810 w 262889"/>
              <a:gd name="connsiteY31" fmla="*/ 142240 h 264159"/>
              <a:gd name="connsiteX32" fmla="*/ 130810 w 262889"/>
              <a:gd name="connsiteY32" fmla="*/ 91440 h 264159"/>
              <a:gd name="connsiteX33" fmla="*/ 140970 w 262889"/>
              <a:gd name="connsiteY33" fmla="*/ 81280 h 264159"/>
              <a:gd name="connsiteX34" fmla="*/ 97790 w 262889"/>
              <a:gd name="connsiteY34" fmla="*/ 180340 h 264159"/>
              <a:gd name="connsiteX35" fmla="*/ 83820 w 262889"/>
              <a:gd name="connsiteY35" fmla="*/ 180340 h 264159"/>
              <a:gd name="connsiteX36" fmla="*/ 83820 w 262889"/>
              <a:gd name="connsiteY36" fmla="*/ 194310 h 264159"/>
              <a:gd name="connsiteX37" fmla="*/ 179070 w 262889"/>
              <a:gd name="connsiteY37" fmla="*/ 194310 h 264159"/>
              <a:gd name="connsiteX38" fmla="*/ 179070 w 262889"/>
              <a:gd name="connsiteY38" fmla="*/ 180340 h 264159"/>
              <a:gd name="connsiteX39" fmla="*/ 165100 w 262889"/>
              <a:gd name="connsiteY39" fmla="*/ 180340 h 264159"/>
              <a:gd name="connsiteX40" fmla="*/ 97790 w 262889"/>
              <a:gd name="connsiteY40" fmla="*/ 180340 h 264159"/>
              <a:gd name="connsiteX41" fmla="*/ 20320 w 262889"/>
              <a:gd name="connsiteY41" fmla="*/ 193040 h 264159"/>
              <a:gd name="connsiteX42" fmla="*/ 10160 w 262889"/>
              <a:gd name="connsiteY42" fmla="*/ 182880 h 264159"/>
              <a:gd name="connsiteX43" fmla="*/ 0 w 262889"/>
              <a:gd name="connsiteY43" fmla="*/ 193040 h 264159"/>
              <a:gd name="connsiteX44" fmla="*/ 0 w 262889"/>
              <a:gd name="connsiteY44" fmla="*/ 243840 h 264159"/>
              <a:gd name="connsiteX45" fmla="*/ 20320 w 262889"/>
              <a:gd name="connsiteY45" fmla="*/ 264160 h 264159"/>
              <a:gd name="connsiteX46" fmla="*/ 71120 w 262889"/>
              <a:gd name="connsiteY46" fmla="*/ 264160 h 264159"/>
              <a:gd name="connsiteX47" fmla="*/ 81280 w 262889"/>
              <a:gd name="connsiteY47" fmla="*/ 254000 h 264159"/>
              <a:gd name="connsiteX48" fmla="*/ 71120 w 262889"/>
              <a:gd name="connsiteY48" fmla="*/ 243840 h 264159"/>
              <a:gd name="connsiteX49" fmla="*/ 20320 w 262889"/>
              <a:gd name="connsiteY49" fmla="*/ 243840 h 264159"/>
              <a:gd name="connsiteX50" fmla="*/ 20320 w 262889"/>
              <a:gd name="connsiteY50" fmla="*/ 193040 h 264159"/>
              <a:gd name="connsiteX51" fmla="*/ 252730 w 262889"/>
              <a:gd name="connsiteY51" fmla="*/ 182880 h 264159"/>
              <a:gd name="connsiteX52" fmla="*/ 242570 w 262889"/>
              <a:gd name="connsiteY52" fmla="*/ 193040 h 264159"/>
              <a:gd name="connsiteX53" fmla="*/ 242570 w 262889"/>
              <a:gd name="connsiteY53" fmla="*/ 243840 h 264159"/>
              <a:gd name="connsiteX54" fmla="*/ 191770 w 262889"/>
              <a:gd name="connsiteY54" fmla="*/ 243840 h 264159"/>
              <a:gd name="connsiteX55" fmla="*/ 181610 w 262889"/>
              <a:gd name="connsiteY55" fmla="*/ 254000 h 264159"/>
              <a:gd name="connsiteX56" fmla="*/ 191770 w 262889"/>
              <a:gd name="connsiteY56" fmla="*/ 264160 h 264159"/>
              <a:gd name="connsiteX57" fmla="*/ 242570 w 262889"/>
              <a:gd name="connsiteY57" fmla="*/ 264160 h 264159"/>
              <a:gd name="connsiteX58" fmla="*/ 262890 w 262889"/>
              <a:gd name="connsiteY58" fmla="*/ 243840 h 264159"/>
              <a:gd name="connsiteX59" fmla="*/ 262890 w 262889"/>
              <a:gd name="connsiteY59" fmla="*/ 193040 h 264159"/>
              <a:gd name="connsiteX60" fmla="*/ 252730 w 262889"/>
              <a:gd name="connsiteY60" fmla="*/ 182880 h 264159"/>
              <a:gd name="connsiteX61" fmla="*/ 242570 w 262889"/>
              <a:gd name="connsiteY61" fmla="*/ 71120 h 264159"/>
              <a:gd name="connsiteX62" fmla="*/ 252730 w 262889"/>
              <a:gd name="connsiteY62" fmla="*/ 81280 h 264159"/>
              <a:gd name="connsiteX63" fmla="*/ 262890 w 262889"/>
              <a:gd name="connsiteY63" fmla="*/ 71120 h 264159"/>
              <a:gd name="connsiteX64" fmla="*/ 262890 w 262889"/>
              <a:gd name="connsiteY64" fmla="*/ 20320 h 264159"/>
              <a:gd name="connsiteX65" fmla="*/ 242570 w 262889"/>
              <a:gd name="connsiteY65" fmla="*/ 0 h 264159"/>
              <a:gd name="connsiteX66" fmla="*/ 191770 w 262889"/>
              <a:gd name="connsiteY66" fmla="*/ 0 h 264159"/>
              <a:gd name="connsiteX67" fmla="*/ 181610 w 262889"/>
              <a:gd name="connsiteY67" fmla="*/ 10160 h 264159"/>
              <a:gd name="connsiteX68" fmla="*/ 191770 w 262889"/>
              <a:gd name="connsiteY68" fmla="*/ 20320 h 264159"/>
              <a:gd name="connsiteX69" fmla="*/ 242570 w 262889"/>
              <a:gd name="connsiteY69" fmla="*/ 20320 h 264159"/>
              <a:gd name="connsiteX70" fmla="*/ 242570 w 262889"/>
              <a:gd name="connsiteY7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262889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7470"/>
                  <a:pt x="3810" y="81280"/>
                  <a:pt x="10160" y="81280"/>
                </a:cubicBezTo>
                <a:close/>
                <a:moveTo>
                  <a:pt x="81280" y="81280"/>
                </a:moveTo>
                <a:cubicBezTo>
                  <a:pt x="81280" y="76200"/>
                  <a:pt x="76200" y="71120"/>
                  <a:pt x="71120" y="71120"/>
                </a:cubicBezTo>
                <a:cubicBezTo>
                  <a:pt x="66040" y="71120"/>
                  <a:pt x="60960" y="76200"/>
                  <a:pt x="60960" y="81280"/>
                </a:cubicBezTo>
                <a:lnTo>
                  <a:pt x="60960" y="101600"/>
                </a:lnTo>
                <a:cubicBezTo>
                  <a:pt x="60960" y="106680"/>
                  <a:pt x="66040" y="111760"/>
                  <a:pt x="71120" y="111760"/>
                </a:cubicBezTo>
                <a:cubicBezTo>
                  <a:pt x="76200" y="111760"/>
                  <a:pt x="81280" y="106680"/>
                  <a:pt x="81280" y="101600"/>
                </a:cubicBezTo>
                <a:lnTo>
                  <a:pt x="81280" y="81280"/>
                </a:lnTo>
                <a:close/>
                <a:moveTo>
                  <a:pt x="201930" y="81280"/>
                </a:moveTo>
                <a:cubicBezTo>
                  <a:pt x="201930" y="76200"/>
                  <a:pt x="196850" y="71120"/>
                  <a:pt x="191770" y="71120"/>
                </a:cubicBezTo>
                <a:cubicBezTo>
                  <a:pt x="186690" y="71120"/>
                  <a:pt x="181610" y="76200"/>
                  <a:pt x="181610" y="81280"/>
                </a:cubicBezTo>
                <a:lnTo>
                  <a:pt x="181610" y="101600"/>
                </a:lnTo>
                <a:cubicBezTo>
                  <a:pt x="181610" y="106680"/>
                  <a:pt x="186690" y="111760"/>
                  <a:pt x="191770" y="111760"/>
                </a:cubicBezTo>
                <a:cubicBezTo>
                  <a:pt x="196850" y="111760"/>
                  <a:pt x="201930" y="106680"/>
                  <a:pt x="201930" y="101600"/>
                </a:cubicBezTo>
                <a:lnTo>
                  <a:pt x="201930" y="81280"/>
                </a:lnTo>
                <a:close/>
                <a:moveTo>
                  <a:pt x="140970" y="81280"/>
                </a:moveTo>
                <a:cubicBezTo>
                  <a:pt x="146050" y="81280"/>
                  <a:pt x="151130" y="86360"/>
                  <a:pt x="151130" y="91440"/>
                </a:cubicBezTo>
                <a:lnTo>
                  <a:pt x="151130" y="147320"/>
                </a:lnTo>
                <a:cubicBezTo>
                  <a:pt x="151130" y="156210"/>
                  <a:pt x="144780" y="162560"/>
                  <a:pt x="135890" y="162560"/>
                </a:cubicBezTo>
                <a:lnTo>
                  <a:pt x="120650" y="162560"/>
                </a:lnTo>
                <a:cubicBezTo>
                  <a:pt x="115570" y="162560"/>
                  <a:pt x="110490" y="157480"/>
                  <a:pt x="110490" y="152400"/>
                </a:cubicBezTo>
                <a:cubicBezTo>
                  <a:pt x="110490" y="147320"/>
                  <a:pt x="115570" y="142240"/>
                  <a:pt x="120650" y="142240"/>
                </a:cubicBezTo>
                <a:lnTo>
                  <a:pt x="130810" y="142240"/>
                </a:lnTo>
                <a:lnTo>
                  <a:pt x="130810" y="91440"/>
                </a:lnTo>
                <a:cubicBezTo>
                  <a:pt x="132080" y="86360"/>
                  <a:pt x="135890" y="81280"/>
                  <a:pt x="140970" y="81280"/>
                </a:cubicBezTo>
                <a:close/>
                <a:moveTo>
                  <a:pt x="97790" y="180340"/>
                </a:moveTo>
                <a:cubicBezTo>
                  <a:pt x="93980" y="176530"/>
                  <a:pt x="87630" y="176530"/>
                  <a:pt x="83820" y="180340"/>
                </a:cubicBezTo>
                <a:cubicBezTo>
                  <a:pt x="80010" y="184150"/>
                  <a:pt x="80010" y="190500"/>
                  <a:pt x="83820" y="194310"/>
                </a:cubicBezTo>
                <a:cubicBezTo>
                  <a:pt x="114300" y="224790"/>
                  <a:pt x="156210" y="218440"/>
                  <a:pt x="179070" y="194310"/>
                </a:cubicBezTo>
                <a:cubicBezTo>
                  <a:pt x="182880" y="190500"/>
                  <a:pt x="182880" y="184150"/>
                  <a:pt x="179070" y="180340"/>
                </a:cubicBezTo>
                <a:cubicBezTo>
                  <a:pt x="175260" y="176530"/>
                  <a:pt x="168910" y="176530"/>
                  <a:pt x="165100" y="180340"/>
                </a:cubicBezTo>
                <a:cubicBezTo>
                  <a:pt x="147320" y="198120"/>
                  <a:pt x="119380" y="201930"/>
                  <a:pt x="97790" y="180340"/>
                </a:cubicBez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2730" y="182880"/>
                </a:moveTo>
                <a:cubicBezTo>
                  <a:pt x="247650" y="182880"/>
                  <a:pt x="242570" y="187960"/>
                  <a:pt x="242570" y="193040"/>
                </a:cubicBezTo>
                <a:lnTo>
                  <a:pt x="242570" y="243840"/>
                </a:lnTo>
                <a:lnTo>
                  <a:pt x="191770" y="243840"/>
                </a:lnTo>
                <a:cubicBezTo>
                  <a:pt x="186690" y="243840"/>
                  <a:pt x="181610" y="248920"/>
                  <a:pt x="181610" y="254000"/>
                </a:cubicBezTo>
                <a:cubicBezTo>
                  <a:pt x="181610" y="259080"/>
                  <a:pt x="186690" y="264160"/>
                  <a:pt x="191770" y="264160"/>
                </a:cubicBezTo>
                <a:lnTo>
                  <a:pt x="242570" y="264160"/>
                </a:lnTo>
                <a:cubicBezTo>
                  <a:pt x="254000" y="264160"/>
                  <a:pt x="262890" y="255270"/>
                  <a:pt x="262890" y="243840"/>
                </a:cubicBezTo>
                <a:lnTo>
                  <a:pt x="262890" y="193040"/>
                </a:lnTo>
                <a:cubicBezTo>
                  <a:pt x="262890" y="187960"/>
                  <a:pt x="259080" y="182880"/>
                  <a:pt x="252730" y="182880"/>
                </a:cubicBezTo>
                <a:close/>
                <a:moveTo>
                  <a:pt x="242570" y="71120"/>
                </a:moveTo>
                <a:cubicBezTo>
                  <a:pt x="242570" y="76200"/>
                  <a:pt x="247650" y="81280"/>
                  <a:pt x="252730" y="81280"/>
                </a:cubicBezTo>
                <a:cubicBezTo>
                  <a:pt x="257810" y="81280"/>
                  <a:pt x="262890" y="76200"/>
                  <a:pt x="262890" y="71120"/>
                </a:cubicBezTo>
                <a:lnTo>
                  <a:pt x="262890" y="20320"/>
                </a:lnTo>
                <a:cubicBezTo>
                  <a:pt x="262890" y="8890"/>
                  <a:pt x="254000" y="0"/>
                  <a:pt x="242570" y="0"/>
                </a:cubicBezTo>
                <a:lnTo>
                  <a:pt x="191770" y="0"/>
                </a:lnTo>
                <a:cubicBezTo>
                  <a:pt x="186690" y="0"/>
                  <a:pt x="181610" y="5080"/>
                  <a:pt x="181610" y="10160"/>
                </a:cubicBezTo>
                <a:cubicBezTo>
                  <a:pt x="181610" y="15240"/>
                  <a:pt x="186690" y="20320"/>
                  <a:pt x="191770" y="20320"/>
                </a:cubicBezTo>
                <a:lnTo>
                  <a:pt x="242570" y="20320"/>
                </a:lnTo>
                <a:lnTo>
                  <a:pt x="242570" y="711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9" name="Полилиния: фигура 604">
            <a:extLst>
              <a:ext uri="{FF2B5EF4-FFF2-40B4-BE49-F238E27FC236}">
                <a16:creationId xmlns:a16="http://schemas.microsoft.com/office/drawing/2014/main" id="{80C8452D-80C4-047B-9B3F-09DB6014518D}"/>
              </a:ext>
            </a:extLst>
          </p:cNvPr>
          <p:cNvSpPr/>
          <p:nvPr/>
        </p:nvSpPr>
        <p:spPr>
          <a:xfrm>
            <a:off x="10111011" y="2641192"/>
            <a:ext cx="254318" cy="269557"/>
          </a:xfrm>
          <a:custGeom>
            <a:avLst/>
            <a:gdLst>
              <a:gd name="connsiteX0" fmla="*/ 40640 w 254318"/>
              <a:gd name="connsiteY0" fmla="*/ 0 h 269557"/>
              <a:gd name="connsiteX1" fmla="*/ 0 w 254318"/>
              <a:gd name="connsiteY1" fmla="*/ 40640 h 269557"/>
              <a:gd name="connsiteX2" fmla="*/ 40640 w 254318"/>
              <a:gd name="connsiteY2" fmla="*/ 81280 h 269557"/>
              <a:gd name="connsiteX3" fmla="*/ 81280 w 254318"/>
              <a:gd name="connsiteY3" fmla="*/ 40640 h 269557"/>
              <a:gd name="connsiteX4" fmla="*/ 40640 w 254318"/>
              <a:gd name="connsiteY4" fmla="*/ 0 h 269557"/>
              <a:gd name="connsiteX5" fmla="*/ 40640 w 254318"/>
              <a:gd name="connsiteY5" fmla="*/ 60960 h 269557"/>
              <a:gd name="connsiteX6" fmla="*/ 20320 w 254318"/>
              <a:gd name="connsiteY6" fmla="*/ 40640 h 269557"/>
              <a:gd name="connsiteX7" fmla="*/ 40640 w 254318"/>
              <a:gd name="connsiteY7" fmla="*/ 20320 h 269557"/>
              <a:gd name="connsiteX8" fmla="*/ 60961 w 254318"/>
              <a:gd name="connsiteY8" fmla="*/ 40640 h 269557"/>
              <a:gd name="connsiteX9" fmla="*/ 40640 w 254318"/>
              <a:gd name="connsiteY9" fmla="*/ 60960 h 269557"/>
              <a:gd name="connsiteX10" fmla="*/ 101600 w 254318"/>
              <a:gd name="connsiteY10" fmla="*/ 40640 h 269557"/>
              <a:gd name="connsiteX11" fmla="*/ 111761 w 254318"/>
              <a:gd name="connsiteY11" fmla="*/ 30480 h 269557"/>
              <a:gd name="connsiteX12" fmla="*/ 182880 w 254318"/>
              <a:gd name="connsiteY12" fmla="*/ 30480 h 269557"/>
              <a:gd name="connsiteX13" fmla="*/ 243840 w 254318"/>
              <a:gd name="connsiteY13" fmla="*/ 91440 h 269557"/>
              <a:gd name="connsiteX14" fmla="*/ 182880 w 254318"/>
              <a:gd name="connsiteY14" fmla="*/ 152400 h 269557"/>
              <a:gd name="connsiteX15" fmla="*/ 60961 w 254318"/>
              <a:gd name="connsiteY15" fmla="*/ 152400 h 269557"/>
              <a:gd name="connsiteX16" fmla="*/ 20320 w 254318"/>
              <a:gd name="connsiteY16" fmla="*/ 193040 h 269557"/>
              <a:gd name="connsiteX17" fmla="*/ 60961 w 254318"/>
              <a:gd name="connsiteY17" fmla="*/ 233680 h 269557"/>
              <a:gd name="connsiteX18" fmla="*/ 132080 w 254318"/>
              <a:gd name="connsiteY18" fmla="*/ 233680 h 269557"/>
              <a:gd name="connsiteX19" fmla="*/ 142240 w 254318"/>
              <a:gd name="connsiteY19" fmla="*/ 243840 h 269557"/>
              <a:gd name="connsiteX20" fmla="*/ 132080 w 254318"/>
              <a:gd name="connsiteY20" fmla="*/ 254000 h 269557"/>
              <a:gd name="connsiteX21" fmla="*/ 60961 w 254318"/>
              <a:gd name="connsiteY21" fmla="*/ 254000 h 269557"/>
              <a:gd name="connsiteX22" fmla="*/ 0 w 254318"/>
              <a:gd name="connsiteY22" fmla="*/ 193040 h 269557"/>
              <a:gd name="connsiteX23" fmla="*/ 60961 w 254318"/>
              <a:gd name="connsiteY23" fmla="*/ 132080 h 269557"/>
              <a:gd name="connsiteX24" fmla="*/ 182880 w 254318"/>
              <a:gd name="connsiteY24" fmla="*/ 132080 h 269557"/>
              <a:gd name="connsiteX25" fmla="*/ 223520 w 254318"/>
              <a:gd name="connsiteY25" fmla="*/ 91440 h 269557"/>
              <a:gd name="connsiteX26" fmla="*/ 182880 w 254318"/>
              <a:gd name="connsiteY26" fmla="*/ 50800 h 269557"/>
              <a:gd name="connsiteX27" fmla="*/ 111761 w 254318"/>
              <a:gd name="connsiteY27" fmla="*/ 50800 h 269557"/>
              <a:gd name="connsiteX28" fmla="*/ 101600 w 254318"/>
              <a:gd name="connsiteY28" fmla="*/ 40640 h 269557"/>
              <a:gd name="connsiteX29" fmla="*/ 251461 w 254318"/>
              <a:gd name="connsiteY29" fmla="*/ 215900 h 269557"/>
              <a:gd name="connsiteX30" fmla="*/ 251461 w 254318"/>
              <a:gd name="connsiteY30" fmla="*/ 201930 h 269557"/>
              <a:gd name="connsiteX31" fmla="*/ 237490 w 254318"/>
              <a:gd name="connsiteY31" fmla="*/ 201930 h 269557"/>
              <a:gd name="connsiteX32" fmla="*/ 194311 w 254318"/>
              <a:gd name="connsiteY32" fmla="*/ 245110 h 269557"/>
              <a:gd name="connsiteX33" fmla="*/ 176530 w 254318"/>
              <a:gd name="connsiteY33" fmla="*/ 227330 h 269557"/>
              <a:gd name="connsiteX34" fmla="*/ 162561 w 254318"/>
              <a:gd name="connsiteY34" fmla="*/ 227330 h 269557"/>
              <a:gd name="connsiteX35" fmla="*/ 162561 w 254318"/>
              <a:gd name="connsiteY35" fmla="*/ 241300 h 269557"/>
              <a:gd name="connsiteX36" fmla="*/ 187961 w 254318"/>
              <a:gd name="connsiteY36" fmla="*/ 266700 h 269557"/>
              <a:gd name="connsiteX37" fmla="*/ 201930 w 254318"/>
              <a:gd name="connsiteY37" fmla="*/ 266700 h 269557"/>
              <a:gd name="connsiteX38" fmla="*/ 251461 w 254318"/>
              <a:gd name="connsiteY38" fmla="*/ 215900 h 269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54318" h="269557">
                <a:moveTo>
                  <a:pt x="40640" y="0"/>
                </a:moveTo>
                <a:cubicBezTo>
                  <a:pt x="17780" y="0"/>
                  <a:pt x="0" y="17780"/>
                  <a:pt x="0" y="40640"/>
                </a:cubicBezTo>
                <a:cubicBezTo>
                  <a:pt x="0" y="63500"/>
                  <a:pt x="17780" y="81280"/>
                  <a:pt x="40640" y="81280"/>
                </a:cubicBezTo>
                <a:cubicBezTo>
                  <a:pt x="63500" y="81280"/>
                  <a:pt x="81280" y="63500"/>
                  <a:pt x="81280" y="40640"/>
                </a:cubicBezTo>
                <a:cubicBezTo>
                  <a:pt x="81280" y="17780"/>
                  <a:pt x="63500" y="0"/>
                  <a:pt x="40640" y="0"/>
                </a:cubicBezTo>
                <a:close/>
                <a:moveTo>
                  <a:pt x="40640" y="60960"/>
                </a:moveTo>
                <a:cubicBezTo>
                  <a:pt x="29211" y="60960"/>
                  <a:pt x="20320" y="52070"/>
                  <a:pt x="20320" y="40640"/>
                </a:cubicBezTo>
                <a:cubicBezTo>
                  <a:pt x="20320" y="29210"/>
                  <a:pt x="29211" y="20320"/>
                  <a:pt x="40640" y="20320"/>
                </a:cubicBezTo>
                <a:cubicBezTo>
                  <a:pt x="52070" y="20320"/>
                  <a:pt x="60961" y="29210"/>
                  <a:pt x="60961" y="40640"/>
                </a:cubicBezTo>
                <a:cubicBezTo>
                  <a:pt x="60961" y="52070"/>
                  <a:pt x="52070" y="60960"/>
                  <a:pt x="40640" y="60960"/>
                </a:cubicBezTo>
                <a:close/>
                <a:moveTo>
                  <a:pt x="101600" y="40640"/>
                </a:moveTo>
                <a:cubicBezTo>
                  <a:pt x="101600" y="35560"/>
                  <a:pt x="106680" y="30480"/>
                  <a:pt x="111761" y="30480"/>
                </a:cubicBezTo>
                <a:lnTo>
                  <a:pt x="182880" y="30480"/>
                </a:lnTo>
                <a:cubicBezTo>
                  <a:pt x="215900" y="30480"/>
                  <a:pt x="243840" y="57150"/>
                  <a:pt x="243840" y="91440"/>
                </a:cubicBezTo>
                <a:cubicBezTo>
                  <a:pt x="243840" y="124460"/>
                  <a:pt x="217170" y="152400"/>
                  <a:pt x="182880" y="152400"/>
                </a:cubicBezTo>
                <a:lnTo>
                  <a:pt x="60961" y="152400"/>
                </a:lnTo>
                <a:cubicBezTo>
                  <a:pt x="38100" y="152400"/>
                  <a:pt x="20320" y="170180"/>
                  <a:pt x="20320" y="193040"/>
                </a:cubicBezTo>
                <a:cubicBezTo>
                  <a:pt x="20320" y="215900"/>
                  <a:pt x="38100" y="233680"/>
                  <a:pt x="60961" y="233680"/>
                </a:cubicBezTo>
                <a:lnTo>
                  <a:pt x="132080" y="233680"/>
                </a:lnTo>
                <a:cubicBezTo>
                  <a:pt x="137161" y="233680"/>
                  <a:pt x="142240" y="238760"/>
                  <a:pt x="142240" y="243840"/>
                </a:cubicBezTo>
                <a:cubicBezTo>
                  <a:pt x="142240" y="248920"/>
                  <a:pt x="137161" y="254000"/>
                  <a:pt x="132080" y="254000"/>
                </a:cubicBezTo>
                <a:lnTo>
                  <a:pt x="60961" y="254000"/>
                </a:lnTo>
                <a:cubicBezTo>
                  <a:pt x="27940" y="254000"/>
                  <a:pt x="0" y="227330"/>
                  <a:pt x="0" y="193040"/>
                </a:cubicBezTo>
                <a:cubicBezTo>
                  <a:pt x="0" y="158750"/>
                  <a:pt x="26670" y="132080"/>
                  <a:pt x="60961" y="132080"/>
                </a:cubicBezTo>
                <a:lnTo>
                  <a:pt x="182880" y="132080"/>
                </a:lnTo>
                <a:cubicBezTo>
                  <a:pt x="205740" y="132080"/>
                  <a:pt x="223520" y="114300"/>
                  <a:pt x="223520" y="91440"/>
                </a:cubicBezTo>
                <a:cubicBezTo>
                  <a:pt x="223520" y="68580"/>
                  <a:pt x="205740" y="50800"/>
                  <a:pt x="182880" y="50800"/>
                </a:cubicBezTo>
                <a:lnTo>
                  <a:pt x="111761" y="50800"/>
                </a:lnTo>
                <a:cubicBezTo>
                  <a:pt x="106680" y="50800"/>
                  <a:pt x="101600" y="46990"/>
                  <a:pt x="101600" y="40640"/>
                </a:cubicBezTo>
                <a:close/>
                <a:moveTo>
                  <a:pt x="251461" y="215900"/>
                </a:moveTo>
                <a:cubicBezTo>
                  <a:pt x="255270" y="212090"/>
                  <a:pt x="255270" y="205740"/>
                  <a:pt x="251461" y="201930"/>
                </a:cubicBezTo>
                <a:cubicBezTo>
                  <a:pt x="247650" y="198120"/>
                  <a:pt x="241300" y="198120"/>
                  <a:pt x="237490" y="201930"/>
                </a:cubicBezTo>
                <a:lnTo>
                  <a:pt x="194311" y="245110"/>
                </a:lnTo>
                <a:lnTo>
                  <a:pt x="176530" y="227330"/>
                </a:lnTo>
                <a:cubicBezTo>
                  <a:pt x="172720" y="223520"/>
                  <a:pt x="166370" y="223520"/>
                  <a:pt x="162561" y="227330"/>
                </a:cubicBezTo>
                <a:cubicBezTo>
                  <a:pt x="158750" y="231140"/>
                  <a:pt x="158750" y="237490"/>
                  <a:pt x="162561" y="241300"/>
                </a:cubicBezTo>
                <a:lnTo>
                  <a:pt x="187961" y="266700"/>
                </a:lnTo>
                <a:cubicBezTo>
                  <a:pt x="191770" y="270510"/>
                  <a:pt x="198120" y="270510"/>
                  <a:pt x="201930" y="266700"/>
                </a:cubicBezTo>
                <a:lnTo>
                  <a:pt x="251461" y="2159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10" name="Полилиния: фигура 606">
            <a:extLst>
              <a:ext uri="{FF2B5EF4-FFF2-40B4-BE49-F238E27FC236}">
                <a16:creationId xmlns:a16="http://schemas.microsoft.com/office/drawing/2014/main" id="{DD26CCA3-D33E-4008-400B-669FE62ADB72}"/>
              </a:ext>
            </a:extLst>
          </p:cNvPr>
          <p:cNvSpPr/>
          <p:nvPr/>
        </p:nvSpPr>
        <p:spPr>
          <a:xfrm>
            <a:off x="9577611" y="2629762"/>
            <a:ext cx="203200" cy="264159"/>
          </a:xfrm>
          <a:custGeom>
            <a:avLst/>
            <a:gdLst>
              <a:gd name="connsiteX0" fmla="*/ 101600 w 203200"/>
              <a:gd name="connsiteY0" fmla="*/ 0 h 264159"/>
              <a:gd name="connsiteX1" fmla="*/ 111761 w 203200"/>
              <a:gd name="connsiteY1" fmla="*/ 10160 h 264159"/>
              <a:gd name="connsiteX2" fmla="*/ 111761 w 203200"/>
              <a:gd name="connsiteY2" fmla="*/ 30480 h 264159"/>
              <a:gd name="connsiteX3" fmla="*/ 101600 w 203200"/>
              <a:gd name="connsiteY3" fmla="*/ 40640 h 264159"/>
              <a:gd name="connsiteX4" fmla="*/ 91440 w 203200"/>
              <a:gd name="connsiteY4" fmla="*/ 30480 h 264159"/>
              <a:gd name="connsiteX5" fmla="*/ 91440 w 203200"/>
              <a:gd name="connsiteY5" fmla="*/ 10160 h 264159"/>
              <a:gd name="connsiteX6" fmla="*/ 101600 w 203200"/>
              <a:gd name="connsiteY6" fmla="*/ 0 h 264159"/>
              <a:gd name="connsiteX7" fmla="*/ 20320 w 203200"/>
              <a:gd name="connsiteY7" fmla="*/ 35560 h 264159"/>
              <a:gd name="connsiteX8" fmla="*/ 10161 w 203200"/>
              <a:gd name="connsiteY8" fmla="*/ 25400 h 264159"/>
              <a:gd name="connsiteX9" fmla="*/ 0 w 203200"/>
              <a:gd name="connsiteY9" fmla="*/ 35560 h 264159"/>
              <a:gd name="connsiteX10" fmla="*/ 0 w 203200"/>
              <a:gd name="connsiteY10" fmla="*/ 228600 h 264159"/>
              <a:gd name="connsiteX11" fmla="*/ 10161 w 203200"/>
              <a:gd name="connsiteY11" fmla="*/ 238760 h 264159"/>
              <a:gd name="connsiteX12" fmla="*/ 20320 w 203200"/>
              <a:gd name="connsiteY12" fmla="*/ 228600 h 264159"/>
              <a:gd name="connsiteX13" fmla="*/ 20320 w 203200"/>
              <a:gd name="connsiteY13" fmla="*/ 35560 h 264159"/>
              <a:gd name="connsiteX14" fmla="*/ 203200 w 203200"/>
              <a:gd name="connsiteY14" fmla="*/ 35560 h 264159"/>
              <a:gd name="connsiteX15" fmla="*/ 193040 w 203200"/>
              <a:gd name="connsiteY15" fmla="*/ 25400 h 264159"/>
              <a:gd name="connsiteX16" fmla="*/ 182880 w 203200"/>
              <a:gd name="connsiteY16" fmla="*/ 35560 h 264159"/>
              <a:gd name="connsiteX17" fmla="*/ 182880 w 203200"/>
              <a:gd name="connsiteY17" fmla="*/ 228600 h 264159"/>
              <a:gd name="connsiteX18" fmla="*/ 193040 w 203200"/>
              <a:gd name="connsiteY18" fmla="*/ 238760 h 264159"/>
              <a:gd name="connsiteX19" fmla="*/ 203200 w 203200"/>
              <a:gd name="connsiteY19" fmla="*/ 228600 h 264159"/>
              <a:gd name="connsiteX20" fmla="*/ 203200 w 203200"/>
              <a:gd name="connsiteY20" fmla="*/ 35560 h 264159"/>
              <a:gd name="connsiteX21" fmla="*/ 111761 w 203200"/>
              <a:gd name="connsiteY21" fmla="*/ 233680 h 264159"/>
              <a:gd name="connsiteX22" fmla="*/ 101600 w 203200"/>
              <a:gd name="connsiteY22" fmla="*/ 223520 h 264159"/>
              <a:gd name="connsiteX23" fmla="*/ 91440 w 203200"/>
              <a:gd name="connsiteY23" fmla="*/ 233680 h 264159"/>
              <a:gd name="connsiteX24" fmla="*/ 91440 w 203200"/>
              <a:gd name="connsiteY24" fmla="*/ 254000 h 264159"/>
              <a:gd name="connsiteX25" fmla="*/ 101600 w 203200"/>
              <a:gd name="connsiteY25" fmla="*/ 264160 h 264159"/>
              <a:gd name="connsiteX26" fmla="*/ 111761 w 203200"/>
              <a:gd name="connsiteY26" fmla="*/ 254000 h 264159"/>
              <a:gd name="connsiteX27" fmla="*/ 111761 w 203200"/>
              <a:gd name="connsiteY27" fmla="*/ 233680 h 264159"/>
              <a:gd name="connsiteX28" fmla="*/ 86361 w 203200"/>
              <a:gd name="connsiteY28" fmla="*/ 86360 h 264159"/>
              <a:gd name="connsiteX29" fmla="*/ 86361 w 203200"/>
              <a:gd name="connsiteY29" fmla="*/ 127000 h 264159"/>
              <a:gd name="connsiteX30" fmla="*/ 106680 w 203200"/>
              <a:gd name="connsiteY30" fmla="*/ 127000 h 264159"/>
              <a:gd name="connsiteX31" fmla="*/ 127000 w 203200"/>
              <a:gd name="connsiteY31" fmla="*/ 106680 h 264159"/>
              <a:gd name="connsiteX32" fmla="*/ 106680 w 203200"/>
              <a:gd name="connsiteY32" fmla="*/ 86360 h 264159"/>
              <a:gd name="connsiteX33" fmla="*/ 86361 w 203200"/>
              <a:gd name="connsiteY33" fmla="*/ 86360 h 264159"/>
              <a:gd name="connsiteX34" fmla="*/ 147320 w 203200"/>
              <a:gd name="connsiteY34" fmla="*/ 106680 h 264159"/>
              <a:gd name="connsiteX35" fmla="*/ 106680 w 203200"/>
              <a:gd name="connsiteY35" fmla="*/ 147320 h 264159"/>
              <a:gd name="connsiteX36" fmla="*/ 86361 w 203200"/>
              <a:gd name="connsiteY36" fmla="*/ 147320 h 264159"/>
              <a:gd name="connsiteX37" fmla="*/ 86361 w 203200"/>
              <a:gd name="connsiteY37" fmla="*/ 157480 h 264159"/>
              <a:gd name="connsiteX38" fmla="*/ 101600 w 203200"/>
              <a:gd name="connsiteY38" fmla="*/ 157480 h 264159"/>
              <a:gd name="connsiteX39" fmla="*/ 111761 w 203200"/>
              <a:gd name="connsiteY39" fmla="*/ 167640 h 264159"/>
              <a:gd name="connsiteX40" fmla="*/ 101600 w 203200"/>
              <a:gd name="connsiteY40" fmla="*/ 177800 h 264159"/>
              <a:gd name="connsiteX41" fmla="*/ 86361 w 203200"/>
              <a:gd name="connsiteY41" fmla="*/ 177800 h 264159"/>
              <a:gd name="connsiteX42" fmla="*/ 86361 w 203200"/>
              <a:gd name="connsiteY42" fmla="*/ 182880 h 264159"/>
              <a:gd name="connsiteX43" fmla="*/ 76200 w 203200"/>
              <a:gd name="connsiteY43" fmla="*/ 193040 h 264159"/>
              <a:gd name="connsiteX44" fmla="*/ 66040 w 203200"/>
              <a:gd name="connsiteY44" fmla="*/ 182880 h 264159"/>
              <a:gd name="connsiteX45" fmla="*/ 66040 w 203200"/>
              <a:gd name="connsiteY45" fmla="*/ 177800 h 264159"/>
              <a:gd name="connsiteX46" fmla="*/ 60961 w 203200"/>
              <a:gd name="connsiteY46" fmla="*/ 177800 h 264159"/>
              <a:gd name="connsiteX47" fmla="*/ 50800 w 203200"/>
              <a:gd name="connsiteY47" fmla="*/ 167640 h 264159"/>
              <a:gd name="connsiteX48" fmla="*/ 60961 w 203200"/>
              <a:gd name="connsiteY48" fmla="*/ 157480 h 264159"/>
              <a:gd name="connsiteX49" fmla="*/ 66040 w 203200"/>
              <a:gd name="connsiteY49" fmla="*/ 157480 h 264159"/>
              <a:gd name="connsiteX50" fmla="*/ 66040 w 203200"/>
              <a:gd name="connsiteY50" fmla="*/ 147320 h 264159"/>
              <a:gd name="connsiteX51" fmla="*/ 60961 w 203200"/>
              <a:gd name="connsiteY51" fmla="*/ 147320 h 264159"/>
              <a:gd name="connsiteX52" fmla="*/ 50800 w 203200"/>
              <a:gd name="connsiteY52" fmla="*/ 137160 h 264159"/>
              <a:gd name="connsiteX53" fmla="*/ 60961 w 203200"/>
              <a:gd name="connsiteY53" fmla="*/ 127000 h 264159"/>
              <a:gd name="connsiteX54" fmla="*/ 66040 w 203200"/>
              <a:gd name="connsiteY54" fmla="*/ 127000 h 264159"/>
              <a:gd name="connsiteX55" fmla="*/ 66040 w 203200"/>
              <a:gd name="connsiteY55" fmla="*/ 77470 h 264159"/>
              <a:gd name="connsiteX56" fmla="*/ 77470 w 203200"/>
              <a:gd name="connsiteY56" fmla="*/ 66040 h 264159"/>
              <a:gd name="connsiteX57" fmla="*/ 106680 w 203200"/>
              <a:gd name="connsiteY57" fmla="*/ 66040 h 264159"/>
              <a:gd name="connsiteX58" fmla="*/ 147320 w 203200"/>
              <a:gd name="connsiteY58" fmla="*/ 1066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03200" h="264159">
                <a:moveTo>
                  <a:pt x="101600" y="0"/>
                </a:moveTo>
                <a:cubicBezTo>
                  <a:pt x="106680" y="0"/>
                  <a:pt x="111761" y="5080"/>
                  <a:pt x="111761" y="10160"/>
                </a:cubicBezTo>
                <a:lnTo>
                  <a:pt x="111761" y="30480"/>
                </a:lnTo>
                <a:cubicBezTo>
                  <a:pt x="111761" y="35560"/>
                  <a:pt x="106680" y="40640"/>
                  <a:pt x="101600" y="40640"/>
                </a:cubicBezTo>
                <a:cubicBezTo>
                  <a:pt x="96520" y="40640"/>
                  <a:pt x="91440" y="35560"/>
                  <a:pt x="91440" y="30480"/>
                </a:cubicBezTo>
                <a:lnTo>
                  <a:pt x="91440" y="10160"/>
                </a:lnTo>
                <a:cubicBezTo>
                  <a:pt x="91440" y="5080"/>
                  <a:pt x="95250" y="0"/>
                  <a:pt x="101600" y="0"/>
                </a:cubicBezTo>
                <a:close/>
                <a:moveTo>
                  <a:pt x="20320" y="35560"/>
                </a:moveTo>
                <a:cubicBezTo>
                  <a:pt x="20320" y="30480"/>
                  <a:pt x="15240" y="25400"/>
                  <a:pt x="10161" y="25400"/>
                </a:cubicBezTo>
                <a:cubicBezTo>
                  <a:pt x="5080" y="25400"/>
                  <a:pt x="0" y="30480"/>
                  <a:pt x="0" y="35560"/>
                </a:cubicBezTo>
                <a:lnTo>
                  <a:pt x="0" y="228600"/>
                </a:lnTo>
                <a:cubicBezTo>
                  <a:pt x="0" y="233680"/>
                  <a:pt x="5080" y="238760"/>
                  <a:pt x="10161" y="238760"/>
                </a:cubicBezTo>
                <a:cubicBezTo>
                  <a:pt x="15240" y="238760"/>
                  <a:pt x="20320" y="233680"/>
                  <a:pt x="20320" y="228600"/>
                </a:cubicBezTo>
                <a:lnTo>
                  <a:pt x="20320" y="35560"/>
                </a:lnTo>
                <a:close/>
                <a:moveTo>
                  <a:pt x="203200" y="35560"/>
                </a:moveTo>
                <a:cubicBezTo>
                  <a:pt x="203200" y="30480"/>
                  <a:pt x="198120" y="25400"/>
                  <a:pt x="193040" y="25400"/>
                </a:cubicBezTo>
                <a:cubicBezTo>
                  <a:pt x="187961" y="25400"/>
                  <a:pt x="182880" y="30480"/>
                  <a:pt x="182880" y="35560"/>
                </a:cubicBezTo>
                <a:lnTo>
                  <a:pt x="182880" y="228600"/>
                </a:lnTo>
                <a:cubicBezTo>
                  <a:pt x="182880" y="233680"/>
                  <a:pt x="187961" y="238760"/>
                  <a:pt x="193040" y="238760"/>
                </a:cubicBezTo>
                <a:cubicBezTo>
                  <a:pt x="198120" y="238760"/>
                  <a:pt x="203200" y="233680"/>
                  <a:pt x="203200" y="228600"/>
                </a:cubicBezTo>
                <a:lnTo>
                  <a:pt x="203200" y="35560"/>
                </a:lnTo>
                <a:close/>
                <a:moveTo>
                  <a:pt x="111761" y="233680"/>
                </a:moveTo>
                <a:cubicBezTo>
                  <a:pt x="111761" y="228600"/>
                  <a:pt x="106680" y="223520"/>
                  <a:pt x="101600" y="223520"/>
                </a:cubicBezTo>
                <a:cubicBezTo>
                  <a:pt x="96520" y="223520"/>
                  <a:pt x="91440" y="228600"/>
                  <a:pt x="91440" y="233680"/>
                </a:cubicBezTo>
                <a:lnTo>
                  <a:pt x="91440" y="254000"/>
                </a:lnTo>
                <a:cubicBezTo>
                  <a:pt x="91440" y="259080"/>
                  <a:pt x="96520" y="264160"/>
                  <a:pt x="101600" y="264160"/>
                </a:cubicBezTo>
                <a:cubicBezTo>
                  <a:pt x="106680" y="264160"/>
                  <a:pt x="111761" y="259080"/>
                  <a:pt x="111761" y="254000"/>
                </a:cubicBezTo>
                <a:lnTo>
                  <a:pt x="111761" y="233680"/>
                </a:lnTo>
                <a:close/>
                <a:moveTo>
                  <a:pt x="86361" y="86360"/>
                </a:moveTo>
                <a:lnTo>
                  <a:pt x="86361" y="127000"/>
                </a:lnTo>
                <a:lnTo>
                  <a:pt x="106680" y="127000"/>
                </a:lnTo>
                <a:cubicBezTo>
                  <a:pt x="118111" y="127000"/>
                  <a:pt x="127000" y="118110"/>
                  <a:pt x="127000" y="106680"/>
                </a:cubicBezTo>
                <a:cubicBezTo>
                  <a:pt x="127000" y="95250"/>
                  <a:pt x="118111" y="86360"/>
                  <a:pt x="106680" y="86360"/>
                </a:cubicBezTo>
                <a:lnTo>
                  <a:pt x="86361" y="86360"/>
                </a:lnTo>
                <a:close/>
                <a:moveTo>
                  <a:pt x="147320" y="106680"/>
                </a:moveTo>
                <a:cubicBezTo>
                  <a:pt x="147320" y="129540"/>
                  <a:pt x="129540" y="147320"/>
                  <a:pt x="106680" y="147320"/>
                </a:cubicBezTo>
                <a:lnTo>
                  <a:pt x="86361" y="147320"/>
                </a:lnTo>
                <a:lnTo>
                  <a:pt x="86361" y="157480"/>
                </a:lnTo>
                <a:lnTo>
                  <a:pt x="101600" y="157480"/>
                </a:lnTo>
                <a:cubicBezTo>
                  <a:pt x="106680" y="157480"/>
                  <a:pt x="111761" y="162560"/>
                  <a:pt x="111761" y="167640"/>
                </a:cubicBezTo>
                <a:cubicBezTo>
                  <a:pt x="111761" y="172720"/>
                  <a:pt x="106680" y="177800"/>
                  <a:pt x="101600" y="177800"/>
                </a:cubicBezTo>
                <a:lnTo>
                  <a:pt x="86361" y="177800"/>
                </a:lnTo>
                <a:lnTo>
                  <a:pt x="86361" y="182880"/>
                </a:lnTo>
                <a:cubicBezTo>
                  <a:pt x="86361" y="187960"/>
                  <a:pt x="81280" y="193040"/>
                  <a:pt x="76200" y="193040"/>
                </a:cubicBezTo>
                <a:cubicBezTo>
                  <a:pt x="71120" y="193040"/>
                  <a:pt x="66040" y="187960"/>
                  <a:pt x="66040" y="182880"/>
                </a:cubicBezTo>
                <a:lnTo>
                  <a:pt x="66040" y="177800"/>
                </a:lnTo>
                <a:lnTo>
                  <a:pt x="60961" y="177800"/>
                </a:lnTo>
                <a:cubicBezTo>
                  <a:pt x="55880" y="177800"/>
                  <a:pt x="50800" y="172720"/>
                  <a:pt x="50800" y="167640"/>
                </a:cubicBezTo>
                <a:cubicBezTo>
                  <a:pt x="50800" y="162560"/>
                  <a:pt x="55880" y="157480"/>
                  <a:pt x="60961" y="157480"/>
                </a:cubicBezTo>
                <a:lnTo>
                  <a:pt x="66040" y="157480"/>
                </a:lnTo>
                <a:lnTo>
                  <a:pt x="66040" y="147320"/>
                </a:lnTo>
                <a:lnTo>
                  <a:pt x="60961" y="147320"/>
                </a:lnTo>
                <a:cubicBezTo>
                  <a:pt x="55880" y="147320"/>
                  <a:pt x="50800" y="142240"/>
                  <a:pt x="50800" y="137160"/>
                </a:cubicBezTo>
                <a:cubicBezTo>
                  <a:pt x="50800" y="132080"/>
                  <a:pt x="55880" y="127000"/>
                  <a:pt x="60961" y="127000"/>
                </a:cubicBezTo>
                <a:lnTo>
                  <a:pt x="66040" y="127000"/>
                </a:lnTo>
                <a:lnTo>
                  <a:pt x="66040" y="77470"/>
                </a:lnTo>
                <a:cubicBezTo>
                  <a:pt x="66040" y="71120"/>
                  <a:pt x="71120" y="66040"/>
                  <a:pt x="77470" y="66040"/>
                </a:cubicBezTo>
                <a:lnTo>
                  <a:pt x="106680" y="66040"/>
                </a:lnTo>
                <a:cubicBezTo>
                  <a:pt x="128270" y="66040"/>
                  <a:pt x="147320" y="85090"/>
                  <a:pt x="147320" y="1066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11" name="Полилиния: фигура 611">
            <a:extLst>
              <a:ext uri="{FF2B5EF4-FFF2-40B4-BE49-F238E27FC236}">
                <a16:creationId xmlns:a16="http://schemas.microsoft.com/office/drawing/2014/main" id="{379904DE-9860-3718-CD12-A738A52B00F6}"/>
              </a:ext>
            </a:extLst>
          </p:cNvPr>
          <p:cNvSpPr/>
          <p:nvPr/>
        </p:nvSpPr>
        <p:spPr>
          <a:xfrm>
            <a:off x="1171481" y="3611962"/>
            <a:ext cx="243840" cy="243839"/>
          </a:xfrm>
          <a:custGeom>
            <a:avLst/>
            <a:gdLst>
              <a:gd name="connsiteX0" fmla="*/ 72390 w 243840"/>
              <a:gd name="connsiteY0" fmla="*/ 20320 h 243839"/>
              <a:gd name="connsiteX1" fmla="*/ 92710 w 243840"/>
              <a:gd name="connsiteY1" fmla="*/ 0 h 243839"/>
              <a:gd name="connsiteX2" fmla="*/ 151130 w 243840"/>
              <a:gd name="connsiteY2" fmla="*/ 0 h 243839"/>
              <a:gd name="connsiteX3" fmla="*/ 171450 w 243840"/>
              <a:gd name="connsiteY3" fmla="*/ 20320 h 243839"/>
              <a:gd name="connsiteX4" fmla="*/ 171450 w 243840"/>
              <a:gd name="connsiteY4" fmla="*/ 72390 h 243839"/>
              <a:gd name="connsiteX5" fmla="*/ 223520 w 243840"/>
              <a:gd name="connsiteY5" fmla="*/ 72390 h 243839"/>
              <a:gd name="connsiteX6" fmla="*/ 243840 w 243840"/>
              <a:gd name="connsiteY6" fmla="*/ 92710 h 243839"/>
              <a:gd name="connsiteX7" fmla="*/ 243840 w 243840"/>
              <a:gd name="connsiteY7" fmla="*/ 151130 h 243839"/>
              <a:gd name="connsiteX8" fmla="*/ 223520 w 243840"/>
              <a:gd name="connsiteY8" fmla="*/ 171450 h 243839"/>
              <a:gd name="connsiteX9" fmla="*/ 171450 w 243840"/>
              <a:gd name="connsiteY9" fmla="*/ 171450 h 243839"/>
              <a:gd name="connsiteX10" fmla="*/ 171450 w 243840"/>
              <a:gd name="connsiteY10" fmla="*/ 223520 h 243839"/>
              <a:gd name="connsiteX11" fmla="*/ 151130 w 243840"/>
              <a:gd name="connsiteY11" fmla="*/ 243840 h 243839"/>
              <a:gd name="connsiteX12" fmla="*/ 92710 w 243840"/>
              <a:gd name="connsiteY12" fmla="*/ 243840 h 243839"/>
              <a:gd name="connsiteX13" fmla="*/ 72390 w 243840"/>
              <a:gd name="connsiteY13" fmla="*/ 223520 h 243839"/>
              <a:gd name="connsiteX14" fmla="*/ 72390 w 243840"/>
              <a:gd name="connsiteY14" fmla="*/ 171450 h 243839"/>
              <a:gd name="connsiteX15" fmla="*/ 20320 w 243840"/>
              <a:gd name="connsiteY15" fmla="*/ 171450 h 243839"/>
              <a:gd name="connsiteX16" fmla="*/ 0 w 243840"/>
              <a:gd name="connsiteY16" fmla="*/ 151130 h 243839"/>
              <a:gd name="connsiteX17" fmla="*/ 0 w 243840"/>
              <a:gd name="connsiteY17" fmla="*/ 92710 h 243839"/>
              <a:gd name="connsiteX18" fmla="*/ 20320 w 243840"/>
              <a:gd name="connsiteY18" fmla="*/ 72390 h 243839"/>
              <a:gd name="connsiteX19" fmla="*/ 72390 w 243840"/>
              <a:gd name="connsiteY19" fmla="*/ 72390 h 243839"/>
              <a:gd name="connsiteX20" fmla="*/ 72390 w 243840"/>
              <a:gd name="connsiteY20" fmla="*/ 20320 h 243839"/>
              <a:gd name="connsiteX21" fmla="*/ 151130 w 243840"/>
              <a:gd name="connsiteY21" fmla="*/ 20320 h 243839"/>
              <a:gd name="connsiteX22" fmla="*/ 92710 w 243840"/>
              <a:gd name="connsiteY22" fmla="*/ 20320 h 243839"/>
              <a:gd name="connsiteX23" fmla="*/ 92710 w 243840"/>
              <a:gd name="connsiteY23" fmla="*/ 92710 h 243839"/>
              <a:gd name="connsiteX24" fmla="*/ 20320 w 243840"/>
              <a:gd name="connsiteY24" fmla="*/ 92710 h 243839"/>
              <a:gd name="connsiteX25" fmla="*/ 20320 w 243840"/>
              <a:gd name="connsiteY25" fmla="*/ 151130 h 243839"/>
              <a:gd name="connsiteX26" fmla="*/ 92710 w 243840"/>
              <a:gd name="connsiteY26" fmla="*/ 151130 h 243839"/>
              <a:gd name="connsiteX27" fmla="*/ 92710 w 243840"/>
              <a:gd name="connsiteY27" fmla="*/ 223520 h 243839"/>
              <a:gd name="connsiteX28" fmla="*/ 151130 w 243840"/>
              <a:gd name="connsiteY28" fmla="*/ 223520 h 243839"/>
              <a:gd name="connsiteX29" fmla="*/ 151130 w 243840"/>
              <a:gd name="connsiteY29" fmla="*/ 151130 h 243839"/>
              <a:gd name="connsiteX30" fmla="*/ 223520 w 243840"/>
              <a:gd name="connsiteY30" fmla="*/ 151130 h 243839"/>
              <a:gd name="connsiteX31" fmla="*/ 223520 w 243840"/>
              <a:gd name="connsiteY31" fmla="*/ 92710 h 243839"/>
              <a:gd name="connsiteX32" fmla="*/ 151130 w 243840"/>
              <a:gd name="connsiteY32" fmla="*/ 92710 h 243839"/>
              <a:gd name="connsiteX33" fmla="*/ 151130 w 243840"/>
              <a:gd name="connsiteY33" fmla="*/ 2032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3840" h="243839">
                <a:moveTo>
                  <a:pt x="72390" y="20320"/>
                </a:moveTo>
                <a:cubicBezTo>
                  <a:pt x="72390" y="8890"/>
                  <a:pt x="81280" y="0"/>
                  <a:pt x="92710" y="0"/>
                </a:cubicBezTo>
                <a:lnTo>
                  <a:pt x="151130" y="0"/>
                </a:lnTo>
                <a:cubicBezTo>
                  <a:pt x="162560" y="0"/>
                  <a:pt x="171450" y="8890"/>
                  <a:pt x="171450" y="20320"/>
                </a:cubicBezTo>
                <a:lnTo>
                  <a:pt x="171450" y="72390"/>
                </a:lnTo>
                <a:lnTo>
                  <a:pt x="223520" y="72390"/>
                </a:lnTo>
                <a:cubicBezTo>
                  <a:pt x="234950" y="72390"/>
                  <a:pt x="243840" y="81280"/>
                  <a:pt x="243840" y="92710"/>
                </a:cubicBezTo>
                <a:lnTo>
                  <a:pt x="243840" y="151130"/>
                </a:lnTo>
                <a:cubicBezTo>
                  <a:pt x="243840" y="162560"/>
                  <a:pt x="234950" y="171450"/>
                  <a:pt x="223520" y="171450"/>
                </a:cubicBezTo>
                <a:lnTo>
                  <a:pt x="171450" y="171450"/>
                </a:lnTo>
                <a:lnTo>
                  <a:pt x="171450" y="223520"/>
                </a:lnTo>
                <a:cubicBezTo>
                  <a:pt x="171450" y="234950"/>
                  <a:pt x="162560" y="243840"/>
                  <a:pt x="151130" y="243840"/>
                </a:cubicBezTo>
                <a:lnTo>
                  <a:pt x="92710" y="243840"/>
                </a:lnTo>
                <a:cubicBezTo>
                  <a:pt x="81280" y="243840"/>
                  <a:pt x="72390" y="234950"/>
                  <a:pt x="72390" y="223520"/>
                </a:cubicBezTo>
                <a:lnTo>
                  <a:pt x="72390" y="171450"/>
                </a:lnTo>
                <a:lnTo>
                  <a:pt x="20320" y="171450"/>
                </a:lnTo>
                <a:cubicBezTo>
                  <a:pt x="8890" y="171450"/>
                  <a:pt x="0" y="162560"/>
                  <a:pt x="0" y="151130"/>
                </a:cubicBezTo>
                <a:lnTo>
                  <a:pt x="0" y="92710"/>
                </a:lnTo>
                <a:cubicBezTo>
                  <a:pt x="0" y="81280"/>
                  <a:pt x="8890" y="72390"/>
                  <a:pt x="20320" y="72390"/>
                </a:cubicBezTo>
                <a:lnTo>
                  <a:pt x="72390" y="72390"/>
                </a:lnTo>
                <a:lnTo>
                  <a:pt x="72390" y="20320"/>
                </a:lnTo>
                <a:close/>
                <a:moveTo>
                  <a:pt x="151130" y="20320"/>
                </a:moveTo>
                <a:lnTo>
                  <a:pt x="92710" y="20320"/>
                </a:lnTo>
                <a:lnTo>
                  <a:pt x="92710" y="92710"/>
                </a:lnTo>
                <a:lnTo>
                  <a:pt x="20320" y="92710"/>
                </a:lnTo>
                <a:lnTo>
                  <a:pt x="20320" y="151130"/>
                </a:lnTo>
                <a:lnTo>
                  <a:pt x="92710" y="151130"/>
                </a:lnTo>
                <a:lnTo>
                  <a:pt x="92710" y="223520"/>
                </a:lnTo>
                <a:lnTo>
                  <a:pt x="151130" y="223520"/>
                </a:lnTo>
                <a:lnTo>
                  <a:pt x="151130" y="151130"/>
                </a:lnTo>
                <a:lnTo>
                  <a:pt x="223520" y="151130"/>
                </a:lnTo>
                <a:lnTo>
                  <a:pt x="223520" y="92710"/>
                </a:lnTo>
                <a:lnTo>
                  <a:pt x="151130" y="92710"/>
                </a:lnTo>
                <a:lnTo>
                  <a:pt x="151130" y="203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12" name="Рисунок 2">
            <a:extLst>
              <a:ext uri="{FF2B5EF4-FFF2-40B4-BE49-F238E27FC236}">
                <a16:creationId xmlns:a16="http://schemas.microsoft.com/office/drawing/2014/main" id="{0E53260C-1FFA-3588-1F61-77665DBC442A}"/>
              </a:ext>
            </a:extLst>
          </p:cNvPr>
          <p:cNvGrpSpPr/>
          <p:nvPr/>
        </p:nvGrpSpPr>
        <p:grpSpPr>
          <a:xfrm>
            <a:off x="1708374" y="3622108"/>
            <a:ext cx="281784" cy="223533"/>
            <a:chOff x="1784032" y="3087356"/>
            <a:chExt cx="281784" cy="223533"/>
          </a:xfrm>
          <a:solidFill>
            <a:schemeClr val="bg1"/>
          </a:solidFill>
        </p:grpSpPr>
        <p:sp>
          <p:nvSpPr>
            <p:cNvPr id="213" name="Полилиния: фигура 615">
              <a:extLst>
                <a:ext uri="{FF2B5EF4-FFF2-40B4-BE49-F238E27FC236}">
                  <a16:creationId xmlns:a16="http://schemas.microsoft.com/office/drawing/2014/main" id="{4C2A1DDD-4877-A7CB-1A92-BD26B5EB8DA1}"/>
                </a:ext>
              </a:extLst>
            </p:cNvPr>
            <p:cNvSpPr/>
            <p:nvPr/>
          </p:nvSpPr>
          <p:spPr>
            <a:xfrm>
              <a:off x="1784032" y="3087356"/>
              <a:ext cx="281784" cy="151778"/>
            </a:xfrm>
            <a:custGeom>
              <a:avLst/>
              <a:gdLst>
                <a:gd name="connsiteX0" fmla="*/ 108268 w 281784"/>
                <a:gd name="connsiteY0" fmla="*/ 17793 h 151778"/>
                <a:gd name="connsiteX1" fmla="*/ 143828 w 281784"/>
                <a:gd name="connsiteY1" fmla="*/ 53353 h 151778"/>
                <a:gd name="connsiteX2" fmla="*/ 179388 w 281784"/>
                <a:gd name="connsiteY2" fmla="*/ 17793 h 151778"/>
                <a:gd name="connsiteX3" fmla="*/ 263207 w 281784"/>
                <a:gd name="connsiteY3" fmla="*/ 16523 h 151778"/>
                <a:gd name="connsiteX4" fmla="*/ 264478 w 281784"/>
                <a:gd name="connsiteY4" fmla="*/ 17793 h 151778"/>
                <a:gd name="connsiteX5" fmla="*/ 265747 w 281784"/>
                <a:gd name="connsiteY5" fmla="*/ 19063 h 151778"/>
                <a:gd name="connsiteX6" fmla="*/ 264478 w 281784"/>
                <a:gd name="connsiteY6" fmla="*/ 102883 h 151778"/>
                <a:gd name="connsiteX7" fmla="*/ 217488 w 281784"/>
                <a:gd name="connsiteY7" fmla="*/ 149873 h 151778"/>
                <a:gd name="connsiteX8" fmla="*/ 209868 w 281784"/>
                <a:gd name="connsiteY8" fmla="*/ 149873 h 151778"/>
                <a:gd name="connsiteX9" fmla="*/ 141288 w 281784"/>
                <a:gd name="connsiteY9" fmla="*/ 81293 h 151778"/>
                <a:gd name="connsiteX10" fmla="*/ 72707 w 281784"/>
                <a:gd name="connsiteY10" fmla="*/ 149873 h 151778"/>
                <a:gd name="connsiteX11" fmla="*/ 65088 w 281784"/>
                <a:gd name="connsiteY11" fmla="*/ 149873 h 151778"/>
                <a:gd name="connsiteX12" fmla="*/ 18097 w 281784"/>
                <a:gd name="connsiteY12" fmla="*/ 102883 h 151778"/>
                <a:gd name="connsiteX13" fmla="*/ 18097 w 281784"/>
                <a:gd name="connsiteY13" fmla="*/ 16523 h 151778"/>
                <a:gd name="connsiteX14" fmla="*/ 108268 w 281784"/>
                <a:gd name="connsiteY14" fmla="*/ 17793 h 151778"/>
                <a:gd name="connsiteX15" fmla="*/ 35878 w 281784"/>
                <a:gd name="connsiteY15" fmla="*/ 33033 h 151778"/>
                <a:gd name="connsiteX16" fmla="*/ 91757 w 281784"/>
                <a:gd name="connsiteY16" fmla="*/ 31763 h 151778"/>
                <a:gd name="connsiteX17" fmla="*/ 93028 w 281784"/>
                <a:gd name="connsiteY17" fmla="*/ 33033 h 151778"/>
                <a:gd name="connsiteX18" fmla="*/ 128588 w 281784"/>
                <a:gd name="connsiteY18" fmla="*/ 68593 h 151778"/>
                <a:gd name="connsiteX19" fmla="*/ 71438 w 281784"/>
                <a:gd name="connsiteY19" fmla="*/ 125743 h 151778"/>
                <a:gd name="connsiteX20" fmla="*/ 35878 w 281784"/>
                <a:gd name="connsiteY20" fmla="*/ 90183 h 151778"/>
                <a:gd name="connsiteX21" fmla="*/ 35878 w 281784"/>
                <a:gd name="connsiteY21" fmla="*/ 33033 h 151778"/>
                <a:gd name="connsiteX22" fmla="*/ 251778 w 281784"/>
                <a:gd name="connsiteY22" fmla="*/ 90183 h 151778"/>
                <a:gd name="connsiteX23" fmla="*/ 216218 w 281784"/>
                <a:gd name="connsiteY23" fmla="*/ 125743 h 151778"/>
                <a:gd name="connsiteX24" fmla="*/ 159068 w 281784"/>
                <a:gd name="connsiteY24" fmla="*/ 68593 h 151778"/>
                <a:gd name="connsiteX25" fmla="*/ 194628 w 281784"/>
                <a:gd name="connsiteY25" fmla="*/ 33033 h 151778"/>
                <a:gd name="connsiteX26" fmla="*/ 251778 w 281784"/>
                <a:gd name="connsiteY26" fmla="*/ 33033 h 151778"/>
                <a:gd name="connsiteX27" fmla="*/ 251778 w 281784"/>
                <a:gd name="connsiteY27" fmla="*/ 90183 h 15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81784" h="151778">
                  <a:moveTo>
                    <a:pt x="108268" y="17793"/>
                  </a:moveTo>
                  <a:lnTo>
                    <a:pt x="143828" y="53353"/>
                  </a:lnTo>
                  <a:lnTo>
                    <a:pt x="179388" y="17793"/>
                  </a:lnTo>
                  <a:cubicBezTo>
                    <a:pt x="202247" y="-5067"/>
                    <a:pt x="240347" y="-6337"/>
                    <a:pt x="263207" y="16523"/>
                  </a:cubicBezTo>
                  <a:lnTo>
                    <a:pt x="264478" y="17793"/>
                  </a:lnTo>
                  <a:lnTo>
                    <a:pt x="265747" y="19063"/>
                  </a:lnTo>
                  <a:cubicBezTo>
                    <a:pt x="287338" y="43193"/>
                    <a:pt x="287338" y="80023"/>
                    <a:pt x="264478" y="102883"/>
                  </a:cubicBezTo>
                  <a:lnTo>
                    <a:pt x="217488" y="149873"/>
                  </a:lnTo>
                  <a:cubicBezTo>
                    <a:pt x="214947" y="152413"/>
                    <a:pt x="212407" y="152413"/>
                    <a:pt x="209868" y="149873"/>
                  </a:cubicBezTo>
                  <a:lnTo>
                    <a:pt x="141288" y="81293"/>
                  </a:lnTo>
                  <a:lnTo>
                    <a:pt x="72707" y="149873"/>
                  </a:lnTo>
                  <a:cubicBezTo>
                    <a:pt x="70168" y="152413"/>
                    <a:pt x="67628" y="152413"/>
                    <a:pt x="65088" y="149873"/>
                  </a:cubicBezTo>
                  <a:lnTo>
                    <a:pt x="18097" y="102883"/>
                  </a:lnTo>
                  <a:cubicBezTo>
                    <a:pt x="-6032" y="78753"/>
                    <a:pt x="-6032" y="40653"/>
                    <a:pt x="18097" y="16523"/>
                  </a:cubicBezTo>
                  <a:cubicBezTo>
                    <a:pt x="46038" y="-5067"/>
                    <a:pt x="84138" y="-5067"/>
                    <a:pt x="108268" y="17793"/>
                  </a:cubicBezTo>
                  <a:close/>
                  <a:moveTo>
                    <a:pt x="35878" y="33033"/>
                  </a:moveTo>
                  <a:cubicBezTo>
                    <a:pt x="51118" y="17793"/>
                    <a:pt x="75247" y="17793"/>
                    <a:pt x="91757" y="31763"/>
                  </a:cubicBezTo>
                  <a:lnTo>
                    <a:pt x="93028" y="33033"/>
                  </a:lnTo>
                  <a:lnTo>
                    <a:pt x="128588" y="68593"/>
                  </a:lnTo>
                  <a:lnTo>
                    <a:pt x="71438" y="125743"/>
                  </a:lnTo>
                  <a:lnTo>
                    <a:pt x="35878" y="90183"/>
                  </a:lnTo>
                  <a:cubicBezTo>
                    <a:pt x="20638" y="73673"/>
                    <a:pt x="20638" y="48273"/>
                    <a:pt x="35878" y="33033"/>
                  </a:cubicBezTo>
                  <a:close/>
                  <a:moveTo>
                    <a:pt x="251778" y="90183"/>
                  </a:moveTo>
                  <a:lnTo>
                    <a:pt x="216218" y="125743"/>
                  </a:lnTo>
                  <a:lnTo>
                    <a:pt x="159068" y="68593"/>
                  </a:lnTo>
                  <a:lnTo>
                    <a:pt x="194628" y="33033"/>
                  </a:lnTo>
                  <a:cubicBezTo>
                    <a:pt x="209868" y="17793"/>
                    <a:pt x="236538" y="17793"/>
                    <a:pt x="251778" y="33033"/>
                  </a:cubicBezTo>
                  <a:cubicBezTo>
                    <a:pt x="267018" y="48273"/>
                    <a:pt x="267018" y="73673"/>
                    <a:pt x="251778" y="9018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616">
              <a:extLst>
                <a:ext uri="{FF2B5EF4-FFF2-40B4-BE49-F238E27FC236}">
                  <a16:creationId xmlns:a16="http://schemas.microsoft.com/office/drawing/2014/main" id="{2BCC2572-96C3-3ADB-912E-FA9B8F748E1C}"/>
                </a:ext>
              </a:extLst>
            </p:cNvPr>
            <p:cNvSpPr/>
            <p:nvPr/>
          </p:nvSpPr>
          <p:spPr>
            <a:xfrm>
              <a:off x="1917700" y="3229610"/>
              <a:ext cx="20320" cy="20319"/>
            </a:xfrm>
            <a:custGeom>
              <a:avLst/>
              <a:gdLst>
                <a:gd name="connsiteX0" fmla="*/ 20320 w 20320"/>
                <a:gd name="connsiteY0" fmla="*/ 10160 h 20319"/>
                <a:gd name="connsiteX1" fmla="*/ 10160 w 20320"/>
                <a:gd name="connsiteY1" fmla="*/ 20320 h 20319"/>
                <a:gd name="connsiteX2" fmla="*/ 0 w 20320"/>
                <a:gd name="connsiteY2" fmla="*/ 10160 h 20319"/>
                <a:gd name="connsiteX3" fmla="*/ 10160 w 20320"/>
                <a:gd name="connsiteY3" fmla="*/ 0 h 20319"/>
                <a:gd name="connsiteX4" fmla="*/ 2032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617">
              <a:extLst>
                <a:ext uri="{FF2B5EF4-FFF2-40B4-BE49-F238E27FC236}">
                  <a16:creationId xmlns:a16="http://schemas.microsoft.com/office/drawing/2014/main" id="{4E35264C-2269-3914-B3B4-A961B49722D4}"/>
                </a:ext>
              </a:extLst>
            </p:cNvPr>
            <p:cNvSpPr/>
            <p:nvPr/>
          </p:nvSpPr>
          <p:spPr>
            <a:xfrm>
              <a:off x="1917700" y="3290570"/>
              <a:ext cx="20320" cy="20320"/>
            </a:xfrm>
            <a:custGeom>
              <a:avLst/>
              <a:gdLst>
                <a:gd name="connsiteX0" fmla="*/ 20320 w 20320"/>
                <a:gd name="connsiteY0" fmla="*/ 10160 h 20320"/>
                <a:gd name="connsiteX1" fmla="*/ 10160 w 20320"/>
                <a:gd name="connsiteY1" fmla="*/ 20320 h 20320"/>
                <a:gd name="connsiteX2" fmla="*/ 0 w 20320"/>
                <a:gd name="connsiteY2" fmla="*/ 10160 h 20320"/>
                <a:gd name="connsiteX3" fmla="*/ 10160 w 20320"/>
                <a:gd name="connsiteY3" fmla="*/ 0 h 20320"/>
                <a:gd name="connsiteX4" fmla="*/ 20320 w 20320"/>
                <a:gd name="connsiteY4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618">
              <a:extLst>
                <a:ext uri="{FF2B5EF4-FFF2-40B4-BE49-F238E27FC236}">
                  <a16:creationId xmlns:a16="http://schemas.microsoft.com/office/drawing/2014/main" id="{9033FFF9-A340-B925-80BF-C2AFEC8CDFDD}"/>
                </a:ext>
              </a:extLst>
            </p:cNvPr>
            <p:cNvSpPr/>
            <p:nvPr/>
          </p:nvSpPr>
          <p:spPr>
            <a:xfrm>
              <a:off x="1882139" y="3260090"/>
              <a:ext cx="20320" cy="20319"/>
            </a:xfrm>
            <a:custGeom>
              <a:avLst/>
              <a:gdLst>
                <a:gd name="connsiteX0" fmla="*/ 20320 w 20320"/>
                <a:gd name="connsiteY0" fmla="*/ 10160 h 20319"/>
                <a:gd name="connsiteX1" fmla="*/ 10160 w 20320"/>
                <a:gd name="connsiteY1" fmla="*/ 20320 h 20319"/>
                <a:gd name="connsiteX2" fmla="*/ 0 w 20320"/>
                <a:gd name="connsiteY2" fmla="*/ 10160 h 20319"/>
                <a:gd name="connsiteX3" fmla="*/ 10160 w 20320"/>
                <a:gd name="connsiteY3" fmla="*/ 0 h 20319"/>
                <a:gd name="connsiteX4" fmla="*/ 2032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7" name="Полилиния: фигура 619">
              <a:extLst>
                <a:ext uri="{FF2B5EF4-FFF2-40B4-BE49-F238E27FC236}">
                  <a16:creationId xmlns:a16="http://schemas.microsoft.com/office/drawing/2014/main" id="{BC74A013-9F57-8A18-9913-0E28EF23C916}"/>
                </a:ext>
              </a:extLst>
            </p:cNvPr>
            <p:cNvSpPr/>
            <p:nvPr/>
          </p:nvSpPr>
          <p:spPr>
            <a:xfrm>
              <a:off x="1953260" y="3260090"/>
              <a:ext cx="20319" cy="20319"/>
            </a:xfrm>
            <a:custGeom>
              <a:avLst/>
              <a:gdLst>
                <a:gd name="connsiteX0" fmla="*/ 20320 w 20319"/>
                <a:gd name="connsiteY0" fmla="*/ 10160 h 20319"/>
                <a:gd name="connsiteX1" fmla="*/ 10160 w 20319"/>
                <a:gd name="connsiteY1" fmla="*/ 20320 h 20319"/>
                <a:gd name="connsiteX2" fmla="*/ 0 w 20319"/>
                <a:gd name="connsiteY2" fmla="*/ 10160 h 20319"/>
                <a:gd name="connsiteX3" fmla="*/ 10160 w 20319"/>
                <a:gd name="connsiteY3" fmla="*/ 0 h 20319"/>
                <a:gd name="connsiteX4" fmla="*/ 20320 w 20319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18" name="Полилиния: фигура 622">
            <a:extLst>
              <a:ext uri="{FF2B5EF4-FFF2-40B4-BE49-F238E27FC236}">
                <a16:creationId xmlns:a16="http://schemas.microsoft.com/office/drawing/2014/main" id="{870FE2C3-3C37-71FC-BB33-65D08B64B74E}"/>
              </a:ext>
            </a:extLst>
          </p:cNvPr>
          <p:cNvSpPr/>
          <p:nvPr/>
        </p:nvSpPr>
        <p:spPr>
          <a:xfrm>
            <a:off x="10664731" y="2640556"/>
            <a:ext cx="264160" cy="253364"/>
          </a:xfrm>
          <a:custGeom>
            <a:avLst/>
            <a:gdLst>
              <a:gd name="connsiteX0" fmla="*/ 132080 w 264160"/>
              <a:gd name="connsiteY0" fmla="*/ 22225 h 253364"/>
              <a:gd name="connsiteX1" fmla="*/ 248920 w 264160"/>
              <a:gd name="connsiteY1" fmla="*/ 94615 h 253364"/>
              <a:gd name="connsiteX2" fmla="*/ 262890 w 264160"/>
              <a:gd name="connsiteY2" fmla="*/ 90805 h 253364"/>
              <a:gd name="connsiteX3" fmla="*/ 259080 w 264160"/>
              <a:gd name="connsiteY3" fmla="*/ 76835 h 253364"/>
              <a:gd name="connsiteX4" fmla="*/ 233680 w 264160"/>
              <a:gd name="connsiteY4" fmla="*/ 61595 h 253364"/>
              <a:gd name="connsiteX5" fmla="*/ 233680 w 264160"/>
              <a:gd name="connsiteY5" fmla="*/ 20955 h 253364"/>
              <a:gd name="connsiteX6" fmla="*/ 223520 w 264160"/>
              <a:gd name="connsiteY6" fmla="*/ 10795 h 253364"/>
              <a:gd name="connsiteX7" fmla="*/ 213360 w 264160"/>
              <a:gd name="connsiteY7" fmla="*/ 20955 h 253364"/>
              <a:gd name="connsiteX8" fmla="*/ 213360 w 264160"/>
              <a:gd name="connsiteY8" fmla="*/ 48895 h 253364"/>
              <a:gd name="connsiteX9" fmla="*/ 137160 w 264160"/>
              <a:gd name="connsiteY9" fmla="*/ 1905 h 253364"/>
              <a:gd name="connsiteX10" fmla="*/ 127000 w 264160"/>
              <a:gd name="connsiteY10" fmla="*/ 1905 h 253364"/>
              <a:gd name="connsiteX11" fmla="*/ 5080 w 264160"/>
              <a:gd name="connsiteY11" fmla="*/ 76835 h 253364"/>
              <a:gd name="connsiteX12" fmla="*/ 1270 w 264160"/>
              <a:gd name="connsiteY12" fmla="*/ 90805 h 253364"/>
              <a:gd name="connsiteX13" fmla="*/ 15240 w 264160"/>
              <a:gd name="connsiteY13" fmla="*/ 94615 h 253364"/>
              <a:gd name="connsiteX14" fmla="*/ 132080 w 264160"/>
              <a:gd name="connsiteY14" fmla="*/ 22225 h 253364"/>
              <a:gd name="connsiteX15" fmla="*/ 91440 w 264160"/>
              <a:gd name="connsiteY15" fmla="*/ 117475 h 253364"/>
              <a:gd name="connsiteX16" fmla="*/ 93980 w 264160"/>
              <a:gd name="connsiteY16" fmla="*/ 130175 h 253364"/>
              <a:gd name="connsiteX17" fmla="*/ 107950 w 264160"/>
              <a:gd name="connsiteY17" fmla="*/ 154305 h 253364"/>
              <a:gd name="connsiteX18" fmla="*/ 137160 w 264160"/>
              <a:gd name="connsiteY18" fmla="*/ 177165 h 253364"/>
              <a:gd name="connsiteX19" fmla="*/ 153670 w 264160"/>
              <a:gd name="connsiteY19" fmla="*/ 182245 h 253364"/>
              <a:gd name="connsiteX20" fmla="*/ 163830 w 264160"/>
              <a:gd name="connsiteY20" fmla="*/ 178435 h 253364"/>
              <a:gd name="connsiteX21" fmla="*/ 167640 w 264160"/>
              <a:gd name="connsiteY21" fmla="*/ 174625 h 253364"/>
              <a:gd name="connsiteX22" fmla="*/ 168910 w 264160"/>
              <a:gd name="connsiteY22" fmla="*/ 173355 h 253364"/>
              <a:gd name="connsiteX23" fmla="*/ 168910 w 264160"/>
              <a:gd name="connsiteY23" fmla="*/ 163195 h 253364"/>
              <a:gd name="connsiteX24" fmla="*/ 161290 w 264160"/>
              <a:gd name="connsiteY24" fmla="*/ 155575 h 253364"/>
              <a:gd name="connsiteX25" fmla="*/ 161290 w 264160"/>
              <a:gd name="connsiteY25" fmla="*/ 155575 h 253364"/>
              <a:gd name="connsiteX26" fmla="*/ 161290 w 264160"/>
              <a:gd name="connsiteY26" fmla="*/ 155575 h 253364"/>
              <a:gd name="connsiteX27" fmla="*/ 157480 w 264160"/>
              <a:gd name="connsiteY27" fmla="*/ 151765 h 253364"/>
              <a:gd name="connsiteX28" fmla="*/ 147320 w 264160"/>
              <a:gd name="connsiteY28" fmla="*/ 151765 h 253364"/>
              <a:gd name="connsiteX29" fmla="*/ 146050 w 264160"/>
              <a:gd name="connsiteY29" fmla="*/ 153035 h 253364"/>
              <a:gd name="connsiteX30" fmla="*/ 140970 w 264160"/>
              <a:gd name="connsiteY30" fmla="*/ 158115 h 253364"/>
              <a:gd name="connsiteX31" fmla="*/ 139700 w 264160"/>
              <a:gd name="connsiteY31" fmla="*/ 158115 h 253364"/>
              <a:gd name="connsiteX32" fmla="*/ 138430 w 264160"/>
              <a:gd name="connsiteY32" fmla="*/ 158115 h 253364"/>
              <a:gd name="connsiteX33" fmla="*/ 138430 w 264160"/>
              <a:gd name="connsiteY33" fmla="*/ 158115 h 253364"/>
              <a:gd name="connsiteX34" fmla="*/ 138430 w 264160"/>
              <a:gd name="connsiteY34" fmla="*/ 158115 h 253364"/>
              <a:gd name="connsiteX35" fmla="*/ 135890 w 264160"/>
              <a:gd name="connsiteY35" fmla="*/ 156845 h 253364"/>
              <a:gd name="connsiteX36" fmla="*/ 119380 w 264160"/>
              <a:gd name="connsiteY36" fmla="*/ 141605 h 253364"/>
              <a:gd name="connsiteX37" fmla="*/ 113030 w 264160"/>
              <a:gd name="connsiteY37" fmla="*/ 131445 h 253364"/>
              <a:gd name="connsiteX38" fmla="*/ 113030 w 264160"/>
              <a:gd name="connsiteY38" fmla="*/ 130175 h 253364"/>
              <a:gd name="connsiteX39" fmla="*/ 113030 w 264160"/>
              <a:gd name="connsiteY39" fmla="*/ 130175 h 253364"/>
              <a:gd name="connsiteX40" fmla="*/ 119380 w 264160"/>
              <a:gd name="connsiteY40" fmla="*/ 123825 h 253364"/>
              <a:gd name="connsiteX41" fmla="*/ 119380 w 264160"/>
              <a:gd name="connsiteY41" fmla="*/ 113665 h 253364"/>
              <a:gd name="connsiteX42" fmla="*/ 116840 w 264160"/>
              <a:gd name="connsiteY42" fmla="*/ 109855 h 253364"/>
              <a:gd name="connsiteX43" fmla="*/ 114300 w 264160"/>
              <a:gd name="connsiteY43" fmla="*/ 107315 h 253364"/>
              <a:gd name="connsiteX44" fmla="*/ 113030 w 264160"/>
              <a:gd name="connsiteY44" fmla="*/ 106045 h 253364"/>
              <a:gd name="connsiteX45" fmla="*/ 113030 w 264160"/>
              <a:gd name="connsiteY45" fmla="*/ 106045 h 253364"/>
              <a:gd name="connsiteX46" fmla="*/ 113030 w 264160"/>
              <a:gd name="connsiteY46" fmla="*/ 106045 h 253364"/>
              <a:gd name="connsiteX47" fmla="*/ 109220 w 264160"/>
              <a:gd name="connsiteY47" fmla="*/ 102235 h 253364"/>
              <a:gd name="connsiteX48" fmla="*/ 99060 w 264160"/>
              <a:gd name="connsiteY48" fmla="*/ 102235 h 253364"/>
              <a:gd name="connsiteX49" fmla="*/ 95250 w 264160"/>
              <a:gd name="connsiteY49" fmla="*/ 106045 h 253364"/>
              <a:gd name="connsiteX50" fmla="*/ 95250 w 264160"/>
              <a:gd name="connsiteY50" fmla="*/ 106045 h 253364"/>
              <a:gd name="connsiteX51" fmla="*/ 91440 w 264160"/>
              <a:gd name="connsiteY51" fmla="*/ 109855 h 253364"/>
              <a:gd name="connsiteX52" fmla="*/ 91440 w 264160"/>
              <a:gd name="connsiteY52" fmla="*/ 117475 h 253364"/>
              <a:gd name="connsiteX53" fmla="*/ 213360 w 264160"/>
              <a:gd name="connsiteY53" fmla="*/ 222885 h 253364"/>
              <a:gd name="connsiteX54" fmla="*/ 213360 w 264160"/>
              <a:gd name="connsiteY54" fmla="*/ 111125 h 253364"/>
              <a:gd name="connsiteX55" fmla="*/ 223520 w 264160"/>
              <a:gd name="connsiteY55" fmla="*/ 100965 h 253364"/>
              <a:gd name="connsiteX56" fmla="*/ 233680 w 264160"/>
              <a:gd name="connsiteY56" fmla="*/ 111125 h 253364"/>
              <a:gd name="connsiteX57" fmla="*/ 233680 w 264160"/>
              <a:gd name="connsiteY57" fmla="*/ 222885 h 253364"/>
              <a:gd name="connsiteX58" fmla="*/ 203200 w 264160"/>
              <a:gd name="connsiteY58" fmla="*/ 253365 h 253364"/>
              <a:gd name="connsiteX59" fmla="*/ 60960 w 264160"/>
              <a:gd name="connsiteY59" fmla="*/ 253365 h 253364"/>
              <a:gd name="connsiteX60" fmla="*/ 30480 w 264160"/>
              <a:gd name="connsiteY60" fmla="*/ 222885 h 253364"/>
              <a:gd name="connsiteX61" fmla="*/ 30480 w 264160"/>
              <a:gd name="connsiteY61" fmla="*/ 111125 h 253364"/>
              <a:gd name="connsiteX62" fmla="*/ 40640 w 264160"/>
              <a:gd name="connsiteY62" fmla="*/ 100965 h 253364"/>
              <a:gd name="connsiteX63" fmla="*/ 50800 w 264160"/>
              <a:gd name="connsiteY63" fmla="*/ 111125 h 253364"/>
              <a:gd name="connsiteX64" fmla="*/ 50800 w 264160"/>
              <a:gd name="connsiteY64" fmla="*/ 222885 h 253364"/>
              <a:gd name="connsiteX65" fmla="*/ 60960 w 264160"/>
              <a:gd name="connsiteY65" fmla="*/ 233045 h 253364"/>
              <a:gd name="connsiteX66" fmla="*/ 203200 w 264160"/>
              <a:gd name="connsiteY66" fmla="*/ 233045 h 253364"/>
              <a:gd name="connsiteX67" fmla="*/ 213360 w 264160"/>
              <a:gd name="connsiteY67" fmla="*/ 222885 h 253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264160" h="253364">
                <a:moveTo>
                  <a:pt x="132080" y="22225"/>
                </a:moveTo>
                <a:lnTo>
                  <a:pt x="248920" y="94615"/>
                </a:lnTo>
                <a:cubicBezTo>
                  <a:pt x="254000" y="97155"/>
                  <a:pt x="260350" y="95885"/>
                  <a:pt x="262890" y="90805"/>
                </a:cubicBezTo>
                <a:cubicBezTo>
                  <a:pt x="265430" y="85725"/>
                  <a:pt x="264160" y="79375"/>
                  <a:pt x="259080" y="76835"/>
                </a:cubicBezTo>
                <a:lnTo>
                  <a:pt x="233680" y="61595"/>
                </a:lnTo>
                <a:lnTo>
                  <a:pt x="233680" y="20955"/>
                </a:lnTo>
                <a:cubicBezTo>
                  <a:pt x="233680" y="15875"/>
                  <a:pt x="228600" y="10795"/>
                  <a:pt x="223520" y="10795"/>
                </a:cubicBezTo>
                <a:cubicBezTo>
                  <a:pt x="218440" y="10795"/>
                  <a:pt x="213360" y="15875"/>
                  <a:pt x="213360" y="20955"/>
                </a:cubicBezTo>
                <a:lnTo>
                  <a:pt x="213360" y="48895"/>
                </a:lnTo>
                <a:lnTo>
                  <a:pt x="137160" y="1905"/>
                </a:lnTo>
                <a:cubicBezTo>
                  <a:pt x="133350" y="-635"/>
                  <a:pt x="129540" y="-635"/>
                  <a:pt x="127000" y="1905"/>
                </a:cubicBezTo>
                <a:lnTo>
                  <a:pt x="5080" y="76835"/>
                </a:lnTo>
                <a:cubicBezTo>
                  <a:pt x="0" y="79375"/>
                  <a:pt x="-1270" y="85725"/>
                  <a:pt x="1270" y="90805"/>
                </a:cubicBezTo>
                <a:cubicBezTo>
                  <a:pt x="3810" y="95885"/>
                  <a:pt x="10160" y="97155"/>
                  <a:pt x="15240" y="94615"/>
                </a:cubicBezTo>
                <a:lnTo>
                  <a:pt x="132080" y="22225"/>
                </a:lnTo>
                <a:close/>
                <a:moveTo>
                  <a:pt x="91440" y="117475"/>
                </a:moveTo>
                <a:cubicBezTo>
                  <a:pt x="91440" y="122555"/>
                  <a:pt x="92710" y="126365"/>
                  <a:pt x="93980" y="130175"/>
                </a:cubicBezTo>
                <a:cubicBezTo>
                  <a:pt x="97790" y="139065"/>
                  <a:pt x="102870" y="146685"/>
                  <a:pt x="107950" y="154305"/>
                </a:cubicBezTo>
                <a:cubicBezTo>
                  <a:pt x="115570" y="164465"/>
                  <a:pt x="125730" y="172085"/>
                  <a:pt x="137160" y="177165"/>
                </a:cubicBezTo>
                <a:cubicBezTo>
                  <a:pt x="142240" y="179705"/>
                  <a:pt x="147320" y="182245"/>
                  <a:pt x="153670" y="182245"/>
                </a:cubicBezTo>
                <a:cubicBezTo>
                  <a:pt x="157480" y="182245"/>
                  <a:pt x="161290" y="180975"/>
                  <a:pt x="163830" y="178435"/>
                </a:cubicBezTo>
                <a:cubicBezTo>
                  <a:pt x="165100" y="177165"/>
                  <a:pt x="166370" y="175895"/>
                  <a:pt x="167640" y="174625"/>
                </a:cubicBezTo>
                <a:cubicBezTo>
                  <a:pt x="167640" y="174625"/>
                  <a:pt x="168910" y="173355"/>
                  <a:pt x="168910" y="173355"/>
                </a:cubicBezTo>
                <a:cubicBezTo>
                  <a:pt x="171450" y="170815"/>
                  <a:pt x="171450" y="167005"/>
                  <a:pt x="168910" y="163195"/>
                </a:cubicBezTo>
                <a:cubicBezTo>
                  <a:pt x="166370" y="160655"/>
                  <a:pt x="163830" y="158115"/>
                  <a:pt x="161290" y="155575"/>
                </a:cubicBezTo>
                <a:lnTo>
                  <a:pt x="161290" y="155575"/>
                </a:lnTo>
                <a:lnTo>
                  <a:pt x="161290" y="155575"/>
                </a:lnTo>
                <a:cubicBezTo>
                  <a:pt x="160020" y="154305"/>
                  <a:pt x="158750" y="153035"/>
                  <a:pt x="157480" y="151765"/>
                </a:cubicBezTo>
                <a:cubicBezTo>
                  <a:pt x="154940" y="149225"/>
                  <a:pt x="151130" y="149225"/>
                  <a:pt x="147320" y="151765"/>
                </a:cubicBezTo>
                <a:lnTo>
                  <a:pt x="146050" y="153035"/>
                </a:lnTo>
                <a:cubicBezTo>
                  <a:pt x="144780" y="154305"/>
                  <a:pt x="142240" y="156845"/>
                  <a:pt x="140970" y="158115"/>
                </a:cubicBezTo>
                <a:cubicBezTo>
                  <a:pt x="139700" y="159385"/>
                  <a:pt x="139700" y="159385"/>
                  <a:pt x="139700" y="158115"/>
                </a:cubicBezTo>
                <a:cubicBezTo>
                  <a:pt x="139700" y="158115"/>
                  <a:pt x="138430" y="158115"/>
                  <a:pt x="138430" y="158115"/>
                </a:cubicBezTo>
                <a:lnTo>
                  <a:pt x="138430" y="158115"/>
                </a:lnTo>
                <a:lnTo>
                  <a:pt x="138430" y="158115"/>
                </a:lnTo>
                <a:cubicBezTo>
                  <a:pt x="137160" y="158115"/>
                  <a:pt x="135890" y="156845"/>
                  <a:pt x="135890" y="156845"/>
                </a:cubicBezTo>
                <a:cubicBezTo>
                  <a:pt x="129540" y="153035"/>
                  <a:pt x="124460" y="147955"/>
                  <a:pt x="119380" y="141605"/>
                </a:cubicBezTo>
                <a:cubicBezTo>
                  <a:pt x="116840" y="139065"/>
                  <a:pt x="114300" y="135255"/>
                  <a:pt x="113030" y="131445"/>
                </a:cubicBezTo>
                <a:cubicBezTo>
                  <a:pt x="113030" y="130175"/>
                  <a:pt x="113030" y="130175"/>
                  <a:pt x="113030" y="130175"/>
                </a:cubicBezTo>
                <a:lnTo>
                  <a:pt x="113030" y="130175"/>
                </a:lnTo>
                <a:cubicBezTo>
                  <a:pt x="115570" y="127635"/>
                  <a:pt x="116840" y="126365"/>
                  <a:pt x="119380" y="123825"/>
                </a:cubicBezTo>
                <a:cubicBezTo>
                  <a:pt x="121920" y="121285"/>
                  <a:pt x="121920" y="117475"/>
                  <a:pt x="119380" y="113665"/>
                </a:cubicBezTo>
                <a:cubicBezTo>
                  <a:pt x="118110" y="112395"/>
                  <a:pt x="116840" y="111125"/>
                  <a:pt x="116840" y="109855"/>
                </a:cubicBezTo>
                <a:cubicBezTo>
                  <a:pt x="115570" y="108585"/>
                  <a:pt x="115570" y="108585"/>
                  <a:pt x="114300" y="107315"/>
                </a:cubicBezTo>
                <a:lnTo>
                  <a:pt x="113030" y="106045"/>
                </a:lnTo>
                <a:lnTo>
                  <a:pt x="113030" y="106045"/>
                </a:lnTo>
                <a:lnTo>
                  <a:pt x="113030" y="106045"/>
                </a:lnTo>
                <a:cubicBezTo>
                  <a:pt x="111760" y="104775"/>
                  <a:pt x="110490" y="103505"/>
                  <a:pt x="109220" y="102235"/>
                </a:cubicBezTo>
                <a:cubicBezTo>
                  <a:pt x="106680" y="99695"/>
                  <a:pt x="102870" y="99695"/>
                  <a:pt x="99060" y="102235"/>
                </a:cubicBezTo>
                <a:cubicBezTo>
                  <a:pt x="97790" y="103505"/>
                  <a:pt x="96520" y="104775"/>
                  <a:pt x="95250" y="106045"/>
                </a:cubicBezTo>
                <a:lnTo>
                  <a:pt x="95250" y="106045"/>
                </a:lnTo>
                <a:cubicBezTo>
                  <a:pt x="93980" y="107315"/>
                  <a:pt x="92710" y="108585"/>
                  <a:pt x="91440" y="109855"/>
                </a:cubicBezTo>
                <a:cubicBezTo>
                  <a:pt x="92710" y="112395"/>
                  <a:pt x="91440" y="113665"/>
                  <a:pt x="91440" y="117475"/>
                </a:cubicBezTo>
                <a:close/>
                <a:moveTo>
                  <a:pt x="213360" y="222885"/>
                </a:moveTo>
                <a:lnTo>
                  <a:pt x="213360" y="111125"/>
                </a:lnTo>
                <a:cubicBezTo>
                  <a:pt x="213360" y="106045"/>
                  <a:pt x="218440" y="100965"/>
                  <a:pt x="223520" y="100965"/>
                </a:cubicBezTo>
                <a:cubicBezTo>
                  <a:pt x="228600" y="100965"/>
                  <a:pt x="233680" y="106045"/>
                  <a:pt x="233680" y="111125"/>
                </a:cubicBezTo>
                <a:lnTo>
                  <a:pt x="233680" y="222885"/>
                </a:lnTo>
                <a:cubicBezTo>
                  <a:pt x="233680" y="239395"/>
                  <a:pt x="219710" y="253365"/>
                  <a:pt x="203200" y="253365"/>
                </a:cubicBezTo>
                <a:lnTo>
                  <a:pt x="60960" y="253365"/>
                </a:lnTo>
                <a:cubicBezTo>
                  <a:pt x="44450" y="253365"/>
                  <a:pt x="30480" y="239395"/>
                  <a:pt x="30480" y="222885"/>
                </a:cubicBezTo>
                <a:lnTo>
                  <a:pt x="30480" y="111125"/>
                </a:lnTo>
                <a:cubicBezTo>
                  <a:pt x="30480" y="106045"/>
                  <a:pt x="35560" y="100965"/>
                  <a:pt x="40640" y="100965"/>
                </a:cubicBezTo>
                <a:cubicBezTo>
                  <a:pt x="45720" y="100965"/>
                  <a:pt x="50800" y="106045"/>
                  <a:pt x="50800" y="111125"/>
                </a:cubicBezTo>
                <a:lnTo>
                  <a:pt x="50800" y="222885"/>
                </a:lnTo>
                <a:cubicBezTo>
                  <a:pt x="50800" y="227965"/>
                  <a:pt x="55880" y="233045"/>
                  <a:pt x="60960" y="233045"/>
                </a:cubicBezTo>
                <a:lnTo>
                  <a:pt x="203200" y="233045"/>
                </a:lnTo>
                <a:cubicBezTo>
                  <a:pt x="208280" y="233045"/>
                  <a:pt x="213360" y="227965"/>
                  <a:pt x="213360" y="222885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19" name="Полилиния: фигура 625">
            <a:extLst>
              <a:ext uri="{FF2B5EF4-FFF2-40B4-BE49-F238E27FC236}">
                <a16:creationId xmlns:a16="http://schemas.microsoft.com/office/drawing/2014/main" id="{40EB1924-E695-E7EF-85D7-27E5C6B0C609}"/>
              </a:ext>
            </a:extLst>
          </p:cNvPr>
          <p:cNvSpPr/>
          <p:nvPr/>
        </p:nvSpPr>
        <p:spPr>
          <a:xfrm>
            <a:off x="2278921" y="3617041"/>
            <a:ext cx="264160" cy="233680"/>
          </a:xfrm>
          <a:custGeom>
            <a:avLst/>
            <a:gdLst>
              <a:gd name="connsiteX0" fmla="*/ 50800 w 264160"/>
              <a:gd name="connsiteY0" fmla="*/ 50800 h 233680"/>
              <a:gd name="connsiteX1" fmla="*/ 101600 w 264160"/>
              <a:gd name="connsiteY1" fmla="*/ 0 h 233680"/>
              <a:gd name="connsiteX2" fmla="*/ 152400 w 264160"/>
              <a:gd name="connsiteY2" fmla="*/ 50800 h 233680"/>
              <a:gd name="connsiteX3" fmla="*/ 152400 w 264160"/>
              <a:gd name="connsiteY3" fmla="*/ 60960 h 233680"/>
              <a:gd name="connsiteX4" fmla="*/ 104140 w 264160"/>
              <a:gd name="connsiteY4" fmla="*/ 111760 h 233680"/>
              <a:gd name="connsiteX5" fmla="*/ 101600 w 264160"/>
              <a:gd name="connsiteY5" fmla="*/ 111760 h 233680"/>
              <a:gd name="connsiteX6" fmla="*/ 50800 w 264160"/>
              <a:gd name="connsiteY6" fmla="*/ 60960 h 233680"/>
              <a:gd name="connsiteX7" fmla="*/ 50800 w 264160"/>
              <a:gd name="connsiteY7" fmla="*/ 50800 h 233680"/>
              <a:gd name="connsiteX8" fmla="*/ 132080 w 264160"/>
              <a:gd name="connsiteY8" fmla="*/ 50800 h 233680"/>
              <a:gd name="connsiteX9" fmla="*/ 101600 w 264160"/>
              <a:gd name="connsiteY9" fmla="*/ 20320 h 233680"/>
              <a:gd name="connsiteX10" fmla="*/ 71120 w 264160"/>
              <a:gd name="connsiteY10" fmla="*/ 50800 h 233680"/>
              <a:gd name="connsiteX11" fmla="*/ 71120 w 264160"/>
              <a:gd name="connsiteY11" fmla="*/ 60960 h 233680"/>
              <a:gd name="connsiteX12" fmla="*/ 101600 w 264160"/>
              <a:gd name="connsiteY12" fmla="*/ 91440 h 233680"/>
              <a:gd name="connsiteX13" fmla="*/ 102870 w 264160"/>
              <a:gd name="connsiteY13" fmla="*/ 91440 h 233680"/>
              <a:gd name="connsiteX14" fmla="*/ 132080 w 264160"/>
              <a:gd name="connsiteY14" fmla="*/ 60960 h 233680"/>
              <a:gd name="connsiteX15" fmla="*/ 132080 w 264160"/>
              <a:gd name="connsiteY15" fmla="*/ 50800 h 233680"/>
              <a:gd name="connsiteX16" fmla="*/ 60960 w 264160"/>
              <a:gd name="connsiteY16" fmla="*/ 132080 h 233680"/>
              <a:gd name="connsiteX17" fmla="*/ 0 w 264160"/>
              <a:gd name="connsiteY17" fmla="*/ 193040 h 233680"/>
              <a:gd name="connsiteX18" fmla="*/ 0 w 264160"/>
              <a:gd name="connsiteY18" fmla="*/ 203200 h 233680"/>
              <a:gd name="connsiteX19" fmla="*/ 30480 w 264160"/>
              <a:gd name="connsiteY19" fmla="*/ 233680 h 233680"/>
              <a:gd name="connsiteX20" fmla="*/ 172720 w 264160"/>
              <a:gd name="connsiteY20" fmla="*/ 233680 h 233680"/>
              <a:gd name="connsiteX21" fmla="*/ 203200 w 264160"/>
              <a:gd name="connsiteY21" fmla="*/ 203200 h 233680"/>
              <a:gd name="connsiteX22" fmla="*/ 203200 w 264160"/>
              <a:gd name="connsiteY22" fmla="*/ 193040 h 233680"/>
              <a:gd name="connsiteX23" fmla="*/ 142240 w 264160"/>
              <a:gd name="connsiteY23" fmla="*/ 132080 h 233680"/>
              <a:gd name="connsiteX24" fmla="*/ 60960 w 264160"/>
              <a:gd name="connsiteY24" fmla="*/ 132080 h 233680"/>
              <a:gd name="connsiteX25" fmla="*/ 182880 w 264160"/>
              <a:gd name="connsiteY25" fmla="*/ 193040 h 233680"/>
              <a:gd name="connsiteX26" fmla="*/ 142240 w 264160"/>
              <a:gd name="connsiteY26" fmla="*/ 152400 h 233680"/>
              <a:gd name="connsiteX27" fmla="*/ 60960 w 264160"/>
              <a:gd name="connsiteY27" fmla="*/ 152400 h 233680"/>
              <a:gd name="connsiteX28" fmla="*/ 20320 w 264160"/>
              <a:gd name="connsiteY28" fmla="*/ 193040 h 233680"/>
              <a:gd name="connsiteX29" fmla="*/ 20320 w 264160"/>
              <a:gd name="connsiteY29" fmla="*/ 203200 h 233680"/>
              <a:gd name="connsiteX30" fmla="*/ 30480 w 264160"/>
              <a:gd name="connsiteY30" fmla="*/ 213360 h 233680"/>
              <a:gd name="connsiteX31" fmla="*/ 172720 w 264160"/>
              <a:gd name="connsiteY31" fmla="*/ 213360 h 233680"/>
              <a:gd name="connsiteX32" fmla="*/ 182880 w 264160"/>
              <a:gd name="connsiteY32" fmla="*/ 203200 h 233680"/>
              <a:gd name="connsiteX33" fmla="*/ 182880 w 264160"/>
              <a:gd name="connsiteY33" fmla="*/ 193040 h 233680"/>
              <a:gd name="connsiteX34" fmla="*/ 223520 w 264160"/>
              <a:gd name="connsiteY34" fmla="*/ 10160 h 233680"/>
              <a:gd name="connsiteX35" fmla="*/ 233680 w 264160"/>
              <a:gd name="connsiteY35" fmla="*/ 19050 h 233680"/>
              <a:gd name="connsiteX36" fmla="*/ 233680 w 264160"/>
              <a:gd name="connsiteY36" fmla="*/ 20320 h 233680"/>
              <a:gd name="connsiteX37" fmla="*/ 233680 w 264160"/>
              <a:gd name="connsiteY37" fmla="*/ 40640 h 233680"/>
              <a:gd name="connsiteX38" fmla="*/ 254000 w 264160"/>
              <a:gd name="connsiteY38" fmla="*/ 40640 h 233680"/>
              <a:gd name="connsiteX39" fmla="*/ 264160 w 264160"/>
              <a:gd name="connsiteY39" fmla="*/ 50800 h 233680"/>
              <a:gd name="connsiteX40" fmla="*/ 255270 w 264160"/>
              <a:gd name="connsiteY40" fmla="*/ 60960 h 233680"/>
              <a:gd name="connsiteX41" fmla="*/ 254000 w 264160"/>
              <a:gd name="connsiteY41" fmla="*/ 60960 h 233680"/>
              <a:gd name="connsiteX42" fmla="*/ 233680 w 264160"/>
              <a:gd name="connsiteY42" fmla="*/ 60960 h 233680"/>
              <a:gd name="connsiteX43" fmla="*/ 233680 w 264160"/>
              <a:gd name="connsiteY43" fmla="*/ 81280 h 233680"/>
              <a:gd name="connsiteX44" fmla="*/ 223520 w 264160"/>
              <a:gd name="connsiteY44" fmla="*/ 91440 h 233680"/>
              <a:gd name="connsiteX45" fmla="*/ 213360 w 264160"/>
              <a:gd name="connsiteY45" fmla="*/ 82550 h 233680"/>
              <a:gd name="connsiteX46" fmla="*/ 213360 w 264160"/>
              <a:gd name="connsiteY46" fmla="*/ 81280 h 233680"/>
              <a:gd name="connsiteX47" fmla="*/ 213360 w 264160"/>
              <a:gd name="connsiteY47" fmla="*/ 60960 h 233680"/>
              <a:gd name="connsiteX48" fmla="*/ 193040 w 264160"/>
              <a:gd name="connsiteY48" fmla="*/ 60960 h 233680"/>
              <a:gd name="connsiteX49" fmla="*/ 182880 w 264160"/>
              <a:gd name="connsiteY49" fmla="*/ 50800 h 233680"/>
              <a:gd name="connsiteX50" fmla="*/ 191770 w 264160"/>
              <a:gd name="connsiteY50" fmla="*/ 40640 h 233680"/>
              <a:gd name="connsiteX51" fmla="*/ 193040 w 264160"/>
              <a:gd name="connsiteY51" fmla="*/ 40640 h 233680"/>
              <a:gd name="connsiteX52" fmla="*/ 213360 w 264160"/>
              <a:gd name="connsiteY52" fmla="*/ 40640 h 233680"/>
              <a:gd name="connsiteX53" fmla="*/ 213360 w 264160"/>
              <a:gd name="connsiteY53" fmla="*/ 20320 h 233680"/>
              <a:gd name="connsiteX54" fmla="*/ 223520 w 264160"/>
              <a:gd name="connsiteY54" fmla="*/ 1016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64160" h="233680">
                <a:moveTo>
                  <a:pt x="50800" y="50800"/>
                </a:moveTo>
                <a:cubicBezTo>
                  <a:pt x="50800" y="22860"/>
                  <a:pt x="73660" y="0"/>
                  <a:pt x="101600" y="0"/>
                </a:cubicBezTo>
                <a:cubicBezTo>
                  <a:pt x="129540" y="0"/>
                  <a:pt x="152400" y="22860"/>
                  <a:pt x="152400" y="50800"/>
                </a:cubicBezTo>
                <a:lnTo>
                  <a:pt x="152400" y="60960"/>
                </a:lnTo>
                <a:cubicBezTo>
                  <a:pt x="152400" y="87630"/>
                  <a:pt x="130810" y="110490"/>
                  <a:pt x="104140" y="111760"/>
                </a:cubicBezTo>
                <a:lnTo>
                  <a:pt x="101600" y="111760"/>
                </a:lnTo>
                <a:cubicBezTo>
                  <a:pt x="73660" y="111760"/>
                  <a:pt x="50800" y="88900"/>
                  <a:pt x="50800" y="60960"/>
                </a:cubicBezTo>
                <a:lnTo>
                  <a:pt x="50800" y="50800"/>
                </a:lnTo>
                <a:close/>
                <a:moveTo>
                  <a:pt x="132080" y="50800"/>
                </a:moveTo>
                <a:cubicBezTo>
                  <a:pt x="132080" y="34290"/>
                  <a:pt x="118110" y="20320"/>
                  <a:pt x="101600" y="20320"/>
                </a:cubicBezTo>
                <a:cubicBezTo>
                  <a:pt x="85090" y="20320"/>
                  <a:pt x="71120" y="34290"/>
                  <a:pt x="71120" y="50800"/>
                </a:cubicBezTo>
                <a:lnTo>
                  <a:pt x="71120" y="60960"/>
                </a:lnTo>
                <a:cubicBezTo>
                  <a:pt x="71120" y="77470"/>
                  <a:pt x="85090" y="91440"/>
                  <a:pt x="101600" y="91440"/>
                </a:cubicBezTo>
                <a:lnTo>
                  <a:pt x="102870" y="91440"/>
                </a:lnTo>
                <a:cubicBezTo>
                  <a:pt x="119380" y="90170"/>
                  <a:pt x="132080" y="77470"/>
                  <a:pt x="132080" y="60960"/>
                </a:cubicBezTo>
                <a:lnTo>
                  <a:pt x="132080" y="50800"/>
                </a:lnTo>
                <a:close/>
                <a:moveTo>
                  <a:pt x="60960" y="132080"/>
                </a:moveTo>
                <a:cubicBezTo>
                  <a:pt x="27940" y="132080"/>
                  <a:pt x="0" y="158750"/>
                  <a:pt x="0" y="193040"/>
                </a:cubicBezTo>
                <a:lnTo>
                  <a:pt x="0" y="203200"/>
                </a:lnTo>
                <a:cubicBezTo>
                  <a:pt x="0" y="219710"/>
                  <a:pt x="13970" y="233680"/>
                  <a:pt x="30480" y="233680"/>
                </a:cubicBezTo>
                <a:lnTo>
                  <a:pt x="172720" y="233680"/>
                </a:lnTo>
                <a:cubicBezTo>
                  <a:pt x="189230" y="233680"/>
                  <a:pt x="203200" y="219710"/>
                  <a:pt x="203200" y="203200"/>
                </a:cubicBezTo>
                <a:lnTo>
                  <a:pt x="203200" y="193040"/>
                </a:lnTo>
                <a:cubicBezTo>
                  <a:pt x="203200" y="160020"/>
                  <a:pt x="176530" y="132080"/>
                  <a:pt x="142240" y="132080"/>
                </a:cubicBezTo>
                <a:lnTo>
                  <a:pt x="60960" y="132080"/>
                </a:lnTo>
                <a:close/>
                <a:moveTo>
                  <a:pt x="182880" y="193040"/>
                </a:moveTo>
                <a:cubicBezTo>
                  <a:pt x="182880" y="170180"/>
                  <a:pt x="165100" y="152400"/>
                  <a:pt x="142240" y="152400"/>
                </a:cubicBezTo>
                <a:lnTo>
                  <a:pt x="60960" y="152400"/>
                </a:lnTo>
                <a:cubicBezTo>
                  <a:pt x="38100" y="152400"/>
                  <a:pt x="20320" y="170180"/>
                  <a:pt x="20320" y="193040"/>
                </a:cubicBezTo>
                <a:lnTo>
                  <a:pt x="20320" y="203200"/>
                </a:lnTo>
                <a:cubicBezTo>
                  <a:pt x="20320" y="208280"/>
                  <a:pt x="25400" y="213360"/>
                  <a:pt x="30480" y="213360"/>
                </a:cubicBezTo>
                <a:lnTo>
                  <a:pt x="172720" y="213360"/>
                </a:lnTo>
                <a:cubicBezTo>
                  <a:pt x="177800" y="213360"/>
                  <a:pt x="182880" y="208280"/>
                  <a:pt x="182880" y="203200"/>
                </a:cubicBezTo>
                <a:lnTo>
                  <a:pt x="182880" y="193040"/>
                </a:lnTo>
                <a:close/>
                <a:moveTo>
                  <a:pt x="223520" y="10160"/>
                </a:moveTo>
                <a:cubicBezTo>
                  <a:pt x="228600" y="10160"/>
                  <a:pt x="233680" y="13970"/>
                  <a:pt x="233680" y="19050"/>
                </a:cubicBezTo>
                <a:lnTo>
                  <a:pt x="233680" y="20320"/>
                </a:lnTo>
                <a:lnTo>
                  <a:pt x="233680" y="40640"/>
                </a:lnTo>
                <a:lnTo>
                  <a:pt x="254000" y="40640"/>
                </a:lnTo>
                <a:cubicBezTo>
                  <a:pt x="259080" y="40640"/>
                  <a:pt x="264160" y="45720"/>
                  <a:pt x="264160" y="50800"/>
                </a:cubicBezTo>
                <a:cubicBezTo>
                  <a:pt x="264160" y="55880"/>
                  <a:pt x="260350" y="59690"/>
                  <a:pt x="255270" y="60960"/>
                </a:cubicBezTo>
                <a:lnTo>
                  <a:pt x="254000" y="60960"/>
                </a:lnTo>
                <a:lnTo>
                  <a:pt x="233680" y="60960"/>
                </a:lnTo>
                <a:lnTo>
                  <a:pt x="233680" y="81280"/>
                </a:lnTo>
                <a:cubicBezTo>
                  <a:pt x="233680" y="86360"/>
                  <a:pt x="228600" y="91440"/>
                  <a:pt x="223520" y="91440"/>
                </a:cubicBezTo>
                <a:cubicBezTo>
                  <a:pt x="218440" y="91440"/>
                  <a:pt x="213360" y="87630"/>
                  <a:pt x="213360" y="82550"/>
                </a:cubicBezTo>
                <a:lnTo>
                  <a:pt x="213360" y="81280"/>
                </a:lnTo>
                <a:lnTo>
                  <a:pt x="213360" y="60960"/>
                </a:lnTo>
                <a:lnTo>
                  <a:pt x="193040" y="60960"/>
                </a:lnTo>
                <a:cubicBezTo>
                  <a:pt x="187960" y="60960"/>
                  <a:pt x="182880" y="55880"/>
                  <a:pt x="182880" y="50800"/>
                </a:cubicBezTo>
                <a:cubicBezTo>
                  <a:pt x="182880" y="45720"/>
                  <a:pt x="186690" y="41910"/>
                  <a:pt x="191770" y="40640"/>
                </a:cubicBezTo>
                <a:lnTo>
                  <a:pt x="193040" y="40640"/>
                </a:lnTo>
                <a:lnTo>
                  <a:pt x="213360" y="40640"/>
                </a:lnTo>
                <a:lnTo>
                  <a:pt x="213360" y="20320"/>
                </a:lnTo>
                <a:cubicBezTo>
                  <a:pt x="213360" y="15240"/>
                  <a:pt x="218440" y="10160"/>
                  <a:pt x="223520" y="101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0" name="Полилиния: фигура 628">
            <a:extLst>
              <a:ext uri="{FF2B5EF4-FFF2-40B4-BE49-F238E27FC236}">
                <a16:creationId xmlns:a16="http://schemas.microsoft.com/office/drawing/2014/main" id="{25121365-D811-35DC-F196-C208C8432609}"/>
              </a:ext>
            </a:extLst>
          </p:cNvPr>
          <p:cNvSpPr/>
          <p:nvPr/>
        </p:nvSpPr>
        <p:spPr>
          <a:xfrm>
            <a:off x="2841531" y="3617041"/>
            <a:ext cx="256857" cy="233680"/>
          </a:xfrm>
          <a:custGeom>
            <a:avLst/>
            <a:gdLst>
              <a:gd name="connsiteX0" fmla="*/ 101600 w 256857"/>
              <a:gd name="connsiteY0" fmla="*/ 0 h 233680"/>
              <a:gd name="connsiteX1" fmla="*/ 50800 w 256857"/>
              <a:gd name="connsiteY1" fmla="*/ 50800 h 233680"/>
              <a:gd name="connsiteX2" fmla="*/ 50800 w 256857"/>
              <a:gd name="connsiteY2" fmla="*/ 60960 h 233680"/>
              <a:gd name="connsiteX3" fmla="*/ 101600 w 256857"/>
              <a:gd name="connsiteY3" fmla="*/ 111760 h 233680"/>
              <a:gd name="connsiteX4" fmla="*/ 104140 w 256857"/>
              <a:gd name="connsiteY4" fmla="*/ 111760 h 233680"/>
              <a:gd name="connsiteX5" fmla="*/ 152400 w 256857"/>
              <a:gd name="connsiteY5" fmla="*/ 60960 h 233680"/>
              <a:gd name="connsiteX6" fmla="*/ 152400 w 256857"/>
              <a:gd name="connsiteY6" fmla="*/ 50800 h 233680"/>
              <a:gd name="connsiteX7" fmla="*/ 101600 w 256857"/>
              <a:gd name="connsiteY7" fmla="*/ 0 h 233680"/>
              <a:gd name="connsiteX8" fmla="*/ 101600 w 256857"/>
              <a:gd name="connsiteY8" fmla="*/ 20320 h 233680"/>
              <a:gd name="connsiteX9" fmla="*/ 132080 w 256857"/>
              <a:gd name="connsiteY9" fmla="*/ 50800 h 233680"/>
              <a:gd name="connsiteX10" fmla="*/ 132080 w 256857"/>
              <a:gd name="connsiteY10" fmla="*/ 60960 h 233680"/>
              <a:gd name="connsiteX11" fmla="*/ 102870 w 256857"/>
              <a:gd name="connsiteY11" fmla="*/ 91440 h 233680"/>
              <a:gd name="connsiteX12" fmla="*/ 101600 w 256857"/>
              <a:gd name="connsiteY12" fmla="*/ 91440 h 233680"/>
              <a:gd name="connsiteX13" fmla="*/ 71120 w 256857"/>
              <a:gd name="connsiteY13" fmla="*/ 60960 h 233680"/>
              <a:gd name="connsiteX14" fmla="*/ 71120 w 256857"/>
              <a:gd name="connsiteY14" fmla="*/ 50800 h 233680"/>
              <a:gd name="connsiteX15" fmla="*/ 101600 w 256857"/>
              <a:gd name="connsiteY15" fmla="*/ 20320 h 233680"/>
              <a:gd name="connsiteX16" fmla="*/ 0 w 256857"/>
              <a:gd name="connsiteY16" fmla="*/ 193040 h 233680"/>
              <a:gd name="connsiteX17" fmla="*/ 60960 w 256857"/>
              <a:gd name="connsiteY17" fmla="*/ 132080 h 233680"/>
              <a:gd name="connsiteX18" fmla="*/ 142240 w 256857"/>
              <a:gd name="connsiteY18" fmla="*/ 132080 h 233680"/>
              <a:gd name="connsiteX19" fmla="*/ 203200 w 256857"/>
              <a:gd name="connsiteY19" fmla="*/ 193040 h 233680"/>
              <a:gd name="connsiteX20" fmla="*/ 203200 w 256857"/>
              <a:gd name="connsiteY20" fmla="*/ 203200 h 233680"/>
              <a:gd name="connsiteX21" fmla="*/ 172720 w 256857"/>
              <a:gd name="connsiteY21" fmla="*/ 233680 h 233680"/>
              <a:gd name="connsiteX22" fmla="*/ 30480 w 256857"/>
              <a:gd name="connsiteY22" fmla="*/ 233680 h 233680"/>
              <a:gd name="connsiteX23" fmla="*/ 0 w 256857"/>
              <a:gd name="connsiteY23" fmla="*/ 203200 h 233680"/>
              <a:gd name="connsiteX24" fmla="*/ 0 w 256857"/>
              <a:gd name="connsiteY24" fmla="*/ 193040 h 233680"/>
              <a:gd name="connsiteX25" fmla="*/ 142240 w 256857"/>
              <a:gd name="connsiteY25" fmla="*/ 152400 h 233680"/>
              <a:gd name="connsiteX26" fmla="*/ 182880 w 256857"/>
              <a:gd name="connsiteY26" fmla="*/ 193040 h 233680"/>
              <a:gd name="connsiteX27" fmla="*/ 182880 w 256857"/>
              <a:gd name="connsiteY27" fmla="*/ 203200 h 233680"/>
              <a:gd name="connsiteX28" fmla="*/ 172720 w 256857"/>
              <a:gd name="connsiteY28" fmla="*/ 213360 h 233680"/>
              <a:gd name="connsiteX29" fmla="*/ 30480 w 256857"/>
              <a:gd name="connsiteY29" fmla="*/ 213360 h 233680"/>
              <a:gd name="connsiteX30" fmla="*/ 20320 w 256857"/>
              <a:gd name="connsiteY30" fmla="*/ 203200 h 233680"/>
              <a:gd name="connsiteX31" fmla="*/ 20320 w 256857"/>
              <a:gd name="connsiteY31" fmla="*/ 193040 h 233680"/>
              <a:gd name="connsiteX32" fmla="*/ 60960 w 256857"/>
              <a:gd name="connsiteY32" fmla="*/ 152400 h 233680"/>
              <a:gd name="connsiteX33" fmla="*/ 142240 w 256857"/>
              <a:gd name="connsiteY33" fmla="*/ 152400 h 233680"/>
              <a:gd name="connsiteX34" fmla="*/ 204470 w 256857"/>
              <a:gd name="connsiteY34" fmla="*/ 83820 h 233680"/>
              <a:gd name="connsiteX35" fmla="*/ 222250 w 256857"/>
              <a:gd name="connsiteY35" fmla="*/ 66040 h 233680"/>
              <a:gd name="connsiteX36" fmla="*/ 240030 w 256857"/>
              <a:gd name="connsiteY36" fmla="*/ 83820 h 233680"/>
              <a:gd name="connsiteX37" fmla="*/ 254000 w 256857"/>
              <a:gd name="connsiteY37" fmla="*/ 83820 h 233680"/>
              <a:gd name="connsiteX38" fmla="*/ 254000 w 256857"/>
              <a:gd name="connsiteY38" fmla="*/ 69850 h 233680"/>
              <a:gd name="connsiteX39" fmla="*/ 236220 w 256857"/>
              <a:gd name="connsiteY39" fmla="*/ 52070 h 233680"/>
              <a:gd name="connsiteX40" fmla="*/ 254000 w 256857"/>
              <a:gd name="connsiteY40" fmla="*/ 34290 h 233680"/>
              <a:gd name="connsiteX41" fmla="*/ 254000 w 256857"/>
              <a:gd name="connsiteY41" fmla="*/ 20320 h 233680"/>
              <a:gd name="connsiteX42" fmla="*/ 240030 w 256857"/>
              <a:gd name="connsiteY42" fmla="*/ 20320 h 233680"/>
              <a:gd name="connsiteX43" fmla="*/ 222250 w 256857"/>
              <a:gd name="connsiteY43" fmla="*/ 38100 h 233680"/>
              <a:gd name="connsiteX44" fmla="*/ 204470 w 256857"/>
              <a:gd name="connsiteY44" fmla="*/ 20320 h 233680"/>
              <a:gd name="connsiteX45" fmla="*/ 190500 w 256857"/>
              <a:gd name="connsiteY45" fmla="*/ 20320 h 233680"/>
              <a:gd name="connsiteX46" fmla="*/ 190500 w 256857"/>
              <a:gd name="connsiteY46" fmla="*/ 34290 h 233680"/>
              <a:gd name="connsiteX47" fmla="*/ 208280 w 256857"/>
              <a:gd name="connsiteY47" fmla="*/ 52070 h 233680"/>
              <a:gd name="connsiteX48" fmla="*/ 190500 w 256857"/>
              <a:gd name="connsiteY48" fmla="*/ 69850 h 233680"/>
              <a:gd name="connsiteX49" fmla="*/ 190500 w 256857"/>
              <a:gd name="connsiteY49" fmla="*/ 83820 h 233680"/>
              <a:gd name="connsiteX50" fmla="*/ 204470 w 256857"/>
              <a:gd name="connsiteY50" fmla="*/ 8382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56857" h="233680">
                <a:moveTo>
                  <a:pt x="101600" y="0"/>
                </a:moveTo>
                <a:cubicBezTo>
                  <a:pt x="73660" y="0"/>
                  <a:pt x="50800" y="22860"/>
                  <a:pt x="50800" y="50800"/>
                </a:cubicBezTo>
                <a:lnTo>
                  <a:pt x="50800" y="60960"/>
                </a:lnTo>
                <a:cubicBezTo>
                  <a:pt x="50800" y="88900"/>
                  <a:pt x="73660" y="111760"/>
                  <a:pt x="101600" y="111760"/>
                </a:cubicBezTo>
                <a:lnTo>
                  <a:pt x="104140" y="111760"/>
                </a:lnTo>
                <a:cubicBezTo>
                  <a:pt x="130810" y="110490"/>
                  <a:pt x="152400" y="87630"/>
                  <a:pt x="152400" y="60960"/>
                </a:cubicBezTo>
                <a:lnTo>
                  <a:pt x="152400" y="50800"/>
                </a:lnTo>
                <a:cubicBezTo>
                  <a:pt x="152400" y="22860"/>
                  <a:pt x="129540" y="0"/>
                  <a:pt x="101600" y="0"/>
                </a:cubicBezTo>
                <a:close/>
                <a:moveTo>
                  <a:pt x="101600" y="20320"/>
                </a:moveTo>
                <a:cubicBezTo>
                  <a:pt x="118110" y="20320"/>
                  <a:pt x="132080" y="34290"/>
                  <a:pt x="132080" y="50800"/>
                </a:cubicBezTo>
                <a:lnTo>
                  <a:pt x="132080" y="60960"/>
                </a:lnTo>
                <a:cubicBezTo>
                  <a:pt x="132080" y="77470"/>
                  <a:pt x="119380" y="90170"/>
                  <a:pt x="102870" y="91440"/>
                </a:cubicBezTo>
                <a:lnTo>
                  <a:pt x="101600" y="91440"/>
                </a:lnTo>
                <a:cubicBezTo>
                  <a:pt x="85090" y="91440"/>
                  <a:pt x="71120" y="77470"/>
                  <a:pt x="71120" y="60960"/>
                </a:cubicBezTo>
                <a:lnTo>
                  <a:pt x="71120" y="50800"/>
                </a:lnTo>
                <a:cubicBezTo>
                  <a:pt x="71120" y="34290"/>
                  <a:pt x="83820" y="20320"/>
                  <a:pt x="101600" y="20320"/>
                </a:cubicBezTo>
                <a:close/>
                <a:moveTo>
                  <a:pt x="0" y="193040"/>
                </a:moveTo>
                <a:cubicBezTo>
                  <a:pt x="0" y="160020"/>
                  <a:pt x="26670" y="132080"/>
                  <a:pt x="60960" y="132080"/>
                </a:cubicBezTo>
                <a:lnTo>
                  <a:pt x="142240" y="132080"/>
                </a:lnTo>
                <a:cubicBezTo>
                  <a:pt x="175260" y="132080"/>
                  <a:pt x="203200" y="158750"/>
                  <a:pt x="203200" y="193040"/>
                </a:cubicBezTo>
                <a:lnTo>
                  <a:pt x="203200" y="203200"/>
                </a:lnTo>
                <a:cubicBezTo>
                  <a:pt x="203200" y="219710"/>
                  <a:pt x="189230" y="233680"/>
                  <a:pt x="172720" y="233680"/>
                </a:cubicBezTo>
                <a:lnTo>
                  <a:pt x="30480" y="233680"/>
                </a:lnTo>
                <a:cubicBezTo>
                  <a:pt x="13970" y="233680"/>
                  <a:pt x="0" y="219710"/>
                  <a:pt x="0" y="203200"/>
                </a:cubicBezTo>
                <a:lnTo>
                  <a:pt x="0" y="193040"/>
                </a:lnTo>
                <a:close/>
                <a:moveTo>
                  <a:pt x="142240" y="152400"/>
                </a:moveTo>
                <a:cubicBezTo>
                  <a:pt x="165100" y="152400"/>
                  <a:pt x="182880" y="170180"/>
                  <a:pt x="182880" y="193040"/>
                </a:cubicBezTo>
                <a:lnTo>
                  <a:pt x="182880" y="203200"/>
                </a:lnTo>
                <a:cubicBezTo>
                  <a:pt x="182880" y="208280"/>
                  <a:pt x="177800" y="213360"/>
                  <a:pt x="172720" y="213360"/>
                </a:cubicBezTo>
                <a:lnTo>
                  <a:pt x="30480" y="213360"/>
                </a:lnTo>
                <a:cubicBezTo>
                  <a:pt x="25400" y="213360"/>
                  <a:pt x="20320" y="208280"/>
                  <a:pt x="20320" y="203200"/>
                </a:cubicBezTo>
                <a:lnTo>
                  <a:pt x="20320" y="193040"/>
                </a:lnTo>
                <a:cubicBezTo>
                  <a:pt x="20320" y="170180"/>
                  <a:pt x="38100" y="152400"/>
                  <a:pt x="60960" y="152400"/>
                </a:cubicBezTo>
                <a:lnTo>
                  <a:pt x="142240" y="152400"/>
                </a:lnTo>
                <a:close/>
                <a:moveTo>
                  <a:pt x="204470" y="83820"/>
                </a:moveTo>
                <a:lnTo>
                  <a:pt x="222250" y="66040"/>
                </a:lnTo>
                <a:lnTo>
                  <a:pt x="240030" y="83820"/>
                </a:lnTo>
                <a:cubicBezTo>
                  <a:pt x="243840" y="87630"/>
                  <a:pt x="250190" y="87630"/>
                  <a:pt x="254000" y="83820"/>
                </a:cubicBezTo>
                <a:cubicBezTo>
                  <a:pt x="257810" y="80010"/>
                  <a:pt x="257810" y="73660"/>
                  <a:pt x="254000" y="69850"/>
                </a:cubicBezTo>
                <a:lnTo>
                  <a:pt x="236220" y="52070"/>
                </a:lnTo>
                <a:lnTo>
                  <a:pt x="254000" y="34290"/>
                </a:lnTo>
                <a:cubicBezTo>
                  <a:pt x="257810" y="30480"/>
                  <a:pt x="257810" y="24130"/>
                  <a:pt x="254000" y="20320"/>
                </a:cubicBezTo>
                <a:cubicBezTo>
                  <a:pt x="250190" y="16510"/>
                  <a:pt x="243840" y="16510"/>
                  <a:pt x="240030" y="20320"/>
                </a:cubicBezTo>
                <a:lnTo>
                  <a:pt x="222250" y="38100"/>
                </a:lnTo>
                <a:lnTo>
                  <a:pt x="204470" y="20320"/>
                </a:lnTo>
                <a:cubicBezTo>
                  <a:pt x="200660" y="16510"/>
                  <a:pt x="194310" y="16510"/>
                  <a:pt x="190500" y="20320"/>
                </a:cubicBezTo>
                <a:cubicBezTo>
                  <a:pt x="186690" y="24130"/>
                  <a:pt x="186690" y="30480"/>
                  <a:pt x="190500" y="34290"/>
                </a:cubicBezTo>
                <a:lnTo>
                  <a:pt x="208280" y="52070"/>
                </a:lnTo>
                <a:lnTo>
                  <a:pt x="190500" y="69850"/>
                </a:lnTo>
                <a:cubicBezTo>
                  <a:pt x="186690" y="73660"/>
                  <a:pt x="186690" y="80010"/>
                  <a:pt x="190500" y="83820"/>
                </a:cubicBezTo>
                <a:cubicBezTo>
                  <a:pt x="194310" y="87630"/>
                  <a:pt x="200660" y="87630"/>
                  <a:pt x="204470" y="838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22" name="Полилиния: фигура 631">
            <a:extLst>
              <a:ext uri="{FF2B5EF4-FFF2-40B4-BE49-F238E27FC236}">
                <a16:creationId xmlns:a16="http://schemas.microsoft.com/office/drawing/2014/main" id="{5A71EA7F-FCA2-9F48-9D92-605B685BB4EF}"/>
              </a:ext>
            </a:extLst>
          </p:cNvPr>
          <p:cNvSpPr/>
          <p:nvPr/>
        </p:nvSpPr>
        <p:spPr>
          <a:xfrm>
            <a:off x="3414145" y="3591420"/>
            <a:ext cx="228756" cy="283158"/>
          </a:xfrm>
          <a:custGeom>
            <a:avLst/>
            <a:gdLst>
              <a:gd name="connsiteX0" fmla="*/ 16666 w 228756"/>
              <a:gd name="connsiteY0" fmla="*/ 106902 h 283158"/>
              <a:gd name="connsiteX1" fmla="*/ 114456 w 228756"/>
              <a:gd name="connsiteY1" fmla="*/ 222 h 283158"/>
              <a:gd name="connsiteX2" fmla="*/ 116996 w 228756"/>
              <a:gd name="connsiteY2" fmla="*/ 222 h 283158"/>
              <a:gd name="connsiteX3" fmla="*/ 228756 w 228756"/>
              <a:gd name="connsiteY3" fmla="*/ 101822 h 283158"/>
              <a:gd name="connsiteX4" fmla="*/ 191926 w 228756"/>
              <a:gd name="connsiteY4" fmla="*/ 183102 h 283158"/>
              <a:gd name="connsiteX5" fmla="*/ 190656 w 228756"/>
              <a:gd name="connsiteY5" fmla="*/ 184372 h 283158"/>
              <a:gd name="connsiteX6" fmla="*/ 208436 w 228756"/>
              <a:gd name="connsiteY6" fmla="*/ 228822 h 283158"/>
              <a:gd name="connsiteX7" fmla="*/ 204626 w 228756"/>
              <a:gd name="connsiteY7" fmla="*/ 241522 h 283158"/>
              <a:gd name="connsiteX8" fmla="*/ 203356 w 228756"/>
              <a:gd name="connsiteY8" fmla="*/ 241522 h 283158"/>
              <a:gd name="connsiteX9" fmla="*/ 111916 w 228756"/>
              <a:gd name="connsiteY9" fmla="*/ 282162 h 283158"/>
              <a:gd name="connsiteX10" fmla="*/ 97946 w 228756"/>
              <a:gd name="connsiteY10" fmla="*/ 277082 h 283158"/>
              <a:gd name="connsiteX11" fmla="*/ 73816 w 228756"/>
              <a:gd name="connsiteY11" fmla="*/ 222472 h 283158"/>
              <a:gd name="connsiteX12" fmla="*/ 48416 w 228756"/>
              <a:gd name="connsiteY12" fmla="*/ 222472 h 283158"/>
              <a:gd name="connsiteX13" fmla="*/ 26826 w 228756"/>
              <a:gd name="connsiteY13" fmla="*/ 203422 h 283158"/>
              <a:gd name="connsiteX14" fmla="*/ 26826 w 228756"/>
              <a:gd name="connsiteY14" fmla="*/ 202152 h 283158"/>
              <a:gd name="connsiteX15" fmla="*/ 26826 w 228756"/>
              <a:gd name="connsiteY15" fmla="*/ 176752 h 283158"/>
              <a:gd name="connsiteX16" fmla="*/ 21746 w 228756"/>
              <a:gd name="connsiteY16" fmla="*/ 176752 h 283158"/>
              <a:gd name="connsiteX17" fmla="*/ 1426 w 228756"/>
              <a:gd name="connsiteY17" fmla="*/ 150082 h 283158"/>
              <a:gd name="connsiteX18" fmla="*/ 1426 w 228756"/>
              <a:gd name="connsiteY18" fmla="*/ 148812 h 283158"/>
              <a:gd name="connsiteX19" fmla="*/ 15396 w 228756"/>
              <a:gd name="connsiteY19" fmla="*/ 117062 h 283158"/>
              <a:gd name="connsiteX20" fmla="*/ 15396 w 228756"/>
              <a:gd name="connsiteY20" fmla="*/ 106902 h 283158"/>
              <a:gd name="connsiteX21" fmla="*/ 172876 w 228756"/>
              <a:gd name="connsiteY21" fmla="*/ 175482 h 283158"/>
              <a:gd name="connsiteX22" fmla="*/ 209706 w 228756"/>
              <a:gd name="connsiteY22" fmla="*/ 101822 h 283158"/>
              <a:gd name="connsiteX23" fmla="*/ 119536 w 228756"/>
              <a:gd name="connsiteY23" fmla="*/ 20542 h 283158"/>
              <a:gd name="connsiteX24" fmla="*/ 38256 w 228756"/>
              <a:gd name="connsiteY24" fmla="*/ 106902 h 283158"/>
              <a:gd name="connsiteX25" fmla="*/ 38256 w 228756"/>
              <a:gd name="connsiteY25" fmla="*/ 119602 h 283158"/>
              <a:gd name="connsiteX26" fmla="*/ 36986 w 228756"/>
              <a:gd name="connsiteY26" fmla="*/ 123412 h 283158"/>
              <a:gd name="connsiteX27" fmla="*/ 21746 w 228756"/>
              <a:gd name="connsiteY27" fmla="*/ 156432 h 283158"/>
              <a:gd name="connsiteX28" fmla="*/ 21746 w 228756"/>
              <a:gd name="connsiteY28" fmla="*/ 156432 h 283158"/>
              <a:gd name="connsiteX29" fmla="*/ 21746 w 228756"/>
              <a:gd name="connsiteY29" fmla="*/ 156432 h 283158"/>
              <a:gd name="connsiteX30" fmla="*/ 21746 w 228756"/>
              <a:gd name="connsiteY30" fmla="*/ 156432 h 283158"/>
              <a:gd name="connsiteX31" fmla="*/ 36986 w 228756"/>
              <a:gd name="connsiteY31" fmla="*/ 156432 h 283158"/>
              <a:gd name="connsiteX32" fmla="*/ 47146 w 228756"/>
              <a:gd name="connsiteY32" fmla="*/ 166592 h 283158"/>
              <a:gd name="connsiteX33" fmla="*/ 47146 w 228756"/>
              <a:gd name="connsiteY33" fmla="*/ 202152 h 283158"/>
              <a:gd name="connsiteX34" fmla="*/ 48416 w 228756"/>
              <a:gd name="connsiteY34" fmla="*/ 202152 h 283158"/>
              <a:gd name="connsiteX35" fmla="*/ 49686 w 228756"/>
              <a:gd name="connsiteY35" fmla="*/ 202152 h 283158"/>
              <a:gd name="connsiteX36" fmla="*/ 81436 w 228756"/>
              <a:gd name="connsiteY36" fmla="*/ 202152 h 283158"/>
              <a:gd name="connsiteX37" fmla="*/ 90326 w 228756"/>
              <a:gd name="connsiteY37" fmla="*/ 208502 h 283158"/>
              <a:gd name="connsiteX38" fmla="*/ 113186 w 228756"/>
              <a:gd name="connsiteY38" fmla="*/ 260572 h 283158"/>
              <a:gd name="connsiteX39" fmla="*/ 185576 w 228756"/>
              <a:gd name="connsiteY39" fmla="*/ 227552 h 283158"/>
              <a:gd name="connsiteX40" fmla="*/ 169066 w 228756"/>
              <a:gd name="connsiteY40" fmla="*/ 185642 h 283158"/>
              <a:gd name="connsiteX41" fmla="*/ 172876 w 228756"/>
              <a:gd name="connsiteY41" fmla="*/ 175482 h 283158"/>
              <a:gd name="connsiteX42" fmla="*/ 172876 w 228756"/>
              <a:gd name="connsiteY42" fmla="*/ 175482 h 283158"/>
              <a:gd name="connsiteX43" fmla="*/ 122076 w 228756"/>
              <a:gd name="connsiteY43" fmla="*/ 51022 h 283158"/>
              <a:gd name="connsiteX44" fmla="*/ 161446 w 228756"/>
              <a:gd name="connsiteY44" fmla="*/ 90392 h 283158"/>
              <a:gd name="connsiteX45" fmla="*/ 144936 w 228756"/>
              <a:gd name="connsiteY45" fmla="*/ 123412 h 283158"/>
              <a:gd name="connsiteX46" fmla="*/ 142396 w 228756"/>
              <a:gd name="connsiteY46" fmla="*/ 125952 h 283158"/>
              <a:gd name="connsiteX47" fmla="*/ 133506 w 228756"/>
              <a:gd name="connsiteY47" fmla="*/ 142462 h 283158"/>
              <a:gd name="connsiteX48" fmla="*/ 122076 w 228756"/>
              <a:gd name="connsiteY48" fmla="*/ 151352 h 283158"/>
              <a:gd name="connsiteX49" fmla="*/ 113186 w 228756"/>
              <a:gd name="connsiteY49" fmla="*/ 139922 h 283158"/>
              <a:gd name="connsiteX50" fmla="*/ 127156 w 228756"/>
              <a:gd name="connsiteY50" fmla="*/ 111982 h 283158"/>
              <a:gd name="connsiteX51" fmla="*/ 129696 w 228756"/>
              <a:gd name="connsiteY51" fmla="*/ 110712 h 283158"/>
              <a:gd name="connsiteX52" fmla="*/ 141126 w 228756"/>
              <a:gd name="connsiteY52" fmla="*/ 91662 h 283158"/>
              <a:gd name="connsiteX53" fmla="*/ 122076 w 228756"/>
              <a:gd name="connsiteY53" fmla="*/ 72612 h 283158"/>
              <a:gd name="connsiteX54" fmla="*/ 103026 w 228756"/>
              <a:gd name="connsiteY54" fmla="*/ 89122 h 283158"/>
              <a:gd name="connsiteX55" fmla="*/ 103026 w 228756"/>
              <a:gd name="connsiteY55" fmla="*/ 90392 h 283158"/>
              <a:gd name="connsiteX56" fmla="*/ 92866 w 228756"/>
              <a:gd name="connsiteY56" fmla="*/ 100552 h 283158"/>
              <a:gd name="connsiteX57" fmla="*/ 82706 w 228756"/>
              <a:gd name="connsiteY57" fmla="*/ 90392 h 283158"/>
              <a:gd name="connsiteX58" fmla="*/ 122076 w 228756"/>
              <a:gd name="connsiteY58" fmla="*/ 51022 h 283158"/>
              <a:gd name="connsiteX59" fmla="*/ 122076 w 228756"/>
              <a:gd name="connsiteY59" fmla="*/ 184372 h 283158"/>
              <a:gd name="connsiteX60" fmla="*/ 133506 w 228756"/>
              <a:gd name="connsiteY60" fmla="*/ 172942 h 283158"/>
              <a:gd name="connsiteX61" fmla="*/ 122076 w 228756"/>
              <a:gd name="connsiteY61" fmla="*/ 161512 h 283158"/>
              <a:gd name="connsiteX62" fmla="*/ 110646 w 228756"/>
              <a:gd name="connsiteY62" fmla="*/ 172942 h 283158"/>
              <a:gd name="connsiteX63" fmla="*/ 122076 w 228756"/>
              <a:gd name="connsiteY63" fmla="*/ 184372 h 283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28756" h="283158">
                <a:moveTo>
                  <a:pt x="16666" y="106902"/>
                </a:moveTo>
                <a:cubicBezTo>
                  <a:pt x="16666" y="52292"/>
                  <a:pt x="59846" y="5302"/>
                  <a:pt x="114456" y="222"/>
                </a:cubicBezTo>
                <a:lnTo>
                  <a:pt x="116996" y="222"/>
                </a:lnTo>
                <a:cubicBezTo>
                  <a:pt x="177956" y="-3588"/>
                  <a:pt x="228756" y="42132"/>
                  <a:pt x="228756" y="101822"/>
                </a:cubicBezTo>
                <a:cubicBezTo>
                  <a:pt x="228756" y="128492"/>
                  <a:pt x="212246" y="161512"/>
                  <a:pt x="191926" y="183102"/>
                </a:cubicBezTo>
                <a:lnTo>
                  <a:pt x="190656" y="184372"/>
                </a:lnTo>
                <a:lnTo>
                  <a:pt x="208436" y="228822"/>
                </a:lnTo>
                <a:cubicBezTo>
                  <a:pt x="210976" y="233902"/>
                  <a:pt x="208436" y="238982"/>
                  <a:pt x="204626" y="241522"/>
                </a:cubicBezTo>
                <a:lnTo>
                  <a:pt x="203356" y="241522"/>
                </a:lnTo>
                <a:lnTo>
                  <a:pt x="111916" y="282162"/>
                </a:lnTo>
                <a:cubicBezTo>
                  <a:pt x="106836" y="284702"/>
                  <a:pt x="100486" y="282162"/>
                  <a:pt x="97946" y="277082"/>
                </a:cubicBezTo>
                <a:lnTo>
                  <a:pt x="73816" y="222472"/>
                </a:lnTo>
                <a:lnTo>
                  <a:pt x="48416" y="222472"/>
                </a:lnTo>
                <a:cubicBezTo>
                  <a:pt x="38256" y="222472"/>
                  <a:pt x="26826" y="214852"/>
                  <a:pt x="26826" y="203422"/>
                </a:cubicBezTo>
                <a:lnTo>
                  <a:pt x="26826" y="202152"/>
                </a:lnTo>
                <a:lnTo>
                  <a:pt x="26826" y="176752"/>
                </a:lnTo>
                <a:lnTo>
                  <a:pt x="21746" y="176752"/>
                </a:lnTo>
                <a:cubicBezTo>
                  <a:pt x="5236" y="176752"/>
                  <a:pt x="-3654" y="162782"/>
                  <a:pt x="1426" y="150082"/>
                </a:cubicBezTo>
                <a:lnTo>
                  <a:pt x="1426" y="148812"/>
                </a:lnTo>
                <a:lnTo>
                  <a:pt x="15396" y="117062"/>
                </a:lnTo>
                <a:lnTo>
                  <a:pt x="15396" y="106902"/>
                </a:lnTo>
                <a:close/>
                <a:moveTo>
                  <a:pt x="172876" y="175482"/>
                </a:moveTo>
                <a:cubicBezTo>
                  <a:pt x="191926" y="157702"/>
                  <a:pt x="209706" y="124682"/>
                  <a:pt x="209706" y="101822"/>
                </a:cubicBezTo>
                <a:cubicBezTo>
                  <a:pt x="209706" y="53562"/>
                  <a:pt x="169066" y="18002"/>
                  <a:pt x="119536" y="20542"/>
                </a:cubicBezTo>
                <a:cubicBezTo>
                  <a:pt x="73816" y="23082"/>
                  <a:pt x="38256" y="62452"/>
                  <a:pt x="38256" y="106902"/>
                </a:cubicBezTo>
                <a:lnTo>
                  <a:pt x="38256" y="119602"/>
                </a:lnTo>
                <a:cubicBezTo>
                  <a:pt x="38256" y="120872"/>
                  <a:pt x="38256" y="122142"/>
                  <a:pt x="36986" y="123412"/>
                </a:cubicBezTo>
                <a:lnTo>
                  <a:pt x="21746" y="156432"/>
                </a:lnTo>
                <a:lnTo>
                  <a:pt x="21746" y="156432"/>
                </a:lnTo>
                <a:lnTo>
                  <a:pt x="21746" y="156432"/>
                </a:lnTo>
                <a:lnTo>
                  <a:pt x="21746" y="156432"/>
                </a:lnTo>
                <a:lnTo>
                  <a:pt x="36986" y="156432"/>
                </a:lnTo>
                <a:cubicBezTo>
                  <a:pt x="42066" y="156432"/>
                  <a:pt x="47146" y="161512"/>
                  <a:pt x="47146" y="166592"/>
                </a:cubicBezTo>
                <a:lnTo>
                  <a:pt x="47146" y="202152"/>
                </a:lnTo>
                <a:cubicBezTo>
                  <a:pt x="47146" y="200882"/>
                  <a:pt x="47146" y="202152"/>
                  <a:pt x="48416" y="202152"/>
                </a:cubicBezTo>
                <a:cubicBezTo>
                  <a:pt x="48416" y="202152"/>
                  <a:pt x="48416" y="202152"/>
                  <a:pt x="49686" y="202152"/>
                </a:cubicBezTo>
                <a:lnTo>
                  <a:pt x="81436" y="202152"/>
                </a:lnTo>
                <a:cubicBezTo>
                  <a:pt x="85246" y="202152"/>
                  <a:pt x="89056" y="204692"/>
                  <a:pt x="90326" y="208502"/>
                </a:cubicBezTo>
                <a:lnTo>
                  <a:pt x="113186" y="260572"/>
                </a:lnTo>
                <a:lnTo>
                  <a:pt x="185576" y="227552"/>
                </a:lnTo>
                <a:lnTo>
                  <a:pt x="169066" y="185642"/>
                </a:lnTo>
                <a:cubicBezTo>
                  <a:pt x="169066" y="183102"/>
                  <a:pt x="169066" y="179292"/>
                  <a:pt x="172876" y="175482"/>
                </a:cubicBezTo>
                <a:lnTo>
                  <a:pt x="172876" y="175482"/>
                </a:lnTo>
                <a:close/>
                <a:moveTo>
                  <a:pt x="122076" y="51022"/>
                </a:moveTo>
                <a:cubicBezTo>
                  <a:pt x="143666" y="51022"/>
                  <a:pt x="161446" y="68802"/>
                  <a:pt x="161446" y="90392"/>
                </a:cubicBezTo>
                <a:cubicBezTo>
                  <a:pt x="161446" y="103092"/>
                  <a:pt x="156366" y="113252"/>
                  <a:pt x="144936" y="123412"/>
                </a:cubicBezTo>
                <a:lnTo>
                  <a:pt x="142396" y="125952"/>
                </a:lnTo>
                <a:cubicBezTo>
                  <a:pt x="136046" y="131032"/>
                  <a:pt x="133506" y="134842"/>
                  <a:pt x="133506" y="142462"/>
                </a:cubicBezTo>
                <a:cubicBezTo>
                  <a:pt x="133506" y="147542"/>
                  <a:pt x="128426" y="152622"/>
                  <a:pt x="122076" y="151352"/>
                </a:cubicBezTo>
                <a:cubicBezTo>
                  <a:pt x="116996" y="151352"/>
                  <a:pt x="111916" y="146272"/>
                  <a:pt x="113186" y="139922"/>
                </a:cubicBezTo>
                <a:cubicBezTo>
                  <a:pt x="114456" y="127222"/>
                  <a:pt x="118266" y="119602"/>
                  <a:pt x="127156" y="111982"/>
                </a:cubicBezTo>
                <a:lnTo>
                  <a:pt x="129696" y="110712"/>
                </a:lnTo>
                <a:cubicBezTo>
                  <a:pt x="138586" y="103092"/>
                  <a:pt x="141126" y="98012"/>
                  <a:pt x="141126" y="91662"/>
                </a:cubicBezTo>
                <a:cubicBezTo>
                  <a:pt x="141126" y="81502"/>
                  <a:pt x="132236" y="72612"/>
                  <a:pt x="122076" y="72612"/>
                </a:cubicBezTo>
                <a:cubicBezTo>
                  <a:pt x="111916" y="72612"/>
                  <a:pt x="104296" y="80232"/>
                  <a:pt x="103026" y="89122"/>
                </a:cubicBezTo>
                <a:lnTo>
                  <a:pt x="103026" y="90392"/>
                </a:lnTo>
                <a:cubicBezTo>
                  <a:pt x="103026" y="95472"/>
                  <a:pt x="97946" y="100552"/>
                  <a:pt x="92866" y="100552"/>
                </a:cubicBezTo>
                <a:cubicBezTo>
                  <a:pt x="87786" y="100552"/>
                  <a:pt x="82706" y="95472"/>
                  <a:pt x="82706" y="90392"/>
                </a:cubicBezTo>
                <a:cubicBezTo>
                  <a:pt x="82706" y="68802"/>
                  <a:pt x="100486" y="51022"/>
                  <a:pt x="122076" y="51022"/>
                </a:cubicBezTo>
                <a:close/>
                <a:moveTo>
                  <a:pt x="122076" y="184372"/>
                </a:moveTo>
                <a:cubicBezTo>
                  <a:pt x="128426" y="184372"/>
                  <a:pt x="133506" y="179292"/>
                  <a:pt x="133506" y="172942"/>
                </a:cubicBezTo>
                <a:cubicBezTo>
                  <a:pt x="133506" y="166592"/>
                  <a:pt x="128426" y="161512"/>
                  <a:pt x="122076" y="161512"/>
                </a:cubicBezTo>
                <a:cubicBezTo>
                  <a:pt x="115726" y="161512"/>
                  <a:pt x="110646" y="166592"/>
                  <a:pt x="110646" y="172942"/>
                </a:cubicBezTo>
                <a:cubicBezTo>
                  <a:pt x="110646" y="179292"/>
                  <a:pt x="115726" y="184372"/>
                  <a:pt x="122076" y="184372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23" name="Рисунок 2">
            <a:extLst>
              <a:ext uri="{FF2B5EF4-FFF2-40B4-BE49-F238E27FC236}">
                <a16:creationId xmlns:a16="http://schemas.microsoft.com/office/drawing/2014/main" id="{D7356680-5B5A-6831-5A18-F309E1B18967}"/>
              </a:ext>
            </a:extLst>
          </p:cNvPr>
          <p:cNvGrpSpPr/>
          <p:nvPr/>
        </p:nvGrpSpPr>
        <p:grpSpPr>
          <a:xfrm>
            <a:off x="3961671" y="3633552"/>
            <a:ext cx="255587" cy="200659"/>
            <a:chOff x="4037329" y="3098800"/>
            <a:chExt cx="255587" cy="200659"/>
          </a:xfrm>
          <a:solidFill>
            <a:schemeClr val="bg1"/>
          </a:solidFill>
        </p:grpSpPr>
        <p:sp>
          <p:nvSpPr>
            <p:cNvPr id="224" name="Полилиния: фигура 635">
              <a:extLst>
                <a:ext uri="{FF2B5EF4-FFF2-40B4-BE49-F238E27FC236}">
                  <a16:creationId xmlns:a16="http://schemas.microsoft.com/office/drawing/2014/main" id="{011C5E21-7D6B-7B03-8E82-37B2265DE8F4}"/>
                </a:ext>
              </a:extLst>
            </p:cNvPr>
            <p:cNvSpPr/>
            <p:nvPr/>
          </p:nvSpPr>
          <p:spPr>
            <a:xfrm>
              <a:off x="4037329" y="3098800"/>
              <a:ext cx="243840" cy="193040"/>
            </a:xfrm>
            <a:custGeom>
              <a:avLst/>
              <a:gdLst>
                <a:gd name="connsiteX0" fmla="*/ 121920 w 243840"/>
                <a:gd name="connsiteY0" fmla="*/ 172720 h 193040"/>
                <a:gd name="connsiteX1" fmla="*/ 132080 w 243840"/>
                <a:gd name="connsiteY1" fmla="*/ 182880 h 193040"/>
                <a:gd name="connsiteX2" fmla="*/ 121920 w 243840"/>
                <a:gd name="connsiteY2" fmla="*/ 193040 h 193040"/>
                <a:gd name="connsiteX3" fmla="*/ 30480 w 243840"/>
                <a:gd name="connsiteY3" fmla="*/ 193040 h 193040"/>
                <a:gd name="connsiteX4" fmla="*/ 0 w 243840"/>
                <a:gd name="connsiteY4" fmla="*/ 162560 h 193040"/>
                <a:gd name="connsiteX5" fmla="*/ 0 w 243840"/>
                <a:gd name="connsiteY5" fmla="*/ 30480 h 193040"/>
                <a:gd name="connsiteX6" fmla="*/ 30480 w 243840"/>
                <a:gd name="connsiteY6" fmla="*/ 0 h 193040"/>
                <a:gd name="connsiteX7" fmla="*/ 213360 w 243840"/>
                <a:gd name="connsiteY7" fmla="*/ 0 h 193040"/>
                <a:gd name="connsiteX8" fmla="*/ 243840 w 243840"/>
                <a:gd name="connsiteY8" fmla="*/ 30480 h 193040"/>
                <a:gd name="connsiteX9" fmla="*/ 243840 w 243840"/>
                <a:gd name="connsiteY9" fmla="*/ 101600 h 193040"/>
                <a:gd name="connsiteX10" fmla="*/ 233680 w 243840"/>
                <a:gd name="connsiteY10" fmla="*/ 111760 h 193040"/>
                <a:gd name="connsiteX11" fmla="*/ 223520 w 243840"/>
                <a:gd name="connsiteY11" fmla="*/ 101600 h 193040"/>
                <a:gd name="connsiteX12" fmla="*/ 223520 w 243840"/>
                <a:gd name="connsiteY12" fmla="*/ 59690 h 193040"/>
                <a:gd name="connsiteX13" fmla="*/ 124460 w 243840"/>
                <a:gd name="connsiteY13" fmla="*/ 121920 h 193040"/>
                <a:gd name="connsiteX14" fmla="*/ 119380 w 243840"/>
                <a:gd name="connsiteY14" fmla="*/ 121920 h 193040"/>
                <a:gd name="connsiteX15" fmla="*/ 20320 w 243840"/>
                <a:gd name="connsiteY15" fmla="*/ 59690 h 193040"/>
                <a:gd name="connsiteX16" fmla="*/ 20320 w 243840"/>
                <a:gd name="connsiteY16" fmla="*/ 162560 h 193040"/>
                <a:gd name="connsiteX17" fmla="*/ 30480 w 243840"/>
                <a:gd name="connsiteY17" fmla="*/ 172720 h 193040"/>
                <a:gd name="connsiteX18" fmla="*/ 121920 w 243840"/>
                <a:gd name="connsiteY18" fmla="*/ 172720 h 193040"/>
                <a:gd name="connsiteX19" fmla="*/ 21590 w 243840"/>
                <a:gd name="connsiteY19" fmla="*/ 34290 h 193040"/>
                <a:gd name="connsiteX20" fmla="*/ 123190 w 243840"/>
                <a:gd name="connsiteY20" fmla="*/ 99060 h 193040"/>
                <a:gd name="connsiteX21" fmla="*/ 224790 w 243840"/>
                <a:gd name="connsiteY21" fmla="*/ 34290 h 193040"/>
                <a:gd name="connsiteX22" fmla="*/ 224790 w 243840"/>
                <a:gd name="connsiteY22" fmla="*/ 29210 h 193040"/>
                <a:gd name="connsiteX23" fmla="*/ 214630 w 243840"/>
                <a:gd name="connsiteY23" fmla="*/ 19050 h 193040"/>
                <a:gd name="connsiteX24" fmla="*/ 31750 w 243840"/>
                <a:gd name="connsiteY24" fmla="*/ 19050 h 193040"/>
                <a:gd name="connsiteX25" fmla="*/ 21590 w 243840"/>
                <a:gd name="connsiteY25" fmla="*/ 29210 h 193040"/>
                <a:gd name="connsiteX26" fmla="*/ 21590 w 243840"/>
                <a:gd name="connsiteY26" fmla="*/ 3429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3840" h="193040">
                  <a:moveTo>
                    <a:pt x="121920" y="172720"/>
                  </a:moveTo>
                  <a:cubicBezTo>
                    <a:pt x="127000" y="172720"/>
                    <a:pt x="132080" y="177800"/>
                    <a:pt x="132080" y="182880"/>
                  </a:cubicBezTo>
                  <a:cubicBezTo>
                    <a:pt x="132080" y="187960"/>
                    <a:pt x="127000" y="193040"/>
                    <a:pt x="121920" y="193040"/>
                  </a:cubicBezTo>
                  <a:lnTo>
                    <a:pt x="30480" y="193040"/>
                  </a:lnTo>
                  <a:cubicBezTo>
                    <a:pt x="13970" y="193040"/>
                    <a:pt x="0" y="179070"/>
                    <a:pt x="0" y="16256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213360" y="0"/>
                  </a:lnTo>
                  <a:cubicBezTo>
                    <a:pt x="229870" y="0"/>
                    <a:pt x="243840" y="13970"/>
                    <a:pt x="243840" y="30480"/>
                  </a:cubicBezTo>
                  <a:lnTo>
                    <a:pt x="243840" y="101600"/>
                  </a:lnTo>
                  <a:cubicBezTo>
                    <a:pt x="243840" y="106680"/>
                    <a:pt x="238760" y="111760"/>
                    <a:pt x="233680" y="111760"/>
                  </a:cubicBezTo>
                  <a:cubicBezTo>
                    <a:pt x="228600" y="111760"/>
                    <a:pt x="223520" y="106680"/>
                    <a:pt x="223520" y="101600"/>
                  </a:cubicBezTo>
                  <a:lnTo>
                    <a:pt x="223520" y="59690"/>
                  </a:lnTo>
                  <a:lnTo>
                    <a:pt x="124460" y="121920"/>
                  </a:lnTo>
                  <a:cubicBezTo>
                    <a:pt x="123190" y="123190"/>
                    <a:pt x="120650" y="123190"/>
                    <a:pt x="119380" y="121920"/>
                  </a:cubicBezTo>
                  <a:lnTo>
                    <a:pt x="20320" y="59690"/>
                  </a:lnTo>
                  <a:lnTo>
                    <a:pt x="20320" y="162560"/>
                  </a:lnTo>
                  <a:cubicBezTo>
                    <a:pt x="20320" y="167640"/>
                    <a:pt x="25400" y="172720"/>
                    <a:pt x="30480" y="172720"/>
                  </a:cubicBezTo>
                  <a:lnTo>
                    <a:pt x="121920" y="172720"/>
                  </a:lnTo>
                  <a:close/>
                  <a:moveTo>
                    <a:pt x="21590" y="34290"/>
                  </a:moveTo>
                  <a:lnTo>
                    <a:pt x="123190" y="99060"/>
                  </a:lnTo>
                  <a:lnTo>
                    <a:pt x="224790" y="34290"/>
                  </a:lnTo>
                  <a:lnTo>
                    <a:pt x="224790" y="29210"/>
                  </a:lnTo>
                  <a:cubicBezTo>
                    <a:pt x="224790" y="24130"/>
                    <a:pt x="219710" y="19050"/>
                    <a:pt x="214630" y="19050"/>
                  </a:cubicBezTo>
                  <a:lnTo>
                    <a:pt x="31750" y="19050"/>
                  </a:lnTo>
                  <a:cubicBezTo>
                    <a:pt x="26670" y="19050"/>
                    <a:pt x="21590" y="24130"/>
                    <a:pt x="21590" y="29210"/>
                  </a:cubicBezTo>
                  <a:lnTo>
                    <a:pt x="21590" y="342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5" name="Полилиния: фигура 636">
              <a:extLst>
                <a:ext uri="{FF2B5EF4-FFF2-40B4-BE49-F238E27FC236}">
                  <a16:creationId xmlns:a16="http://schemas.microsoft.com/office/drawing/2014/main" id="{79972C1E-1C33-841E-3722-8AE1C160B4B3}"/>
                </a:ext>
              </a:extLst>
            </p:cNvPr>
            <p:cNvSpPr/>
            <p:nvPr/>
          </p:nvSpPr>
          <p:spPr>
            <a:xfrm>
              <a:off x="4193222" y="3240864"/>
              <a:ext cx="99694" cy="58595"/>
            </a:xfrm>
            <a:custGeom>
              <a:avLst/>
              <a:gdLst>
                <a:gd name="connsiteX0" fmla="*/ 76518 w 99694"/>
                <a:gd name="connsiteY0" fmla="*/ 3986 h 58595"/>
                <a:gd name="connsiteX1" fmla="*/ 19368 w 99694"/>
                <a:gd name="connsiteY1" fmla="*/ 3986 h 58595"/>
                <a:gd name="connsiteX2" fmla="*/ 5398 w 99694"/>
                <a:gd name="connsiteY2" fmla="*/ 2716 h 58595"/>
                <a:gd name="connsiteX3" fmla="*/ 4127 w 99694"/>
                <a:gd name="connsiteY3" fmla="*/ 16686 h 58595"/>
                <a:gd name="connsiteX4" fmla="*/ 9207 w 99694"/>
                <a:gd name="connsiteY4" fmla="*/ 21766 h 58595"/>
                <a:gd name="connsiteX5" fmla="*/ 2857 w 99694"/>
                <a:gd name="connsiteY5" fmla="*/ 28116 h 58595"/>
                <a:gd name="connsiteX6" fmla="*/ 2857 w 99694"/>
                <a:gd name="connsiteY6" fmla="*/ 42086 h 58595"/>
                <a:gd name="connsiteX7" fmla="*/ 16827 w 99694"/>
                <a:gd name="connsiteY7" fmla="*/ 42086 h 58595"/>
                <a:gd name="connsiteX8" fmla="*/ 26987 w 99694"/>
                <a:gd name="connsiteY8" fmla="*/ 31926 h 58595"/>
                <a:gd name="connsiteX9" fmla="*/ 39687 w 99694"/>
                <a:gd name="connsiteY9" fmla="*/ 35736 h 58595"/>
                <a:gd name="connsiteX10" fmla="*/ 39687 w 99694"/>
                <a:gd name="connsiteY10" fmla="*/ 48436 h 58595"/>
                <a:gd name="connsiteX11" fmla="*/ 49848 w 99694"/>
                <a:gd name="connsiteY11" fmla="*/ 58596 h 58595"/>
                <a:gd name="connsiteX12" fmla="*/ 60007 w 99694"/>
                <a:gd name="connsiteY12" fmla="*/ 48436 h 58595"/>
                <a:gd name="connsiteX13" fmla="*/ 60007 w 99694"/>
                <a:gd name="connsiteY13" fmla="*/ 35736 h 58595"/>
                <a:gd name="connsiteX14" fmla="*/ 72707 w 99694"/>
                <a:gd name="connsiteY14" fmla="*/ 31926 h 58595"/>
                <a:gd name="connsiteX15" fmla="*/ 82868 w 99694"/>
                <a:gd name="connsiteY15" fmla="*/ 42086 h 58595"/>
                <a:gd name="connsiteX16" fmla="*/ 96837 w 99694"/>
                <a:gd name="connsiteY16" fmla="*/ 42086 h 58595"/>
                <a:gd name="connsiteX17" fmla="*/ 96837 w 99694"/>
                <a:gd name="connsiteY17" fmla="*/ 28116 h 58595"/>
                <a:gd name="connsiteX18" fmla="*/ 90487 w 99694"/>
                <a:gd name="connsiteY18" fmla="*/ 21766 h 58595"/>
                <a:gd name="connsiteX19" fmla="*/ 95568 w 99694"/>
                <a:gd name="connsiteY19" fmla="*/ 16686 h 58595"/>
                <a:gd name="connsiteX20" fmla="*/ 94298 w 99694"/>
                <a:gd name="connsiteY20" fmla="*/ 2716 h 58595"/>
                <a:gd name="connsiteX21" fmla="*/ 76518 w 99694"/>
                <a:gd name="connsiteY21" fmla="*/ 3986 h 5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9694" h="58595">
                  <a:moveTo>
                    <a:pt x="76518" y="3986"/>
                  </a:moveTo>
                  <a:cubicBezTo>
                    <a:pt x="60007" y="23036"/>
                    <a:pt x="34607" y="23036"/>
                    <a:pt x="19368" y="3986"/>
                  </a:cubicBezTo>
                  <a:cubicBezTo>
                    <a:pt x="15557" y="176"/>
                    <a:pt x="9207" y="-1094"/>
                    <a:pt x="5398" y="2716"/>
                  </a:cubicBezTo>
                  <a:cubicBezTo>
                    <a:pt x="1587" y="6526"/>
                    <a:pt x="318" y="12876"/>
                    <a:pt x="4127" y="16686"/>
                  </a:cubicBezTo>
                  <a:cubicBezTo>
                    <a:pt x="5398" y="17956"/>
                    <a:pt x="6668" y="20496"/>
                    <a:pt x="9207" y="21766"/>
                  </a:cubicBezTo>
                  <a:lnTo>
                    <a:pt x="2857" y="28116"/>
                  </a:lnTo>
                  <a:cubicBezTo>
                    <a:pt x="-952" y="31926"/>
                    <a:pt x="-952" y="38276"/>
                    <a:pt x="2857" y="42086"/>
                  </a:cubicBezTo>
                  <a:cubicBezTo>
                    <a:pt x="6668" y="45896"/>
                    <a:pt x="13018" y="45896"/>
                    <a:pt x="16827" y="42086"/>
                  </a:cubicBezTo>
                  <a:lnTo>
                    <a:pt x="26987" y="31926"/>
                  </a:lnTo>
                  <a:cubicBezTo>
                    <a:pt x="30798" y="33196"/>
                    <a:pt x="34607" y="34466"/>
                    <a:pt x="39687" y="35736"/>
                  </a:cubicBezTo>
                  <a:lnTo>
                    <a:pt x="39687" y="48436"/>
                  </a:lnTo>
                  <a:cubicBezTo>
                    <a:pt x="39687" y="53516"/>
                    <a:pt x="44768" y="58596"/>
                    <a:pt x="49848" y="58596"/>
                  </a:cubicBezTo>
                  <a:cubicBezTo>
                    <a:pt x="54927" y="58596"/>
                    <a:pt x="60007" y="53516"/>
                    <a:pt x="60007" y="48436"/>
                  </a:cubicBezTo>
                  <a:lnTo>
                    <a:pt x="60007" y="35736"/>
                  </a:lnTo>
                  <a:cubicBezTo>
                    <a:pt x="63818" y="34466"/>
                    <a:pt x="67627" y="33196"/>
                    <a:pt x="72707" y="31926"/>
                  </a:cubicBezTo>
                  <a:lnTo>
                    <a:pt x="82868" y="42086"/>
                  </a:lnTo>
                  <a:cubicBezTo>
                    <a:pt x="86677" y="45896"/>
                    <a:pt x="93027" y="45896"/>
                    <a:pt x="96837" y="42086"/>
                  </a:cubicBezTo>
                  <a:cubicBezTo>
                    <a:pt x="100648" y="38276"/>
                    <a:pt x="100648" y="31926"/>
                    <a:pt x="96837" y="28116"/>
                  </a:cubicBezTo>
                  <a:lnTo>
                    <a:pt x="90487" y="21766"/>
                  </a:lnTo>
                  <a:cubicBezTo>
                    <a:pt x="91757" y="20496"/>
                    <a:pt x="93027" y="19226"/>
                    <a:pt x="95568" y="16686"/>
                  </a:cubicBezTo>
                  <a:cubicBezTo>
                    <a:pt x="99377" y="12876"/>
                    <a:pt x="98107" y="6526"/>
                    <a:pt x="94298" y="2716"/>
                  </a:cubicBezTo>
                  <a:cubicBezTo>
                    <a:pt x="86677" y="-1094"/>
                    <a:pt x="80327" y="-1094"/>
                    <a:pt x="76518" y="398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226" name="Рисунок 2">
            <a:extLst>
              <a:ext uri="{FF2B5EF4-FFF2-40B4-BE49-F238E27FC236}">
                <a16:creationId xmlns:a16="http://schemas.microsoft.com/office/drawing/2014/main" id="{5A65AA66-DA2E-43D8-3584-25BCE4D9705D}"/>
              </a:ext>
            </a:extLst>
          </p:cNvPr>
          <p:cNvGrpSpPr/>
          <p:nvPr/>
        </p:nvGrpSpPr>
        <p:grpSpPr>
          <a:xfrm>
            <a:off x="4523012" y="3633552"/>
            <a:ext cx="248672" cy="201682"/>
            <a:chOff x="4598670" y="3098800"/>
            <a:chExt cx="248672" cy="201682"/>
          </a:xfrm>
          <a:solidFill>
            <a:schemeClr val="bg1"/>
          </a:solidFill>
        </p:grpSpPr>
        <p:sp>
          <p:nvSpPr>
            <p:cNvPr id="229" name="Полилиния: фигура 640">
              <a:extLst>
                <a:ext uri="{FF2B5EF4-FFF2-40B4-BE49-F238E27FC236}">
                  <a16:creationId xmlns:a16="http://schemas.microsoft.com/office/drawing/2014/main" id="{09CDECF8-2193-82CE-D4A7-6348EC15365B}"/>
                </a:ext>
              </a:extLst>
            </p:cNvPr>
            <p:cNvSpPr/>
            <p:nvPr/>
          </p:nvSpPr>
          <p:spPr>
            <a:xfrm>
              <a:off x="4598670" y="3098800"/>
              <a:ext cx="243839" cy="182879"/>
            </a:xfrm>
            <a:custGeom>
              <a:avLst/>
              <a:gdLst>
                <a:gd name="connsiteX0" fmla="*/ 101600 w 243839"/>
                <a:gd name="connsiteY0" fmla="*/ 162560 h 182879"/>
                <a:gd name="connsiteX1" fmla="*/ 111760 w 243839"/>
                <a:gd name="connsiteY1" fmla="*/ 172720 h 182879"/>
                <a:gd name="connsiteX2" fmla="*/ 101600 w 243839"/>
                <a:gd name="connsiteY2" fmla="*/ 182880 h 182879"/>
                <a:gd name="connsiteX3" fmla="*/ 30480 w 243839"/>
                <a:gd name="connsiteY3" fmla="*/ 182880 h 182879"/>
                <a:gd name="connsiteX4" fmla="*/ 0 w 243839"/>
                <a:gd name="connsiteY4" fmla="*/ 152400 h 182879"/>
                <a:gd name="connsiteX5" fmla="*/ 0 w 243839"/>
                <a:gd name="connsiteY5" fmla="*/ 30480 h 182879"/>
                <a:gd name="connsiteX6" fmla="*/ 30480 w 243839"/>
                <a:gd name="connsiteY6" fmla="*/ 0 h 182879"/>
                <a:gd name="connsiteX7" fmla="*/ 213360 w 243839"/>
                <a:gd name="connsiteY7" fmla="*/ 0 h 182879"/>
                <a:gd name="connsiteX8" fmla="*/ 243840 w 243839"/>
                <a:gd name="connsiteY8" fmla="*/ 30480 h 182879"/>
                <a:gd name="connsiteX9" fmla="*/ 243840 w 243839"/>
                <a:gd name="connsiteY9" fmla="*/ 101600 h 182879"/>
                <a:gd name="connsiteX10" fmla="*/ 233680 w 243839"/>
                <a:gd name="connsiteY10" fmla="*/ 111760 h 182879"/>
                <a:gd name="connsiteX11" fmla="*/ 223520 w 243839"/>
                <a:gd name="connsiteY11" fmla="*/ 101600 h 182879"/>
                <a:gd name="connsiteX12" fmla="*/ 223520 w 243839"/>
                <a:gd name="connsiteY12" fmla="*/ 59690 h 182879"/>
                <a:gd name="connsiteX13" fmla="*/ 124460 w 243839"/>
                <a:gd name="connsiteY13" fmla="*/ 121920 h 182879"/>
                <a:gd name="connsiteX14" fmla="*/ 119380 w 243839"/>
                <a:gd name="connsiteY14" fmla="*/ 121920 h 182879"/>
                <a:gd name="connsiteX15" fmla="*/ 20320 w 243839"/>
                <a:gd name="connsiteY15" fmla="*/ 59690 h 182879"/>
                <a:gd name="connsiteX16" fmla="*/ 20320 w 243839"/>
                <a:gd name="connsiteY16" fmla="*/ 152400 h 182879"/>
                <a:gd name="connsiteX17" fmla="*/ 30480 w 243839"/>
                <a:gd name="connsiteY17" fmla="*/ 162560 h 182879"/>
                <a:gd name="connsiteX18" fmla="*/ 101600 w 243839"/>
                <a:gd name="connsiteY18" fmla="*/ 162560 h 182879"/>
                <a:gd name="connsiteX19" fmla="*/ 20320 w 243839"/>
                <a:gd name="connsiteY19" fmla="*/ 34290 h 182879"/>
                <a:gd name="connsiteX20" fmla="*/ 121920 w 243839"/>
                <a:gd name="connsiteY20" fmla="*/ 99060 h 182879"/>
                <a:gd name="connsiteX21" fmla="*/ 223520 w 243839"/>
                <a:gd name="connsiteY21" fmla="*/ 34290 h 182879"/>
                <a:gd name="connsiteX22" fmla="*/ 223520 w 243839"/>
                <a:gd name="connsiteY22" fmla="*/ 29210 h 182879"/>
                <a:gd name="connsiteX23" fmla="*/ 213360 w 243839"/>
                <a:gd name="connsiteY23" fmla="*/ 19050 h 182879"/>
                <a:gd name="connsiteX24" fmla="*/ 30480 w 243839"/>
                <a:gd name="connsiteY24" fmla="*/ 19050 h 182879"/>
                <a:gd name="connsiteX25" fmla="*/ 20320 w 243839"/>
                <a:gd name="connsiteY25" fmla="*/ 29210 h 182879"/>
                <a:gd name="connsiteX26" fmla="*/ 20320 w 243839"/>
                <a:gd name="connsiteY26" fmla="*/ 3429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3839" h="182879">
                  <a:moveTo>
                    <a:pt x="101600" y="162560"/>
                  </a:moveTo>
                  <a:cubicBezTo>
                    <a:pt x="106680" y="162560"/>
                    <a:pt x="111760" y="167640"/>
                    <a:pt x="111760" y="172720"/>
                  </a:cubicBezTo>
                  <a:cubicBezTo>
                    <a:pt x="111760" y="177800"/>
                    <a:pt x="106680" y="182880"/>
                    <a:pt x="101600" y="182880"/>
                  </a:cubicBezTo>
                  <a:lnTo>
                    <a:pt x="30480" y="182880"/>
                  </a:lnTo>
                  <a:cubicBezTo>
                    <a:pt x="13970" y="182880"/>
                    <a:pt x="0" y="168910"/>
                    <a:pt x="0" y="15240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213360" y="0"/>
                  </a:lnTo>
                  <a:cubicBezTo>
                    <a:pt x="229870" y="0"/>
                    <a:pt x="243840" y="13970"/>
                    <a:pt x="243840" y="30480"/>
                  </a:cubicBezTo>
                  <a:lnTo>
                    <a:pt x="243840" y="101600"/>
                  </a:lnTo>
                  <a:cubicBezTo>
                    <a:pt x="243840" y="106680"/>
                    <a:pt x="238760" y="111760"/>
                    <a:pt x="233680" y="111760"/>
                  </a:cubicBezTo>
                  <a:cubicBezTo>
                    <a:pt x="228600" y="111760"/>
                    <a:pt x="223520" y="106680"/>
                    <a:pt x="223520" y="101600"/>
                  </a:cubicBezTo>
                  <a:lnTo>
                    <a:pt x="223520" y="59690"/>
                  </a:lnTo>
                  <a:lnTo>
                    <a:pt x="124460" y="121920"/>
                  </a:lnTo>
                  <a:cubicBezTo>
                    <a:pt x="123190" y="123190"/>
                    <a:pt x="120650" y="123190"/>
                    <a:pt x="119380" y="121920"/>
                  </a:cubicBezTo>
                  <a:lnTo>
                    <a:pt x="20320" y="59690"/>
                  </a:lnTo>
                  <a:lnTo>
                    <a:pt x="20320" y="152400"/>
                  </a:lnTo>
                  <a:cubicBezTo>
                    <a:pt x="20320" y="157480"/>
                    <a:pt x="25400" y="162560"/>
                    <a:pt x="30480" y="162560"/>
                  </a:cubicBezTo>
                  <a:lnTo>
                    <a:pt x="101600" y="162560"/>
                  </a:lnTo>
                  <a:close/>
                  <a:moveTo>
                    <a:pt x="20320" y="34290"/>
                  </a:moveTo>
                  <a:lnTo>
                    <a:pt x="121920" y="99060"/>
                  </a:lnTo>
                  <a:lnTo>
                    <a:pt x="223520" y="34290"/>
                  </a:lnTo>
                  <a:lnTo>
                    <a:pt x="223520" y="29210"/>
                  </a:lnTo>
                  <a:cubicBezTo>
                    <a:pt x="223520" y="24130"/>
                    <a:pt x="218440" y="19050"/>
                    <a:pt x="213360" y="19050"/>
                  </a:cubicBezTo>
                  <a:lnTo>
                    <a:pt x="30480" y="19050"/>
                  </a:lnTo>
                  <a:cubicBezTo>
                    <a:pt x="25400" y="19050"/>
                    <a:pt x="20320" y="24130"/>
                    <a:pt x="20320" y="29210"/>
                  </a:cubicBezTo>
                  <a:lnTo>
                    <a:pt x="20320" y="342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0" name="Полилиния: фигура 641">
              <a:extLst>
                <a:ext uri="{FF2B5EF4-FFF2-40B4-BE49-F238E27FC236}">
                  <a16:creationId xmlns:a16="http://schemas.microsoft.com/office/drawing/2014/main" id="{8F270757-E4F8-8D7D-B608-3F1694C3D721}"/>
                </a:ext>
              </a:extLst>
            </p:cNvPr>
            <p:cNvSpPr/>
            <p:nvPr/>
          </p:nvSpPr>
          <p:spPr>
            <a:xfrm>
              <a:off x="4732267" y="3229857"/>
              <a:ext cx="115074" cy="29984"/>
            </a:xfrm>
            <a:custGeom>
              <a:avLst/>
              <a:gdLst>
                <a:gd name="connsiteX0" fmla="*/ 12452 w 115074"/>
                <a:gd name="connsiteY0" fmla="*/ 28963 h 29984"/>
                <a:gd name="connsiteX1" fmla="*/ 30232 w 115074"/>
                <a:gd name="connsiteY1" fmla="*/ 20072 h 29984"/>
                <a:gd name="connsiteX2" fmla="*/ 51823 w 115074"/>
                <a:gd name="connsiteY2" fmla="*/ 21342 h 29984"/>
                <a:gd name="connsiteX3" fmla="*/ 53092 w 115074"/>
                <a:gd name="connsiteY3" fmla="*/ 22613 h 29984"/>
                <a:gd name="connsiteX4" fmla="*/ 92462 w 115074"/>
                <a:gd name="connsiteY4" fmla="*/ 25152 h 29984"/>
                <a:gd name="connsiteX5" fmla="*/ 110242 w 115074"/>
                <a:gd name="connsiteY5" fmla="*/ 16263 h 29984"/>
                <a:gd name="connsiteX6" fmla="*/ 114052 w 115074"/>
                <a:gd name="connsiteY6" fmla="*/ 4832 h 29984"/>
                <a:gd name="connsiteX7" fmla="*/ 102623 w 115074"/>
                <a:gd name="connsiteY7" fmla="*/ 1022 h 29984"/>
                <a:gd name="connsiteX8" fmla="*/ 84842 w 115074"/>
                <a:gd name="connsiteY8" fmla="*/ 9913 h 29984"/>
                <a:gd name="connsiteX9" fmla="*/ 63252 w 115074"/>
                <a:gd name="connsiteY9" fmla="*/ 8642 h 29984"/>
                <a:gd name="connsiteX10" fmla="*/ 61982 w 115074"/>
                <a:gd name="connsiteY10" fmla="*/ 7372 h 29984"/>
                <a:gd name="connsiteX11" fmla="*/ 22612 w 115074"/>
                <a:gd name="connsiteY11" fmla="*/ 4832 h 29984"/>
                <a:gd name="connsiteX12" fmla="*/ 4832 w 115074"/>
                <a:gd name="connsiteY12" fmla="*/ 13722 h 29984"/>
                <a:gd name="connsiteX13" fmla="*/ 1022 w 115074"/>
                <a:gd name="connsiteY13" fmla="*/ 25152 h 29984"/>
                <a:gd name="connsiteX14" fmla="*/ 12452 w 115074"/>
                <a:gd name="connsiteY14" fmla="*/ 28963 h 2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074" h="29984">
                  <a:moveTo>
                    <a:pt x="12452" y="28963"/>
                  </a:moveTo>
                  <a:lnTo>
                    <a:pt x="30232" y="20072"/>
                  </a:lnTo>
                  <a:cubicBezTo>
                    <a:pt x="36582" y="16263"/>
                    <a:pt x="45473" y="17532"/>
                    <a:pt x="51823" y="21342"/>
                  </a:cubicBezTo>
                  <a:lnTo>
                    <a:pt x="53092" y="22613"/>
                  </a:lnTo>
                  <a:cubicBezTo>
                    <a:pt x="64523" y="30233"/>
                    <a:pt x="79762" y="31502"/>
                    <a:pt x="92462" y="25152"/>
                  </a:cubicBezTo>
                  <a:lnTo>
                    <a:pt x="110242" y="16263"/>
                  </a:lnTo>
                  <a:cubicBezTo>
                    <a:pt x="114052" y="13722"/>
                    <a:pt x="116592" y="8642"/>
                    <a:pt x="114052" y="4832"/>
                  </a:cubicBezTo>
                  <a:cubicBezTo>
                    <a:pt x="111512" y="1022"/>
                    <a:pt x="106432" y="-1518"/>
                    <a:pt x="102623" y="1022"/>
                  </a:cubicBezTo>
                  <a:lnTo>
                    <a:pt x="84842" y="9913"/>
                  </a:lnTo>
                  <a:cubicBezTo>
                    <a:pt x="77223" y="13722"/>
                    <a:pt x="69602" y="12453"/>
                    <a:pt x="63252" y="8642"/>
                  </a:cubicBezTo>
                  <a:lnTo>
                    <a:pt x="61982" y="7372"/>
                  </a:lnTo>
                  <a:cubicBezTo>
                    <a:pt x="50552" y="-247"/>
                    <a:pt x="35312" y="-1518"/>
                    <a:pt x="22612" y="4832"/>
                  </a:cubicBezTo>
                  <a:lnTo>
                    <a:pt x="4832" y="13722"/>
                  </a:lnTo>
                  <a:cubicBezTo>
                    <a:pt x="1022" y="16263"/>
                    <a:pt x="-1518" y="21342"/>
                    <a:pt x="1022" y="25152"/>
                  </a:cubicBezTo>
                  <a:cubicBezTo>
                    <a:pt x="2292" y="28963"/>
                    <a:pt x="7372" y="31502"/>
                    <a:pt x="12452" y="2896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1" name="Полилиния: фигура 642">
              <a:extLst>
                <a:ext uri="{FF2B5EF4-FFF2-40B4-BE49-F238E27FC236}">
                  <a16:creationId xmlns:a16="http://schemas.microsoft.com/office/drawing/2014/main" id="{C15ECD99-3B2D-4A5C-9538-FA8820B6B137}"/>
                </a:ext>
              </a:extLst>
            </p:cNvPr>
            <p:cNvSpPr/>
            <p:nvPr/>
          </p:nvSpPr>
          <p:spPr>
            <a:xfrm>
              <a:off x="4732267" y="3270497"/>
              <a:ext cx="115074" cy="29984"/>
            </a:xfrm>
            <a:custGeom>
              <a:avLst/>
              <a:gdLst>
                <a:gd name="connsiteX0" fmla="*/ 30232 w 115074"/>
                <a:gd name="connsiteY0" fmla="*/ 20072 h 29984"/>
                <a:gd name="connsiteX1" fmla="*/ 12452 w 115074"/>
                <a:gd name="connsiteY1" fmla="*/ 28962 h 29984"/>
                <a:gd name="connsiteX2" fmla="*/ 1022 w 115074"/>
                <a:gd name="connsiteY2" fmla="*/ 25152 h 29984"/>
                <a:gd name="connsiteX3" fmla="*/ 4832 w 115074"/>
                <a:gd name="connsiteY3" fmla="*/ 13722 h 29984"/>
                <a:gd name="connsiteX4" fmla="*/ 22612 w 115074"/>
                <a:gd name="connsiteY4" fmla="*/ 4832 h 29984"/>
                <a:gd name="connsiteX5" fmla="*/ 61982 w 115074"/>
                <a:gd name="connsiteY5" fmla="*/ 7372 h 29984"/>
                <a:gd name="connsiteX6" fmla="*/ 63252 w 115074"/>
                <a:gd name="connsiteY6" fmla="*/ 8643 h 29984"/>
                <a:gd name="connsiteX7" fmla="*/ 84842 w 115074"/>
                <a:gd name="connsiteY7" fmla="*/ 9912 h 29984"/>
                <a:gd name="connsiteX8" fmla="*/ 102623 w 115074"/>
                <a:gd name="connsiteY8" fmla="*/ 1022 h 29984"/>
                <a:gd name="connsiteX9" fmla="*/ 114052 w 115074"/>
                <a:gd name="connsiteY9" fmla="*/ 4832 h 29984"/>
                <a:gd name="connsiteX10" fmla="*/ 110242 w 115074"/>
                <a:gd name="connsiteY10" fmla="*/ 16262 h 29984"/>
                <a:gd name="connsiteX11" fmla="*/ 92462 w 115074"/>
                <a:gd name="connsiteY11" fmla="*/ 25152 h 29984"/>
                <a:gd name="connsiteX12" fmla="*/ 53092 w 115074"/>
                <a:gd name="connsiteY12" fmla="*/ 22612 h 29984"/>
                <a:gd name="connsiteX13" fmla="*/ 51823 w 115074"/>
                <a:gd name="connsiteY13" fmla="*/ 21343 h 29984"/>
                <a:gd name="connsiteX14" fmla="*/ 30232 w 115074"/>
                <a:gd name="connsiteY14" fmla="*/ 20072 h 2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074" h="29984">
                  <a:moveTo>
                    <a:pt x="30232" y="20072"/>
                  </a:moveTo>
                  <a:lnTo>
                    <a:pt x="12452" y="28962"/>
                  </a:lnTo>
                  <a:cubicBezTo>
                    <a:pt x="7372" y="31502"/>
                    <a:pt x="2292" y="28962"/>
                    <a:pt x="1022" y="25152"/>
                  </a:cubicBezTo>
                  <a:cubicBezTo>
                    <a:pt x="-1518" y="21343"/>
                    <a:pt x="1022" y="14993"/>
                    <a:pt x="4832" y="13722"/>
                  </a:cubicBezTo>
                  <a:lnTo>
                    <a:pt x="22612" y="4832"/>
                  </a:lnTo>
                  <a:cubicBezTo>
                    <a:pt x="35312" y="-1518"/>
                    <a:pt x="50552" y="-248"/>
                    <a:pt x="61982" y="7372"/>
                  </a:cubicBezTo>
                  <a:lnTo>
                    <a:pt x="63252" y="8643"/>
                  </a:lnTo>
                  <a:cubicBezTo>
                    <a:pt x="69602" y="12452"/>
                    <a:pt x="78492" y="13722"/>
                    <a:pt x="84842" y="9912"/>
                  </a:cubicBezTo>
                  <a:lnTo>
                    <a:pt x="102623" y="1022"/>
                  </a:lnTo>
                  <a:cubicBezTo>
                    <a:pt x="107702" y="-1518"/>
                    <a:pt x="112782" y="1022"/>
                    <a:pt x="114052" y="4832"/>
                  </a:cubicBezTo>
                  <a:cubicBezTo>
                    <a:pt x="116592" y="8643"/>
                    <a:pt x="114052" y="14993"/>
                    <a:pt x="110242" y="16262"/>
                  </a:cubicBezTo>
                  <a:lnTo>
                    <a:pt x="92462" y="25152"/>
                  </a:lnTo>
                  <a:cubicBezTo>
                    <a:pt x="79762" y="31502"/>
                    <a:pt x="64523" y="30232"/>
                    <a:pt x="53092" y="22612"/>
                  </a:cubicBezTo>
                  <a:lnTo>
                    <a:pt x="51823" y="21343"/>
                  </a:lnTo>
                  <a:cubicBezTo>
                    <a:pt x="45473" y="17532"/>
                    <a:pt x="36582" y="16262"/>
                    <a:pt x="30232" y="2007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32" name="Полилиния: фигура 645">
            <a:extLst>
              <a:ext uri="{FF2B5EF4-FFF2-40B4-BE49-F238E27FC236}">
                <a16:creationId xmlns:a16="http://schemas.microsoft.com/office/drawing/2014/main" id="{3AA00AF4-3A48-918D-1116-C8D13E9492FF}"/>
              </a:ext>
            </a:extLst>
          </p:cNvPr>
          <p:cNvSpPr/>
          <p:nvPr/>
        </p:nvSpPr>
        <p:spPr>
          <a:xfrm>
            <a:off x="5084351" y="3622122"/>
            <a:ext cx="243840" cy="223520"/>
          </a:xfrm>
          <a:custGeom>
            <a:avLst/>
            <a:gdLst>
              <a:gd name="connsiteX0" fmla="*/ 182880 w 243840"/>
              <a:gd name="connsiteY0" fmla="*/ 0 h 223520"/>
              <a:gd name="connsiteX1" fmla="*/ 193040 w 243840"/>
              <a:gd name="connsiteY1" fmla="*/ 8890 h 223520"/>
              <a:gd name="connsiteX2" fmla="*/ 193040 w 243840"/>
              <a:gd name="connsiteY2" fmla="*/ 10160 h 223520"/>
              <a:gd name="connsiteX3" fmla="*/ 193040 w 243840"/>
              <a:gd name="connsiteY3" fmla="*/ 20320 h 223520"/>
              <a:gd name="connsiteX4" fmla="*/ 223520 w 243840"/>
              <a:gd name="connsiteY4" fmla="*/ 20320 h 223520"/>
              <a:gd name="connsiteX5" fmla="*/ 243840 w 243840"/>
              <a:gd name="connsiteY5" fmla="*/ 40640 h 223520"/>
              <a:gd name="connsiteX6" fmla="*/ 243840 w 243840"/>
              <a:gd name="connsiteY6" fmla="*/ 203200 h 223520"/>
              <a:gd name="connsiteX7" fmla="*/ 223520 w 243840"/>
              <a:gd name="connsiteY7" fmla="*/ 223520 h 223520"/>
              <a:gd name="connsiteX8" fmla="*/ 20320 w 243840"/>
              <a:gd name="connsiteY8" fmla="*/ 223520 h 223520"/>
              <a:gd name="connsiteX9" fmla="*/ 0 w 243840"/>
              <a:gd name="connsiteY9" fmla="*/ 203200 h 223520"/>
              <a:gd name="connsiteX10" fmla="*/ 0 w 243840"/>
              <a:gd name="connsiteY10" fmla="*/ 40640 h 223520"/>
              <a:gd name="connsiteX11" fmla="*/ 20320 w 243840"/>
              <a:gd name="connsiteY11" fmla="*/ 20320 h 223520"/>
              <a:gd name="connsiteX12" fmla="*/ 50800 w 243840"/>
              <a:gd name="connsiteY12" fmla="*/ 20320 h 223520"/>
              <a:gd name="connsiteX13" fmla="*/ 50800 w 243840"/>
              <a:gd name="connsiteY13" fmla="*/ 10160 h 223520"/>
              <a:gd name="connsiteX14" fmla="*/ 60960 w 243840"/>
              <a:gd name="connsiteY14" fmla="*/ 0 h 223520"/>
              <a:gd name="connsiteX15" fmla="*/ 71120 w 243840"/>
              <a:gd name="connsiteY15" fmla="*/ 8890 h 223520"/>
              <a:gd name="connsiteX16" fmla="*/ 71120 w 243840"/>
              <a:gd name="connsiteY16" fmla="*/ 10160 h 223520"/>
              <a:gd name="connsiteX17" fmla="*/ 71120 w 243840"/>
              <a:gd name="connsiteY17" fmla="*/ 20320 h 223520"/>
              <a:gd name="connsiteX18" fmla="*/ 172720 w 243840"/>
              <a:gd name="connsiteY18" fmla="*/ 20320 h 223520"/>
              <a:gd name="connsiteX19" fmla="*/ 172720 w 243840"/>
              <a:gd name="connsiteY19" fmla="*/ 10160 h 223520"/>
              <a:gd name="connsiteX20" fmla="*/ 182880 w 243840"/>
              <a:gd name="connsiteY20" fmla="*/ 0 h 223520"/>
              <a:gd name="connsiteX21" fmla="*/ 50800 w 243840"/>
              <a:gd name="connsiteY21" fmla="*/ 40640 h 223520"/>
              <a:gd name="connsiteX22" fmla="*/ 50800 w 243840"/>
              <a:gd name="connsiteY22" fmla="*/ 50800 h 223520"/>
              <a:gd name="connsiteX23" fmla="*/ 50800 w 243840"/>
              <a:gd name="connsiteY23" fmla="*/ 52070 h 223520"/>
              <a:gd name="connsiteX24" fmla="*/ 60960 w 243840"/>
              <a:gd name="connsiteY24" fmla="*/ 60960 h 223520"/>
              <a:gd name="connsiteX25" fmla="*/ 71120 w 243840"/>
              <a:gd name="connsiteY25" fmla="*/ 50800 h 223520"/>
              <a:gd name="connsiteX26" fmla="*/ 71120 w 243840"/>
              <a:gd name="connsiteY26" fmla="*/ 40640 h 223520"/>
              <a:gd name="connsiteX27" fmla="*/ 172720 w 243840"/>
              <a:gd name="connsiteY27" fmla="*/ 40640 h 223520"/>
              <a:gd name="connsiteX28" fmla="*/ 172720 w 243840"/>
              <a:gd name="connsiteY28" fmla="*/ 50800 h 223520"/>
              <a:gd name="connsiteX29" fmla="*/ 172720 w 243840"/>
              <a:gd name="connsiteY29" fmla="*/ 52070 h 223520"/>
              <a:gd name="connsiteX30" fmla="*/ 182880 w 243840"/>
              <a:gd name="connsiteY30" fmla="*/ 60960 h 223520"/>
              <a:gd name="connsiteX31" fmla="*/ 193040 w 243840"/>
              <a:gd name="connsiteY31" fmla="*/ 50800 h 223520"/>
              <a:gd name="connsiteX32" fmla="*/ 193040 w 243840"/>
              <a:gd name="connsiteY32" fmla="*/ 40640 h 223520"/>
              <a:gd name="connsiteX33" fmla="*/ 223520 w 243840"/>
              <a:gd name="connsiteY33" fmla="*/ 40640 h 223520"/>
              <a:gd name="connsiteX34" fmla="*/ 223520 w 243840"/>
              <a:gd name="connsiteY34" fmla="*/ 82550 h 223520"/>
              <a:gd name="connsiteX35" fmla="*/ 20320 w 243840"/>
              <a:gd name="connsiteY35" fmla="*/ 82550 h 223520"/>
              <a:gd name="connsiteX36" fmla="*/ 20320 w 243840"/>
              <a:gd name="connsiteY36" fmla="*/ 40640 h 223520"/>
              <a:gd name="connsiteX37" fmla="*/ 50800 w 243840"/>
              <a:gd name="connsiteY37" fmla="*/ 40640 h 223520"/>
              <a:gd name="connsiteX38" fmla="*/ 20320 w 243840"/>
              <a:gd name="connsiteY38" fmla="*/ 102870 h 223520"/>
              <a:gd name="connsiteX39" fmla="*/ 223520 w 243840"/>
              <a:gd name="connsiteY39" fmla="*/ 102870 h 223520"/>
              <a:gd name="connsiteX40" fmla="*/ 223520 w 243840"/>
              <a:gd name="connsiteY40" fmla="*/ 203200 h 223520"/>
              <a:gd name="connsiteX41" fmla="*/ 20320 w 243840"/>
              <a:gd name="connsiteY41" fmla="*/ 203200 h 223520"/>
              <a:gd name="connsiteX42" fmla="*/ 20320 w 243840"/>
              <a:gd name="connsiteY42" fmla="*/ 102870 h 223520"/>
              <a:gd name="connsiteX43" fmla="*/ 180340 w 243840"/>
              <a:gd name="connsiteY43" fmla="*/ 121920 h 223520"/>
              <a:gd name="connsiteX44" fmla="*/ 166370 w 243840"/>
              <a:gd name="connsiteY44" fmla="*/ 121920 h 223520"/>
              <a:gd name="connsiteX45" fmla="*/ 128270 w 243840"/>
              <a:gd name="connsiteY45" fmla="*/ 158750 h 223520"/>
              <a:gd name="connsiteX46" fmla="*/ 106680 w 243840"/>
              <a:gd name="connsiteY46" fmla="*/ 139700 h 223520"/>
              <a:gd name="connsiteX47" fmla="*/ 105410 w 243840"/>
              <a:gd name="connsiteY47" fmla="*/ 138430 h 223520"/>
              <a:gd name="connsiteX48" fmla="*/ 92710 w 243840"/>
              <a:gd name="connsiteY48" fmla="*/ 139700 h 223520"/>
              <a:gd name="connsiteX49" fmla="*/ 64770 w 243840"/>
              <a:gd name="connsiteY49" fmla="*/ 165100 h 223520"/>
              <a:gd name="connsiteX50" fmla="*/ 63500 w 243840"/>
              <a:gd name="connsiteY50" fmla="*/ 166370 h 223520"/>
              <a:gd name="connsiteX51" fmla="*/ 63500 w 243840"/>
              <a:gd name="connsiteY51" fmla="*/ 180340 h 223520"/>
              <a:gd name="connsiteX52" fmla="*/ 64770 w 243840"/>
              <a:gd name="connsiteY52" fmla="*/ 181610 h 223520"/>
              <a:gd name="connsiteX53" fmla="*/ 78740 w 243840"/>
              <a:gd name="connsiteY53" fmla="*/ 181610 h 223520"/>
              <a:gd name="connsiteX54" fmla="*/ 100330 w 243840"/>
              <a:gd name="connsiteY54" fmla="*/ 162560 h 223520"/>
              <a:gd name="connsiteX55" fmla="*/ 121920 w 243840"/>
              <a:gd name="connsiteY55" fmla="*/ 181610 h 223520"/>
              <a:gd name="connsiteX56" fmla="*/ 123190 w 243840"/>
              <a:gd name="connsiteY56" fmla="*/ 182880 h 223520"/>
              <a:gd name="connsiteX57" fmla="*/ 135890 w 243840"/>
              <a:gd name="connsiteY57" fmla="*/ 181610 h 223520"/>
              <a:gd name="connsiteX58" fmla="*/ 181610 w 243840"/>
              <a:gd name="connsiteY58" fmla="*/ 138430 h 223520"/>
              <a:gd name="connsiteX59" fmla="*/ 182880 w 243840"/>
              <a:gd name="connsiteY59" fmla="*/ 137160 h 223520"/>
              <a:gd name="connsiteX60" fmla="*/ 180340 w 243840"/>
              <a:gd name="connsiteY60" fmla="*/ 1219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43840" h="223520">
                <a:moveTo>
                  <a:pt x="182880" y="0"/>
                </a:moveTo>
                <a:cubicBezTo>
                  <a:pt x="187960" y="0"/>
                  <a:pt x="193040" y="3810"/>
                  <a:pt x="193040" y="8890"/>
                </a:cubicBezTo>
                <a:lnTo>
                  <a:pt x="193040" y="10160"/>
                </a:ln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5080"/>
                  <a:pt x="55880" y="0"/>
                  <a:pt x="60960" y="0"/>
                </a:cubicBezTo>
                <a:cubicBezTo>
                  <a:pt x="66040" y="0"/>
                  <a:pt x="71120" y="3810"/>
                  <a:pt x="71120" y="8890"/>
                </a:cubicBezTo>
                <a:lnTo>
                  <a:pt x="71120" y="10160"/>
                </a:ln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lose/>
                <a:moveTo>
                  <a:pt x="50800" y="40640"/>
                </a:moveTo>
                <a:lnTo>
                  <a:pt x="50800" y="50800"/>
                </a:lnTo>
                <a:lnTo>
                  <a:pt x="50800" y="52070"/>
                </a:lnTo>
                <a:cubicBezTo>
                  <a:pt x="50800" y="5715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lnTo>
                  <a:pt x="172720" y="50800"/>
                </a:lnTo>
                <a:lnTo>
                  <a:pt x="172720" y="52070"/>
                </a:lnTo>
                <a:cubicBezTo>
                  <a:pt x="172720" y="5715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2550"/>
                </a:lnTo>
                <a:lnTo>
                  <a:pt x="20320" y="82550"/>
                </a:lnTo>
                <a:lnTo>
                  <a:pt x="20320" y="40640"/>
                </a:lnTo>
                <a:lnTo>
                  <a:pt x="50800" y="40640"/>
                </a:lnTo>
                <a:close/>
                <a:moveTo>
                  <a:pt x="20320" y="102870"/>
                </a:moveTo>
                <a:lnTo>
                  <a:pt x="223520" y="102870"/>
                </a:lnTo>
                <a:lnTo>
                  <a:pt x="223520" y="203200"/>
                </a:lnTo>
                <a:lnTo>
                  <a:pt x="20320" y="203200"/>
                </a:lnTo>
                <a:lnTo>
                  <a:pt x="20320" y="102870"/>
                </a:lnTo>
                <a:close/>
                <a:moveTo>
                  <a:pt x="180340" y="121920"/>
                </a:moveTo>
                <a:cubicBezTo>
                  <a:pt x="176530" y="118110"/>
                  <a:pt x="170180" y="118110"/>
                  <a:pt x="166370" y="121920"/>
                </a:cubicBezTo>
                <a:lnTo>
                  <a:pt x="128270" y="158750"/>
                </a:lnTo>
                <a:lnTo>
                  <a:pt x="106680" y="139700"/>
                </a:lnTo>
                <a:lnTo>
                  <a:pt x="105410" y="138430"/>
                </a:lnTo>
                <a:cubicBezTo>
                  <a:pt x="101600" y="135890"/>
                  <a:pt x="96520" y="135890"/>
                  <a:pt x="92710" y="139700"/>
                </a:cubicBezTo>
                <a:lnTo>
                  <a:pt x="64770" y="165100"/>
                </a:lnTo>
                <a:lnTo>
                  <a:pt x="63500" y="166370"/>
                </a:lnTo>
                <a:cubicBezTo>
                  <a:pt x="59690" y="170180"/>
                  <a:pt x="59690" y="176530"/>
                  <a:pt x="63500" y="180340"/>
                </a:cubicBezTo>
                <a:lnTo>
                  <a:pt x="64770" y="181610"/>
                </a:lnTo>
                <a:cubicBezTo>
                  <a:pt x="68580" y="185420"/>
                  <a:pt x="74930" y="185420"/>
                  <a:pt x="78740" y="181610"/>
                </a:cubicBezTo>
                <a:lnTo>
                  <a:pt x="100330" y="162560"/>
                </a:lnTo>
                <a:lnTo>
                  <a:pt x="121920" y="181610"/>
                </a:lnTo>
                <a:lnTo>
                  <a:pt x="123190" y="182880"/>
                </a:lnTo>
                <a:cubicBezTo>
                  <a:pt x="127000" y="185420"/>
                  <a:pt x="132080" y="185420"/>
                  <a:pt x="135890" y="181610"/>
                </a:cubicBezTo>
                <a:lnTo>
                  <a:pt x="181610" y="138430"/>
                </a:lnTo>
                <a:lnTo>
                  <a:pt x="182880" y="137160"/>
                </a:lnTo>
                <a:cubicBezTo>
                  <a:pt x="182880" y="132080"/>
                  <a:pt x="182880" y="125730"/>
                  <a:pt x="180340" y="12192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33" name="Рисунок 2">
            <a:extLst>
              <a:ext uri="{FF2B5EF4-FFF2-40B4-BE49-F238E27FC236}">
                <a16:creationId xmlns:a16="http://schemas.microsoft.com/office/drawing/2014/main" id="{4E3F2E9B-8FAA-FC11-3ECD-13F43359466B}"/>
              </a:ext>
            </a:extLst>
          </p:cNvPr>
          <p:cNvGrpSpPr/>
          <p:nvPr/>
        </p:nvGrpSpPr>
        <p:grpSpPr>
          <a:xfrm>
            <a:off x="5659338" y="3629424"/>
            <a:ext cx="213078" cy="212407"/>
            <a:chOff x="5734996" y="3094672"/>
            <a:chExt cx="213078" cy="212407"/>
          </a:xfrm>
          <a:solidFill>
            <a:schemeClr val="bg1"/>
          </a:solidFill>
        </p:grpSpPr>
        <p:sp>
          <p:nvSpPr>
            <p:cNvPr id="234" name="Полилиния: фигура 649">
              <a:extLst>
                <a:ext uri="{FF2B5EF4-FFF2-40B4-BE49-F238E27FC236}">
                  <a16:creationId xmlns:a16="http://schemas.microsoft.com/office/drawing/2014/main" id="{8839AD5C-8643-7203-4966-A65B44F96F8B}"/>
                </a:ext>
              </a:extLst>
            </p:cNvPr>
            <p:cNvSpPr/>
            <p:nvPr/>
          </p:nvSpPr>
          <p:spPr>
            <a:xfrm>
              <a:off x="5734996" y="3094823"/>
              <a:ext cx="213078" cy="212256"/>
            </a:xfrm>
            <a:custGeom>
              <a:avLst/>
              <a:gdLst>
                <a:gd name="connsiteX0" fmla="*/ 127324 w 213078"/>
                <a:gd name="connsiteY0" fmla="*/ 133517 h 212256"/>
                <a:gd name="connsiteX1" fmla="*/ 129863 w 213078"/>
                <a:gd name="connsiteY1" fmla="*/ 134787 h 212256"/>
                <a:gd name="connsiteX2" fmla="*/ 131134 w 213078"/>
                <a:gd name="connsiteY2" fmla="*/ 133517 h 212256"/>
                <a:gd name="connsiteX3" fmla="*/ 142563 w 213078"/>
                <a:gd name="connsiteY3" fmla="*/ 122087 h 212256"/>
                <a:gd name="connsiteX4" fmla="*/ 178124 w 213078"/>
                <a:gd name="connsiteY4" fmla="*/ 120817 h 212256"/>
                <a:gd name="connsiteX5" fmla="*/ 179394 w 213078"/>
                <a:gd name="connsiteY5" fmla="*/ 122087 h 212256"/>
                <a:gd name="connsiteX6" fmla="*/ 198444 w 213078"/>
                <a:gd name="connsiteY6" fmla="*/ 141137 h 212256"/>
                <a:gd name="connsiteX7" fmla="*/ 204794 w 213078"/>
                <a:gd name="connsiteY7" fmla="*/ 147487 h 212256"/>
                <a:gd name="connsiteX8" fmla="*/ 206063 w 213078"/>
                <a:gd name="connsiteY8" fmla="*/ 183047 h 212256"/>
                <a:gd name="connsiteX9" fmla="*/ 204794 w 213078"/>
                <a:gd name="connsiteY9" fmla="*/ 184317 h 212256"/>
                <a:gd name="connsiteX10" fmla="*/ 195904 w 213078"/>
                <a:gd name="connsiteY10" fmla="*/ 193207 h 212256"/>
                <a:gd name="connsiteX11" fmla="*/ 193363 w 213078"/>
                <a:gd name="connsiteY11" fmla="*/ 195747 h 212256"/>
                <a:gd name="connsiteX12" fmla="*/ 192094 w 213078"/>
                <a:gd name="connsiteY12" fmla="*/ 197017 h 212256"/>
                <a:gd name="connsiteX13" fmla="*/ 190824 w 213078"/>
                <a:gd name="connsiteY13" fmla="*/ 199557 h 212256"/>
                <a:gd name="connsiteX14" fmla="*/ 159074 w 213078"/>
                <a:gd name="connsiteY14" fmla="*/ 212257 h 212256"/>
                <a:gd name="connsiteX15" fmla="*/ 115894 w 213078"/>
                <a:gd name="connsiteY15" fmla="*/ 199557 h 212256"/>
                <a:gd name="connsiteX16" fmla="*/ 42234 w 213078"/>
                <a:gd name="connsiteY16" fmla="*/ 142407 h 212256"/>
                <a:gd name="connsiteX17" fmla="*/ 6674 w 213078"/>
                <a:gd name="connsiteY17" fmla="*/ 82717 h 212256"/>
                <a:gd name="connsiteX18" fmla="*/ 324 w 213078"/>
                <a:gd name="connsiteY18" fmla="*/ 47157 h 212256"/>
                <a:gd name="connsiteX19" fmla="*/ 11754 w 213078"/>
                <a:gd name="connsiteY19" fmla="*/ 23027 h 212256"/>
                <a:gd name="connsiteX20" fmla="*/ 13024 w 213078"/>
                <a:gd name="connsiteY20" fmla="*/ 21757 h 212256"/>
                <a:gd name="connsiteX21" fmla="*/ 25724 w 213078"/>
                <a:gd name="connsiteY21" fmla="*/ 9057 h 212256"/>
                <a:gd name="connsiteX22" fmla="*/ 28263 w 213078"/>
                <a:gd name="connsiteY22" fmla="*/ 6517 h 212256"/>
                <a:gd name="connsiteX23" fmla="*/ 63824 w 213078"/>
                <a:gd name="connsiteY23" fmla="*/ 7787 h 212256"/>
                <a:gd name="connsiteX24" fmla="*/ 76524 w 213078"/>
                <a:gd name="connsiteY24" fmla="*/ 20487 h 212256"/>
                <a:gd name="connsiteX25" fmla="*/ 86684 w 213078"/>
                <a:gd name="connsiteY25" fmla="*/ 30647 h 212256"/>
                <a:gd name="connsiteX26" fmla="*/ 90494 w 213078"/>
                <a:gd name="connsiteY26" fmla="*/ 34457 h 212256"/>
                <a:gd name="connsiteX27" fmla="*/ 90494 w 213078"/>
                <a:gd name="connsiteY27" fmla="*/ 68747 h 212256"/>
                <a:gd name="connsiteX28" fmla="*/ 87954 w 213078"/>
                <a:gd name="connsiteY28" fmla="*/ 71287 h 212256"/>
                <a:gd name="connsiteX29" fmla="*/ 82874 w 213078"/>
                <a:gd name="connsiteY29" fmla="*/ 76367 h 212256"/>
                <a:gd name="connsiteX30" fmla="*/ 76524 w 213078"/>
                <a:gd name="connsiteY30" fmla="*/ 82717 h 212256"/>
                <a:gd name="connsiteX31" fmla="*/ 87954 w 213078"/>
                <a:gd name="connsiteY31" fmla="*/ 99227 h 212256"/>
                <a:gd name="connsiteX32" fmla="*/ 124784 w 213078"/>
                <a:gd name="connsiteY32" fmla="*/ 133517 h 212256"/>
                <a:gd name="connsiteX33" fmla="*/ 127324 w 213078"/>
                <a:gd name="connsiteY33" fmla="*/ 133517 h 212256"/>
                <a:gd name="connsiteX34" fmla="*/ 127324 w 213078"/>
                <a:gd name="connsiteY34" fmla="*/ 133517 h 212256"/>
                <a:gd name="connsiteX35" fmla="*/ 49854 w 213078"/>
                <a:gd name="connsiteY35" fmla="*/ 20487 h 212256"/>
                <a:gd name="connsiteX36" fmla="*/ 40963 w 213078"/>
                <a:gd name="connsiteY36" fmla="*/ 20487 h 212256"/>
                <a:gd name="connsiteX37" fmla="*/ 38424 w 213078"/>
                <a:gd name="connsiteY37" fmla="*/ 23027 h 212256"/>
                <a:gd name="connsiteX38" fmla="*/ 28263 w 213078"/>
                <a:gd name="connsiteY38" fmla="*/ 33187 h 212256"/>
                <a:gd name="connsiteX39" fmla="*/ 24454 w 213078"/>
                <a:gd name="connsiteY39" fmla="*/ 36997 h 212256"/>
                <a:gd name="connsiteX40" fmla="*/ 19374 w 213078"/>
                <a:gd name="connsiteY40" fmla="*/ 47157 h 212256"/>
                <a:gd name="connsiteX41" fmla="*/ 24454 w 213078"/>
                <a:gd name="connsiteY41" fmla="*/ 75097 h 212256"/>
                <a:gd name="connsiteX42" fmla="*/ 57474 w 213078"/>
                <a:gd name="connsiteY42" fmla="*/ 128437 h 212256"/>
                <a:gd name="connsiteX43" fmla="*/ 124784 w 213078"/>
                <a:gd name="connsiteY43" fmla="*/ 180507 h 212256"/>
                <a:gd name="connsiteX44" fmla="*/ 159074 w 213078"/>
                <a:gd name="connsiteY44" fmla="*/ 190667 h 212256"/>
                <a:gd name="connsiteX45" fmla="*/ 175584 w 213078"/>
                <a:gd name="connsiteY45" fmla="*/ 184317 h 212256"/>
                <a:gd name="connsiteX46" fmla="*/ 181934 w 213078"/>
                <a:gd name="connsiteY46" fmla="*/ 176697 h 212256"/>
                <a:gd name="connsiteX47" fmla="*/ 189554 w 213078"/>
                <a:gd name="connsiteY47" fmla="*/ 169077 h 212256"/>
                <a:gd name="connsiteX48" fmla="*/ 189554 w 213078"/>
                <a:gd name="connsiteY48" fmla="*/ 160187 h 212256"/>
                <a:gd name="connsiteX49" fmla="*/ 184474 w 213078"/>
                <a:gd name="connsiteY49" fmla="*/ 155107 h 212256"/>
                <a:gd name="connsiteX50" fmla="*/ 164154 w 213078"/>
                <a:gd name="connsiteY50" fmla="*/ 134787 h 212256"/>
                <a:gd name="connsiteX51" fmla="*/ 156534 w 213078"/>
                <a:gd name="connsiteY51" fmla="*/ 134787 h 212256"/>
                <a:gd name="connsiteX52" fmla="*/ 146374 w 213078"/>
                <a:gd name="connsiteY52" fmla="*/ 144947 h 212256"/>
                <a:gd name="connsiteX53" fmla="*/ 140024 w 213078"/>
                <a:gd name="connsiteY53" fmla="*/ 151297 h 212256"/>
                <a:gd name="connsiteX54" fmla="*/ 123513 w 213078"/>
                <a:gd name="connsiteY54" fmla="*/ 153837 h 212256"/>
                <a:gd name="connsiteX55" fmla="*/ 117163 w 213078"/>
                <a:gd name="connsiteY55" fmla="*/ 151297 h 212256"/>
                <a:gd name="connsiteX56" fmla="*/ 114624 w 213078"/>
                <a:gd name="connsiteY56" fmla="*/ 150027 h 212256"/>
                <a:gd name="connsiteX57" fmla="*/ 112084 w 213078"/>
                <a:gd name="connsiteY57" fmla="*/ 148757 h 212256"/>
                <a:gd name="connsiteX58" fmla="*/ 70174 w 213078"/>
                <a:gd name="connsiteY58" fmla="*/ 110657 h 212256"/>
                <a:gd name="connsiteX59" fmla="*/ 54934 w 213078"/>
                <a:gd name="connsiteY59" fmla="*/ 85257 h 212256"/>
                <a:gd name="connsiteX60" fmla="*/ 58744 w 213078"/>
                <a:gd name="connsiteY60" fmla="*/ 70017 h 212256"/>
                <a:gd name="connsiteX61" fmla="*/ 66363 w 213078"/>
                <a:gd name="connsiteY61" fmla="*/ 62397 h 212256"/>
                <a:gd name="connsiteX62" fmla="*/ 71444 w 213078"/>
                <a:gd name="connsiteY62" fmla="*/ 57317 h 212256"/>
                <a:gd name="connsiteX63" fmla="*/ 72713 w 213078"/>
                <a:gd name="connsiteY63" fmla="*/ 56047 h 212256"/>
                <a:gd name="connsiteX64" fmla="*/ 75254 w 213078"/>
                <a:gd name="connsiteY64" fmla="*/ 53507 h 212256"/>
                <a:gd name="connsiteX65" fmla="*/ 75254 w 213078"/>
                <a:gd name="connsiteY65" fmla="*/ 45887 h 212256"/>
                <a:gd name="connsiteX66" fmla="*/ 72713 w 213078"/>
                <a:gd name="connsiteY66" fmla="*/ 43347 h 212256"/>
                <a:gd name="connsiteX67" fmla="*/ 49854 w 213078"/>
                <a:gd name="connsiteY67" fmla="*/ 20487 h 21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13078" h="212256">
                  <a:moveTo>
                    <a:pt x="127324" y="133517"/>
                  </a:moveTo>
                  <a:lnTo>
                    <a:pt x="129863" y="134787"/>
                  </a:lnTo>
                  <a:lnTo>
                    <a:pt x="131134" y="133517"/>
                  </a:lnTo>
                  <a:lnTo>
                    <a:pt x="142563" y="122087"/>
                  </a:lnTo>
                  <a:cubicBezTo>
                    <a:pt x="152724" y="111927"/>
                    <a:pt x="166694" y="111927"/>
                    <a:pt x="178124" y="120817"/>
                  </a:cubicBezTo>
                  <a:lnTo>
                    <a:pt x="179394" y="122087"/>
                  </a:lnTo>
                  <a:lnTo>
                    <a:pt x="198444" y="141137"/>
                  </a:lnTo>
                  <a:lnTo>
                    <a:pt x="204794" y="147487"/>
                  </a:lnTo>
                  <a:cubicBezTo>
                    <a:pt x="214954" y="157647"/>
                    <a:pt x="216224" y="172887"/>
                    <a:pt x="206063" y="183047"/>
                  </a:cubicBezTo>
                  <a:lnTo>
                    <a:pt x="204794" y="184317"/>
                  </a:lnTo>
                  <a:lnTo>
                    <a:pt x="195904" y="193207"/>
                  </a:lnTo>
                  <a:lnTo>
                    <a:pt x="193363" y="195747"/>
                  </a:lnTo>
                  <a:cubicBezTo>
                    <a:pt x="193363" y="195747"/>
                    <a:pt x="193363" y="197017"/>
                    <a:pt x="192094" y="197017"/>
                  </a:cubicBezTo>
                  <a:lnTo>
                    <a:pt x="190824" y="199557"/>
                  </a:lnTo>
                  <a:cubicBezTo>
                    <a:pt x="181934" y="208447"/>
                    <a:pt x="171774" y="212257"/>
                    <a:pt x="159074" y="212257"/>
                  </a:cubicBezTo>
                  <a:cubicBezTo>
                    <a:pt x="145104" y="210987"/>
                    <a:pt x="131134" y="207177"/>
                    <a:pt x="115894" y="199557"/>
                  </a:cubicBezTo>
                  <a:cubicBezTo>
                    <a:pt x="87954" y="185587"/>
                    <a:pt x="62554" y="166537"/>
                    <a:pt x="42234" y="142407"/>
                  </a:cubicBezTo>
                  <a:cubicBezTo>
                    <a:pt x="25724" y="123357"/>
                    <a:pt x="14294" y="104307"/>
                    <a:pt x="6674" y="82717"/>
                  </a:cubicBezTo>
                  <a:cubicBezTo>
                    <a:pt x="1594" y="70017"/>
                    <a:pt x="-946" y="58587"/>
                    <a:pt x="324" y="47157"/>
                  </a:cubicBezTo>
                  <a:cubicBezTo>
                    <a:pt x="324" y="38267"/>
                    <a:pt x="4134" y="29377"/>
                    <a:pt x="11754" y="23027"/>
                  </a:cubicBezTo>
                  <a:lnTo>
                    <a:pt x="13024" y="21757"/>
                  </a:lnTo>
                  <a:lnTo>
                    <a:pt x="25724" y="9057"/>
                  </a:lnTo>
                  <a:lnTo>
                    <a:pt x="28263" y="6517"/>
                  </a:lnTo>
                  <a:cubicBezTo>
                    <a:pt x="38424" y="-2373"/>
                    <a:pt x="53663" y="-2373"/>
                    <a:pt x="63824" y="7787"/>
                  </a:cubicBezTo>
                  <a:lnTo>
                    <a:pt x="76524" y="20487"/>
                  </a:lnTo>
                  <a:lnTo>
                    <a:pt x="86684" y="30647"/>
                  </a:lnTo>
                  <a:lnTo>
                    <a:pt x="90494" y="34457"/>
                  </a:lnTo>
                  <a:cubicBezTo>
                    <a:pt x="99384" y="44617"/>
                    <a:pt x="99384" y="58587"/>
                    <a:pt x="90494" y="68747"/>
                  </a:cubicBezTo>
                  <a:lnTo>
                    <a:pt x="87954" y="71287"/>
                  </a:lnTo>
                  <a:lnTo>
                    <a:pt x="82874" y="76367"/>
                  </a:lnTo>
                  <a:lnTo>
                    <a:pt x="76524" y="82717"/>
                  </a:lnTo>
                  <a:cubicBezTo>
                    <a:pt x="79063" y="87797"/>
                    <a:pt x="82874" y="92877"/>
                    <a:pt x="87954" y="99227"/>
                  </a:cubicBezTo>
                  <a:cubicBezTo>
                    <a:pt x="99384" y="113197"/>
                    <a:pt x="110813" y="124627"/>
                    <a:pt x="124784" y="133517"/>
                  </a:cubicBezTo>
                  <a:lnTo>
                    <a:pt x="127324" y="133517"/>
                  </a:lnTo>
                  <a:cubicBezTo>
                    <a:pt x="126054" y="132247"/>
                    <a:pt x="126054" y="132247"/>
                    <a:pt x="127324" y="133517"/>
                  </a:cubicBezTo>
                  <a:close/>
                  <a:moveTo>
                    <a:pt x="49854" y="20487"/>
                  </a:moveTo>
                  <a:cubicBezTo>
                    <a:pt x="47313" y="17947"/>
                    <a:pt x="44774" y="17947"/>
                    <a:pt x="40963" y="20487"/>
                  </a:cubicBezTo>
                  <a:lnTo>
                    <a:pt x="38424" y="23027"/>
                  </a:lnTo>
                  <a:lnTo>
                    <a:pt x="28263" y="33187"/>
                  </a:lnTo>
                  <a:lnTo>
                    <a:pt x="24454" y="36997"/>
                  </a:lnTo>
                  <a:cubicBezTo>
                    <a:pt x="20644" y="39537"/>
                    <a:pt x="19374" y="43347"/>
                    <a:pt x="19374" y="47157"/>
                  </a:cubicBezTo>
                  <a:cubicBezTo>
                    <a:pt x="19374" y="56047"/>
                    <a:pt x="20644" y="63667"/>
                    <a:pt x="24454" y="75097"/>
                  </a:cubicBezTo>
                  <a:cubicBezTo>
                    <a:pt x="32074" y="94147"/>
                    <a:pt x="42234" y="111927"/>
                    <a:pt x="57474" y="128437"/>
                  </a:cubicBezTo>
                  <a:cubicBezTo>
                    <a:pt x="76524" y="150027"/>
                    <a:pt x="98113" y="167807"/>
                    <a:pt x="124784" y="180507"/>
                  </a:cubicBezTo>
                  <a:cubicBezTo>
                    <a:pt x="137484" y="186857"/>
                    <a:pt x="148913" y="190667"/>
                    <a:pt x="159074" y="190667"/>
                  </a:cubicBezTo>
                  <a:cubicBezTo>
                    <a:pt x="166694" y="190667"/>
                    <a:pt x="171774" y="189397"/>
                    <a:pt x="175584" y="184317"/>
                  </a:cubicBezTo>
                  <a:cubicBezTo>
                    <a:pt x="178124" y="181777"/>
                    <a:pt x="179394" y="180507"/>
                    <a:pt x="181934" y="176697"/>
                  </a:cubicBezTo>
                  <a:lnTo>
                    <a:pt x="189554" y="169077"/>
                  </a:lnTo>
                  <a:cubicBezTo>
                    <a:pt x="192094" y="166537"/>
                    <a:pt x="192094" y="163997"/>
                    <a:pt x="189554" y="160187"/>
                  </a:cubicBezTo>
                  <a:lnTo>
                    <a:pt x="184474" y="155107"/>
                  </a:lnTo>
                  <a:lnTo>
                    <a:pt x="164154" y="134787"/>
                  </a:lnTo>
                  <a:cubicBezTo>
                    <a:pt x="161613" y="132247"/>
                    <a:pt x="159074" y="132247"/>
                    <a:pt x="156534" y="134787"/>
                  </a:cubicBezTo>
                  <a:lnTo>
                    <a:pt x="146374" y="144947"/>
                  </a:lnTo>
                  <a:lnTo>
                    <a:pt x="140024" y="151297"/>
                  </a:lnTo>
                  <a:cubicBezTo>
                    <a:pt x="134944" y="156377"/>
                    <a:pt x="129863" y="156377"/>
                    <a:pt x="123513" y="153837"/>
                  </a:cubicBezTo>
                  <a:lnTo>
                    <a:pt x="117163" y="151297"/>
                  </a:lnTo>
                  <a:lnTo>
                    <a:pt x="114624" y="150027"/>
                  </a:lnTo>
                  <a:lnTo>
                    <a:pt x="112084" y="148757"/>
                  </a:lnTo>
                  <a:cubicBezTo>
                    <a:pt x="96844" y="138597"/>
                    <a:pt x="82874" y="125897"/>
                    <a:pt x="70174" y="110657"/>
                  </a:cubicBezTo>
                  <a:cubicBezTo>
                    <a:pt x="63824" y="101767"/>
                    <a:pt x="58744" y="94147"/>
                    <a:pt x="54934" y="85257"/>
                  </a:cubicBezTo>
                  <a:cubicBezTo>
                    <a:pt x="52394" y="80177"/>
                    <a:pt x="53663" y="73827"/>
                    <a:pt x="58744" y="70017"/>
                  </a:cubicBezTo>
                  <a:lnTo>
                    <a:pt x="66363" y="62397"/>
                  </a:lnTo>
                  <a:lnTo>
                    <a:pt x="71444" y="57317"/>
                  </a:lnTo>
                  <a:cubicBezTo>
                    <a:pt x="71444" y="57317"/>
                    <a:pt x="72713" y="56047"/>
                    <a:pt x="72713" y="56047"/>
                  </a:cubicBezTo>
                  <a:lnTo>
                    <a:pt x="75254" y="53507"/>
                  </a:lnTo>
                  <a:cubicBezTo>
                    <a:pt x="77794" y="50967"/>
                    <a:pt x="77794" y="48427"/>
                    <a:pt x="75254" y="45887"/>
                  </a:cubicBezTo>
                  <a:lnTo>
                    <a:pt x="72713" y="43347"/>
                  </a:lnTo>
                  <a:lnTo>
                    <a:pt x="49854" y="2048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5" name="Полилиния: фигура 650">
              <a:extLst>
                <a:ext uri="{FF2B5EF4-FFF2-40B4-BE49-F238E27FC236}">
                  <a16:creationId xmlns:a16="http://schemas.microsoft.com/office/drawing/2014/main" id="{262BCE41-9500-667D-620F-385519172388}"/>
                </a:ext>
              </a:extLst>
            </p:cNvPr>
            <p:cNvSpPr/>
            <p:nvPr/>
          </p:nvSpPr>
          <p:spPr>
            <a:xfrm>
              <a:off x="5867082" y="3094672"/>
              <a:ext cx="79374" cy="79374"/>
            </a:xfrm>
            <a:custGeom>
              <a:avLst/>
              <a:gdLst>
                <a:gd name="connsiteX0" fmla="*/ 39688 w 79374"/>
                <a:gd name="connsiteY0" fmla="*/ 53657 h 79374"/>
                <a:gd name="connsiteX1" fmla="*/ 16827 w 79374"/>
                <a:gd name="connsiteY1" fmla="*/ 76517 h 79374"/>
                <a:gd name="connsiteX2" fmla="*/ 2858 w 79374"/>
                <a:gd name="connsiteY2" fmla="*/ 76517 h 79374"/>
                <a:gd name="connsiteX3" fmla="*/ 2858 w 79374"/>
                <a:gd name="connsiteY3" fmla="*/ 62548 h 79374"/>
                <a:gd name="connsiteX4" fmla="*/ 25718 w 79374"/>
                <a:gd name="connsiteY4" fmla="*/ 39688 h 79374"/>
                <a:gd name="connsiteX5" fmla="*/ 2858 w 79374"/>
                <a:gd name="connsiteY5" fmla="*/ 16827 h 79374"/>
                <a:gd name="connsiteX6" fmla="*/ 2858 w 79374"/>
                <a:gd name="connsiteY6" fmla="*/ 2857 h 79374"/>
                <a:gd name="connsiteX7" fmla="*/ 16827 w 79374"/>
                <a:gd name="connsiteY7" fmla="*/ 2857 h 79374"/>
                <a:gd name="connsiteX8" fmla="*/ 39688 w 79374"/>
                <a:gd name="connsiteY8" fmla="*/ 25717 h 79374"/>
                <a:gd name="connsiteX9" fmla="*/ 62547 w 79374"/>
                <a:gd name="connsiteY9" fmla="*/ 2857 h 79374"/>
                <a:gd name="connsiteX10" fmla="*/ 76518 w 79374"/>
                <a:gd name="connsiteY10" fmla="*/ 2857 h 79374"/>
                <a:gd name="connsiteX11" fmla="*/ 76518 w 79374"/>
                <a:gd name="connsiteY11" fmla="*/ 16827 h 79374"/>
                <a:gd name="connsiteX12" fmla="*/ 53658 w 79374"/>
                <a:gd name="connsiteY12" fmla="*/ 39688 h 79374"/>
                <a:gd name="connsiteX13" fmla="*/ 76518 w 79374"/>
                <a:gd name="connsiteY13" fmla="*/ 62548 h 79374"/>
                <a:gd name="connsiteX14" fmla="*/ 76518 w 79374"/>
                <a:gd name="connsiteY14" fmla="*/ 76517 h 79374"/>
                <a:gd name="connsiteX15" fmla="*/ 62547 w 79374"/>
                <a:gd name="connsiteY15" fmla="*/ 76517 h 79374"/>
                <a:gd name="connsiteX16" fmla="*/ 39688 w 79374"/>
                <a:gd name="connsiteY16" fmla="*/ 53657 h 79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374" h="79374">
                  <a:moveTo>
                    <a:pt x="39688" y="53657"/>
                  </a:moveTo>
                  <a:lnTo>
                    <a:pt x="16827" y="76517"/>
                  </a:lnTo>
                  <a:cubicBezTo>
                    <a:pt x="13018" y="80327"/>
                    <a:pt x="6668" y="80327"/>
                    <a:pt x="2858" y="76517"/>
                  </a:cubicBezTo>
                  <a:cubicBezTo>
                    <a:pt x="-953" y="72707"/>
                    <a:pt x="-953" y="66357"/>
                    <a:pt x="2858" y="62548"/>
                  </a:cubicBezTo>
                  <a:lnTo>
                    <a:pt x="25718" y="39688"/>
                  </a:lnTo>
                  <a:lnTo>
                    <a:pt x="2858" y="16827"/>
                  </a:lnTo>
                  <a:cubicBezTo>
                    <a:pt x="-953" y="13017"/>
                    <a:pt x="-953" y="6667"/>
                    <a:pt x="2858" y="2857"/>
                  </a:cubicBezTo>
                  <a:cubicBezTo>
                    <a:pt x="6668" y="-952"/>
                    <a:pt x="13018" y="-952"/>
                    <a:pt x="16827" y="2857"/>
                  </a:cubicBezTo>
                  <a:lnTo>
                    <a:pt x="39688" y="25717"/>
                  </a:lnTo>
                  <a:lnTo>
                    <a:pt x="62547" y="2857"/>
                  </a:lnTo>
                  <a:cubicBezTo>
                    <a:pt x="66358" y="-952"/>
                    <a:pt x="72708" y="-952"/>
                    <a:pt x="76518" y="2857"/>
                  </a:cubicBezTo>
                  <a:cubicBezTo>
                    <a:pt x="80327" y="6667"/>
                    <a:pt x="80327" y="13017"/>
                    <a:pt x="76518" y="16827"/>
                  </a:cubicBezTo>
                  <a:lnTo>
                    <a:pt x="53658" y="39688"/>
                  </a:lnTo>
                  <a:lnTo>
                    <a:pt x="76518" y="62548"/>
                  </a:lnTo>
                  <a:cubicBezTo>
                    <a:pt x="80327" y="66357"/>
                    <a:pt x="80327" y="72707"/>
                    <a:pt x="76518" y="76517"/>
                  </a:cubicBezTo>
                  <a:cubicBezTo>
                    <a:pt x="72708" y="80327"/>
                    <a:pt x="66358" y="80327"/>
                    <a:pt x="62547" y="76517"/>
                  </a:cubicBezTo>
                  <a:lnTo>
                    <a:pt x="39688" y="5365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37" name="Полилиния: фигура 652">
            <a:extLst>
              <a:ext uri="{FF2B5EF4-FFF2-40B4-BE49-F238E27FC236}">
                <a16:creationId xmlns:a16="http://schemas.microsoft.com/office/drawing/2014/main" id="{BE886D43-0760-FB5F-7F58-55BD8866A961}"/>
              </a:ext>
            </a:extLst>
          </p:cNvPr>
          <p:cNvSpPr/>
          <p:nvPr/>
        </p:nvSpPr>
        <p:spPr>
          <a:xfrm>
            <a:off x="11243851" y="2645001"/>
            <a:ext cx="223520" cy="223519"/>
          </a:xfrm>
          <a:custGeom>
            <a:avLst/>
            <a:gdLst>
              <a:gd name="connsiteX0" fmla="*/ 35560 w 223520"/>
              <a:gd name="connsiteY0" fmla="*/ 20320 h 223519"/>
              <a:gd name="connsiteX1" fmla="*/ 35560 w 223520"/>
              <a:gd name="connsiteY1" fmla="*/ 60960 h 223519"/>
              <a:gd name="connsiteX2" fmla="*/ 55880 w 223520"/>
              <a:gd name="connsiteY2" fmla="*/ 60960 h 223519"/>
              <a:gd name="connsiteX3" fmla="*/ 76200 w 223520"/>
              <a:gd name="connsiteY3" fmla="*/ 40640 h 223519"/>
              <a:gd name="connsiteX4" fmla="*/ 55880 w 223520"/>
              <a:gd name="connsiteY4" fmla="*/ 20320 h 223519"/>
              <a:gd name="connsiteX5" fmla="*/ 35560 w 223520"/>
              <a:gd name="connsiteY5" fmla="*/ 20320 h 223519"/>
              <a:gd name="connsiteX6" fmla="*/ 96520 w 223520"/>
              <a:gd name="connsiteY6" fmla="*/ 40640 h 223519"/>
              <a:gd name="connsiteX7" fmla="*/ 55880 w 223520"/>
              <a:gd name="connsiteY7" fmla="*/ 81280 h 223519"/>
              <a:gd name="connsiteX8" fmla="*/ 35560 w 223520"/>
              <a:gd name="connsiteY8" fmla="*/ 81280 h 223519"/>
              <a:gd name="connsiteX9" fmla="*/ 35560 w 223520"/>
              <a:gd name="connsiteY9" fmla="*/ 91440 h 223519"/>
              <a:gd name="connsiteX10" fmla="*/ 50800 w 223520"/>
              <a:gd name="connsiteY10" fmla="*/ 91440 h 223519"/>
              <a:gd name="connsiteX11" fmla="*/ 60960 w 223520"/>
              <a:gd name="connsiteY11" fmla="*/ 101600 h 223519"/>
              <a:gd name="connsiteX12" fmla="*/ 50800 w 223520"/>
              <a:gd name="connsiteY12" fmla="*/ 111760 h 223519"/>
              <a:gd name="connsiteX13" fmla="*/ 35560 w 223520"/>
              <a:gd name="connsiteY13" fmla="*/ 111760 h 223519"/>
              <a:gd name="connsiteX14" fmla="*/ 35560 w 223520"/>
              <a:gd name="connsiteY14" fmla="*/ 116840 h 223519"/>
              <a:gd name="connsiteX15" fmla="*/ 25400 w 223520"/>
              <a:gd name="connsiteY15" fmla="*/ 127000 h 223519"/>
              <a:gd name="connsiteX16" fmla="*/ 15240 w 223520"/>
              <a:gd name="connsiteY16" fmla="*/ 116840 h 223519"/>
              <a:gd name="connsiteX17" fmla="*/ 15240 w 223520"/>
              <a:gd name="connsiteY17" fmla="*/ 111760 h 223519"/>
              <a:gd name="connsiteX18" fmla="*/ 10160 w 223520"/>
              <a:gd name="connsiteY18" fmla="*/ 111760 h 223519"/>
              <a:gd name="connsiteX19" fmla="*/ 0 w 223520"/>
              <a:gd name="connsiteY19" fmla="*/ 101600 h 223519"/>
              <a:gd name="connsiteX20" fmla="*/ 10160 w 223520"/>
              <a:gd name="connsiteY20" fmla="*/ 91440 h 223519"/>
              <a:gd name="connsiteX21" fmla="*/ 15240 w 223520"/>
              <a:gd name="connsiteY21" fmla="*/ 91440 h 223519"/>
              <a:gd name="connsiteX22" fmla="*/ 15240 w 223520"/>
              <a:gd name="connsiteY22" fmla="*/ 81280 h 223519"/>
              <a:gd name="connsiteX23" fmla="*/ 10160 w 223520"/>
              <a:gd name="connsiteY23" fmla="*/ 81280 h 223519"/>
              <a:gd name="connsiteX24" fmla="*/ 0 w 223520"/>
              <a:gd name="connsiteY24" fmla="*/ 71120 h 223519"/>
              <a:gd name="connsiteX25" fmla="*/ 10160 w 223520"/>
              <a:gd name="connsiteY25" fmla="*/ 60960 h 223519"/>
              <a:gd name="connsiteX26" fmla="*/ 15240 w 223520"/>
              <a:gd name="connsiteY26" fmla="*/ 60960 h 223519"/>
              <a:gd name="connsiteX27" fmla="*/ 15240 w 223520"/>
              <a:gd name="connsiteY27" fmla="*/ 11430 h 223519"/>
              <a:gd name="connsiteX28" fmla="*/ 26670 w 223520"/>
              <a:gd name="connsiteY28" fmla="*/ 0 h 223519"/>
              <a:gd name="connsiteX29" fmla="*/ 55880 w 223520"/>
              <a:gd name="connsiteY29" fmla="*/ 0 h 223519"/>
              <a:gd name="connsiteX30" fmla="*/ 96520 w 223520"/>
              <a:gd name="connsiteY30" fmla="*/ 40640 h 223519"/>
              <a:gd name="connsiteX31" fmla="*/ 171450 w 223520"/>
              <a:gd name="connsiteY31" fmla="*/ 52070 h 223519"/>
              <a:gd name="connsiteX32" fmla="*/ 168910 w 223520"/>
              <a:gd name="connsiteY32" fmla="*/ 38100 h 223519"/>
              <a:gd name="connsiteX33" fmla="*/ 154940 w 223520"/>
              <a:gd name="connsiteY33" fmla="*/ 40640 h 223519"/>
              <a:gd name="connsiteX34" fmla="*/ 43180 w 223520"/>
              <a:gd name="connsiteY34" fmla="*/ 193040 h 223519"/>
              <a:gd name="connsiteX35" fmla="*/ 45720 w 223520"/>
              <a:gd name="connsiteY35" fmla="*/ 207010 h 223519"/>
              <a:gd name="connsiteX36" fmla="*/ 59690 w 223520"/>
              <a:gd name="connsiteY36" fmla="*/ 204470 h 223519"/>
              <a:gd name="connsiteX37" fmla="*/ 171450 w 223520"/>
              <a:gd name="connsiteY37" fmla="*/ 52070 h 223519"/>
              <a:gd name="connsiteX38" fmla="*/ 193040 w 223520"/>
              <a:gd name="connsiteY38" fmla="*/ 111760 h 223519"/>
              <a:gd name="connsiteX39" fmla="*/ 182880 w 223520"/>
              <a:gd name="connsiteY39" fmla="*/ 101600 h 223519"/>
              <a:gd name="connsiteX40" fmla="*/ 172720 w 223520"/>
              <a:gd name="connsiteY40" fmla="*/ 111760 h 223519"/>
              <a:gd name="connsiteX41" fmla="*/ 172720 w 223520"/>
              <a:gd name="connsiteY41" fmla="*/ 116840 h 223519"/>
              <a:gd name="connsiteX42" fmla="*/ 170180 w 223520"/>
              <a:gd name="connsiteY42" fmla="*/ 116840 h 223519"/>
              <a:gd name="connsiteX43" fmla="*/ 142240 w 223520"/>
              <a:gd name="connsiteY43" fmla="*/ 144780 h 223519"/>
              <a:gd name="connsiteX44" fmla="*/ 170180 w 223520"/>
              <a:gd name="connsiteY44" fmla="*/ 172720 h 223519"/>
              <a:gd name="connsiteX45" fmla="*/ 195580 w 223520"/>
              <a:gd name="connsiteY45" fmla="*/ 172720 h 223519"/>
              <a:gd name="connsiteX46" fmla="*/ 203200 w 223520"/>
              <a:gd name="connsiteY46" fmla="*/ 180340 h 223519"/>
              <a:gd name="connsiteX47" fmla="*/ 195580 w 223520"/>
              <a:gd name="connsiteY47" fmla="*/ 187960 h 223519"/>
              <a:gd name="connsiteX48" fmla="*/ 152400 w 223520"/>
              <a:gd name="connsiteY48" fmla="*/ 187960 h 223519"/>
              <a:gd name="connsiteX49" fmla="*/ 142240 w 223520"/>
              <a:gd name="connsiteY49" fmla="*/ 198120 h 223519"/>
              <a:gd name="connsiteX50" fmla="*/ 152400 w 223520"/>
              <a:gd name="connsiteY50" fmla="*/ 208280 h 223519"/>
              <a:gd name="connsiteX51" fmla="*/ 172720 w 223520"/>
              <a:gd name="connsiteY51" fmla="*/ 208280 h 223519"/>
              <a:gd name="connsiteX52" fmla="*/ 172720 w 223520"/>
              <a:gd name="connsiteY52" fmla="*/ 213360 h 223519"/>
              <a:gd name="connsiteX53" fmla="*/ 182880 w 223520"/>
              <a:gd name="connsiteY53" fmla="*/ 223520 h 223519"/>
              <a:gd name="connsiteX54" fmla="*/ 193040 w 223520"/>
              <a:gd name="connsiteY54" fmla="*/ 213360 h 223519"/>
              <a:gd name="connsiteX55" fmla="*/ 193040 w 223520"/>
              <a:gd name="connsiteY55" fmla="*/ 208280 h 223519"/>
              <a:gd name="connsiteX56" fmla="*/ 195580 w 223520"/>
              <a:gd name="connsiteY56" fmla="*/ 208280 h 223519"/>
              <a:gd name="connsiteX57" fmla="*/ 223520 w 223520"/>
              <a:gd name="connsiteY57" fmla="*/ 180340 h 223519"/>
              <a:gd name="connsiteX58" fmla="*/ 195580 w 223520"/>
              <a:gd name="connsiteY58" fmla="*/ 152400 h 223519"/>
              <a:gd name="connsiteX59" fmla="*/ 170180 w 223520"/>
              <a:gd name="connsiteY59" fmla="*/ 152400 h 223519"/>
              <a:gd name="connsiteX60" fmla="*/ 162560 w 223520"/>
              <a:gd name="connsiteY60" fmla="*/ 144780 h 223519"/>
              <a:gd name="connsiteX61" fmla="*/ 170180 w 223520"/>
              <a:gd name="connsiteY61" fmla="*/ 137160 h 223519"/>
              <a:gd name="connsiteX62" fmla="*/ 213360 w 223520"/>
              <a:gd name="connsiteY62" fmla="*/ 137160 h 223519"/>
              <a:gd name="connsiteX63" fmla="*/ 223520 w 223520"/>
              <a:gd name="connsiteY63" fmla="*/ 127000 h 223519"/>
              <a:gd name="connsiteX64" fmla="*/ 213360 w 223520"/>
              <a:gd name="connsiteY64" fmla="*/ 116840 h 223519"/>
              <a:gd name="connsiteX65" fmla="*/ 193040 w 223520"/>
              <a:gd name="connsiteY65" fmla="*/ 116840 h 223519"/>
              <a:gd name="connsiteX66" fmla="*/ 193040 w 223520"/>
              <a:gd name="connsiteY66" fmla="*/ 1117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223520" h="223519">
                <a:moveTo>
                  <a:pt x="35560" y="20320"/>
                </a:moveTo>
                <a:lnTo>
                  <a:pt x="35560" y="60960"/>
                </a:lnTo>
                <a:lnTo>
                  <a:pt x="55880" y="60960"/>
                </a:lnTo>
                <a:cubicBezTo>
                  <a:pt x="67310" y="60960"/>
                  <a:pt x="76200" y="52070"/>
                  <a:pt x="76200" y="40640"/>
                </a:cubicBezTo>
                <a:cubicBezTo>
                  <a:pt x="76200" y="29210"/>
                  <a:pt x="67310" y="20320"/>
                  <a:pt x="55880" y="20320"/>
                </a:cubicBezTo>
                <a:lnTo>
                  <a:pt x="35560" y="20320"/>
                </a:lnTo>
                <a:close/>
                <a:moveTo>
                  <a:pt x="96520" y="40640"/>
                </a:moveTo>
                <a:cubicBezTo>
                  <a:pt x="96520" y="63500"/>
                  <a:pt x="78740" y="81280"/>
                  <a:pt x="55880" y="81280"/>
                </a:cubicBezTo>
                <a:lnTo>
                  <a:pt x="35560" y="81280"/>
                </a:lnTo>
                <a:lnTo>
                  <a:pt x="35560" y="91440"/>
                </a:lnTo>
                <a:lnTo>
                  <a:pt x="50800" y="91440"/>
                </a:lnTo>
                <a:cubicBezTo>
                  <a:pt x="55880" y="91440"/>
                  <a:pt x="60960" y="96520"/>
                  <a:pt x="60960" y="101600"/>
                </a:cubicBezTo>
                <a:cubicBezTo>
                  <a:pt x="60960" y="106680"/>
                  <a:pt x="55880" y="111760"/>
                  <a:pt x="50800" y="111760"/>
                </a:cubicBezTo>
                <a:lnTo>
                  <a:pt x="35560" y="111760"/>
                </a:lnTo>
                <a:lnTo>
                  <a:pt x="35560" y="116840"/>
                </a:lnTo>
                <a:cubicBezTo>
                  <a:pt x="35560" y="121920"/>
                  <a:pt x="30480" y="127000"/>
                  <a:pt x="25400" y="127000"/>
                </a:cubicBezTo>
                <a:cubicBezTo>
                  <a:pt x="20320" y="127000"/>
                  <a:pt x="15240" y="121920"/>
                  <a:pt x="15240" y="116840"/>
                </a:cubicBezTo>
                <a:lnTo>
                  <a:pt x="15240" y="111760"/>
                </a:lnTo>
                <a:lnTo>
                  <a:pt x="10160" y="111760"/>
                </a:lnTo>
                <a:cubicBezTo>
                  <a:pt x="5080" y="111760"/>
                  <a:pt x="0" y="106680"/>
                  <a:pt x="0" y="101600"/>
                </a:cubicBezTo>
                <a:cubicBezTo>
                  <a:pt x="0" y="96520"/>
                  <a:pt x="5080" y="91440"/>
                  <a:pt x="10160" y="91440"/>
                </a:cubicBezTo>
                <a:lnTo>
                  <a:pt x="15240" y="91440"/>
                </a:lnTo>
                <a:lnTo>
                  <a:pt x="15240" y="81280"/>
                </a:lnTo>
                <a:lnTo>
                  <a:pt x="10160" y="81280"/>
                </a:lnTo>
                <a:cubicBezTo>
                  <a:pt x="5080" y="81280"/>
                  <a:pt x="0" y="76200"/>
                  <a:pt x="0" y="71120"/>
                </a:cubicBezTo>
                <a:cubicBezTo>
                  <a:pt x="0" y="66040"/>
                  <a:pt x="5080" y="60960"/>
                  <a:pt x="10160" y="60960"/>
                </a:cubicBezTo>
                <a:lnTo>
                  <a:pt x="15240" y="60960"/>
                </a:lnTo>
                <a:lnTo>
                  <a:pt x="15240" y="11430"/>
                </a:lnTo>
                <a:cubicBezTo>
                  <a:pt x="15240" y="5080"/>
                  <a:pt x="20320" y="0"/>
                  <a:pt x="26670" y="0"/>
                </a:cubicBezTo>
                <a:lnTo>
                  <a:pt x="55880" y="0"/>
                </a:lnTo>
                <a:cubicBezTo>
                  <a:pt x="78740" y="0"/>
                  <a:pt x="96520" y="19050"/>
                  <a:pt x="96520" y="40640"/>
                </a:cubicBezTo>
                <a:close/>
                <a:moveTo>
                  <a:pt x="171450" y="52070"/>
                </a:moveTo>
                <a:cubicBezTo>
                  <a:pt x="175260" y="46990"/>
                  <a:pt x="173990" y="40640"/>
                  <a:pt x="168910" y="38100"/>
                </a:cubicBezTo>
                <a:cubicBezTo>
                  <a:pt x="163830" y="34290"/>
                  <a:pt x="157480" y="35560"/>
                  <a:pt x="154940" y="40640"/>
                </a:cubicBezTo>
                <a:lnTo>
                  <a:pt x="43180" y="193040"/>
                </a:lnTo>
                <a:cubicBezTo>
                  <a:pt x="39370" y="198120"/>
                  <a:pt x="40640" y="204470"/>
                  <a:pt x="45720" y="207010"/>
                </a:cubicBezTo>
                <a:cubicBezTo>
                  <a:pt x="50800" y="210820"/>
                  <a:pt x="57150" y="209550"/>
                  <a:pt x="59690" y="204470"/>
                </a:cubicBezTo>
                <a:lnTo>
                  <a:pt x="171450" y="52070"/>
                </a:lnTo>
                <a:close/>
                <a:moveTo>
                  <a:pt x="193040" y="111760"/>
                </a:moveTo>
                <a:cubicBezTo>
                  <a:pt x="193040" y="106680"/>
                  <a:pt x="187960" y="101600"/>
                  <a:pt x="182880" y="101600"/>
                </a:cubicBezTo>
                <a:cubicBezTo>
                  <a:pt x="177800" y="101600"/>
                  <a:pt x="172720" y="106680"/>
                  <a:pt x="172720" y="111760"/>
                </a:cubicBezTo>
                <a:lnTo>
                  <a:pt x="172720" y="116840"/>
                </a:lnTo>
                <a:lnTo>
                  <a:pt x="170180" y="116840"/>
                </a:lnTo>
                <a:cubicBezTo>
                  <a:pt x="154940" y="116840"/>
                  <a:pt x="142240" y="129540"/>
                  <a:pt x="142240" y="144780"/>
                </a:cubicBezTo>
                <a:cubicBezTo>
                  <a:pt x="142240" y="160020"/>
                  <a:pt x="154940" y="172720"/>
                  <a:pt x="170180" y="172720"/>
                </a:cubicBezTo>
                <a:lnTo>
                  <a:pt x="195580" y="172720"/>
                </a:lnTo>
                <a:cubicBezTo>
                  <a:pt x="199390" y="172720"/>
                  <a:pt x="203200" y="176530"/>
                  <a:pt x="203200" y="180340"/>
                </a:cubicBezTo>
                <a:cubicBezTo>
                  <a:pt x="203200" y="184150"/>
                  <a:pt x="199390" y="187960"/>
                  <a:pt x="195580" y="187960"/>
                </a:cubicBezTo>
                <a:lnTo>
                  <a:pt x="152400" y="187960"/>
                </a:lnTo>
                <a:cubicBezTo>
                  <a:pt x="147320" y="187960"/>
                  <a:pt x="142240" y="193040"/>
                  <a:pt x="142240" y="198120"/>
                </a:cubicBezTo>
                <a:cubicBezTo>
                  <a:pt x="142240" y="203200"/>
                  <a:pt x="147320" y="208280"/>
                  <a:pt x="152400" y="208280"/>
                </a:cubicBezTo>
                <a:lnTo>
                  <a:pt x="172720" y="208280"/>
                </a:lnTo>
                <a:lnTo>
                  <a:pt x="172720" y="213360"/>
                </a:lnTo>
                <a:cubicBezTo>
                  <a:pt x="172720" y="218440"/>
                  <a:pt x="177800" y="223520"/>
                  <a:pt x="182880" y="223520"/>
                </a:cubicBezTo>
                <a:cubicBezTo>
                  <a:pt x="187960" y="223520"/>
                  <a:pt x="193040" y="218440"/>
                  <a:pt x="193040" y="213360"/>
                </a:cubicBezTo>
                <a:lnTo>
                  <a:pt x="193040" y="208280"/>
                </a:lnTo>
                <a:lnTo>
                  <a:pt x="195580" y="208280"/>
                </a:lnTo>
                <a:cubicBezTo>
                  <a:pt x="210820" y="208280"/>
                  <a:pt x="223520" y="195580"/>
                  <a:pt x="223520" y="180340"/>
                </a:cubicBezTo>
                <a:cubicBezTo>
                  <a:pt x="223520" y="165100"/>
                  <a:pt x="210820" y="152400"/>
                  <a:pt x="195580" y="152400"/>
                </a:cubicBezTo>
                <a:lnTo>
                  <a:pt x="170180" y="152400"/>
                </a:lnTo>
                <a:cubicBezTo>
                  <a:pt x="166370" y="152400"/>
                  <a:pt x="162560" y="148590"/>
                  <a:pt x="162560" y="144780"/>
                </a:cubicBezTo>
                <a:cubicBezTo>
                  <a:pt x="162560" y="140970"/>
                  <a:pt x="166370" y="137160"/>
                  <a:pt x="170180" y="137160"/>
                </a:cubicBezTo>
                <a:lnTo>
                  <a:pt x="213360" y="137160"/>
                </a:lnTo>
                <a:cubicBezTo>
                  <a:pt x="218440" y="137160"/>
                  <a:pt x="223520" y="132080"/>
                  <a:pt x="223520" y="127000"/>
                </a:cubicBezTo>
                <a:cubicBezTo>
                  <a:pt x="223520" y="121920"/>
                  <a:pt x="218440" y="116840"/>
                  <a:pt x="213360" y="116840"/>
                </a:cubicBezTo>
                <a:lnTo>
                  <a:pt x="193040" y="116840"/>
                </a:lnTo>
                <a:lnTo>
                  <a:pt x="193040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39" name="Полилиния: фигура 656">
            <a:extLst>
              <a:ext uri="{FF2B5EF4-FFF2-40B4-BE49-F238E27FC236}">
                <a16:creationId xmlns:a16="http://schemas.microsoft.com/office/drawing/2014/main" id="{4A9F43F8-C18A-1276-0B2F-93EA538492B9}"/>
              </a:ext>
            </a:extLst>
          </p:cNvPr>
          <p:cNvSpPr/>
          <p:nvPr/>
        </p:nvSpPr>
        <p:spPr>
          <a:xfrm>
            <a:off x="622842" y="3624662"/>
            <a:ext cx="223519" cy="218439"/>
          </a:xfrm>
          <a:custGeom>
            <a:avLst/>
            <a:gdLst>
              <a:gd name="connsiteX0" fmla="*/ 35560 w 223519"/>
              <a:gd name="connsiteY0" fmla="*/ 20320 h 218439"/>
              <a:gd name="connsiteX1" fmla="*/ 35560 w 223519"/>
              <a:gd name="connsiteY1" fmla="*/ 60960 h 218439"/>
              <a:gd name="connsiteX2" fmla="*/ 55880 w 223519"/>
              <a:gd name="connsiteY2" fmla="*/ 60960 h 218439"/>
              <a:gd name="connsiteX3" fmla="*/ 76200 w 223519"/>
              <a:gd name="connsiteY3" fmla="*/ 40640 h 218439"/>
              <a:gd name="connsiteX4" fmla="*/ 55880 w 223519"/>
              <a:gd name="connsiteY4" fmla="*/ 20320 h 218439"/>
              <a:gd name="connsiteX5" fmla="*/ 35560 w 223519"/>
              <a:gd name="connsiteY5" fmla="*/ 20320 h 218439"/>
              <a:gd name="connsiteX6" fmla="*/ 96520 w 223519"/>
              <a:gd name="connsiteY6" fmla="*/ 40640 h 218439"/>
              <a:gd name="connsiteX7" fmla="*/ 55880 w 223519"/>
              <a:gd name="connsiteY7" fmla="*/ 81280 h 218439"/>
              <a:gd name="connsiteX8" fmla="*/ 35560 w 223519"/>
              <a:gd name="connsiteY8" fmla="*/ 81280 h 218439"/>
              <a:gd name="connsiteX9" fmla="*/ 35560 w 223519"/>
              <a:gd name="connsiteY9" fmla="*/ 91440 h 218439"/>
              <a:gd name="connsiteX10" fmla="*/ 50800 w 223519"/>
              <a:gd name="connsiteY10" fmla="*/ 91440 h 218439"/>
              <a:gd name="connsiteX11" fmla="*/ 60960 w 223519"/>
              <a:gd name="connsiteY11" fmla="*/ 101600 h 218439"/>
              <a:gd name="connsiteX12" fmla="*/ 50800 w 223519"/>
              <a:gd name="connsiteY12" fmla="*/ 111760 h 218439"/>
              <a:gd name="connsiteX13" fmla="*/ 35560 w 223519"/>
              <a:gd name="connsiteY13" fmla="*/ 111760 h 218439"/>
              <a:gd name="connsiteX14" fmla="*/ 35560 w 223519"/>
              <a:gd name="connsiteY14" fmla="*/ 116840 h 218439"/>
              <a:gd name="connsiteX15" fmla="*/ 25400 w 223519"/>
              <a:gd name="connsiteY15" fmla="*/ 127000 h 218439"/>
              <a:gd name="connsiteX16" fmla="*/ 15240 w 223519"/>
              <a:gd name="connsiteY16" fmla="*/ 116840 h 218439"/>
              <a:gd name="connsiteX17" fmla="*/ 15240 w 223519"/>
              <a:gd name="connsiteY17" fmla="*/ 111760 h 218439"/>
              <a:gd name="connsiteX18" fmla="*/ 10160 w 223519"/>
              <a:gd name="connsiteY18" fmla="*/ 111760 h 218439"/>
              <a:gd name="connsiteX19" fmla="*/ 0 w 223519"/>
              <a:gd name="connsiteY19" fmla="*/ 101600 h 218439"/>
              <a:gd name="connsiteX20" fmla="*/ 10160 w 223519"/>
              <a:gd name="connsiteY20" fmla="*/ 91440 h 218439"/>
              <a:gd name="connsiteX21" fmla="*/ 15240 w 223519"/>
              <a:gd name="connsiteY21" fmla="*/ 91440 h 218439"/>
              <a:gd name="connsiteX22" fmla="*/ 15240 w 223519"/>
              <a:gd name="connsiteY22" fmla="*/ 81280 h 218439"/>
              <a:gd name="connsiteX23" fmla="*/ 10160 w 223519"/>
              <a:gd name="connsiteY23" fmla="*/ 81280 h 218439"/>
              <a:gd name="connsiteX24" fmla="*/ 0 w 223519"/>
              <a:gd name="connsiteY24" fmla="*/ 71120 h 218439"/>
              <a:gd name="connsiteX25" fmla="*/ 10160 w 223519"/>
              <a:gd name="connsiteY25" fmla="*/ 60960 h 218439"/>
              <a:gd name="connsiteX26" fmla="*/ 15240 w 223519"/>
              <a:gd name="connsiteY26" fmla="*/ 60960 h 218439"/>
              <a:gd name="connsiteX27" fmla="*/ 15240 w 223519"/>
              <a:gd name="connsiteY27" fmla="*/ 11430 h 218439"/>
              <a:gd name="connsiteX28" fmla="*/ 26670 w 223519"/>
              <a:gd name="connsiteY28" fmla="*/ 0 h 218439"/>
              <a:gd name="connsiteX29" fmla="*/ 55880 w 223519"/>
              <a:gd name="connsiteY29" fmla="*/ 0 h 218439"/>
              <a:gd name="connsiteX30" fmla="*/ 96520 w 223519"/>
              <a:gd name="connsiteY30" fmla="*/ 40640 h 218439"/>
              <a:gd name="connsiteX31" fmla="*/ 170180 w 223519"/>
              <a:gd name="connsiteY31" fmla="*/ 52070 h 218439"/>
              <a:gd name="connsiteX32" fmla="*/ 167640 w 223519"/>
              <a:gd name="connsiteY32" fmla="*/ 38100 h 218439"/>
              <a:gd name="connsiteX33" fmla="*/ 153670 w 223519"/>
              <a:gd name="connsiteY33" fmla="*/ 40640 h 218439"/>
              <a:gd name="connsiteX34" fmla="*/ 41910 w 223519"/>
              <a:gd name="connsiteY34" fmla="*/ 193040 h 218439"/>
              <a:gd name="connsiteX35" fmla="*/ 44450 w 223519"/>
              <a:gd name="connsiteY35" fmla="*/ 207010 h 218439"/>
              <a:gd name="connsiteX36" fmla="*/ 58420 w 223519"/>
              <a:gd name="connsiteY36" fmla="*/ 204470 h 218439"/>
              <a:gd name="connsiteX37" fmla="*/ 170180 w 223519"/>
              <a:gd name="connsiteY37" fmla="*/ 52070 h 218439"/>
              <a:gd name="connsiteX38" fmla="*/ 193040 w 223519"/>
              <a:gd name="connsiteY38" fmla="*/ 147320 h 218439"/>
              <a:gd name="connsiteX39" fmla="*/ 182880 w 223519"/>
              <a:gd name="connsiteY39" fmla="*/ 137160 h 218439"/>
              <a:gd name="connsiteX40" fmla="*/ 172720 w 223519"/>
              <a:gd name="connsiteY40" fmla="*/ 147320 h 218439"/>
              <a:gd name="connsiteX41" fmla="*/ 172720 w 223519"/>
              <a:gd name="connsiteY41" fmla="*/ 167640 h 218439"/>
              <a:gd name="connsiteX42" fmla="*/ 152400 w 223519"/>
              <a:gd name="connsiteY42" fmla="*/ 167640 h 218439"/>
              <a:gd name="connsiteX43" fmla="*/ 142240 w 223519"/>
              <a:gd name="connsiteY43" fmla="*/ 177800 h 218439"/>
              <a:gd name="connsiteX44" fmla="*/ 152400 w 223519"/>
              <a:gd name="connsiteY44" fmla="*/ 187960 h 218439"/>
              <a:gd name="connsiteX45" fmla="*/ 172720 w 223519"/>
              <a:gd name="connsiteY45" fmla="*/ 187960 h 218439"/>
              <a:gd name="connsiteX46" fmla="*/ 172720 w 223519"/>
              <a:gd name="connsiteY46" fmla="*/ 208280 h 218439"/>
              <a:gd name="connsiteX47" fmla="*/ 182880 w 223519"/>
              <a:gd name="connsiteY47" fmla="*/ 218440 h 218439"/>
              <a:gd name="connsiteX48" fmla="*/ 193040 w 223519"/>
              <a:gd name="connsiteY48" fmla="*/ 208280 h 218439"/>
              <a:gd name="connsiteX49" fmla="*/ 193040 w 223519"/>
              <a:gd name="connsiteY49" fmla="*/ 187960 h 218439"/>
              <a:gd name="connsiteX50" fmla="*/ 213360 w 223519"/>
              <a:gd name="connsiteY50" fmla="*/ 187960 h 218439"/>
              <a:gd name="connsiteX51" fmla="*/ 223520 w 223519"/>
              <a:gd name="connsiteY51" fmla="*/ 177800 h 218439"/>
              <a:gd name="connsiteX52" fmla="*/ 213360 w 223519"/>
              <a:gd name="connsiteY52" fmla="*/ 167640 h 218439"/>
              <a:gd name="connsiteX53" fmla="*/ 193040 w 223519"/>
              <a:gd name="connsiteY53" fmla="*/ 167640 h 218439"/>
              <a:gd name="connsiteX54" fmla="*/ 193040 w 223519"/>
              <a:gd name="connsiteY54" fmla="*/ 147320 h 218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23519" h="218439">
                <a:moveTo>
                  <a:pt x="35560" y="20320"/>
                </a:moveTo>
                <a:lnTo>
                  <a:pt x="35560" y="60960"/>
                </a:lnTo>
                <a:lnTo>
                  <a:pt x="55880" y="60960"/>
                </a:lnTo>
                <a:cubicBezTo>
                  <a:pt x="67310" y="60960"/>
                  <a:pt x="76200" y="52070"/>
                  <a:pt x="76200" y="40640"/>
                </a:cubicBezTo>
                <a:cubicBezTo>
                  <a:pt x="76200" y="29210"/>
                  <a:pt x="67310" y="20320"/>
                  <a:pt x="55880" y="20320"/>
                </a:cubicBezTo>
                <a:lnTo>
                  <a:pt x="35560" y="20320"/>
                </a:lnTo>
                <a:close/>
                <a:moveTo>
                  <a:pt x="96520" y="40640"/>
                </a:moveTo>
                <a:cubicBezTo>
                  <a:pt x="96520" y="63500"/>
                  <a:pt x="78740" y="81280"/>
                  <a:pt x="55880" y="81280"/>
                </a:cubicBezTo>
                <a:lnTo>
                  <a:pt x="35560" y="81280"/>
                </a:lnTo>
                <a:lnTo>
                  <a:pt x="35560" y="91440"/>
                </a:lnTo>
                <a:lnTo>
                  <a:pt x="50800" y="91440"/>
                </a:lnTo>
                <a:cubicBezTo>
                  <a:pt x="55880" y="91440"/>
                  <a:pt x="60960" y="96520"/>
                  <a:pt x="60960" y="101600"/>
                </a:cubicBezTo>
                <a:cubicBezTo>
                  <a:pt x="60960" y="106680"/>
                  <a:pt x="55880" y="111760"/>
                  <a:pt x="50800" y="111760"/>
                </a:cubicBezTo>
                <a:lnTo>
                  <a:pt x="35560" y="111760"/>
                </a:lnTo>
                <a:lnTo>
                  <a:pt x="35560" y="116840"/>
                </a:lnTo>
                <a:cubicBezTo>
                  <a:pt x="35560" y="121920"/>
                  <a:pt x="30480" y="127000"/>
                  <a:pt x="25400" y="127000"/>
                </a:cubicBezTo>
                <a:cubicBezTo>
                  <a:pt x="20320" y="127000"/>
                  <a:pt x="15240" y="121920"/>
                  <a:pt x="15240" y="116840"/>
                </a:cubicBezTo>
                <a:lnTo>
                  <a:pt x="15240" y="111760"/>
                </a:lnTo>
                <a:lnTo>
                  <a:pt x="10160" y="111760"/>
                </a:lnTo>
                <a:cubicBezTo>
                  <a:pt x="5080" y="111760"/>
                  <a:pt x="0" y="106680"/>
                  <a:pt x="0" y="101600"/>
                </a:cubicBezTo>
                <a:cubicBezTo>
                  <a:pt x="0" y="96520"/>
                  <a:pt x="5080" y="91440"/>
                  <a:pt x="10160" y="91440"/>
                </a:cubicBezTo>
                <a:lnTo>
                  <a:pt x="15240" y="91440"/>
                </a:lnTo>
                <a:lnTo>
                  <a:pt x="15240" y="81280"/>
                </a:lnTo>
                <a:lnTo>
                  <a:pt x="10160" y="81280"/>
                </a:lnTo>
                <a:cubicBezTo>
                  <a:pt x="5080" y="81280"/>
                  <a:pt x="0" y="76200"/>
                  <a:pt x="0" y="71120"/>
                </a:cubicBezTo>
                <a:cubicBezTo>
                  <a:pt x="0" y="66040"/>
                  <a:pt x="5080" y="60960"/>
                  <a:pt x="10160" y="60960"/>
                </a:cubicBezTo>
                <a:lnTo>
                  <a:pt x="15240" y="60960"/>
                </a:lnTo>
                <a:lnTo>
                  <a:pt x="15240" y="11430"/>
                </a:lnTo>
                <a:cubicBezTo>
                  <a:pt x="15240" y="5080"/>
                  <a:pt x="20320" y="0"/>
                  <a:pt x="26670" y="0"/>
                </a:cubicBezTo>
                <a:lnTo>
                  <a:pt x="55880" y="0"/>
                </a:lnTo>
                <a:cubicBezTo>
                  <a:pt x="78740" y="0"/>
                  <a:pt x="96520" y="19050"/>
                  <a:pt x="96520" y="40640"/>
                </a:cubicBezTo>
                <a:close/>
                <a:moveTo>
                  <a:pt x="170180" y="52070"/>
                </a:moveTo>
                <a:cubicBezTo>
                  <a:pt x="173990" y="46990"/>
                  <a:pt x="172720" y="40640"/>
                  <a:pt x="167640" y="38100"/>
                </a:cubicBezTo>
                <a:cubicBezTo>
                  <a:pt x="162560" y="34290"/>
                  <a:pt x="156210" y="35560"/>
                  <a:pt x="153670" y="40640"/>
                </a:cubicBezTo>
                <a:lnTo>
                  <a:pt x="41910" y="193040"/>
                </a:lnTo>
                <a:cubicBezTo>
                  <a:pt x="38100" y="198120"/>
                  <a:pt x="39370" y="204470"/>
                  <a:pt x="44450" y="207010"/>
                </a:cubicBezTo>
                <a:cubicBezTo>
                  <a:pt x="49530" y="210820"/>
                  <a:pt x="55880" y="209550"/>
                  <a:pt x="58420" y="204470"/>
                </a:cubicBezTo>
                <a:lnTo>
                  <a:pt x="170180" y="52070"/>
                </a:lnTo>
                <a:close/>
                <a:moveTo>
                  <a:pt x="193040" y="147320"/>
                </a:moveTo>
                <a:cubicBezTo>
                  <a:pt x="193040" y="142240"/>
                  <a:pt x="187960" y="137160"/>
                  <a:pt x="182880" y="137160"/>
                </a:cubicBezTo>
                <a:cubicBezTo>
                  <a:pt x="177800" y="137160"/>
                  <a:pt x="172720" y="142240"/>
                  <a:pt x="172720" y="147320"/>
                </a:cubicBezTo>
                <a:lnTo>
                  <a:pt x="172720" y="167640"/>
                </a:lnTo>
                <a:lnTo>
                  <a:pt x="152400" y="167640"/>
                </a:lnTo>
                <a:cubicBezTo>
                  <a:pt x="147320" y="167640"/>
                  <a:pt x="142240" y="172720"/>
                  <a:pt x="142240" y="177800"/>
                </a:cubicBezTo>
                <a:cubicBezTo>
                  <a:pt x="142240" y="182880"/>
                  <a:pt x="147320" y="187960"/>
                  <a:pt x="152400" y="187960"/>
                </a:cubicBezTo>
                <a:lnTo>
                  <a:pt x="172720" y="187960"/>
                </a:lnTo>
                <a:lnTo>
                  <a:pt x="172720" y="208280"/>
                </a:lnTo>
                <a:cubicBezTo>
                  <a:pt x="172720" y="213360"/>
                  <a:pt x="177800" y="218440"/>
                  <a:pt x="182880" y="218440"/>
                </a:cubicBezTo>
                <a:cubicBezTo>
                  <a:pt x="187960" y="218440"/>
                  <a:pt x="193040" y="213360"/>
                  <a:pt x="193040" y="208280"/>
                </a:cubicBezTo>
                <a:lnTo>
                  <a:pt x="193040" y="187960"/>
                </a:lnTo>
                <a:lnTo>
                  <a:pt x="213360" y="187960"/>
                </a:lnTo>
                <a:cubicBezTo>
                  <a:pt x="218440" y="187960"/>
                  <a:pt x="223520" y="182880"/>
                  <a:pt x="223520" y="177800"/>
                </a:cubicBezTo>
                <a:cubicBezTo>
                  <a:pt x="223520" y="172720"/>
                  <a:pt x="218440" y="167640"/>
                  <a:pt x="213360" y="167640"/>
                </a:cubicBezTo>
                <a:lnTo>
                  <a:pt x="193040" y="167640"/>
                </a:lnTo>
                <a:lnTo>
                  <a:pt x="193040" y="1473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241" name="Рисунок 2">
            <a:extLst>
              <a:ext uri="{FF2B5EF4-FFF2-40B4-BE49-F238E27FC236}">
                <a16:creationId xmlns:a16="http://schemas.microsoft.com/office/drawing/2014/main" id="{04278A05-8FB8-3807-789A-1F7AD28E40A0}"/>
              </a:ext>
            </a:extLst>
          </p:cNvPr>
          <p:cNvGrpSpPr/>
          <p:nvPr/>
        </p:nvGrpSpPr>
        <p:grpSpPr>
          <a:xfrm>
            <a:off x="7310661" y="3614502"/>
            <a:ext cx="262890" cy="237490"/>
            <a:chOff x="7386319" y="3079750"/>
            <a:chExt cx="262890" cy="237490"/>
          </a:xfrm>
          <a:solidFill>
            <a:schemeClr val="bg1"/>
          </a:solidFill>
        </p:grpSpPr>
        <p:sp>
          <p:nvSpPr>
            <p:cNvPr id="242" name="Полилиния: фигура 661">
              <a:extLst>
                <a:ext uri="{FF2B5EF4-FFF2-40B4-BE49-F238E27FC236}">
                  <a16:creationId xmlns:a16="http://schemas.microsoft.com/office/drawing/2014/main" id="{28CA0ABF-7CA2-2A69-40CC-27F55D46E7DA}"/>
                </a:ext>
              </a:extLst>
            </p:cNvPr>
            <p:cNvSpPr/>
            <p:nvPr/>
          </p:nvSpPr>
          <p:spPr>
            <a:xfrm>
              <a:off x="7386319" y="3079750"/>
              <a:ext cx="262890" cy="237490"/>
            </a:xfrm>
            <a:custGeom>
              <a:avLst/>
              <a:gdLst>
                <a:gd name="connsiteX0" fmla="*/ 10161 w 262890"/>
                <a:gd name="connsiteY0" fmla="*/ 0 h 237490"/>
                <a:gd name="connsiteX1" fmla="*/ 0 w 262890"/>
                <a:gd name="connsiteY1" fmla="*/ 10160 h 237490"/>
                <a:gd name="connsiteX2" fmla="*/ 10161 w 262890"/>
                <a:gd name="connsiteY2" fmla="*/ 20320 h 237490"/>
                <a:gd name="connsiteX3" fmla="*/ 54611 w 262890"/>
                <a:gd name="connsiteY3" fmla="*/ 20320 h 237490"/>
                <a:gd name="connsiteX4" fmla="*/ 68580 w 262890"/>
                <a:gd name="connsiteY4" fmla="*/ 25400 h 237490"/>
                <a:gd name="connsiteX5" fmla="*/ 93980 w 262890"/>
                <a:gd name="connsiteY5" fmla="*/ 49530 h 237490"/>
                <a:gd name="connsiteX6" fmla="*/ 85090 w 262890"/>
                <a:gd name="connsiteY6" fmla="*/ 58420 h 237490"/>
                <a:gd name="connsiteX7" fmla="*/ 82550 w 262890"/>
                <a:gd name="connsiteY7" fmla="*/ 82550 h 237490"/>
                <a:gd name="connsiteX8" fmla="*/ 124461 w 262890"/>
                <a:gd name="connsiteY8" fmla="*/ 154940 h 237490"/>
                <a:gd name="connsiteX9" fmla="*/ 205740 w 262890"/>
                <a:gd name="connsiteY9" fmla="*/ 177800 h 237490"/>
                <a:gd name="connsiteX10" fmla="*/ 223520 w 262890"/>
                <a:gd name="connsiteY10" fmla="*/ 167640 h 237490"/>
                <a:gd name="connsiteX11" fmla="*/ 233680 w 262890"/>
                <a:gd name="connsiteY11" fmla="*/ 186690 h 237490"/>
                <a:gd name="connsiteX12" fmla="*/ 242570 w 262890"/>
                <a:gd name="connsiteY12" fmla="*/ 212090 h 237490"/>
                <a:gd name="connsiteX13" fmla="*/ 242570 w 262890"/>
                <a:gd name="connsiteY13" fmla="*/ 227330 h 237490"/>
                <a:gd name="connsiteX14" fmla="*/ 252730 w 262890"/>
                <a:gd name="connsiteY14" fmla="*/ 237490 h 237490"/>
                <a:gd name="connsiteX15" fmla="*/ 262890 w 262890"/>
                <a:gd name="connsiteY15" fmla="*/ 227330 h 237490"/>
                <a:gd name="connsiteX16" fmla="*/ 262890 w 262890"/>
                <a:gd name="connsiteY16" fmla="*/ 212090 h 237490"/>
                <a:gd name="connsiteX17" fmla="*/ 250190 w 262890"/>
                <a:gd name="connsiteY17" fmla="*/ 176530 h 237490"/>
                <a:gd name="connsiteX18" fmla="*/ 240030 w 262890"/>
                <a:gd name="connsiteY18" fmla="*/ 158750 h 237490"/>
                <a:gd name="connsiteX19" fmla="*/ 246380 w 262890"/>
                <a:gd name="connsiteY19" fmla="*/ 132080 h 237490"/>
                <a:gd name="connsiteX20" fmla="*/ 187961 w 262890"/>
                <a:gd name="connsiteY20" fmla="*/ 29210 h 237490"/>
                <a:gd name="connsiteX21" fmla="*/ 170180 w 262890"/>
                <a:gd name="connsiteY21" fmla="*/ 19050 h 237490"/>
                <a:gd name="connsiteX22" fmla="*/ 129540 w 262890"/>
                <a:gd name="connsiteY22" fmla="*/ 19050 h 237490"/>
                <a:gd name="connsiteX23" fmla="*/ 115570 w 262890"/>
                <a:gd name="connsiteY23" fmla="*/ 25400 h 237490"/>
                <a:gd name="connsiteX24" fmla="*/ 106680 w 262890"/>
                <a:gd name="connsiteY24" fmla="*/ 34290 h 237490"/>
                <a:gd name="connsiteX25" fmla="*/ 80011 w 262890"/>
                <a:gd name="connsiteY25" fmla="*/ 10160 h 237490"/>
                <a:gd name="connsiteX26" fmla="*/ 52070 w 262890"/>
                <a:gd name="connsiteY26" fmla="*/ 0 h 237490"/>
                <a:gd name="connsiteX27" fmla="*/ 10161 w 262890"/>
                <a:gd name="connsiteY27" fmla="*/ 0 h 237490"/>
                <a:gd name="connsiteX28" fmla="*/ 130811 w 262890"/>
                <a:gd name="connsiteY28" fmla="*/ 40640 h 237490"/>
                <a:gd name="connsiteX29" fmla="*/ 171450 w 262890"/>
                <a:gd name="connsiteY29" fmla="*/ 40640 h 237490"/>
                <a:gd name="connsiteX30" fmla="*/ 229870 w 262890"/>
                <a:gd name="connsiteY30" fmla="*/ 143510 h 237490"/>
                <a:gd name="connsiteX31" fmla="*/ 213361 w 262890"/>
                <a:gd name="connsiteY31" fmla="*/ 152400 h 237490"/>
                <a:gd name="connsiteX32" fmla="*/ 189230 w 262890"/>
                <a:gd name="connsiteY32" fmla="*/ 110490 h 237490"/>
                <a:gd name="connsiteX33" fmla="*/ 107950 w 262890"/>
                <a:gd name="connsiteY33" fmla="*/ 87630 h 237490"/>
                <a:gd name="connsiteX34" fmla="*/ 99061 w 262890"/>
                <a:gd name="connsiteY34" fmla="*/ 73660 h 237490"/>
                <a:gd name="connsiteX35" fmla="*/ 130811 w 262890"/>
                <a:gd name="connsiteY35" fmla="*/ 40640 h 237490"/>
                <a:gd name="connsiteX36" fmla="*/ 171450 w 262890"/>
                <a:gd name="connsiteY36" fmla="*/ 119380 h 237490"/>
                <a:gd name="connsiteX37" fmla="*/ 195580 w 262890"/>
                <a:gd name="connsiteY37" fmla="*/ 161290 h 237490"/>
                <a:gd name="connsiteX38" fmla="*/ 142240 w 262890"/>
                <a:gd name="connsiteY38" fmla="*/ 146050 h 237490"/>
                <a:gd name="connsiteX39" fmla="*/ 118111 w 262890"/>
                <a:gd name="connsiteY39" fmla="*/ 105410 h 237490"/>
                <a:gd name="connsiteX40" fmla="*/ 171450 w 262890"/>
                <a:gd name="connsiteY40" fmla="*/ 119380 h 2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62890" h="237490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54611" y="20320"/>
                  </a:lnTo>
                  <a:cubicBezTo>
                    <a:pt x="59690" y="20320"/>
                    <a:pt x="64770" y="22860"/>
                    <a:pt x="68580" y="25400"/>
                  </a:cubicBezTo>
                  <a:lnTo>
                    <a:pt x="93980" y="49530"/>
                  </a:lnTo>
                  <a:lnTo>
                    <a:pt x="85090" y="58420"/>
                  </a:lnTo>
                  <a:cubicBezTo>
                    <a:pt x="78740" y="64770"/>
                    <a:pt x="77470" y="74930"/>
                    <a:pt x="82550" y="82550"/>
                  </a:cubicBezTo>
                  <a:lnTo>
                    <a:pt x="124461" y="154940"/>
                  </a:lnTo>
                  <a:cubicBezTo>
                    <a:pt x="140970" y="182880"/>
                    <a:pt x="176530" y="193040"/>
                    <a:pt x="205740" y="177800"/>
                  </a:cubicBezTo>
                  <a:lnTo>
                    <a:pt x="223520" y="167640"/>
                  </a:lnTo>
                  <a:cubicBezTo>
                    <a:pt x="227330" y="173990"/>
                    <a:pt x="229870" y="179070"/>
                    <a:pt x="233680" y="186690"/>
                  </a:cubicBezTo>
                  <a:cubicBezTo>
                    <a:pt x="241300" y="199390"/>
                    <a:pt x="242570" y="204470"/>
                    <a:pt x="242570" y="212090"/>
                  </a:cubicBezTo>
                  <a:lnTo>
                    <a:pt x="242570" y="227330"/>
                  </a:lnTo>
                  <a:cubicBezTo>
                    <a:pt x="242570" y="232410"/>
                    <a:pt x="247650" y="237490"/>
                    <a:pt x="252730" y="237490"/>
                  </a:cubicBezTo>
                  <a:cubicBezTo>
                    <a:pt x="257811" y="237490"/>
                    <a:pt x="262890" y="232410"/>
                    <a:pt x="262890" y="227330"/>
                  </a:cubicBezTo>
                  <a:lnTo>
                    <a:pt x="262890" y="212090"/>
                  </a:lnTo>
                  <a:cubicBezTo>
                    <a:pt x="262890" y="199390"/>
                    <a:pt x="257811" y="189230"/>
                    <a:pt x="250190" y="176530"/>
                  </a:cubicBezTo>
                  <a:cubicBezTo>
                    <a:pt x="246380" y="170180"/>
                    <a:pt x="242570" y="163830"/>
                    <a:pt x="240030" y="158750"/>
                  </a:cubicBezTo>
                  <a:cubicBezTo>
                    <a:pt x="248920" y="152400"/>
                    <a:pt x="251461" y="140970"/>
                    <a:pt x="246380" y="132080"/>
                  </a:cubicBezTo>
                  <a:lnTo>
                    <a:pt x="187961" y="29210"/>
                  </a:lnTo>
                  <a:cubicBezTo>
                    <a:pt x="184150" y="22860"/>
                    <a:pt x="177800" y="19050"/>
                    <a:pt x="170180" y="19050"/>
                  </a:cubicBezTo>
                  <a:lnTo>
                    <a:pt x="129540" y="19050"/>
                  </a:lnTo>
                  <a:cubicBezTo>
                    <a:pt x="124461" y="19050"/>
                    <a:pt x="119380" y="21590"/>
                    <a:pt x="115570" y="25400"/>
                  </a:cubicBezTo>
                  <a:lnTo>
                    <a:pt x="106680" y="34290"/>
                  </a:lnTo>
                  <a:lnTo>
                    <a:pt x="80011" y="10160"/>
                  </a:lnTo>
                  <a:cubicBezTo>
                    <a:pt x="72390" y="3810"/>
                    <a:pt x="62230" y="0"/>
                    <a:pt x="52070" y="0"/>
                  </a:cubicBezTo>
                  <a:lnTo>
                    <a:pt x="10161" y="0"/>
                  </a:lnTo>
                  <a:close/>
                  <a:moveTo>
                    <a:pt x="130811" y="40640"/>
                  </a:moveTo>
                  <a:lnTo>
                    <a:pt x="171450" y="40640"/>
                  </a:lnTo>
                  <a:lnTo>
                    <a:pt x="229870" y="143510"/>
                  </a:lnTo>
                  <a:lnTo>
                    <a:pt x="213361" y="152400"/>
                  </a:lnTo>
                  <a:lnTo>
                    <a:pt x="189230" y="110490"/>
                  </a:lnTo>
                  <a:cubicBezTo>
                    <a:pt x="172720" y="81280"/>
                    <a:pt x="135890" y="72390"/>
                    <a:pt x="107950" y="87630"/>
                  </a:cubicBezTo>
                  <a:lnTo>
                    <a:pt x="99061" y="73660"/>
                  </a:lnTo>
                  <a:lnTo>
                    <a:pt x="130811" y="40640"/>
                  </a:lnTo>
                  <a:close/>
                  <a:moveTo>
                    <a:pt x="171450" y="119380"/>
                  </a:moveTo>
                  <a:lnTo>
                    <a:pt x="195580" y="161290"/>
                  </a:lnTo>
                  <a:cubicBezTo>
                    <a:pt x="176530" y="171450"/>
                    <a:pt x="153670" y="163830"/>
                    <a:pt x="142240" y="146050"/>
                  </a:cubicBezTo>
                  <a:lnTo>
                    <a:pt x="118111" y="105410"/>
                  </a:lnTo>
                  <a:cubicBezTo>
                    <a:pt x="135890" y="93980"/>
                    <a:pt x="160020" y="100330"/>
                    <a:pt x="171450" y="1193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4" name="Полилиния: фигура 662">
              <a:extLst>
                <a:ext uri="{FF2B5EF4-FFF2-40B4-BE49-F238E27FC236}">
                  <a16:creationId xmlns:a16="http://schemas.microsoft.com/office/drawing/2014/main" id="{F3FB3DE6-DFF9-6188-AF89-234256084780}"/>
                </a:ext>
              </a:extLst>
            </p:cNvPr>
            <p:cNvSpPr/>
            <p:nvPr/>
          </p:nvSpPr>
          <p:spPr>
            <a:xfrm>
              <a:off x="7387063" y="3120072"/>
              <a:ext cx="41166" cy="57467"/>
            </a:xfrm>
            <a:custGeom>
              <a:avLst/>
              <a:gdLst>
                <a:gd name="connsiteX0" fmla="*/ 1796 w 41166"/>
                <a:gd name="connsiteY0" fmla="*/ 26988 h 57467"/>
                <a:gd name="connsiteX1" fmla="*/ 1796 w 41166"/>
                <a:gd name="connsiteY1" fmla="*/ 26988 h 57467"/>
                <a:gd name="connsiteX2" fmla="*/ 1796 w 41166"/>
                <a:gd name="connsiteY2" fmla="*/ 26988 h 57467"/>
                <a:gd name="connsiteX3" fmla="*/ 15766 w 41166"/>
                <a:gd name="connsiteY3" fmla="*/ 2857 h 57467"/>
                <a:gd name="connsiteX4" fmla="*/ 24656 w 41166"/>
                <a:gd name="connsiteY4" fmla="*/ 2857 h 57467"/>
                <a:gd name="connsiteX5" fmla="*/ 38626 w 41166"/>
                <a:gd name="connsiteY5" fmla="*/ 26988 h 57467"/>
                <a:gd name="connsiteX6" fmla="*/ 38626 w 41166"/>
                <a:gd name="connsiteY6" fmla="*/ 26988 h 57467"/>
                <a:gd name="connsiteX7" fmla="*/ 38626 w 41166"/>
                <a:gd name="connsiteY7" fmla="*/ 26988 h 57467"/>
                <a:gd name="connsiteX8" fmla="*/ 41166 w 41166"/>
                <a:gd name="connsiteY8" fmla="*/ 37148 h 57467"/>
                <a:gd name="connsiteX9" fmla="*/ 20846 w 41166"/>
                <a:gd name="connsiteY9" fmla="*/ 57467 h 57467"/>
                <a:gd name="connsiteX10" fmla="*/ 526 w 41166"/>
                <a:gd name="connsiteY10" fmla="*/ 37148 h 57467"/>
                <a:gd name="connsiteX11" fmla="*/ 1796 w 41166"/>
                <a:gd name="connsiteY11" fmla="*/ 26988 h 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166" h="57467">
                  <a:moveTo>
                    <a:pt x="1796" y="26988"/>
                  </a:moveTo>
                  <a:lnTo>
                    <a:pt x="1796" y="26988"/>
                  </a:lnTo>
                  <a:lnTo>
                    <a:pt x="1796" y="26988"/>
                  </a:lnTo>
                  <a:lnTo>
                    <a:pt x="15766" y="2857"/>
                  </a:lnTo>
                  <a:cubicBezTo>
                    <a:pt x="18306" y="-952"/>
                    <a:pt x="22116" y="-952"/>
                    <a:pt x="24656" y="2857"/>
                  </a:cubicBezTo>
                  <a:lnTo>
                    <a:pt x="38626" y="26988"/>
                  </a:lnTo>
                  <a:lnTo>
                    <a:pt x="38626" y="26988"/>
                  </a:lnTo>
                  <a:lnTo>
                    <a:pt x="38626" y="26988"/>
                  </a:lnTo>
                  <a:cubicBezTo>
                    <a:pt x="39896" y="29527"/>
                    <a:pt x="41166" y="33338"/>
                    <a:pt x="41166" y="37148"/>
                  </a:cubicBezTo>
                  <a:cubicBezTo>
                    <a:pt x="41166" y="48577"/>
                    <a:pt x="32276" y="57467"/>
                    <a:pt x="20846" y="57467"/>
                  </a:cubicBezTo>
                  <a:cubicBezTo>
                    <a:pt x="9416" y="57467"/>
                    <a:pt x="526" y="48577"/>
                    <a:pt x="526" y="37148"/>
                  </a:cubicBezTo>
                  <a:cubicBezTo>
                    <a:pt x="-744" y="33338"/>
                    <a:pt x="526" y="30798"/>
                    <a:pt x="1796" y="2698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95" name="Рисунок 2">
            <a:extLst>
              <a:ext uri="{FF2B5EF4-FFF2-40B4-BE49-F238E27FC236}">
                <a16:creationId xmlns:a16="http://schemas.microsoft.com/office/drawing/2014/main" id="{06592C6E-CB58-1200-9769-73C040BAEAA5}"/>
              </a:ext>
            </a:extLst>
          </p:cNvPr>
          <p:cNvGrpSpPr/>
          <p:nvPr/>
        </p:nvGrpSpPr>
        <p:grpSpPr>
          <a:xfrm>
            <a:off x="8969282" y="3652550"/>
            <a:ext cx="300990" cy="162662"/>
            <a:chOff x="9044940" y="3117798"/>
            <a:chExt cx="300990" cy="162662"/>
          </a:xfrm>
          <a:solidFill>
            <a:schemeClr val="bg1"/>
          </a:solidFill>
        </p:grpSpPr>
        <p:sp>
          <p:nvSpPr>
            <p:cNvPr id="396" name="Полилиния: фигура 668">
              <a:extLst>
                <a:ext uri="{FF2B5EF4-FFF2-40B4-BE49-F238E27FC236}">
                  <a16:creationId xmlns:a16="http://schemas.microsoft.com/office/drawing/2014/main" id="{7FE180FF-8157-F6B7-1AE5-BBADBCBFBA10}"/>
                </a:ext>
              </a:extLst>
            </p:cNvPr>
            <p:cNvSpPr/>
            <p:nvPr/>
          </p:nvSpPr>
          <p:spPr>
            <a:xfrm>
              <a:off x="9044940" y="3119444"/>
              <a:ext cx="40315" cy="161016"/>
            </a:xfrm>
            <a:custGeom>
              <a:avLst/>
              <a:gdLst>
                <a:gd name="connsiteX0" fmla="*/ 19050 w 40315"/>
                <a:gd name="connsiteY0" fmla="*/ 79685 h 161016"/>
                <a:gd name="connsiteX1" fmla="*/ 38100 w 40315"/>
                <a:gd name="connsiteY1" fmla="*/ 145725 h 161016"/>
                <a:gd name="connsiteX2" fmla="*/ 35560 w 40315"/>
                <a:gd name="connsiteY2" fmla="*/ 159695 h 161016"/>
                <a:gd name="connsiteX3" fmla="*/ 21590 w 40315"/>
                <a:gd name="connsiteY3" fmla="*/ 157155 h 161016"/>
                <a:gd name="connsiteX4" fmla="*/ 0 w 40315"/>
                <a:gd name="connsiteY4" fmla="*/ 80955 h 161016"/>
                <a:gd name="connsiteX5" fmla="*/ 21590 w 40315"/>
                <a:gd name="connsiteY5" fmla="*/ 4755 h 161016"/>
                <a:gd name="connsiteX6" fmla="*/ 35560 w 40315"/>
                <a:gd name="connsiteY6" fmla="*/ 2215 h 161016"/>
                <a:gd name="connsiteX7" fmla="*/ 38100 w 40315"/>
                <a:gd name="connsiteY7" fmla="*/ 16185 h 161016"/>
                <a:gd name="connsiteX8" fmla="*/ 19050 w 40315"/>
                <a:gd name="connsiteY8" fmla="*/ 79685 h 16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315" h="161016">
                  <a:moveTo>
                    <a:pt x="19050" y="79685"/>
                  </a:moveTo>
                  <a:cubicBezTo>
                    <a:pt x="19050" y="103815"/>
                    <a:pt x="25400" y="126675"/>
                    <a:pt x="38100" y="145725"/>
                  </a:cubicBezTo>
                  <a:cubicBezTo>
                    <a:pt x="40640" y="150805"/>
                    <a:pt x="39370" y="157155"/>
                    <a:pt x="35560" y="159695"/>
                  </a:cubicBezTo>
                  <a:cubicBezTo>
                    <a:pt x="30480" y="162235"/>
                    <a:pt x="24130" y="160965"/>
                    <a:pt x="21590" y="157155"/>
                  </a:cubicBezTo>
                  <a:cubicBezTo>
                    <a:pt x="7620" y="135565"/>
                    <a:pt x="0" y="108895"/>
                    <a:pt x="0" y="80955"/>
                  </a:cubicBezTo>
                  <a:cubicBezTo>
                    <a:pt x="0" y="53015"/>
                    <a:pt x="7620" y="26345"/>
                    <a:pt x="21590" y="4755"/>
                  </a:cubicBezTo>
                  <a:cubicBezTo>
                    <a:pt x="24130" y="-325"/>
                    <a:pt x="30480" y="-1595"/>
                    <a:pt x="35560" y="2215"/>
                  </a:cubicBezTo>
                  <a:cubicBezTo>
                    <a:pt x="40640" y="4755"/>
                    <a:pt x="41910" y="11105"/>
                    <a:pt x="38100" y="16185"/>
                  </a:cubicBezTo>
                  <a:cubicBezTo>
                    <a:pt x="25400" y="32695"/>
                    <a:pt x="19050" y="55555"/>
                    <a:pt x="19050" y="7968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7" name="Полилиния: фигура 669">
              <a:extLst>
                <a:ext uri="{FF2B5EF4-FFF2-40B4-BE49-F238E27FC236}">
                  <a16:creationId xmlns:a16="http://schemas.microsoft.com/office/drawing/2014/main" id="{AA29F07E-998B-3124-9A3C-747D9BF30480}"/>
                </a:ext>
              </a:extLst>
            </p:cNvPr>
            <p:cNvSpPr/>
            <p:nvPr/>
          </p:nvSpPr>
          <p:spPr>
            <a:xfrm>
              <a:off x="9084309" y="3153409"/>
              <a:ext cx="30480" cy="91440"/>
            </a:xfrm>
            <a:custGeom>
              <a:avLst/>
              <a:gdLst>
                <a:gd name="connsiteX0" fmla="*/ 20320 w 30480"/>
                <a:gd name="connsiteY0" fmla="*/ 45720 h 91440"/>
                <a:gd name="connsiteX1" fmla="*/ 29210 w 30480"/>
                <a:gd name="connsiteY1" fmla="*/ 76200 h 91440"/>
                <a:gd name="connsiteX2" fmla="*/ 25400 w 30480"/>
                <a:gd name="connsiteY2" fmla="*/ 90170 h 91440"/>
                <a:gd name="connsiteX3" fmla="*/ 11430 w 30480"/>
                <a:gd name="connsiteY3" fmla="*/ 86360 h 91440"/>
                <a:gd name="connsiteX4" fmla="*/ 0 w 30480"/>
                <a:gd name="connsiteY4" fmla="*/ 45720 h 91440"/>
                <a:gd name="connsiteX5" fmla="*/ 11430 w 30480"/>
                <a:gd name="connsiteY5" fmla="*/ 5080 h 91440"/>
                <a:gd name="connsiteX6" fmla="*/ 25400 w 30480"/>
                <a:gd name="connsiteY6" fmla="*/ 1270 h 91440"/>
                <a:gd name="connsiteX7" fmla="*/ 29210 w 30480"/>
                <a:gd name="connsiteY7" fmla="*/ 15240 h 91440"/>
                <a:gd name="connsiteX8" fmla="*/ 20320 w 30480"/>
                <a:gd name="connsiteY8" fmla="*/ 4572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20320" y="45720"/>
                  </a:moveTo>
                  <a:cubicBezTo>
                    <a:pt x="20320" y="57150"/>
                    <a:pt x="22860" y="67310"/>
                    <a:pt x="29210" y="76200"/>
                  </a:cubicBezTo>
                  <a:cubicBezTo>
                    <a:pt x="31750" y="81280"/>
                    <a:pt x="30480" y="87630"/>
                    <a:pt x="25400" y="90170"/>
                  </a:cubicBezTo>
                  <a:cubicBezTo>
                    <a:pt x="20320" y="92710"/>
                    <a:pt x="13970" y="91440"/>
                    <a:pt x="11430" y="86360"/>
                  </a:cubicBezTo>
                  <a:cubicBezTo>
                    <a:pt x="3810" y="74930"/>
                    <a:pt x="0" y="60960"/>
                    <a:pt x="0" y="45720"/>
                  </a:cubicBezTo>
                  <a:cubicBezTo>
                    <a:pt x="0" y="30480"/>
                    <a:pt x="3810" y="16510"/>
                    <a:pt x="11430" y="5080"/>
                  </a:cubicBezTo>
                  <a:cubicBezTo>
                    <a:pt x="13970" y="0"/>
                    <a:pt x="20320" y="-1270"/>
                    <a:pt x="25400" y="1270"/>
                  </a:cubicBezTo>
                  <a:cubicBezTo>
                    <a:pt x="30480" y="3810"/>
                    <a:pt x="31750" y="10160"/>
                    <a:pt x="29210" y="15240"/>
                  </a:cubicBezTo>
                  <a:cubicBezTo>
                    <a:pt x="22860" y="24130"/>
                    <a:pt x="20320" y="35560"/>
                    <a:pt x="20320" y="457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8" name="Полилиния: фигура 670">
              <a:extLst>
                <a:ext uri="{FF2B5EF4-FFF2-40B4-BE49-F238E27FC236}">
                  <a16:creationId xmlns:a16="http://schemas.microsoft.com/office/drawing/2014/main" id="{485434D5-0163-C466-B7B2-65C62CFCD2DF}"/>
                </a:ext>
              </a:extLst>
            </p:cNvPr>
            <p:cNvSpPr/>
            <p:nvPr/>
          </p:nvSpPr>
          <p:spPr>
            <a:xfrm>
              <a:off x="9305614" y="3117798"/>
              <a:ext cx="40315" cy="161016"/>
            </a:xfrm>
            <a:custGeom>
              <a:avLst/>
              <a:gdLst>
                <a:gd name="connsiteX0" fmla="*/ 21266 w 40315"/>
                <a:gd name="connsiteY0" fmla="*/ 81331 h 161016"/>
                <a:gd name="connsiteX1" fmla="*/ 2216 w 40315"/>
                <a:gd name="connsiteY1" fmla="*/ 15291 h 161016"/>
                <a:gd name="connsiteX2" fmla="*/ 4755 w 40315"/>
                <a:gd name="connsiteY2" fmla="*/ 1322 h 161016"/>
                <a:gd name="connsiteX3" fmla="*/ 18726 w 40315"/>
                <a:gd name="connsiteY3" fmla="*/ 3862 h 161016"/>
                <a:gd name="connsiteX4" fmla="*/ 40316 w 40315"/>
                <a:gd name="connsiteY4" fmla="*/ 80062 h 161016"/>
                <a:gd name="connsiteX5" fmla="*/ 18726 w 40315"/>
                <a:gd name="connsiteY5" fmla="*/ 156261 h 161016"/>
                <a:gd name="connsiteX6" fmla="*/ 4755 w 40315"/>
                <a:gd name="connsiteY6" fmla="*/ 158801 h 161016"/>
                <a:gd name="connsiteX7" fmla="*/ 2216 w 40315"/>
                <a:gd name="connsiteY7" fmla="*/ 144831 h 161016"/>
                <a:gd name="connsiteX8" fmla="*/ 21266 w 40315"/>
                <a:gd name="connsiteY8" fmla="*/ 81331 h 16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315" h="161016">
                  <a:moveTo>
                    <a:pt x="21266" y="81331"/>
                  </a:moveTo>
                  <a:cubicBezTo>
                    <a:pt x="21266" y="57201"/>
                    <a:pt x="14916" y="34341"/>
                    <a:pt x="2216" y="15291"/>
                  </a:cubicBezTo>
                  <a:cubicBezTo>
                    <a:pt x="-325" y="10212"/>
                    <a:pt x="945" y="3862"/>
                    <a:pt x="4755" y="1322"/>
                  </a:cubicBezTo>
                  <a:cubicBezTo>
                    <a:pt x="9835" y="-1219"/>
                    <a:pt x="16185" y="51"/>
                    <a:pt x="18726" y="3862"/>
                  </a:cubicBezTo>
                  <a:cubicBezTo>
                    <a:pt x="32695" y="25451"/>
                    <a:pt x="40316" y="52122"/>
                    <a:pt x="40316" y="80062"/>
                  </a:cubicBezTo>
                  <a:cubicBezTo>
                    <a:pt x="40316" y="108001"/>
                    <a:pt x="32695" y="134672"/>
                    <a:pt x="18726" y="156261"/>
                  </a:cubicBezTo>
                  <a:cubicBezTo>
                    <a:pt x="16185" y="161342"/>
                    <a:pt x="9835" y="162611"/>
                    <a:pt x="4755" y="158801"/>
                  </a:cubicBezTo>
                  <a:cubicBezTo>
                    <a:pt x="-325" y="156261"/>
                    <a:pt x="-1595" y="149911"/>
                    <a:pt x="2216" y="144831"/>
                  </a:cubicBezTo>
                  <a:cubicBezTo>
                    <a:pt x="14916" y="128322"/>
                    <a:pt x="21266" y="105462"/>
                    <a:pt x="21266" y="81331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99" name="Полилиния: фигура 671">
              <a:extLst>
                <a:ext uri="{FF2B5EF4-FFF2-40B4-BE49-F238E27FC236}">
                  <a16:creationId xmlns:a16="http://schemas.microsoft.com/office/drawing/2014/main" id="{24955D96-A76B-4DEA-DF45-3CA17C320B87}"/>
                </a:ext>
              </a:extLst>
            </p:cNvPr>
            <p:cNvSpPr/>
            <p:nvPr/>
          </p:nvSpPr>
          <p:spPr>
            <a:xfrm>
              <a:off x="9277350" y="3153409"/>
              <a:ext cx="30480" cy="91440"/>
            </a:xfrm>
            <a:custGeom>
              <a:avLst/>
              <a:gdLst>
                <a:gd name="connsiteX0" fmla="*/ 10160 w 30480"/>
                <a:gd name="connsiteY0" fmla="*/ 45720 h 91440"/>
                <a:gd name="connsiteX1" fmla="*/ 1270 w 30480"/>
                <a:gd name="connsiteY1" fmla="*/ 15240 h 91440"/>
                <a:gd name="connsiteX2" fmla="*/ 5080 w 30480"/>
                <a:gd name="connsiteY2" fmla="*/ 1270 h 91440"/>
                <a:gd name="connsiteX3" fmla="*/ 19050 w 30480"/>
                <a:gd name="connsiteY3" fmla="*/ 5080 h 91440"/>
                <a:gd name="connsiteX4" fmla="*/ 30480 w 30480"/>
                <a:gd name="connsiteY4" fmla="*/ 45720 h 91440"/>
                <a:gd name="connsiteX5" fmla="*/ 19050 w 30480"/>
                <a:gd name="connsiteY5" fmla="*/ 86360 h 91440"/>
                <a:gd name="connsiteX6" fmla="*/ 5080 w 30480"/>
                <a:gd name="connsiteY6" fmla="*/ 90170 h 91440"/>
                <a:gd name="connsiteX7" fmla="*/ 1270 w 30480"/>
                <a:gd name="connsiteY7" fmla="*/ 76200 h 91440"/>
                <a:gd name="connsiteX8" fmla="*/ 10160 w 30480"/>
                <a:gd name="connsiteY8" fmla="*/ 4572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10160" y="45720"/>
                  </a:moveTo>
                  <a:cubicBezTo>
                    <a:pt x="10160" y="34290"/>
                    <a:pt x="7620" y="24130"/>
                    <a:pt x="1270" y="15240"/>
                  </a:cubicBezTo>
                  <a:cubicBezTo>
                    <a:pt x="-1270" y="10160"/>
                    <a:pt x="0" y="3810"/>
                    <a:pt x="5080" y="1270"/>
                  </a:cubicBezTo>
                  <a:cubicBezTo>
                    <a:pt x="10160" y="-1270"/>
                    <a:pt x="16510" y="0"/>
                    <a:pt x="19050" y="5080"/>
                  </a:cubicBezTo>
                  <a:cubicBezTo>
                    <a:pt x="26670" y="16510"/>
                    <a:pt x="30480" y="30480"/>
                    <a:pt x="30480" y="45720"/>
                  </a:cubicBezTo>
                  <a:cubicBezTo>
                    <a:pt x="30480" y="60960"/>
                    <a:pt x="26670" y="74930"/>
                    <a:pt x="19050" y="86360"/>
                  </a:cubicBezTo>
                  <a:cubicBezTo>
                    <a:pt x="16510" y="91440"/>
                    <a:pt x="10160" y="92710"/>
                    <a:pt x="5080" y="90170"/>
                  </a:cubicBezTo>
                  <a:cubicBezTo>
                    <a:pt x="0" y="87630"/>
                    <a:pt x="-1270" y="81280"/>
                    <a:pt x="1270" y="76200"/>
                  </a:cubicBezTo>
                  <a:cubicBezTo>
                    <a:pt x="6350" y="67310"/>
                    <a:pt x="10160" y="57150"/>
                    <a:pt x="10160" y="457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0" name="Полилиния: фигура 672">
              <a:extLst>
                <a:ext uri="{FF2B5EF4-FFF2-40B4-BE49-F238E27FC236}">
                  <a16:creationId xmlns:a16="http://schemas.microsoft.com/office/drawing/2014/main" id="{2A7312D3-BD90-088C-27FD-81BF8127E3E6}"/>
                </a:ext>
              </a:extLst>
            </p:cNvPr>
            <p:cNvSpPr/>
            <p:nvPr/>
          </p:nvSpPr>
          <p:spPr>
            <a:xfrm>
              <a:off x="9124950" y="3128010"/>
              <a:ext cx="142240" cy="142239"/>
            </a:xfrm>
            <a:custGeom>
              <a:avLst/>
              <a:gdLst>
                <a:gd name="connsiteX0" fmla="*/ 142240 w 142240"/>
                <a:gd name="connsiteY0" fmla="*/ 71120 h 142239"/>
                <a:gd name="connsiteX1" fmla="*/ 71120 w 142240"/>
                <a:gd name="connsiteY1" fmla="*/ 0 h 142239"/>
                <a:gd name="connsiteX2" fmla="*/ 0 w 142240"/>
                <a:gd name="connsiteY2" fmla="*/ 71120 h 142239"/>
                <a:gd name="connsiteX3" fmla="*/ 71120 w 142240"/>
                <a:gd name="connsiteY3" fmla="*/ 142240 h 142239"/>
                <a:gd name="connsiteX4" fmla="*/ 142240 w 142240"/>
                <a:gd name="connsiteY4" fmla="*/ 71120 h 142239"/>
                <a:gd name="connsiteX5" fmla="*/ 53340 w 142240"/>
                <a:gd name="connsiteY5" fmla="*/ 106680 h 142239"/>
                <a:gd name="connsiteX6" fmla="*/ 104140 w 142240"/>
                <a:gd name="connsiteY6" fmla="*/ 74930 h 142239"/>
                <a:gd name="connsiteX7" fmla="*/ 104140 w 142240"/>
                <a:gd name="connsiteY7" fmla="*/ 66040 h 142239"/>
                <a:gd name="connsiteX8" fmla="*/ 53340 w 142240"/>
                <a:gd name="connsiteY8" fmla="*/ 34290 h 142239"/>
                <a:gd name="connsiteX9" fmla="*/ 45720 w 142240"/>
                <a:gd name="connsiteY9" fmla="*/ 38100 h 142239"/>
                <a:gd name="connsiteX10" fmla="*/ 45720 w 142240"/>
                <a:gd name="connsiteY10" fmla="*/ 101600 h 142239"/>
                <a:gd name="connsiteX11" fmla="*/ 53340 w 142240"/>
                <a:gd name="connsiteY11" fmla="*/ 10668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240" h="142239">
                  <a:moveTo>
                    <a:pt x="142240" y="71120"/>
                  </a:moveTo>
                  <a:cubicBezTo>
                    <a:pt x="142240" y="31750"/>
                    <a:pt x="110490" y="0"/>
                    <a:pt x="71120" y="0"/>
                  </a:cubicBezTo>
                  <a:cubicBezTo>
                    <a:pt x="31750" y="0"/>
                    <a:pt x="0" y="31750"/>
                    <a:pt x="0" y="71120"/>
                  </a:cubicBezTo>
                  <a:cubicBezTo>
                    <a:pt x="0" y="110490"/>
                    <a:pt x="31750" y="142240"/>
                    <a:pt x="71120" y="142240"/>
                  </a:cubicBezTo>
                  <a:cubicBezTo>
                    <a:pt x="110490" y="142240"/>
                    <a:pt x="142240" y="110490"/>
                    <a:pt x="142240" y="71120"/>
                  </a:cubicBezTo>
                  <a:close/>
                  <a:moveTo>
                    <a:pt x="53340" y="106680"/>
                  </a:moveTo>
                  <a:lnTo>
                    <a:pt x="104140" y="74930"/>
                  </a:lnTo>
                  <a:cubicBezTo>
                    <a:pt x="107950" y="72390"/>
                    <a:pt x="107950" y="68580"/>
                    <a:pt x="104140" y="66040"/>
                  </a:cubicBezTo>
                  <a:lnTo>
                    <a:pt x="53340" y="34290"/>
                  </a:lnTo>
                  <a:cubicBezTo>
                    <a:pt x="49530" y="31750"/>
                    <a:pt x="45720" y="34290"/>
                    <a:pt x="45720" y="38100"/>
                  </a:cubicBezTo>
                  <a:lnTo>
                    <a:pt x="45720" y="101600"/>
                  </a:lnTo>
                  <a:cubicBezTo>
                    <a:pt x="45720" y="106680"/>
                    <a:pt x="49530" y="109220"/>
                    <a:pt x="53340" y="1066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01" name="Рисунок 2">
            <a:extLst>
              <a:ext uri="{FF2B5EF4-FFF2-40B4-BE49-F238E27FC236}">
                <a16:creationId xmlns:a16="http://schemas.microsoft.com/office/drawing/2014/main" id="{AE4256EF-B18A-D281-C669-208075C5C10C}"/>
              </a:ext>
            </a:extLst>
          </p:cNvPr>
          <p:cNvGrpSpPr/>
          <p:nvPr/>
        </p:nvGrpSpPr>
        <p:grpSpPr>
          <a:xfrm>
            <a:off x="8392701" y="3576402"/>
            <a:ext cx="335280" cy="314959"/>
            <a:chOff x="8468359" y="3041650"/>
            <a:chExt cx="335280" cy="314959"/>
          </a:xfrm>
          <a:solidFill>
            <a:schemeClr val="bg1"/>
          </a:solidFill>
        </p:grpSpPr>
        <p:sp>
          <p:nvSpPr>
            <p:cNvPr id="402" name="Полилиния: фигура 681">
              <a:extLst>
                <a:ext uri="{FF2B5EF4-FFF2-40B4-BE49-F238E27FC236}">
                  <a16:creationId xmlns:a16="http://schemas.microsoft.com/office/drawing/2014/main" id="{FAD45EAD-22D6-9EB8-6CC1-17CF24326F86}"/>
                </a:ext>
              </a:extLst>
            </p:cNvPr>
            <p:cNvSpPr/>
            <p:nvPr/>
          </p:nvSpPr>
          <p:spPr>
            <a:xfrm>
              <a:off x="8468359" y="3041650"/>
              <a:ext cx="335280" cy="243840"/>
            </a:xfrm>
            <a:custGeom>
              <a:avLst/>
              <a:gdLst>
                <a:gd name="connsiteX0" fmla="*/ 187960 w 335280"/>
                <a:gd name="connsiteY0" fmla="*/ 20320 h 243840"/>
                <a:gd name="connsiteX1" fmla="*/ 289560 w 335280"/>
                <a:gd name="connsiteY1" fmla="*/ 116840 h 243840"/>
                <a:gd name="connsiteX2" fmla="*/ 274320 w 335280"/>
                <a:gd name="connsiteY2" fmla="*/ 116840 h 243840"/>
                <a:gd name="connsiteX3" fmla="*/ 264160 w 335280"/>
                <a:gd name="connsiteY3" fmla="*/ 127000 h 243840"/>
                <a:gd name="connsiteX4" fmla="*/ 264160 w 335280"/>
                <a:gd name="connsiteY4" fmla="*/ 232410 h 243840"/>
                <a:gd name="connsiteX5" fmla="*/ 266700 w 335280"/>
                <a:gd name="connsiteY5" fmla="*/ 240030 h 243840"/>
                <a:gd name="connsiteX6" fmla="*/ 274320 w 335280"/>
                <a:gd name="connsiteY6" fmla="*/ 242570 h 243840"/>
                <a:gd name="connsiteX7" fmla="*/ 294640 w 335280"/>
                <a:gd name="connsiteY7" fmla="*/ 242570 h 243840"/>
                <a:gd name="connsiteX8" fmla="*/ 335280 w 335280"/>
                <a:gd name="connsiteY8" fmla="*/ 201930 h 243840"/>
                <a:gd name="connsiteX9" fmla="*/ 335280 w 335280"/>
                <a:gd name="connsiteY9" fmla="*/ 158750 h 243840"/>
                <a:gd name="connsiteX10" fmla="*/ 309880 w 335280"/>
                <a:gd name="connsiteY10" fmla="*/ 120650 h 243840"/>
                <a:gd name="connsiteX11" fmla="*/ 187960 w 335280"/>
                <a:gd name="connsiteY11" fmla="*/ 0 h 243840"/>
                <a:gd name="connsiteX12" fmla="*/ 147320 w 335280"/>
                <a:gd name="connsiteY12" fmla="*/ 0 h 243840"/>
                <a:gd name="connsiteX13" fmla="*/ 25400 w 335280"/>
                <a:gd name="connsiteY13" fmla="*/ 120650 h 243840"/>
                <a:gd name="connsiteX14" fmla="*/ 0 w 335280"/>
                <a:gd name="connsiteY14" fmla="*/ 158750 h 243840"/>
                <a:gd name="connsiteX15" fmla="*/ 0 w 335280"/>
                <a:gd name="connsiteY15" fmla="*/ 203200 h 243840"/>
                <a:gd name="connsiteX16" fmla="*/ 40640 w 335280"/>
                <a:gd name="connsiteY16" fmla="*/ 243840 h 243840"/>
                <a:gd name="connsiteX17" fmla="*/ 60960 w 335280"/>
                <a:gd name="connsiteY17" fmla="*/ 243840 h 243840"/>
                <a:gd name="connsiteX18" fmla="*/ 71120 w 335280"/>
                <a:gd name="connsiteY18" fmla="*/ 233680 h 243840"/>
                <a:gd name="connsiteX19" fmla="*/ 71120 w 335280"/>
                <a:gd name="connsiteY19" fmla="*/ 128270 h 243840"/>
                <a:gd name="connsiteX20" fmla="*/ 60960 w 335280"/>
                <a:gd name="connsiteY20" fmla="*/ 118110 h 243840"/>
                <a:gd name="connsiteX21" fmla="*/ 45720 w 335280"/>
                <a:gd name="connsiteY21" fmla="*/ 118110 h 243840"/>
                <a:gd name="connsiteX22" fmla="*/ 147320 w 335280"/>
                <a:gd name="connsiteY22" fmla="*/ 21590 h 243840"/>
                <a:gd name="connsiteX23" fmla="*/ 187960 w 335280"/>
                <a:gd name="connsiteY23" fmla="*/ 21590 h 243840"/>
                <a:gd name="connsiteX24" fmla="*/ 294640 w 335280"/>
                <a:gd name="connsiteY24" fmla="*/ 138430 h 243840"/>
                <a:gd name="connsiteX25" fmla="*/ 314960 w 335280"/>
                <a:gd name="connsiteY25" fmla="*/ 158750 h 243840"/>
                <a:gd name="connsiteX26" fmla="*/ 314960 w 335280"/>
                <a:gd name="connsiteY26" fmla="*/ 203200 h 243840"/>
                <a:gd name="connsiteX27" fmla="*/ 294640 w 335280"/>
                <a:gd name="connsiteY27" fmla="*/ 223520 h 243840"/>
                <a:gd name="connsiteX28" fmla="*/ 284480 w 335280"/>
                <a:gd name="connsiteY28" fmla="*/ 223520 h 243840"/>
                <a:gd name="connsiteX29" fmla="*/ 284480 w 335280"/>
                <a:gd name="connsiteY29" fmla="*/ 138430 h 243840"/>
                <a:gd name="connsiteX30" fmla="*/ 294640 w 335280"/>
                <a:gd name="connsiteY30" fmla="*/ 138430 h 243840"/>
                <a:gd name="connsiteX31" fmla="*/ 41910 w 335280"/>
                <a:gd name="connsiteY31" fmla="*/ 223520 h 243840"/>
                <a:gd name="connsiteX32" fmla="*/ 21590 w 335280"/>
                <a:gd name="connsiteY32" fmla="*/ 203200 h 243840"/>
                <a:gd name="connsiteX33" fmla="*/ 21590 w 335280"/>
                <a:gd name="connsiteY33" fmla="*/ 158750 h 243840"/>
                <a:gd name="connsiteX34" fmla="*/ 41910 w 335280"/>
                <a:gd name="connsiteY34" fmla="*/ 138430 h 243840"/>
                <a:gd name="connsiteX35" fmla="*/ 52070 w 335280"/>
                <a:gd name="connsiteY35" fmla="*/ 138430 h 243840"/>
                <a:gd name="connsiteX36" fmla="*/ 52070 w 335280"/>
                <a:gd name="connsiteY36" fmla="*/ 223520 h 243840"/>
                <a:gd name="connsiteX37" fmla="*/ 41910 w 335280"/>
                <a:gd name="connsiteY37" fmla="*/ 223520 h 24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35280" h="243840">
                  <a:moveTo>
                    <a:pt x="187960" y="20320"/>
                  </a:moveTo>
                  <a:cubicBezTo>
                    <a:pt x="242570" y="20320"/>
                    <a:pt x="287020" y="63500"/>
                    <a:pt x="289560" y="116840"/>
                  </a:cubicBezTo>
                  <a:lnTo>
                    <a:pt x="274320" y="116840"/>
                  </a:lnTo>
                  <a:cubicBezTo>
                    <a:pt x="269240" y="116840"/>
                    <a:pt x="264160" y="121920"/>
                    <a:pt x="264160" y="127000"/>
                  </a:cubicBezTo>
                  <a:lnTo>
                    <a:pt x="264160" y="232410"/>
                  </a:lnTo>
                  <a:cubicBezTo>
                    <a:pt x="264160" y="234950"/>
                    <a:pt x="265430" y="237490"/>
                    <a:pt x="266700" y="240030"/>
                  </a:cubicBezTo>
                  <a:cubicBezTo>
                    <a:pt x="267970" y="242570"/>
                    <a:pt x="271780" y="242570"/>
                    <a:pt x="274320" y="242570"/>
                  </a:cubicBezTo>
                  <a:lnTo>
                    <a:pt x="294640" y="242570"/>
                  </a:lnTo>
                  <a:cubicBezTo>
                    <a:pt x="317500" y="242570"/>
                    <a:pt x="335280" y="224790"/>
                    <a:pt x="335280" y="201930"/>
                  </a:cubicBezTo>
                  <a:lnTo>
                    <a:pt x="335280" y="158750"/>
                  </a:lnTo>
                  <a:cubicBezTo>
                    <a:pt x="335280" y="142240"/>
                    <a:pt x="325120" y="127000"/>
                    <a:pt x="309880" y="120650"/>
                  </a:cubicBezTo>
                  <a:cubicBezTo>
                    <a:pt x="308610" y="54610"/>
                    <a:pt x="255270" y="0"/>
                    <a:pt x="187960" y="0"/>
                  </a:cubicBezTo>
                  <a:lnTo>
                    <a:pt x="147320" y="0"/>
                  </a:lnTo>
                  <a:cubicBezTo>
                    <a:pt x="80010" y="0"/>
                    <a:pt x="26670" y="53340"/>
                    <a:pt x="25400" y="120650"/>
                  </a:cubicBezTo>
                  <a:cubicBezTo>
                    <a:pt x="10160" y="127000"/>
                    <a:pt x="0" y="140970"/>
                    <a:pt x="0" y="158750"/>
                  </a:cubicBezTo>
                  <a:lnTo>
                    <a:pt x="0" y="203200"/>
                  </a:lnTo>
                  <a:cubicBezTo>
                    <a:pt x="0" y="226060"/>
                    <a:pt x="17780" y="243840"/>
                    <a:pt x="40640" y="243840"/>
                  </a:cubicBezTo>
                  <a:lnTo>
                    <a:pt x="60960" y="243840"/>
                  </a:lnTo>
                  <a:cubicBezTo>
                    <a:pt x="66040" y="243840"/>
                    <a:pt x="71120" y="238760"/>
                    <a:pt x="71120" y="233680"/>
                  </a:cubicBezTo>
                  <a:lnTo>
                    <a:pt x="71120" y="128270"/>
                  </a:lnTo>
                  <a:cubicBezTo>
                    <a:pt x="71120" y="123190"/>
                    <a:pt x="66040" y="118110"/>
                    <a:pt x="60960" y="118110"/>
                  </a:cubicBezTo>
                  <a:lnTo>
                    <a:pt x="45720" y="118110"/>
                  </a:lnTo>
                  <a:cubicBezTo>
                    <a:pt x="48260" y="64770"/>
                    <a:pt x="92710" y="21590"/>
                    <a:pt x="147320" y="21590"/>
                  </a:cubicBezTo>
                  <a:lnTo>
                    <a:pt x="187960" y="21590"/>
                  </a:lnTo>
                  <a:close/>
                  <a:moveTo>
                    <a:pt x="294640" y="138430"/>
                  </a:moveTo>
                  <a:cubicBezTo>
                    <a:pt x="306070" y="138430"/>
                    <a:pt x="314960" y="147320"/>
                    <a:pt x="314960" y="158750"/>
                  </a:cubicBezTo>
                  <a:lnTo>
                    <a:pt x="314960" y="203200"/>
                  </a:lnTo>
                  <a:cubicBezTo>
                    <a:pt x="314960" y="214630"/>
                    <a:pt x="306070" y="223520"/>
                    <a:pt x="294640" y="223520"/>
                  </a:cubicBezTo>
                  <a:lnTo>
                    <a:pt x="284480" y="223520"/>
                  </a:lnTo>
                  <a:lnTo>
                    <a:pt x="284480" y="138430"/>
                  </a:lnTo>
                  <a:lnTo>
                    <a:pt x="294640" y="138430"/>
                  </a:lnTo>
                  <a:close/>
                  <a:moveTo>
                    <a:pt x="41910" y="223520"/>
                  </a:moveTo>
                  <a:cubicBezTo>
                    <a:pt x="30480" y="223520"/>
                    <a:pt x="21590" y="214630"/>
                    <a:pt x="21590" y="203200"/>
                  </a:cubicBezTo>
                  <a:lnTo>
                    <a:pt x="21590" y="158750"/>
                  </a:lnTo>
                  <a:cubicBezTo>
                    <a:pt x="21590" y="147320"/>
                    <a:pt x="30480" y="138430"/>
                    <a:pt x="41910" y="138430"/>
                  </a:cubicBezTo>
                  <a:lnTo>
                    <a:pt x="52070" y="138430"/>
                  </a:lnTo>
                  <a:lnTo>
                    <a:pt x="52070" y="223520"/>
                  </a:lnTo>
                  <a:lnTo>
                    <a:pt x="41910" y="2235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3" name="Полилиния: фигура 682">
              <a:extLst>
                <a:ext uri="{FF2B5EF4-FFF2-40B4-BE49-F238E27FC236}">
                  <a16:creationId xmlns:a16="http://schemas.microsoft.com/office/drawing/2014/main" id="{4767C7A1-1B6F-0395-7520-D9FA2E8BE9E9}"/>
                </a:ext>
              </a:extLst>
            </p:cNvPr>
            <p:cNvSpPr/>
            <p:nvPr/>
          </p:nvSpPr>
          <p:spPr>
            <a:xfrm>
              <a:off x="8590280" y="3112770"/>
              <a:ext cx="91439" cy="157479"/>
            </a:xfrm>
            <a:custGeom>
              <a:avLst/>
              <a:gdLst>
                <a:gd name="connsiteX0" fmla="*/ 45720 w 91439"/>
                <a:gd name="connsiteY0" fmla="*/ 0 h 157479"/>
                <a:gd name="connsiteX1" fmla="*/ 15239 w 91439"/>
                <a:gd name="connsiteY1" fmla="*/ 7620 h 157479"/>
                <a:gd name="connsiteX2" fmla="*/ 0 w 91439"/>
                <a:gd name="connsiteY2" fmla="*/ 31750 h 157479"/>
                <a:gd name="connsiteX3" fmla="*/ 0 w 91439"/>
                <a:gd name="connsiteY3" fmla="*/ 85090 h 157479"/>
                <a:gd name="connsiteX4" fmla="*/ 0 w 91439"/>
                <a:gd name="connsiteY4" fmla="*/ 85090 h 157479"/>
                <a:gd name="connsiteX5" fmla="*/ 0 w 91439"/>
                <a:gd name="connsiteY5" fmla="*/ 85090 h 157479"/>
                <a:gd name="connsiteX6" fmla="*/ 0 w 91439"/>
                <a:gd name="connsiteY6" fmla="*/ 111760 h 157479"/>
                <a:gd name="connsiteX7" fmla="*/ 45720 w 91439"/>
                <a:gd name="connsiteY7" fmla="*/ 157480 h 157479"/>
                <a:gd name="connsiteX8" fmla="*/ 91439 w 91439"/>
                <a:gd name="connsiteY8" fmla="*/ 111760 h 157479"/>
                <a:gd name="connsiteX9" fmla="*/ 91439 w 91439"/>
                <a:gd name="connsiteY9" fmla="*/ 85090 h 157479"/>
                <a:gd name="connsiteX10" fmla="*/ 91439 w 91439"/>
                <a:gd name="connsiteY10" fmla="*/ 85090 h 157479"/>
                <a:gd name="connsiteX11" fmla="*/ 91439 w 91439"/>
                <a:gd name="connsiteY11" fmla="*/ 85090 h 157479"/>
                <a:gd name="connsiteX12" fmla="*/ 91439 w 91439"/>
                <a:gd name="connsiteY12" fmla="*/ 31750 h 157479"/>
                <a:gd name="connsiteX13" fmla="*/ 76200 w 91439"/>
                <a:gd name="connsiteY13" fmla="*/ 7620 h 157479"/>
                <a:gd name="connsiteX14" fmla="*/ 45720 w 91439"/>
                <a:gd name="connsiteY14" fmla="*/ 0 h 157479"/>
                <a:gd name="connsiteX15" fmla="*/ 21589 w 91439"/>
                <a:gd name="connsiteY15" fmla="*/ 31750 h 157479"/>
                <a:gd name="connsiteX16" fmla="*/ 26670 w 91439"/>
                <a:gd name="connsiteY16" fmla="*/ 25400 h 157479"/>
                <a:gd name="connsiteX17" fmla="*/ 45720 w 91439"/>
                <a:gd name="connsiteY17" fmla="*/ 20320 h 157479"/>
                <a:gd name="connsiteX18" fmla="*/ 64770 w 91439"/>
                <a:gd name="connsiteY18" fmla="*/ 25400 h 157479"/>
                <a:gd name="connsiteX19" fmla="*/ 69850 w 91439"/>
                <a:gd name="connsiteY19" fmla="*/ 31750 h 157479"/>
                <a:gd name="connsiteX20" fmla="*/ 69850 w 91439"/>
                <a:gd name="connsiteY20" fmla="*/ 81280 h 157479"/>
                <a:gd name="connsiteX21" fmla="*/ 20320 w 91439"/>
                <a:gd name="connsiteY21" fmla="*/ 81280 h 157479"/>
                <a:gd name="connsiteX22" fmla="*/ 20320 w 91439"/>
                <a:gd name="connsiteY22" fmla="*/ 31750 h 157479"/>
                <a:gd name="connsiteX23" fmla="*/ 21589 w 91439"/>
                <a:gd name="connsiteY23" fmla="*/ 101600 h 157479"/>
                <a:gd name="connsiteX24" fmla="*/ 21589 w 91439"/>
                <a:gd name="connsiteY24" fmla="*/ 113030 h 157479"/>
                <a:gd name="connsiteX25" fmla="*/ 46989 w 91439"/>
                <a:gd name="connsiteY25" fmla="*/ 138430 h 157479"/>
                <a:gd name="connsiteX26" fmla="*/ 72389 w 91439"/>
                <a:gd name="connsiteY26" fmla="*/ 113030 h 157479"/>
                <a:gd name="connsiteX27" fmla="*/ 72389 w 91439"/>
                <a:gd name="connsiteY27" fmla="*/ 101600 h 157479"/>
                <a:gd name="connsiteX28" fmla="*/ 21589 w 91439"/>
                <a:gd name="connsiteY28" fmla="*/ 101600 h 157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1439" h="157479">
                  <a:moveTo>
                    <a:pt x="45720" y="0"/>
                  </a:moveTo>
                  <a:cubicBezTo>
                    <a:pt x="34289" y="0"/>
                    <a:pt x="24130" y="2540"/>
                    <a:pt x="15239" y="7620"/>
                  </a:cubicBezTo>
                  <a:cubicBezTo>
                    <a:pt x="7620" y="12700"/>
                    <a:pt x="0" y="20320"/>
                    <a:pt x="0" y="31750"/>
                  </a:cubicBezTo>
                  <a:lnTo>
                    <a:pt x="0" y="85090"/>
                  </a:lnTo>
                  <a:lnTo>
                    <a:pt x="0" y="85090"/>
                  </a:lnTo>
                  <a:lnTo>
                    <a:pt x="0" y="85090"/>
                  </a:lnTo>
                  <a:lnTo>
                    <a:pt x="0" y="111760"/>
                  </a:lnTo>
                  <a:cubicBezTo>
                    <a:pt x="0" y="137160"/>
                    <a:pt x="20320" y="157480"/>
                    <a:pt x="45720" y="157480"/>
                  </a:cubicBezTo>
                  <a:cubicBezTo>
                    <a:pt x="71120" y="157480"/>
                    <a:pt x="91439" y="137160"/>
                    <a:pt x="91439" y="111760"/>
                  </a:cubicBezTo>
                  <a:lnTo>
                    <a:pt x="91439" y="85090"/>
                  </a:lnTo>
                  <a:lnTo>
                    <a:pt x="91439" y="85090"/>
                  </a:lnTo>
                  <a:lnTo>
                    <a:pt x="91439" y="85090"/>
                  </a:lnTo>
                  <a:lnTo>
                    <a:pt x="91439" y="31750"/>
                  </a:lnTo>
                  <a:cubicBezTo>
                    <a:pt x="91439" y="20320"/>
                    <a:pt x="83820" y="12700"/>
                    <a:pt x="76200" y="7620"/>
                  </a:cubicBezTo>
                  <a:cubicBezTo>
                    <a:pt x="68580" y="3810"/>
                    <a:pt x="57150" y="0"/>
                    <a:pt x="45720" y="0"/>
                  </a:cubicBezTo>
                  <a:close/>
                  <a:moveTo>
                    <a:pt x="21589" y="31750"/>
                  </a:moveTo>
                  <a:cubicBezTo>
                    <a:pt x="21589" y="30480"/>
                    <a:pt x="22860" y="27940"/>
                    <a:pt x="26670" y="25400"/>
                  </a:cubicBezTo>
                  <a:cubicBezTo>
                    <a:pt x="31750" y="22860"/>
                    <a:pt x="38100" y="20320"/>
                    <a:pt x="45720" y="20320"/>
                  </a:cubicBezTo>
                  <a:cubicBezTo>
                    <a:pt x="53339" y="20320"/>
                    <a:pt x="60960" y="22860"/>
                    <a:pt x="64770" y="25400"/>
                  </a:cubicBezTo>
                  <a:cubicBezTo>
                    <a:pt x="69850" y="27940"/>
                    <a:pt x="69850" y="30480"/>
                    <a:pt x="69850" y="31750"/>
                  </a:cubicBezTo>
                  <a:lnTo>
                    <a:pt x="69850" y="81280"/>
                  </a:lnTo>
                  <a:lnTo>
                    <a:pt x="20320" y="81280"/>
                  </a:lnTo>
                  <a:lnTo>
                    <a:pt x="20320" y="31750"/>
                  </a:lnTo>
                  <a:close/>
                  <a:moveTo>
                    <a:pt x="21589" y="101600"/>
                  </a:moveTo>
                  <a:lnTo>
                    <a:pt x="21589" y="113030"/>
                  </a:lnTo>
                  <a:cubicBezTo>
                    <a:pt x="21589" y="127000"/>
                    <a:pt x="33020" y="138430"/>
                    <a:pt x="46989" y="138430"/>
                  </a:cubicBezTo>
                  <a:cubicBezTo>
                    <a:pt x="60960" y="138430"/>
                    <a:pt x="72389" y="127000"/>
                    <a:pt x="72389" y="113030"/>
                  </a:cubicBezTo>
                  <a:lnTo>
                    <a:pt x="72389" y="101600"/>
                  </a:lnTo>
                  <a:lnTo>
                    <a:pt x="21589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4" name="Полилиния: фигура 683">
              <a:extLst>
                <a:ext uri="{FF2B5EF4-FFF2-40B4-BE49-F238E27FC236}">
                  <a16:creationId xmlns:a16="http://schemas.microsoft.com/office/drawing/2014/main" id="{0E531B8A-90D0-4D0A-ABFB-D3336B153A4F}"/>
                </a:ext>
              </a:extLst>
            </p:cNvPr>
            <p:cNvSpPr/>
            <p:nvPr/>
          </p:nvSpPr>
          <p:spPr>
            <a:xfrm>
              <a:off x="8555990" y="3195320"/>
              <a:ext cx="162559" cy="161289"/>
            </a:xfrm>
            <a:custGeom>
              <a:avLst/>
              <a:gdLst>
                <a:gd name="connsiteX0" fmla="*/ 40640 w 162559"/>
                <a:gd name="connsiteY0" fmla="*/ 161290 h 161289"/>
                <a:gd name="connsiteX1" fmla="*/ 121920 w 162559"/>
                <a:gd name="connsiteY1" fmla="*/ 161290 h 161289"/>
                <a:gd name="connsiteX2" fmla="*/ 132080 w 162559"/>
                <a:gd name="connsiteY2" fmla="*/ 151130 h 161289"/>
                <a:gd name="connsiteX3" fmla="*/ 121920 w 162559"/>
                <a:gd name="connsiteY3" fmla="*/ 140970 h 161289"/>
                <a:gd name="connsiteX4" fmla="*/ 91440 w 162559"/>
                <a:gd name="connsiteY4" fmla="*/ 140970 h 161289"/>
                <a:gd name="connsiteX5" fmla="*/ 91440 w 162559"/>
                <a:gd name="connsiteY5" fmla="*/ 115570 h 161289"/>
                <a:gd name="connsiteX6" fmla="*/ 162560 w 162559"/>
                <a:gd name="connsiteY6" fmla="*/ 35560 h 161289"/>
                <a:gd name="connsiteX7" fmla="*/ 162560 w 162559"/>
                <a:gd name="connsiteY7" fmla="*/ 10160 h 161289"/>
                <a:gd name="connsiteX8" fmla="*/ 152400 w 162559"/>
                <a:gd name="connsiteY8" fmla="*/ 0 h 161289"/>
                <a:gd name="connsiteX9" fmla="*/ 142240 w 162559"/>
                <a:gd name="connsiteY9" fmla="*/ 10160 h 161289"/>
                <a:gd name="connsiteX10" fmla="*/ 142240 w 162559"/>
                <a:gd name="connsiteY10" fmla="*/ 35560 h 161289"/>
                <a:gd name="connsiteX11" fmla="*/ 81280 w 162559"/>
                <a:gd name="connsiteY11" fmla="*/ 96520 h 161289"/>
                <a:gd name="connsiteX12" fmla="*/ 20320 w 162559"/>
                <a:gd name="connsiteY12" fmla="*/ 35560 h 161289"/>
                <a:gd name="connsiteX13" fmla="*/ 20320 w 162559"/>
                <a:gd name="connsiteY13" fmla="*/ 10160 h 161289"/>
                <a:gd name="connsiteX14" fmla="*/ 10160 w 162559"/>
                <a:gd name="connsiteY14" fmla="*/ 0 h 161289"/>
                <a:gd name="connsiteX15" fmla="*/ 0 w 162559"/>
                <a:gd name="connsiteY15" fmla="*/ 10160 h 161289"/>
                <a:gd name="connsiteX16" fmla="*/ 0 w 162559"/>
                <a:gd name="connsiteY16" fmla="*/ 35560 h 161289"/>
                <a:gd name="connsiteX17" fmla="*/ 71120 w 162559"/>
                <a:gd name="connsiteY17" fmla="*/ 115570 h 161289"/>
                <a:gd name="connsiteX18" fmla="*/ 71120 w 162559"/>
                <a:gd name="connsiteY18" fmla="*/ 140970 h 161289"/>
                <a:gd name="connsiteX19" fmla="*/ 40640 w 162559"/>
                <a:gd name="connsiteY19" fmla="*/ 140970 h 161289"/>
                <a:gd name="connsiteX20" fmla="*/ 30480 w 162559"/>
                <a:gd name="connsiteY20" fmla="*/ 151130 h 161289"/>
                <a:gd name="connsiteX21" fmla="*/ 40640 w 162559"/>
                <a:gd name="connsiteY21" fmla="*/ 161290 h 16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2559" h="161289">
                  <a:moveTo>
                    <a:pt x="40640" y="161290"/>
                  </a:moveTo>
                  <a:lnTo>
                    <a:pt x="121920" y="161290"/>
                  </a:lnTo>
                  <a:cubicBezTo>
                    <a:pt x="127000" y="161290"/>
                    <a:pt x="132080" y="156210"/>
                    <a:pt x="132080" y="151130"/>
                  </a:cubicBezTo>
                  <a:cubicBezTo>
                    <a:pt x="132080" y="146050"/>
                    <a:pt x="127000" y="140970"/>
                    <a:pt x="121920" y="140970"/>
                  </a:cubicBezTo>
                  <a:lnTo>
                    <a:pt x="91440" y="140970"/>
                  </a:lnTo>
                  <a:lnTo>
                    <a:pt x="91440" y="115570"/>
                  </a:lnTo>
                  <a:cubicBezTo>
                    <a:pt x="132080" y="110490"/>
                    <a:pt x="162560" y="76200"/>
                    <a:pt x="162560" y="35560"/>
                  </a:cubicBezTo>
                  <a:lnTo>
                    <a:pt x="162560" y="10160"/>
                  </a:lnTo>
                  <a:cubicBezTo>
                    <a:pt x="162560" y="5080"/>
                    <a:pt x="157480" y="0"/>
                    <a:pt x="152400" y="0"/>
                  </a:cubicBezTo>
                  <a:cubicBezTo>
                    <a:pt x="147320" y="0"/>
                    <a:pt x="142240" y="5080"/>
                    <a:pt x="142240" y="10160"/>
                  </a:cubicBezTo>
                  <a:lnTo>
                    <a:pt x="142240" y="35560"/>
                  </a:lnTo>
                  <a:cubicBezTo>
                    <a:pt x="142240" y="68580"/>
                    <a:pt x="115570" y="96520"/>
                    <a:pt x="81280" y="96520"/>
                  </a:cubicBezTo>
                  <a:cubicBezTo>
                    <a:pt x="48260" y="96520"/>
                    <a:pt x="20320" y="69850"/>
                    <a:pt x="20320" y="3556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35560"/>
                  </a:lnTo>
                  <a:cubicBezTo>
                    <a:pt x="0" y="77470"/>
                    <a:pt x="30480" y="110490"/>
                    <a:pt x="71120" y="115570"/>
                  </a:cubicBezTo>
                  <a:lnTo>
                    <a:pt x="71120" y="140970"/>
                  </a:lnTo>
                  <a:lnTo>
                    <a:pt x="40640" y="140970"/>
                  </a:lnTo>
                  <a:cubicBezTo>
                    <a:pt x="35560" y="140970"/>
                    <a:pt x="30480" y="146050"/>
                    <a:pt x="30480" y="151130"/>
                  </a:cubicBezTo>
                  <a:cubicBezTo>
                    <a:pt x="30480" y="156210"/>
                    <a:pt x="34290" y="161290"/>
                    <a:pt x="40640" y="1612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05" name="Рисунок 2">
            <a:extLst>
              <a:ext uri="{FF2B5EF4-FFF2-40B4-BE49-F238E27FC236}">
                <a16:creationId xmlns:a16="http://schemas.microsoft.com/office/drawing/2014/main" id="{C9A1A759-9D52-71C4-C933-72E9C1FA6BFC}"/>
              </a:ext>
            </a:extLst>
          </p:cNvPr>
          <p:cNvGrpSpPr/>
          <p:nvPr/>
        </p:nvGrpSpPr>
        <p:grpSpPr>
          <a:xfrm>
            <a:off x="10107347" y="3604918"/>
            <a:ext cx="261023" cy="261329"/>
            <a:chOff x="10183005" y="3070166"/>
            <a:chExt cx="261023" cy="261329"/>
          </a:xfrm>
          <a:solidFill>
            <a:schemeClr val="bg1"/>
          </a:solidFill>
        </p:grpSpPr>
        <p:sp>
          <p:nvSpPr>
            <p:cNvPr id="406" name="Полилиния: фигура 698">
              <a:extLst>
                <a:ext uri="{FF2B5EF4-FFF2-40B4-BE49-F238E27FC236}">
                  <a16:creationId xmlns:a16="http://schemas.microsoft.com/office/drawing/2014/main" id="{F5121EC2-D0F2-1C79-1B37-33376CBD7CD8}"/>
                </a:ext>
              </a:extLst>
            </p:cNvPr>
            <p:cNvSpPr/>
            <p:nvPr/>
          </p:nvSpPr>
          <p:spPr>
            <a:xfrm>
              <a:off x="10318114" y="3203089"/>
              <a:ext cx="40639" cy="41125"/>
            </a:xfrm>
            <a:custGeom>
              <a:avLst/>
              <a:gdLst>
                <a:gd name="connsiteX0" fmla="*/ 34925 w 40639"/>
                <a:gd name="connsiteY0" fmla="*/ 6200 h 41125"/>
                <a:gd name="connsiteX1" fmla="*/ 34925 w 40639"/>
                <a:gd name="connsiteY1" fmla="*/ 35410 h 41125"/>
                <a:gd name="connsiteX2" fmla="*/ 5715 w 40639"/>
                <a:gd name="connsiteY2" fmla="*/ 35410 h 41125"/>
                <a:gd name="connsiteX3" fmla="*/ 5715 w 40639"/>
                <a:gd name="connsiteY3" fmla="*/ 6200 h 41125"/>
                <a:gd name="connsiteX4" fmla="*/ 34925 w 40639"/>
                <a:gd name="connsiteY4" fmla="*/ 6200 h 4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39" h="41125">
                  <a:moveTo>
                    <a:pt x="34925" y="6200"/>
                  </a:moveTo>
                  <a:cubicBezTo>
                    <a:pt x="42545" y="13820"/>
                    <a:pt x="42545" y="26520"/>
                    <a:pt x="34925" y="35410"/>
                  </a:cubicBezTo>
                  <a:cubicBezTo>
                    <a:pt x="27305" y="43030"/>
                    <a:pt x="14605" y="43030"/>
                    <a:pt x="5715" y="35410"/>
                  </a:cubicBezTo>
                  <a:cubicBezTo>
                    <a:pt x="-1905" y="27790"/>
                    <a:pt x="-1905" y="15090"/>
                    <a:pt x="5715" y="6200"/>
                  </a:cubicBezTo>
                  <a:cubicBezTo>
                    <a:pt x="13335" y="-2690"/>
                    <a:pt x="27305" y="-1420"/>
                    <a:pt x="34925" y="62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7" name="Полилиния: фигура 699">
              <a:extLst>
                <a:ext uri="{FF2B5EF4-FFF2-40B4-BE49-F238E27FC236}">
                  <a16:creationId xmlns:a16="http://schemas.microsoft.com/office/drawing/2014/main" id="{2DB2A31D-CBB3-29B4-4B6B-34CBD43EEB28}"/>
                </a:ext>
              </a:extLst>
            </p:cNvPr>
            <p:cNvSpPr/>
            <p:nvPr/>
          </p:nvSpPr>
          <p:spPr>
            <a:xfrm>
              <a:off x="10350182" y="3235642"/>
              <a:ext cx="48894" cy="48895"/>
            </a:xfrm>
            <a:custGeom>
              <a:avLst/>
              <a:gdLst>
                <a:gd name="connsiteX0" fmla="*/ 2857 w 48894"/>
                <a:gd name="connsiteY0" fmla="*/ 46037 h 48895"/>
                <a:gd name="connsiteX1" fmla="*/ 2857 w 48894"/>
                <a:gd name="connsiteY1" fmla="*/ 32067 h 48895"/>
                <a:gd name="connsiteX2" fmla="*/ 32067 w 48894"/>
                <a:gd name="connsiteY2" fmla="*/ 2858 h 48895"/>
                <a:gd name="connsiteX3" fmla="*/ 46037 w 48894"/>
                <a:gd name="connsiteY3" fmla="*/ 2858 h 48895"/>
                <a:gd name="connsiteX4" fmla="*/ 46037 w 48894"/>
                <a:gd name="connsiteY4" fmla="*/ 16828 h 48895"/>
                <a:gd name="connsiteX5" fmla="*/ 16827 w 48894"/>
                <a:gd name="connsiteY5" fmla="*/ 46037 h 48895"/>
                <a:gd name="connsiteX6" fmla="*/ 2857 w 48894"/>
                <a:gd name="connsiteY6" fmla="*/ 46037 h 48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94" h="48895">
                  <a:moveTo>
                    <a:pt x="2857" y="46037"/>
                  </a:moveTo>
                  <a:cubicBezTo>
                    <a:pt x="-952" y="42228"/>
                    <a:pt x="-952" y="35878"/>
                    <a:pt x="2857" y="32067"/>
                  </a:cubicBezTo>
                  <a:lnTo>
                    <a:pt x="32067" y="2858"/>
                  </a:lnTo>
                  <a:cubicBezTo>
                    <a:pt x="35877" y="-953"/>
                    <a:pt x="42227" y="-953"/>
                    <a:pt x="46037" y="2858"/>
                  </a:cubicBezTo>
                  <a:cubicBezTo>
                    <a:pt x="49848" y="6668"/>
                    <a:pt x="49848" y="13018"/>
                    <a:pt x="46037" y="16828"/>
                  </a:cubicBezTo>
                  <a:lnTo>
                    <a:pt x="16827" y="46037"/>
                  </a:lnTo>
                  <a:cubicBezTo>
                    <a:pt x="13017" y="49848"/>
                    <a:pt x="6667" y="49848"/>
                    <a:pt x="2857" y="4603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08" name="Полилиния: фигура 700">
              <a:extLst>
                <a:ext uri="{FF2B5EF4-FFF2-40B4-BE49-F238E27FC236}">
                  <a16:creationId xmlns:a16="http://schemas.microsoft.com/office/drawing/2014/main" id="{8297A6E2-3B2F-53F6-0F76-B809C94A340E}"/>
                </a:ext>
              </a:extLst>
            </p:cNvPr>
            <p:cNvSpPr/>
            <p:nvPr/>
          </p:nvSpPr>
          <p:spPr>
            <a:xfrm>
              <a:off x="10183005" y="3070166"/>
              <a:ext cx="261023" cy="261329"/>
            </a:xfrm>
            <a:custGeom>
              <a:avLst/>
              <a:gdLst>
                <a:gd name="connsiteX0" fmla="*/ 88754 w 261023"/>
                <a:gd name="connsiteY0" fmla="*/ 130234 h 261329"/>
                <a:gd name="connsiteX1" fmla="*/ 53194 w 261023"/>
                <a:gd name="connsiteY1" fmla="*/ 94674 h 261329"/>
                <a:gd name="connsiteX2" fmla="*/ 32875 w 261023"/>
                <a:gd name="connsiteY2" fmla="*/ 88324 h 261329"/>
                <a:gd name="connsiteX3" fmla="*/ 3664 w 261023"/>
                <a:gd name="connsiteY3" fmla="*/ 54034 h 261329"/>
                <a:gd name="connsiteX4" fmla="*/ 4935 w 261023"/>
                <a:gd name="connsiteY4" fmla="*/ 33714 h 261329"/>
                <a:gd name="connsiteX5" fmla="*/ 34144 w 261023"/>
                <a:gd name="connsiteY5" fmla="*/ 4504 h 261329"/>
                <a:gd name="connsiteX6" fmla="*/ 54464 w 261023"/>
                <a:gd name="connsiteY6" fmla="*/ 3234 h 261329"/>
                <a:gd name="connsiteX7" fmla="*/ 88754 w 261023"/>
                <a:gd name="connsiteY7" fmla="*/ 32444 h 261329"/>
                <a:gd name="connsiteX8" fmla="*/ 95104 w 261023"/>
                <a:gd name="connsiteY8" fmla="*/ 52764 h 261329"/>
                <a:gd name="connsiteX9" fmla="*/ 130664 w 261023"/>
                <a:gd name="connsiteY9" fmla="*/ 88324 h 261329"/>
                <a:gd name="connsiteX10" fmla="*/ 185275 w 261023"/>
                <a:gd name="connsiteY10" fmla="*/ 99754 h 261329"/>
                <a:gd name="connsiteX11" fmla="*/ 194164 w 261023"/>
                <a:gd name="connsiteY11" fmla="*/ 112454 h 261329"/>
                <a:gd name="connsiteX12" fmla="*/ 243694 w 261023"/>
                <a:gd name="connsiteY12" fmla="*/ 128964 h 261329"/>
                <a:gd name="connsiteX13" fmla="*/ 233535 w 261023"/>
                <a:gd name="connsiteY13" fmla="*/ 234374 h 261329"/>
                <a:gd name="connsiteX14" fmla="*/ 128125 w 261023"/>
                <a:gd name="connsiteY14" fmla="*/ 244534 h 261329"/>
                <a:gd name="connsiteX15" fmla="*/ 111614 w 261023"/>
                <a:gd name="connsiteY15" fmla="*/ 195004 h 261329"/>
                <a:gd name="connsiteX16" fmla="*/ 98914 w 261023"/>
                <a:gd name="connsiteY16" fmla="*/ 186114 h 261329"/>
                <a:gd name="connsiteX17" fmla="*/ 88754 w 261023"/>
                <a:gd name="connsiteY17" fmla="*/ 130234 h 261329"/>
                <a:gd name="connsiteX18" fmla="*/ 98914 w 261023"/>
                <a:gd name="connsiteY18" fmla="*/ 111184 h 261329"/>
                <a:gd name="connsiteX19" fmla="*/ 62085 w 261023"/>
                <a:gd name="connsiteY19" fmla="*/ 74354 h 261329"/>
                <a:gd name="connsiteX20" fmla="*/ 48114 w 261023"/>
                <a:gd name="connsiteY20" fmla="*/ 74354 h 261329"/>
                <a:gd name="connsiteX21" fmla="*/ 21444 w 261023"/>
                <a:gd name="connsiteY21" fmla="*/ 43874 h 261329"/>
                <a:gd name="connsiteX22" fmla="*/ 44304 w 261023"/>
                <a:gd name="connsiteY22" fmla="*/ 21014 h 261329"/>
                <a:gd name="connsiteX23" fmla="*/ 74785 w 261023"/>
                <a:gd name="connsiteY23" fmla="*/ 47684 h 261329"/>
                <a:gd name="connsiteX24" fmla="*/ 74785 w 261023"/>
                <a:gd name="connsiteY24" fmla="*/ 61654 h 261329"/>
                <a:gd name="connsiteX25" fmla="*/ 111614 w 261023"/>
                <a:gd name="connsiteY25" fmla="*/ 98484 h 261329"/>
                <a:gd name="connsiteX26" fmla="*/ 103994 w 261023"/>
                <a:gd name="connsiteY26" fmla="*/ 104834 h 261329"/>
                <a:gd name="connsiteX27" fmla="*/ 98914 w 261023"/>
                <a:gd name="connsiteY27" fmla="*/ 111184 h 261329"/>
                <a:gd name="connsiteX28" fmla="*/ 119235 w 261023"/>
                <a:gd name="connsiteY28" fmla="*/ 117534 h 261329"/>
                <a:gd name="connsiteX29" fmla="*/ 114154 w 261023"/>
                <a:gd name="connsiteY29" fmla="*/ 169604 h 261329"/>
                <a:gd name="connsiteX30" fmla="*/ 121775 w 261023"/>
                <a:gd name="connsiteY30" fmla="*/ 174684 h 261329"/>
                <a:gd name="connsiteX31" fmla="*/ 131935 w 261023"/>
                <a:gd name="connsiteY31" fmla="*/ 193734 h 261329"/>
                <a:gd name="connsiteX32" fmla="*/ 143364 w 261023"/>
                <a:gd name="connsiteY32" fmla="*/ 228024 h 261329"/>
                <a:gd name="connsiteX33" fmla="*/ 219564 w 261023"/>
                <a:gd name="connsiteY33" fmla="*/ 217864 h 261329"/>
                <a:gd name="connsiteX34" fmla="*/ 229725 w 261023"/>
                <a:gd name="connsiteY34" fmla="*/ 141664 h 261329"/>
                <a:gd name="connsiteX35" fmla="*/ 195435 w 261023"/>
                <a:gd name="connsiteY35" fmla="*/ 130234 h 261329"/>
                <a:gd name="connsiteX36" fmla="*/ 176385 w 261023"/>
                <a:gd name="connsiteY36" fmla="*/ 120074 h 261329"/>
                <a:gd name="connsiteX37" fmla="*/ 171304 w 261023"/>
                <a:gd name="connsiteY37" fmla="*/ 112454 h 261329"/>
                <a:gd name="connsiteX38" fmla="*/ 119235 w 261023"/>
                <a:gd name="connsiteY38" fmla="*/ 117534 h 26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61023" h="261329">
                  <a:moveTo>
                    <a:pt x="88754" y="130234"/>
                  </a:moveTo>
                  <a:lnTo>
                    <a:pt x="53194" y="94674"/>
                  </a:lnTo>
                  <a:cubicBezTo>
                    <a:pt x="45575" y="95944"/>
                    <a:pt x="37954" y="93404"/>
                    <a:pt x="32875" y="88324"/>
                  </a:cubicBezTo>
                  <a:lnTo>
                    <a:pt x="3664" y="54034"/>
                  </a:lnTo>
                  <a:cubicBezTo>
                    <a:pt x="-1415" y="47684"/>
                    <a:pt x="-1415" y="38794"/>
                    <a:pt x="4935" y="33714"/>
                  </a:cubicBezTo>
                  <a:lnTo>
                    <a:pt x="34144" y="4504"/>
                  </a:lnTo>
                  <a:cubicBezTo>
                    <a:pt x="39225" y="-576"/>
                    <a:pt x="48114" y="-1846"/>
                    <a:pt x="54464" y="3234"/>
                  </a:cubicBezTo>
                  <a:lnTo>
                    <a:pt x="88754" y="32444"/>
                  </a:lnTo>
                  <a:cubicBezTo>
                    <a:pt x="95104" y="37524"/>
                    <a:pt x="96375" y="45144"/>
                    <a:pt x="95104" y="52764"/>
                  </a:cubicBezTo>
                  <a:lnTo>
                    <a:pt x="130664" y="88324"/>
                  </a:lnTo>
                  <a:cubicBezTo>
                    <a:pt x="149714" y="81974"/>
                    <a:pt x="170035" y="84514"/>
                    <a:pt x="185275" y="99754"/>
                  </a:cubicBezTo>
                  <a:cubicBezTo>
                    <a:pt x="189085" y="103564"/>
                    <a:pt x="191625" y="107374"/>
                    <a:pt x="194164" y="112454"/>
                  </a:cubicBezTo>
                  <a:cubicBezTo>
                    <a:pt x="211944" y="111184"/>
                    <a:pt x="229725" y="116264"/>
                    <a:pt x="243694" y="128964"/>
                  </a:cubicBezTo>
                  <a:cubicBezTo>
                    <a:pt x="271635" y="156904"/>
                    <a:pt x="264014" y="203894"/>
                    <a:pt x="233535" y="234374"/>
                  </a:cubicBezTo>
                  <a:cubicBezTo>
                    <a:pt x="203054" y="264854"/>
                    <a:pt x="156064" y="271204"/>
                    <a:pt x="128125" y="244534"/>
                  </a:cubicBezTo>
                  <a:cubicBezTo>
                    <a:pt x="115425" y="231834"/>
                    <a:pt x="109075" y="212784"/>
                    <a:pt x="111614" y="195004"/>
                  </a:cubicBezTo>
                  <a:cubicBezTo>
                    <a:pt x="106535" y="192464"/>
                    <a:pt x="102725" y="189924"/>
                    <a:pt x="98914" y="186114"/>
                  </a:cubicBezTo>
                  <a:cubicBezTo>
                    <a:pt x="84944" y="169604"/>
                    <a:pt x="82404" y="149284"/>
                    <a:pt x="88754" y="130234"/>
                  </a:cubicBezTo>
                  <a:close/>
                  <a:moveTo>
                    <a:pt x="98914" y="111184"/>
                  </a:moveTo>
                  <a:lnTo>
                    <a:pt x="62085" y="74354"/>
                  </a:lnTo>
                  <a:cubicBezTo>
                    <a:pt x="58275" y="70544"/>
                    <a:pt x="51925" y="70544"/>
                    <a:pt x="48114" y="74354"/>
                  </a:cubicBezTo>
                  <a:lnTo>
                    <a:pt x="21444" y="43874"/>
                  </a:lnTo>
                  <a:lnTo>
                    <a:pt x="44304" y="21014"/>
                  </a:lnTo>
                  <a:lnTo>
                    <a:pt x="74785" y="47684"/>
                  </a:lnTo>
                  <a:cubicBezTo>
                    <a:pt x="70975" y="51494"/>
                    <a:pt x="72244" y="57844"/>
                    <a:pt x="74785" y="61654"/>
                  </a:cubicBezTo>
                  <a:lnTo>
                    <a:pt x="111614" y="98484"/>
                  </a:lnTo>
                  <a:cubicBezTo>
                    <a:pt x="109075" y="101024"/>
                    <a:pt x="106535" y="102294"/>
                    <a:pt x="103994" y="104834"/>
                  </a:cubicBezTo>
                  <a:cubicBezTo>
                    <a:pt x="102725" y="106104"/>
                    <a:pt x="100185" y="108644"/>
                    <a:pt x="98914" y="111184"/>
                  </a:cubicBezTo>
                  <a:close/>
                  <a:moveTo>
                    <a:pt x="119235" y="117534"/>
                  </a:moveTo>
                  <a:cubicBezTo>
                    <a:pt x="102725" y="134044"/>
                    <a:pt x="101454" y="158174"/>
                    <a:pt x="114154" y="169604"/>
                  </a:cubicBezTo>
                  <a:cubicBezTo>
                    <a:pt x="116694" y="172144"/>
                    <a:pt x="119235" y="173414"/>
                    <a:pt x="121775" y="174684"/>
                  </a:cubicBezTo>
                  <a:cubicBezTo>
                    <a:pt x="128125" y="178494"/>
                    <a:pt x="133204" y="184844"/>
                    <a:pt x="131935" y="193734"/>
                  </a:cubicBezTo>
                  <a:cubicBezTo>
                    <a:pt x="130664" y="207704"/>
                    <a:pt x="134475" y="219134"/>
                    <a:pt x="143364" y="228024"/>
                  </a:cubicBezTo>
                  <a:cubicBezTo>
                    <a:pt x="159875" y="244534"/>
                    <a:pt x="194164" y="243264"/>
                    <a:pt x="219564" y="217864"/>
                  </a:cubicBezTo>
                  <a:cubicBezTo>
                    <a:pt x="244964" y="192464"/>
                    <a:pt x="246235" y="158174"/>
                    <a:pt x="229725" y="141664"/>
                  </a:cubicBezTo>
                  <a:cubicBezTo>
                    <a:pt x="220835" y="132774"/>
                    <a:pt x="209404" y="128964"/>
                    <a:pt x="195435" y="130234"/>
                  </a:cubicBezTo>
                  <a:cubicBezTo>
                    <a:pt x="187814" y="131504"/>
                    <a:pt x="180194" y="126424"/>
                    <a:pt x="176385" y="120074"/>
                  </a:cubicBezTo>
                  <a:cubicBezTo>
                    <a:pt x="175114" y="117534"/>
                    <a:pt x="173844" y="114994"/>
                    <a:pt x="171304" y="112454"/>
                  </a:cubicBezTo>
                  <a:cubicBezTo>
                    <a:pt x="159875" y="101024"/>
                    <a:pt x="137014" y="101024"/>
                    <a:pt x="119235" y="11753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09" name="Рисунок 2">
            <a:extLst>
              <a:ext uri="{FF2B5EF4-FFF2-40B4-BE49-F238E27FC236}">
                <a16:creationId xmlns:a16="http://schemas.microsoft.com/office/drawing/2014/main" id="{F67BDEBD-CCB9-BE1A-B5CC-E5A7842720A0}"/>
              </a:ext>
            </a:extLst>
          </p:cNvPr>
          <p:cNvGrpSpPr/>
          <p:nvPr/>
        </p:nvGrpSpPr>
        <p:grpSpPr>
          <a:xfrm>
            <a:off x="9556238" y="3624979"/>
            <a:ext cx="245947" cy="218122"/>
            <a:chOff x="9631896" y="3090227"/>
            <a:chExt cx="245947" cy="218122"/>
          </a:xfrm>
          <a:solidFill>
            <a:schemeClr val="bg1"/>
          </a:solidFill>
        </p:grpSpPr>
        <p:sp>
          <p:nvSpPr>
            <p:cNvPr id="410" name="Полилиния: фигура 702">
              <a:extLst>
                <a:ext uri="{FF2B5EF4-FFF2-40B4-BE49-F238E27FC236}">
                  <a16:creationId xmlns:a16="http://schemas.microsoft.com/office/drawing/2014/main" id="{683180D6-7F04-AA7C-277D-2018DEC8E827}"/>
                </a:ext>
              </a:extLst>
            </p:cNvPr>
            <p:cNvSpPr/>
            <p:nvPr/>
          </p:nvSpPr>
          <p:spPr>
            <a:xfrm>
              <a:off x="9714230" y="3190239"/>
              <a:ext cx="80009" cy="87630"/>
            </a:xfrm>
            <a:custGeom>
              <a:avLst/>
              <a:gdLst>
                <a:gd name="connsiteX0" fmla="*/ 29210 w 80009"/>
                <a:gd name="connsiteY0" fmla="*/ 87630 h 87630"/>
                <a:gd name="connsiteX1" fmla="*/ 17780 w 80009"/>
                <a:gd name="connsiteY1" fmla="*/ 85090 h 87630"/>
                <a:gd name="connsiteX2" fmla="*/ 17780 w 80009"/>
                <a:gd name="connsiteY2" fmla="*/ 66040 h 87630"/>
                <a:gd name="connsiteX3" fmla="*/ 25400 w 80009"/>
                <a:gd name="connsiteY3" fmla="*/ 68580 h 87630"/>
                <a:gd name="connsiteX4" fmla="*/ 33020 w 80009"/>
                <a:gd name="connsiteY4" fmla="*/ 63500 h 87630"/>
                <a:gd name="connsiteX5" fmla="*/ 0 w 80009"/>
                <a:gd name="connsiteY5" fmla="*/ 0 h 87630"/>
                <a:gd name="connsiteX6" fmla="*/ 22860 w 80009"/>
                <a:gd name="connsiteY6" fmla="*/ 0 h 87630"/>
                <a:gd name="connsiteX7" fmla="*/ 43180 w 80009"/>
                <a:gd name="connsiteY7" fmla="*/ 43180 h 87630"/>
                <a:gd name="connsiteX8" fmla="*/ 59689 w 80009"/>
                <a:gd name="connsiteY8" fmla="*/ 0 h 87630"/>
                <a:gd name="connsiteX9" fmla="*/ 80010 w 80009"/>
                <a:gd name="connsiteY9" fmla="*/ 0 h 87630"/>
                <a:gd name="connsiteX10" fmla="*/ 52070 w 80009"/>
                <a:gd name="connsiteY10" fmla="*/ 66040 h 87630"/>
                <a:gd name="connsiteX11" fmla="*/ 29210 w 80009"/>
                <a:gd name="connsiteY11" fmla="*/ 87630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009" h="87630">
                  <a:moveTo>
                    <a:pt x="29210" y="87630"/>
                  </a:moveTo>
                  <a:cubicBezTo>
                    <a:pt x="25400" y="87630"/>
                    <a:pt x="20320" y="86360"/>
                    <a:pt x="17780" y="85090"/>
                  </a:cubicBezTo>
                  <a:lnTo>
                    <a:pt x="17780" y="66040"/>
                  </a:lnTo>
                  <a:cubicBezTo>
                    <a:pt x="19050" y="67310"/>
                    <a:pt x="22860" y="68580"/>
                    <a:pt x="25400" y="68580"/>
                  </a:cubicBezTo>
                  <a:cubicBezTo>
                    <a:pt x="27939" y="68580"/>
                    <a:pt x="31750" y="68580"/>
                    <a:pt x="33020" y="63500"/>
                  </a:cubicBezTo>
                  <a:lnTo>
                    <a:pt x="0" y="0"/>
                  </a:lnTo>
                  <a:lnTo>
                    <a:pt x="22860" y="0"/>
                  </a:lnTo>
                  <a:lnTo>
                    <a:pt x="43180" y="43180"/>
                  </a:lnTo>
                  <a:lnTo>
                    <a:pt x="59689" y="0"/>
                  </a:lnTo>
                  <a:lnTo>
                    <a:pt x="80010" y="0"/>
                  </a:lnTo>
                  <a:lnTo>
                    <a:pt x="52070" y="66040"/>
                  </a:lnTo>
                  <a:cubicBezTo>
                    <a:pt x="46989" y="82550"/>
                    <a:pt x="40639" y="87630"/>
                    <a:pt x="29210" y="8763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1" name="Полилиния: фигура 703">
              <a:extLst>
                <a:ext uri="{FF2B5EF4-FFF2-40B4-BE49-F238E27FC236}">
                  <a16:creationId xmlns:a16="http://schemas.microsoft.com/office/drawing/2014/main" id="{5A899807-5100-CF6F-A503-38FB4D8EBA11}"/>
                </a:ext>
              </a:extLst>
            </p:cNvPr>
            <p:cNvSpPr/>
            <p:nvPr/>
          </p:nvSpPr>
          <p:spPr>
            <a:xfrm>
              <a:off x="9631896" y="3090227"/>
              <a:ext cx="245947" cy="218122"/>
            </a:xfrm>
            <a:custGeom>
              <a:avLst/>
              <a:gdLst>
                <a:gd name="connsiteX0" fmla="*/ 242354 w 245947"/>
                <a:gd name="connsiteY0" fmla="*/ 180022 h 218122"/>
                <a:gd name="connsiteX1" fmla="*/ 144564 w 245947"/>
                <a:gd name="connsiteY1" fmla="*/ 12383 h 218122"/>
                <a:gd name="connsiteX2" fmla="*/ 101384 w 245947"/>
                <a:gd name="connsiteY2" fmla="*/ 12383 h 218122"/>
                <a:gd name="connsiteX3" fmla="*/ 3594 w 245947"/>
                <a:gd name="connsiteY3" fmla="*/ 180022 h 218122"/>
                <a:gd name="connsiteX4" fmla="*/ 25184 w 245947"/>
                <a:gd name="connsiteY4" fmla="*/ 218122 h 218122"/>
                <a:gd name="connsiteX5" fmla="*/ 220764 w 245947"/>
                <a:gd name="connsiteY5" fmla="*/ 218122 h 218122"/>
                <a:gd name="connsiteX6" fmla="*/ 242354 w 245947"/>
                <a:gd name="connsiteY6" fmla="*/ 180022 h 218122"/>
                <a:gd name="connsiteX7" fmla="*/ 25184 w 245947"/>
                <a:gd name="connsiteY7" fmla="*/ 197802 h 218122"/>
                <a:gd name="connsiteX8" fmla="*/ 21373 w 245947"/>
                <a:gd name="connsiteY8" fmla="*/ 190182 h 218122"/>
                <a:gd name="connsiteX9" fmla="*/ 119164 w 245947"/>
                <a:gd name="connsiteY9" fmla="*/ 22543 h 218122"/>
                <a:gd name="connsiteX10" fmla="*/ 128054 w 245947"/>
                <a:gd name="connsiteY10" fmla="*/ 22543 h 218122"/>
                <a:gd name="connsiteX11" fmla="*/ 225844 w 245947"/>
                <a:gd name="connsiteY11" fmla="*/ 190182 h 218122"/>
                <a:gd name="connsiteX12" fmla="*/ 222034 w 245947"/>
                <a:gd name="connsiteY12" fmla="*/ 197802 h 218122"/>
                <a:gd name="connsiteX13" fmla="*/ 25184 w 245947"/>
                <a:gd name="connsiteY13" fmla="*/ 197802 h 21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947" h="218122">
                  <a:moveTo>
                    <a:pt x="242354" y="180022"/>
                  </a:moveTo>
                  <a:lnTo>
                    <a:pt x="144564" y="12383"/>
                  </a:lnTo>
                  <a:cubicBezTo>
                    <a:pt x="134404" y="-4128"/>
                    <a:pt x="110273" y="-4128"/>
                    <a:pt x="101384" y="12383"/>
                  </a:cubicBezTo>
                  <a:lnTo>
                    <a:pt x="3594" y="180022"/>
                  </a:lnTo>
                  <a:cubicBezTo>
                    <a:pt x="-6566" y="196532"/>
                    <a:pt x="6134" y="218122"/>
                    <a:pt x="25184" y="218122"/>
                  </a:cubicBezTo>
                  <a:lnTo>
                    <a:pt x="220764" y="218122"/>
                  </a:lnTo>
                  <a:cubicBezTo>
                    <a:pt x="239814" y="218122"/>
                    <a:pt x="252514" y="196532"/>
                    <a:pt x="242354" y="180022"/>
                  </a:cubicBezTo>
                  <a:close/>
                  <a:moveTo>
                    <a:pt x="25184" y="197802"/>
                  </a:moveTo>
                  <a:cubicBezTo>
                    <a:pt x="21373" y="197802"/>
                    <a:pt x="18834" y="193993"/>
                    <a:pt x="21373" y="190182"/>
                  </a:cubicBezTo>
                  <a:lnTo>
                    <a:pt x="119164" y="22543"/>
                  </a:lnTo>
                  <a:cubicBezTo>
                    <a:pt x="121704" y="18733"/>
                    <a:pt x="125514" y="18733"/>
                    <a:pt x="128054" y="22543"/>
                  </a:cubicBezTo>
                  <a:lnTo>
                    <a:pt x="225844" y="190182"/>
                  </a:lnTo>
                  <a:cubicBezTo>
                    <a:pt x="228384" y="193993"/>
                    <a:pt x="225844" y="197802"/>
                    <a:pt x="222034" y="197802"/>
                  </a:cubicBezTo>
                  <a:lnTo>
                    <a:pt x="25184" y="197802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12" name="Рисунок 2">
            <a:extLst>
              <a:ext uri="{FF2B5EF4-FFF2-40B4-BE49-F238E27FC236}">
                <a16:creationId xmlns:a16="http://schemas.microsoft.com/office/drawing/2014/main" id="{CE51C971-CD07-3446-8A4D-7E1C597B1FAA}"/>
              </a:ext>
            </a:extLst>
          </p:cNvPr>
          <p:cNvGrpSpPr/>
          <p:nvPr/>
        </p:nvGrpSpPr>
        <p:grpSpPr>
          <a:xfrm>
            <a:off x="6179092" y="3586562"/>
            <a:ext cx="293369" cy="294639"/>
            <a:chOff x="6254750" y="3051810"/>
            <a:chExt cx="293369" cy="294639"/>
          </a:xfrm>
          <a:solidFill>
            <a:schemeClr val="bg1"/>
          </a:solidFill>
        </p:grpSpPr>
        <p:sp>
          <p:nvSpPr>
            <p:cNvPr id="413" name="Полилиния: фигура 710">
              <a:extLst>
                <a:ext uri="{FF2B5EF4-FFF2-40B4-BE49-F238E27FC236}">
                  <a16:creationId xmlns:a16="http://schemas.microsoft.com/office/drawing/2014/main" id="{ACD8B782-6950-1037-F6E8-63FEDD683640}"/>
                </a:ext>
              </a:extLst>
            </p:cNvPr>
            <p:cNvSpPr/>
            <p:nvPr/>
          </p:nvSpPr>
          <p:spPr>
            <a:xfrm>
              <a:off x="6355079" y="3153410"/>
              <a:ext cx="20320" cy="20319"/>
            </a:xfrm>
            <a:custGeom>
              <a:avLst/>
              <a:gdLst>
                <a:gd name="connsiteX0" fmla="*/ 0 w 20320"/>
                <a:gd name="connsiteY0" fmla="*/ 0 h 20319"/>
                <a:gd name="connsiteX1" fmla="*/ 20320 w 20320"/>
                <a:gd name="connsiteY1" fmla="*/ 0 h 20319"/>
                <a:gd name="connsiteX2" fmla="*/ 20320 w 20320"/>
                <a:gd name="connsiteY2" fmla="*/ 20320 h 20319"/>
                <a:gd name="connsiteX3" fmla="*/ 0 w 20320"/>
                <a:gd name="connsiteY3" fmla="*/ 20320 h 20319"/>
                <a:gd name="connsiteX4" fmla="*/ 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0"/>
                  </a:moveTo>
                  <a:lnTo>
                    <a:pt x="20320" y="0"/>
                  </a:lnTo>
                  <a:lnTo>
                    <a:pt x="20320" y="20320"/>
                  </a:lnTo>
                  <a:lnTo>
                    <a:pt x="0" y="2032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4" name="Полилиния: фигура 711">
              <a:extLst>
                <a:ext uri="{FF2B5EF4-FFF2-40B4-BE49-F238E27FC236}">
                  <a16:creationId xmlns:a16="http://schemas.microsoft.com/office/drawing/2014/main" id="{32FFD35A-D60E-54AD-A9F5-8D031452B7C1}"/>
                </a:ext>
              </a:extLst>
            </p:cNvPr>
            <p:cNvSpPr/>
            <p:nvPr/>
          </p:nvSpPr>
          <p:spPr>
            <a:xfrm>
              <a:off x="6304279" y="3051810"/>
              <a:ext cx="121920" cy="162560"/>
            </a:xfrm>
            <a:custGeom>
              <a:avLst/>
              <a:gdLst>
                <a:gd name="connsiteX0" fmla="*/ 55880 w 121920"/>
                <a:gd name="connsiteY0" fmla="*/ 0 h 162560"/>
                <a:gd name="connsiteX1" fmla="*/ 0 w 121920"/>
                <a:gd name="connsiteY1" fmla="*/ 55880 h 162560"/>
                <a:gd name="connsiteX2" fmla="*/ 0 w 121920"/>
                <a:gd name="connsiteY2" fmla="*/ 101600 h 162560"/>
                <a:gd name="connsiteX3" fmla="*/ 60960 w 121920"/>
                <a:gd name="connsiteY3" fmla="*/ 162560 h 162560"/>
                <a:gd name="connsiteX4" fmla="*/ 121920 w 121920"/>
                <a:gd name="connsiteY4" fmla="*/ 101600 h 162560"/>
                <a:gd name="connsiteX5" fmla="*/ 121920 w 121920"/>
                <a:gd name="connsiteY5" fmla="*/ 55880 h 162560"/>
                <a:gd name="connsiteX6" fmla="*/ 66040 w 121920"/>
                <a:gd name="connsiteY6" fmla="*/ 0 h 162560"/>
                <a:gd name="connsiteX7" fmla="*/ 55880 w 121920"/>
                <a:gd name="connsiteY7" fmla="*/ 0 h 162560"/>
                <a:gd name="connsiteX8" fmla="*/ 20320 w 121920"/>
                <a:gd name="connsiteY8" fmla="*/ 55880 h 162560"/>
                <a:gd name="connsiteX9" fmla="*/ 55880 w 121920"/>
                <a:gd name="connsiteY9" fmla="*/ 20320 h 162560"/>
                <a:gd name="connsiteX10" fmla="*/ 66040 w 121920"/>
                <a:gd name="connsiteY10" fmla="*/ 20320 h 162560"/>
                <a:gd name="connsiteX11" fmla="*/ 101600 w 121920"/>
                <a:gd name="connsiteY11" fmla="*/ 55880 h 162560"/>
                <a:gd name="connsiteX12" fmla="*/ 101600 w 121920"/>
                <a:gd name="connsiteY12" fmla="*/ 71120 h 162560"/>
                <a:gd name="connsiteX13" fmla="*/ 20320 w 121920"/>
                <a:gd name="connsiteY13" fmla="*/ 71120 h 162560"/>
                <a:gd name="connsiteX14" fmla="*/ 20320 w 121920"/>
                <a:gd name="connsiteY14" fmla="*/ 55880 h 162560"/>
                <a:gd name="connsiteX15" fmla="*/ 20320 w 121920"/>
                <a:gd name="connsiteY15" fmla="*/ 101600 h 162560"/>
                <a:gd name="connsiteX16" fmla="*/ 60960 w 121920"/>
                <a:gd name="connsiteY16" fmla="*/ 142240 h 162560"/>
                <a:gd name="connsiteX17" fmla="*/ 101600 w 121920"/>
                <a:gd name="connsiteY17" fmla="*/ 101600 h 162560"/>
                <a:gd name="connsiteX18" fmla="*/ 71120 w 121920"/>
                <a:gd name="connsiteY18" fmla="*/ 101600 h 162560"/>
                <a:gd name="connsiteX19" fmla="*/ 71120 w 121920"/>
                <a:gd name="connsiteY19" fmla="*/ 91440 h 162560"/>
                <a:gd name="connsiteX20" fmla="*/ 50800 w 121920"/>
                <a:gd name="connsiteY20" fmla="*/ 91440 h 162560"/>
                <a:gd name="connsiteX21" fmla="*/ 50800 w 121920"/>
                <a:gd name="connsiteY21" fmla="*/ 101600 h 162560"/>
                <a:gd name="connsiteX22" fmla="*/ 20320 w 121920"/>
                <a:gd name="connsiteY22" fmla="*/ 10160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1920" h="162560">
                  <a:moveTo>
                    <a:pt x="55880" y="0"/>
                  </a:moveTo>
                  <a:cubicBezTo>
                    <a:pt x="25400" y="0"/>
                    <a:pt x="0" y="25400"/>
                    <a:pt x="0" y="55880"/>
                  </a:cubicBezTo>
                  <a:lnTo>
                    <a:pt x="0" y="101600"/>
                  </a:lnTo>
                  <a:cubicBezTo>
                    <a:pt x="0" y="134620"/>
                    <a:pt x="26670" y="162560"/>
                    <a:pt x="60960" y="162560"/>
                  </a:cubicBezTo>
                  <a:cubicBezTo>
                    <a:pt x="95250" y="162560"/>
                    <a:pt x="121920" y="135890"/>
                    <a:pt x="121920" y="101600"/>
                  </a:cubicBezTo>
                  <a:lnTo>
                    <a:pt x="121920" y="55880"/>
                  </a:lnTo>
                  <a:cubicBezTo>
                    <a:pt x="121920" y="25400"/>
                    <a:pt x="96520" y="0"/>
                    <a:pt x="66040" y="0"/>
                  </a:cubicBezTo>
                  <a:lnTo>
                    <a:pt x="55880" y="0"/>
                  </a:lnTo>
                  <a:close/>
                  <a:moveTo>
                    <a:pt x="20320" y="55880"/>
                  </a:moveTo>
                  <a:cubicBezTo>
                    <a:pt x="20320" y="36830"/>
                    <a:pt x="36830" y="20320"/>
                    <a:pt x="55880" y="20320"/>
                  </a:cubicBezTo>
                  <a:lnTo>
                    <a:pt x="66040" y="20320"/>
                  </a:lnTo>
                  <a:cubicBezTo>
                    <a:pt x="85090" y="20320"/>
                    <a:pt x="101600" y="36830"/>
                    <a:pt x="101600" y="55880"/>
                  </a:cubicBezTo>
                  <a:lnTo>
                    <a:pt x="101600" y="71120"/>
                  </a:lnTo>
                  <a:cubicBezTo>
                    <a:pt x="76200" y="59690"/>
                    <a:pt x="45720" y="59690"/>
                    <a:pt x="20320" y="71120"/>
                  </a:cubicBezTo>
                  <a:lnTo>
                    <a:pt x="20320" y="55880"/>
                  </a:lnTo>
                  <a:close/>
                  <a:moveTo>
                    <a:pt x="20320" y="101600"/>
                  </a:moveTo>
                  <a:cubicBezTo>
                    <a:pt x="20320" y="124460"/>
                    <a:pt x="38100" y="142240"/>
                    <a:pt x="60960" y="142240"/>
                  </a:cubicBezTo>
                  <a:cubicBezTo>
                    <a:pt x="83820" y="142240"/>
                    <a:pt x="101600" y="124460"/>
                    <a:pt x="101600" y="101600"/>
                  </a:cubicBezTo>
                  <a:lnTo>
                    <a:pt x="71120" y="101600"/>
                  </a:lnTo>
                  <a:lnTo>
                    <a:pt x="71120" y="91440"/>
                  </a:lnTo>
                  <a:lnTo>
                    <a:pt x="50800" y="91440"/>
                  </a:lnTo>
                  <a:lnTo>
                    <a:pt x="50800" y="101600"/>
                  </a:lnTo>
                  <a:lnTo>
                    <a:pt x="203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5" name="Полилиния: фигура 712">
              <a:extLst>
                <a:ext uri="{FF2B5EF4-FFF2-40B4-BE49-F238E27FC236}">
                  <a16:creationId xmlns:a16="http://schemas.microsoft.com/office/drawing/2014/main" id="{6B8D20EC-1369-D570-093E-2DBFA91DE2FC}"/>
                </a:ext>
              </a:extLst>
            </p:cNvPr>
            <p:cNvSpPr/>
            <p:nvPr/>
          </p:nvSpPr>
          <p:spPr>
            <a:xfrm>
              <a:off x="6254750" y="3214370"/>
              <a:ext cx="172720" cy="121920"/>
            </a:xfrm>
            <a:custGeom>
              <a:avLst/>
              <a:gdLst>
                <a:gd name="connsiteX0" fmla="*/ 19050 w 172720"/>
                <a:gd name="connsiteY0" fmla="*/ 60960 h 121920"/>
                <a:gd name="connsiteX1" fmla="*/ 58420 w 172720"/>
                <a:gd name="connsiteY1" fmla="*/ 20320 h 121920"/>
                <a:gd name="connsiteX2" fmla="*/ 110490 w 172720"/>
                <a:gd name="connsiteY2" fmla="*/ 50800 h 121920"/>
                <a:gd name="connsiteX3" fmla="*/ 138430 w 172720"/>
                <a:gd name="connsiteY3" fmla="*/ 44450 h 121920"/>
                <a:gd name="connsiteX4" fmla="*/ 142240 w 172720"/>
                <a:gd name="connsiteY4" fmla="*/ 41910 h 121920"/>
                <a:gd name="connsiteX5" fmla="*/ 144780 w 172720"/>
                <a:gd name="connsiteY5" fmla="*/ 39370 h 121920"/>
                <a:gd name="connsiteX6" fmla="*/ 147320 w 172720"/>
                <a:gd name="connsiteY6" fmla="*/ 38100 h 121920"/>
                <a:gd name="connsiteX7" fmla="*/ 148590 w 172720"/>
                <a:gd name="connsiteY7" fmla="*/ 22860 h 121920"/>
                <a:gd name="connsiteX8" fmla="*/ 134620 w 172720"/>
                <a:gd name="connsiteY8" fmla="*/ 22860 h 121920"/>
                <a:gd name="connsiteX9" fmla="*/ 133350 w 172720"/>
                <a:gd name="connsiteY9" fmla="*/ 24130 h 121920"/>
                <a:gd name="connsiteX10" fmla="*/ 129540 w 172720"/>
                <a:gd name="connsiteY10" fmla="*/ 26670 h 121920"/>
                <a:gd name="connsiteX11" fmla="*/ 111760 w 172720"/>
                <a:gd name="connsiteY11" fmla="*/ 30480 h 121920"/>
                <a:gd name="connsiteX12" fmla="*/ 74930 w 172720"/>
                <a:gd name="connsiteY12" fmla="*/ 5080 h 121920"/>
                <a:gd name="connsiteX13" fmla="*/ 66040 w 172720"/>
                <a:gd name="connsiteY13" fmla="*/ 0 h 121920"/>
                <a:gd name="connsiteX14" fmla="*/ 60960 w 172720"/>
                <a:gd name="connsiteY14" fmla="*/ 0 h 121920"/>
                <a:gd name="connsiteX15" fmla="*/ 0 w 172720"/>
                <a:gd name="connsiteY15" fmla="*/ 60960 h 121920"/>
                <a:gd name="connsiteX16" fmla="*/ 0 w 172720"/>
                <a:gd name="connsiteY16" fmla="*/ 96520 h 121920"/>
                <a:gd name="connsiteX17" fmla="*/ 25400 w 172720"/>
                <a:gd name="connsiteY17" fmla="*/ 121920 h 121920"/>
                <a:gd name="connsiteX18" fmla="*/ 162560 w 172720"/>
                <a:gd name="connsiteY18" fmla="*/ 121920 h 121920"/>
                <a:gd name="connsiteX19" fmla="*/ 172720 w 172720"/>
                <a:gd name="connsiteY19" fmla="*/ 111760 h 121920"/>
                <a:gd name="connsiteX20" fmla="*/ 162560 w 172720"/>
                <a:gd name="connsiteY20" fmla="*/ 101600 h 121920"/>
                <a:gd name="connsiteX21" fmla="*/ 81280 w 172720"/>
                <a:gd name="connsiteY21" fmla="*/ 101600 h 121920"/>
                <a:gd name="connsiteX22" fmla="*/ 81280 w 172720"/>
                <a:gd name="connsiteY22" fmla="*/ 81280 h 121920"/>
                <a:gd name="connsiteX23" fmla="*/ 81280 w 172720"/>
                <a:gd name="connsiteY23" fmla="*/ 81280 h 121920"/>
                <a:gd name="connsiteX24" fmla="*/ 80010 w 172720"/>
                <a:gd name="connsiteY24" fmla="*/ 77470 h 121920"/>
                <a:gd name="connsiteX25" fmla="*/ 64770 w 172720"/>
                <a:gd name="connsiteY25" fmla="*/ 46990 h 121920"/>
                <a:gd name="connsiteX26" fmla="*/ 50800 w 172720"/>
                <a:gd name="connsiteY26" fmla="*/ 41910 h 121920"/>
                <a:gd name="connsiteX27" fmla="*/ 45720 w 172720"/>
                <a:gd name="connsiteY27" fmla="*/ 55880 h 121920"/>
                <a:gd name="connsiteX28" fmla="*/ 59690 w 172720"/>
                <a:gd name="connsiteY28" fmla="*/ 83820 h 121920"/>
                <a:gd name="connsiteX29" fmla="*/ 59690 w 172720"/>
                <a:gd name="connsiteY29" fmla="*/ 101600 h 121920"/>
                <a:gd name="connsiteX30" fmla="*/ 24130 w 172720"/>
                <a:gd name="connsiteY30" fmla="*/ 101600 h 121920"/>
                <a:gd name="connsiteX31" fmla="*/ 19050 w 172720"/>
                <a:gd name="connsiteY31" fmla="*/ 96520 h 121920"/>
                <a:gd name="connsiteX32" fmla="*/ 19050 w 172720"/>
                <a:gd name="connsiteY32" fmla="*/ 609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2720" h="121920">
                  <a:moveTo>
                    <a:pt x="19050" y="60960"/>
                  </a:moveTo>
                  <a:cubicBezTo>
                    <a:pt x="19050" y="39370"/>
                    <a:pt x="36830" y="20320"/>
                    <a:pt x="58420" y="20320"/>
                  </a:cubicBezTo>
                  <a:cubicBezTo>
                    <a:pt x="66040" y="33020"/>
                    <a:pt x="83820" y="50800"/>
                    <a:pt x="110490" y="50800"/>
                  </a:cubicBezTo>
                  <a:cubicBezTo>
                    <a:pt x="121920" y="50800"/>
                    <a:pt x="132080" y="48260"/>
                    <a:pt x="138430" y="44450"/>
                  </a:cubicBezTo>
                  <a:cubicBezTo>
                    <a:pt x="139700" y="43180"/>
                    <a:pt x="140970" y="43180"/>
                    <a:pt x="142240" y="41910"/>
                  </a:cubicBezTo>
                  <a:cubicBezTo>
                    <a:pt x="143510" y="40640"/>
                    <a:pt x="144780" y="40640"/>
                    <a:pt x="144780" y="39370"/>
                  </a:cubicBezTo>
                  <a:cubicBezTo>
                    <a:pt x="146050" y="38100"/>
                    <a:pt x="146050" y="38100"/>
                    <a:pt x="147320" y="38100"/>
                  </a:cubicBezTo>
                  <a:cubicBezTo>
                    <a:pt x="151130" y="34290"/>
                    <a:pt x="152400" y="26670"/>
                    <a:pt x="148590" y="22860"/>
                  </a:cubicBezTo>
                  <a:cubicBezTo>
                    <a:pt x="144780" y="19050"/>
                    <a:pt x="138430" y="19050"/>
                    <a:pt x="134620" y="22860"/>
                  </a:cubicBezTo>
                  <a:cubicBezTo>
                    <a:pt x="134620" y="22860"/>
                    <a:pt x="134620" y="22860"/>
                    <a:pt x="133350" y="24130"/>
                  </a:cubicBezTo>
                  <a:cubicBezTo>
                    <a:pt x="132080" y="24130"/>
                    <a:pt x="130810" y="25400"/>
                    <a:pt x="129540" y="26670"/>
                  </a:cubicBezTo>
                  <a:cubicBezTo>
                    <a:pt x="125730" y="29210"/>
                    <a:pt x="119380" y="30480"/>
                    <a:pt x="111760" y="30480"/>
                  </a:cubicBezTo>
                  <a:cubicBezTo>
                    <a:pt x="92710" y="30480"/>
                    <a:pt x="80010" y="13970"/>
                    <a:pt x="74930" y="5080"/>
                  </a:cubicBezTo>
                  <a:cubicBezTo>
                    <a:pt x="73660" y="1270"/>
                    <a:pt x="69850" y="0"/>
                    <a:pt x="66040" y="0"/>
                  </a:cubicBezTo>
                  <a:lnTo>
                    <a:pt x="60960" y="0"/>
                  </a:lnTo>
                  <a:cubicBezTo>
                    <a:pt x="27940" y="0"/>
                    <a:pt x="0" y="26670"/>
                    <a:pt x="0" y="60960"/>
                  </a:cubicBezTo>
                  <a:lnTo>
                    <a:pt x="0" y="96520"/>
                  </a:lnTo>
                  <a:cubicBezTo>
                    <a:pt x="0" y="110490"/>
                    <a:pt x="11430" y="121920"/>
                    <a:pt x="25400" y="121920"/>
                  </a:cubicBezTo>
                  <a:lnTo>
                    <a:pt x="162560" y="121920"/>
                  </a:lnTo>
                  <a:cubicBezTo>
                    <a:pt x="167640" y="121920"/>
                    <a:pt x="172720" y="116840"/>
                    <a:pt x="172720" y="111760"/>
                  </a:cubicBezTo>
                  <a:cubicBezTo>
                    <a:pt x="172720" y="106680"/>
                    <a:pt x="167640" y="101600"/>
                    <a:pt x="162560" y="101600"/>
                  </a:cubicBez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81280"/>
                    <a:pt x="81280" y="81280"/>
                    <a:pt x="81280" y="81280"/>
                  </a:cubicBezTo>
                  <a:cubicBezTo>
                    <a:pt x="81280" y="80010"/>
                    <a:pt x="81280" y="78740"/>
                    <a:pt x="80010" y="77470"/>
                  </a:cubicBezTo>
                  <a:lnTo>
                    <a:pt x="64770" y="46990"/>
                  </a:lnTo>
                  <a:cubicBezTo>
                    <a:pt x="62230" y="41910"/>
                    <a:pt x="55880" y="39370"/>
                    <a:pt x="50800" y="41910"/>
                  </a:cubicBezTo>
                  <a:cubicBezTo>
                    <a:pt x="45720" y="44450"/>
                    <a:pt x="43180" y="50800"/>
                    <a:pt x="45720" y="55880"/>
                  </a:cubicBezTo>
                  <a:lnTo>
                    <a:pt x="59690" y="83820"/>
                  </a:lnTo>
                  <a:lnTo>
                    <a:pt x="59690" y="101600"/>
                  </a:lnTo>
                  <a:lnTo>
                    <a:pt x="24130" y="101600"/>
                  </a:lnTo>
                  <a:cubicBezTo>
                    <a:pt x="21590" y="101600"/>
                    <a:pt x="19050" y="99060"/>
                    <a:pt x="19050" y="96520"/>
                  </a:cubicBezTo>
                  <a:lnTo>
                    <a:pt x="19050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6" name="Полилиния: фигура 713">
              <a:extLst>
                <a:ext uri="{FF2B5EF4-FFF2-40B4-BE49-F238E27FC236}">
                  <a16:creationId xmlns:a16="http://schemas.microsoft.com/office/drawing/2014/main" id="{18D51F2D-040B-D2BA-ED39-498F9B03F11B}"/>
                </a:ext>
              </a:extLst>
            </p:cNvPr>
            <p:cNvSpPr/>
            <p:nvPr/>
          </p:nvSpPr>
          <p:spPr>
            <a:xfrm>
              <a:off x="6416040" y="3179635"/>
              <a:ext cx="132079" cy="166814"/>
            </a:xfrm>
            <a:custGeom>
              <a:avLst/>
              <a:gdLst>
                <a:gd name="connsiteX0" fmla="*/ 40640 w 132079"/>
                <a:gd name="connsiteY0" fmla="*/ 52515 h 166814"/>
                <a:gd name="connsiteX1" fmla="*/ 50800 w 132079"/>
                <a:gd name="connsiteY1" fmla="*/ 60135 h 166814"/>
                <a:gd name="connsiteX2" fmla="*/ 81280 w 132079"/>
                <a:gd name="connsiteY2" fmla="*/ 60135 h 166814"/>
                <a:gd name="connsiteX3" fmla="*/ 91440 w 132079"/>
                <a:gd name="connsiteY3" fmla="*/ 52515 h 166814"/>
                <a:gd name="connsiteX4" fmla="*/ 91440 w 132079"/>
                <a:gd name="connsiteY4" fmla="*/ 49975 h 166814"/>
                <a:gd name="connsiteX5" fmla="*/ 91440 w 132079"/>
                <a:gd name="connsiteY5" fmla="*/ 24575 h 166814"/>
                <a:gd name="connsiteX6" fmla="*/ 99060 w 132079"/>
                <a:gd name="connsiteY6" fmla="*/ 22035 h 166814"/>
                <a:gd name="connsiteX7" fmla="*/ 101600 w 132079"/>
                <a:gd name="connsiteY7" fmla="*/ 24575 h 166814"/>
                <a:gd name="connsiteX8" fmla="*/ 107950 w 132079"/>
                <a:gd name="connsiteY8" fmla="*/ 36004 h 166814"/>
                <a:gd name="connsiteX9" fmla="*/ 111760 w 132079"/>
                <a:gd name="connsiteY9" fmla="*/ 49975 h 166814"/>
                <a:gd name="connsiteX10" fmla="*/ 111760 w 132079"/>
                <a:gd name="connsiteY10" fmla="*/ 52515 h 166814"/>
                <a:gd name="connsiteX11" fmla="*/ 111760 w 132079"/>
                <a:gd name="connsiteY11" fmla="*/ 55054 h 166814"/>
                <a:gd name="connsiteX12" fmla="*/ 88900 w 132079"/>
                <a:gd name="connsiteY12" fmla="*/ 94424 h 166814"/>
                <a:gd name="connsiteX13" fmla="*/ 86360 w 132079"/>
                <a:gd name="connsiteY13" fmla="*/ 99505 h 166814"/>
                <a:gd name="connsiteX14" fmla="*/ 86360 w 132079"/>
                <a:gd name="connsiteY14" fmla="*/ 156655 h 166814"/>
                <a:gd name="connsiteX15" fmla="*/ 96520 w 132079"/>
                <a:gd name="connsiteY15" fmla="*/ 166815 h 166814"/>
                <a:gd name="connsiteX16" fmla="*/ 106680 w 132079"/>
                <a:gd name="connsiteY16" fmla="*/ 156655 h 166814"/>
                <a:gd name="connsiteX17" fmla="*/ 106680 w 132079"/>
                <a:gd name="connsiteY17" fmla="*/ 107124 h 166814"/>
                <a:gd name="connsiteX18" fmla="*/ 132080 w 132079"/>
                <a:gd name="connsiteY18" fmla="*/ 55054 h 166814"/>
                <a:gd name="connsiteX19" fmla="*/ 114300 w 132079"/>
                <a:gd name="connsiteY19" fmla="*/ 9335 h 166814"/>
                <a:gd name="connsiteX20" fmla="*/ 86360 w 132079"/>
                <a:gd name="connsiteY20" fmla="*/ 1715 h 166814"/>
                <a:gd name="connsiteX21" fmla="*/ 71120 w 132079"/>
                <a:gd name="connsiteY21" fmla="*/ 24575 h 166814"/>
                <a:gd name="connsiteX22" fmla="*/ 71120 w 132079"/>
                <a:gd name="connsiteY22" fmla="*/ 39815 h 166814"/>
                <a:gd name="connsiteX23" fmla="*/ 60960 w 132079"/>
                <a:gd name="connsiteY23" fmla="*/ 39815 h 166814"/>
                <a:gd name="connsiteX24" fmla="*/ 60960 w 132079"/>
                <a:gd name="connsiteY24" fmla="*/ 24575 h 166814"/>
                <a:gd name="connsiteX25" fmla="*/ 45720 w 132079"/>
                <a:gd name="connsiteY25" fmla="*/ 1715 h 166814"/>
                <a:gd name="connsiteX26" fmla="*/ 17780 w 132079"/>
                <a:gd name="connsiteY26" fmla="*/ 9335 h 166814"/>
                <a:gd name="connsiteX27" fmla="*/ 0 w 132079"/>
                <a:gd name="connsiteY27" fmla="*/ 55054 h 166814"/>
                <a:gd name="connsiteX28" fmla="*/ 25400 w 132079"/>
                <a:gd name="connsiteY28" fmla="*/ 107124 h 166814"/>
                <a:gd name="connsiteX29" fmla="*/ 25400 w 132079"/>
                <a:gd name="connsiteY29" fmla="*/ 156655 h 166814"/>
                <a:gd name="connsiteX30" fmla="*/ 35560 w 132079"/>
                <a:gd name="connsiteY30" fmla="*/ 166815 h 166814"/>
                <a:gd name="connsiteX31" fmla="*/ 45720 w 132079"/>
                <a:gd name="connsiteY31" fmla="*/ 156655 h 166814"/>
                <a:gd name="connsiteX32" fmla="*/ 45720 w 132079"/>
                <a:gd name="connsiteY32" fmla="*/ 99505 h 166814"/>
                <a:gd name="connsiteX33" fmla="*/ 43180 w 132079"/>
                <a:gd name="connsiteY33" fmla="*/ 94424 h 166814"/>
                <a:gd name="connsiteX34" fmla="*/ 20320 w 132079"/>
                <a:gd name="connsiteY34" fmla="*/ 55054 h 166814"/>
                <a:gd name="connsiteX35" fmla="*/ 20320 w 132079"/>
                <a:gd name="connsiteY35" fmla="*/ 52515 h 166814"/>
                <a:gd name="connsiteX36" fmla="*/ 20320 w 132079"/>
                <a:gd name="connsiteY36" fmla="*/ 49975 h 166814"/>
                <a:gd name="connsiteX37" fmla="*/ 24130 w 132079"/>
                <a:gd name="connsiteY37" fmla="*/ 36004 h 166814"/>
                <a:gd name="connsiteX38" fmla="*/ 30480 w 132079"/>
                <a:gd name="connsiteY38" fmla="*/ 24575 h 166814"/>
                <a:gd name="connsiteX39" fmla="*/ 33020 w 132079"/>
                <a:gd name="connsiteY39" fmla="*/ 22035 h 166814"/>
                <a:gd name="connsiteX40" fmla="*/ 40640 w 132079"/>
                <a:gd name="connsiteY40" fmla="*/ 24575 h 166814"/>
                <a:gd name="connsiteX41" fmla="*/ 40640 w 132079"/>
                <a:gd name="connsiteY41" fmla="*/ 49975 h 166814"/>
                <a:gd name="connsiteX42" fmla="*/ 40640 w 132079"/>
                <a:gd name="connsiteY42" fmla="*/ 52515 h 16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32079" h="166814">
                  <a:moveTo>
                    <a:pt x="40640" y="52515"/>
                  </a:moveTo>
                  <a:cubicBezTo>
                    <a:pt x="41910" y="57594"/>
                    <a:pt x="45720" y="60135"/>
                    <a:pt x="50800" y="60135"/>
                  </a:cubicBezTo>
                  <a:lnTo>
                    <a:pt x="81280" y="60135"/>
                  </a:lnTo>
                  <a:cubicBezTo>
                    <a:pt x="86360" y="60135"/>
                    <a:pt x="90170" y="56325"/>
                    <a:pt x="91440" y="52515"/>
                  </a:cubicBezTo>
                  <a:cubicBezTo>
                    <a:pt x="91440" y="51244"/>
                    <a:pt x="91440" y="51244"/>
                    <a:pt x="91440" y="49975"/>
                  </a:cubicBezTo>
                  <a:lnTo>
                    <a:pt x="91440" y="24575"/>
                  </a:lnTo>
                  <a:cubicBezTo>
                    <a:pt x="91440" y="20765"/>
                    <a:pt x="96520" y="18225"/>
                    <a:pt x="99060" y="22035"/>
                  </a:cubicBezTo>
                  <a:cubicBezTo>
                    <a:pt x="100330" y="23304"/>
                    <a:pt x="100330" y="24575"/>
                    <a:pt x="101600" y="24575"/>
                  </a:cubicBezTo>
                  <a:cubicBezTo>
                    <a:pt x="104140" y="28385"/>
                    <a:pt x="105410" y="32194"/>
                    <a:pt x="107950" y="36004"/>
                  </a:cubicBezTo>
                  <a:cubicBezTo>
                    <a:pt x="110490" y="41085"/>
                    <a:pt x="111760" y="44894"/>
                    <a:pt x="111760" y="49975"/>
                  </a:cubicBezTo>
                  <a:cubicBezTo>
                    <a:pt x="111760" y="51244"/>
                    <a:pt x="111760" y="51244"/>
                    <a:pt x="111760" y="52515"/>
                  </a:cubicBezTo>
                  <a:cubicBezTo>
                    <a:pt x="111760" y="53785"/>
                    <a:pt x="111760" y="53785"/>
                    <a:pt x="111760" y="55054"/>
                  </a:cubicBezTo>
                  <a:cubicBezTo>
                    <a:pt x="111760" y="72835"/>
                    <a:pt x="102870" y="86805"/>
                    <a:pt x="88900" y="94424"/>
                  </a:cubicBezTo>
                  <a:cubicBezTo>
                    <a:pt x="87630" y="95694"/>
                    <a:pt x="86360" y="96965"/>
                    <a:pt x="86360" y="99505"/>
                  </a:cubicBezTo>
                  <a:lnTo>
                    <a:pt x="86360" y="156655"/>
                  </a:lnTo>
                  <a:cubicBezTo>
                    <a:pt x="86360" y="161735"/>
                    <a:pt x="91440" y="166815"/>
                    <a:pt x="96520" y="166815"/>
                  </a:cubicBezTo>
                  <a:cubicBezTo>
                    <a:pt x="101600" y="166815"/>
                    <a:pt x="106680" y="161735"/>
                    <a:pt x="106680" y="156655"/>
                  </a:cubicBezTo>
                  <a:lnTo>
                    <a:pt x="106680" y="107124"/>
                  </a:lnTo>
                  <a:cubicBezTo>
                    <a:pt x="121920" y="95694"/>
                    <a:pt x="132080" y="76644"/>
                    <a:pt x="132080" y="55054"/>
                  </a:cubicBezTo>
                  <a:cubicBezTo>
                    <a:pt x="132080" y="38544"/>
                    <a:pt x="124460" y="20765"/>
                    <a:pt x="114300" y="9335"/>
                  </a:cubicBezTo>
                  <a:cubicBezTo>
                    <a:pt x="106680" y="444"/>
                    <a:pt x="95250" y="-2096"/>
                    <a:pt x="86360" y="1715"/>
                  </a:cubicBezTo>
                  <a:cubicBezTo>
                    <a:pt x="77470" y="5525"/>
                    <a:pt x="71120" y="14415"/>
                    <a:pt x="71120" y="24575"/>
                  </a:cubicBezTo>
                  <a:lnTo>
                    <a:pt x="71120" y="39815"/>
                  </a:lnTo>
                  <a:lnTo>
                    <a:pt x="60960" y="39815"/>
                  </a:lnTo>
                  <a:lnTo>
                    <a:pt x="60960" y="24575"/>
                  </a:lnTo>
                  <a:cubicBezTo>
                    <a:pt x="60960" y="14415"/>
                    <a:pt x="54610" y="5525"/>
                    <a:pt x="45720" y="1715"/>
                  </a:cubicBezTo>
                  <a:cubicBezTo>
                    <a:pt x="35560" y="-2096"/>
                    <a:pt x="24130" y="444"/>
                    <a:pt x="17780" y="9335"/>
                  </a:cubicBezTo>
                  <a:cubicBezTo>
                    <a:pt x="8890" y="20765"/>
                    <a:pt x="0" y="38544"/>
                    <a:pt x="0" y="55054"/>
                  </a:cubicBezTo>
                  <a:cubicBezTo>
                    <a:pt x="0" y="76644"/>
                    <a:pt x="10160" y="94424"/>
                    <a:pt x="25400" y="107124"/>
                  </a:cubicBezTo>
                  <a:lnTo>
                    <a:pt x="25400" y="156655"/>
                  </a:lnTo>
                  <a:cubicBezTo>
                    <a:pt x="25400" y="161735"/>
                    <a:pt x="30480" y="166815"/>
                    <a:pt x="35560" y="166815"/>
                  </a:cubicBezTo>
                  <a:cubicBezTo>
                    <a:pt x="40640" y="166815"/>
                    <a:pt x="45720" y="161735"/>
                    <a:pt x="45720" y="156655"/>
                  </a:cubicBezTo>
                  <a:lnTo>
                    <a:pt x="45720" y="99505"/>
                  </a:lnTo>
                  <a:cubicBezTo>
                    <a:pt x="45720" y="96965"/>
                    <a:pt x="44450" y="95694"/>
                    <a:pt x="43180" y="94424"/>
                  </a:cubicBezTo>
                  <a:cubicBezTo>
                    <a:pt x="29210" y="86805"/>
                    <a:pt x="20320" y="72835"/>
                    <a:pt x="20320" y="55054"/>
                  </a:cubicBezTo>
                  <a:cubicBezTo>
                    <a:pt x="20320" y="53785"/>
                    <a:pt x="20320" y="53785"/>
                    <a:pt x="20320" y="52515"/>
                  </a:cubicBezTo>
                  <a:cubicBezTo>
                    <a:pt x="20320" y="51244"/>
                    <a:pt x="20320" y="51244"/>
                    <a:pt x="20320" y="49975"/>
                  </a:cubicBezTo>
                  <a:cubicBezTo>
                    <a:pt x="21590" y="44894"/>
                    <a:pt x="22860" y="41085"/>
                    <a:pt x="24130" y="36004"/>
                  </a:cubicBezTo>
                  <a:cubicBezTo>
                    <a:pt x="25400" y="32194"/>
                    <a:pt x="27940" y="28385"/>
                    <a:pt x="30480" y="24575"/>
                  </a:cubicBezTo>
                  <a:cubicBezTo>
                    <a:pt x="31750" y="23304"/>
                    <a:pt x="31750" y="22035"/>
                    <a:pt x="33020" y="22035"/>
                  </a:cubicBezTo>
                  <a:cubicBezTo>
                    <a:pt x="35560" y="18225"/>
                    <a:pt x="40640" y="20765"/>
                    <a:pt x="40640" y="24575"/>
                  </a:cubicBezTo>
                  <a:lnTo>
                    <a:pt x="40640" y="49975"/>
                  </a:lnTo>
                  <a:cubicBezTo>
                    <a:pt x="40640" y="51244"/>
                    <a:pt x="40640" y="51244"/>
                    <a:pt x="40640" y="5251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17" name="Рисунок 2">
            <a:extLst>
              <a:ext uri="{FF2B5EF4-FFF2-40B4-BE49-F238E27FC236}">
                <a16:creationId xmlns:a16="http://schemas.microsoft.com/office/drawing/2014/main" id="{1C5401A2-5A51-661F-F820-E5F5A897B605}"/>
              </a:ext>
            </a:extLst>
          </p:cNvPr>
          <p:cNvGrpSpPr/>
          <p:nvPr/>
        </p:nvGrpSpPr>
        <p:grpSpPr>
          <a:xfrm>
            <a:off x="6746782" y="3595121"/>
            <a:ext cx="273507" cy="274650"/>
            <a:chOff x="6822440" y="3060369"/>
            <a:chExt cx="273507" cy="274650"/>
          </a:xfrm>
          <a:solidFill>
            <a:schemeClr val="bg1"/>
          </a:solidFill>
        </p:grpSpPr>
        <p:sp>
          <p:nvSpPr>
            <p:cNvPr id="418" name="Полилиния: фигура 719">
              <a:extLst>
                <a:ext uri="{FF2B5EF4-FFF2-40B4-BE49-F238E27FC236}">
                  <a16:creationId xmlns:a16="http://schemas.microsoft.com/office/drawing/2014/main" id="{2432FAFD-2BCB-C2D7-4208-834AFA352348}"/>
                </a:ext>
              </a:extLst>
            </p:cNvPr>
            <p:cNvSpPr/>
            <p:nvPr/>
          </p:nvSpPr>
          <p:spPr>
            <a:xfrm>
              <a:off x="6822440" y="3060369"/>
              <a:ext cx="273507" cy="274650"/>
            </a:xfrm>
            <a:custGeom>
              <a:avLst/>
              <a:gdLst>
                <a:gd name="connsiteX0" fmla="*/ 6350 w 273507"/>
                <a:gd name="connsiteY0" fmla="*/ 43510 h 274650"/>
                <a:gd name="connsiteX1" fmla="*/ 0 w 273507"/>
                <a:gd name="connsiteY1" fmla="*/ 57480 h 274650"/>
                <a:gd name="connsiteX2" fmla="*/ 16510 w 273507"/>
                <a:gd name="connsiteY2" fmla="*/ 96850 h 274650"/>
                <a:gd name="connsiteX3" fmla="*/ 59690 w 273507"/>
                <a:gd name="connsiteY3" fmla="*/ 112090 h 274650"/>
                <a:gd name="connsiteX4" fmla="*/ 162560 w 273507"/>
                <a:gd name="connsiteY4" fmla="*/ 214960 h 274650"/>
                <a:gd name="connsiteX5" fmla="*/ 177800 w 273507"/>
                <a:gd name="connsiteY5" fmla="*/ 258140 h 274650"/>
                <a:gd name="connsiteX6" fmla="*/ 217170 w 273507"/>
                <a:gd name="connsiteY6" fmla="*/ 274650 h 274650"/>
                <a:gd name="connsiteX7" fmla="*/ 231140 w 273507"/>
                <a:gd name="connsiteY7" fmla="*/ 268300 h 274650"/>
                <a:gd name="connsiteX8" fmla="*/ 259080 w 273507"/>
                <a:gd name="connsiteY8" fmla="*/ 240360 h 274650"/>
                <a:gd name="connsiteX9" fmla="*/ 267970 w 273507"/>
                <a:gd name="connsiteY9" fmla="*/ 231471 h 274650"/>
                <a:gd name="connsiteX10" fmla="*/ 273050 w 273507"/>
                <a:gd name="connsiteY10" fmla="*/ 212421 h 274650"/>
                <a:gd name="connsiteX11" fmla="*/ 273050 w 273507"/>
                <a:gd name="connsiteY11" fmla="*/ 209880 h 274650"/>
                <a:gd name="connsiteX12" fmla="*/ 270510 w 273507"/>
                <a:gd name="connsiteY12" fmla="*/ 200990 h 274650"/>
                <a:gd name="connsiteX13" fmla="*/ 257810 w 273507"/>
                <a:gd name="connsiteY13" fmla="*/ 178130 h 274650"/>
                <a:gd name="connsiteX14" fmla="*/ 214630 w 273507"/>
                <a:gd name="connsiteY14" fmla="*/ 162890 h 274650"/>
                <a:gd name="connsiteX15" fmla="*/ 173990 w 273507"/>
                <a:gd name="connsiteY15" fmla="*/ 122250 h 274650"/>
                <a:gd name="connsiteX16" fmla="*/ 223520 w 273507"/>
                <a:gd name="connsiteY16" fmla="*/ 72720 h 274650"/>
                <a:gd name="connsiteX17" fmla="*/ 232410 w 273507"/>
                <a:gd name="connsiteY17" fmla="*/ 73990 h 274650"/>
                <a:gd name="connsiteX18" fmla="*/ 247650 w 273507"/>
                <a:gd name="connsiteY18" fmla="*/ 67640 h 274650"/>
                <a:gd name="connsiteX19" fmla="*/ 271780 w 273507"/>
                <a:gd name="connsiteY19" fmla="*/ 35890 h 274650"/>
                <a:gd name="connsiteX20" fmla="*/ 245110 w 273507"/>
                <a:gd name="connsiteY20" fmla="*/ 9220 h 274650"/>
                <a:gd name="connsiteX21" fmla="*/ 213360 w 273507"/>
                <a:gd name="connsiteY21" fmla="*/ 33350 h 274650"/>
                <a:gd name="connsiteX22" fmla="*/ 207010 w 273507"/>
                <a:gd name="connsiteY22" fmla="*/ 48590 h 274650"/>
                <a:gd name="connsiteX23" fmla="*/ 208280 w 273507"/>
                <a:gd name="connsiteY23" fmla="*/ 57480 h 274650"/>
                <a:gd name="connsiteX24" fmla="*/ 158750 w 273507"/>
                <a:gd name="connsiteY24" fmla="*/ 107010 h 274650"/>
                <a:gd name="connsiteX25" fmla="*/ 111760 w 273507"/>
                <a:gd name="connsiteY25" fmla="*/ 60020 h 274650"/>
                <a:gd name="connsiteX26" fmla="*/ 96520 w 273507"/>
                <a:gd name="connsiteY26" fmla="*/ 16840 h 274650"/>
                <a:gd name="connsiteX27" fmla="*/ 73660 w 273507"/>
                <a:gd name="connsiteY27" fmla="*/ 4140 h 274650"/>
                <a:gd name="connsiteX28" fmla="*/ 64770 w 273507"/>
                <a:gd name="connsiteY28" fmla="*/ 1600 h 274650"/>
                <a:gd name="connsiteX29" fmla="*/ 60960 w 273507"/>
                <a:gd name="connsiteY29" fmla="*/ 330 h 274650"/>
                <a:gd name="connsiteX30" fmla="*/ 43180 w 273507"/>
                <a:gd name="connsiteY30" fmla="*/ 5410 h 274650"/>
                <a:gd name="connsiteX31" fmla="*/ 34290 w 273507"/>
                <a:gd name="connsiteY31" fmla="*/ 14300 h 274650"/>
                <a:gd name="connsiteX32" fmla="*/ 6350 w 273507"/>
                <a:gd name="connsiteY32" fmla="*/ 43510 h 274650"/>
                <a:gd name="connsiteX33" fmla="*/ 71120 w 273507"/>
                <a:gd name="connsiteY33" fmla="*/ 51130 h 274650"/>
                <a:gd name="connsiteX34" fmla="*/ 49530 w 273507"/>
                <a:gd name="connsiteY34" fmla="*/ 29540 h 274650"/>
                <a:gd name="connsiteX35" fmla="*/ 57150 w 273507"/>
                <a:gd name="connsiteY35" fmla="*/ 21920 h 274650"/>
                <a:gd name="connsiteX36" fmla="*/ 74930 w 273507"/>
                <a:gd name="connsiteY36" fmla="*/ 28270 h 274650"/>
                <a:gd name="connsiteX37" fmla="*/ 82550 w 273507"/>
                <a:gd name="connsiteY37" fmla="*/ 33350 h 274650"/>
                <a:gd name="connsiteX38" fmla="*/ 90170 w 273507"/>
                <a:gd name="connsiteY38" fmla="*/ 68910 h 274650"/>
                <a:gd name="connsiteX39" fmla="*/ 208280 w 273507"/>
                <a:gd name="connsiteY39" fmla="*/ 187020 h 274650"/>
                <a:gd name="connsiteX40" fmla="*/ 243840 w 273507"/>
                <a:gd name="connsiteY40" fmla="*/ 194640 h 274650"/>
                <a:gd name="connsiteX41" fmla="*/ 248920 w 273507"/>
                <a:gd name="connsiteY41" fmla="*/ 202260 h 274650"/>
                <a:gd name="connsiteX42" fmla="*/ 255270 w 273507"/>
                <a:gd name="connsiteY42" fmla="*/ 220040 h 274650"/>
                <a:gd name="connsiteX43" fmla="*/ 247650 w 273507"/>
                <a:gd name="connsiteY43" fmla="*/ 227660 h 274650"/>
                <a:gd name="connsiteX44" fmla="*/ 226060 w 273507"/>
                <a:gd name="connsiteY44" fmla="*/ 206071 h 274650"/>
                <a:gd name="connsiteX45" fmla="*/ 204470 w 273507"/>
                <a:gd name="connsiteY45" fmla="*/ 227660 h 274650"/>
                <a:gd name="connsiteX46" fmla="*/ 226060 w 273507"/>
                <a:gd name="connsiteY46" fmla="*/ 249250 h 274650"/>
                <a:gd name="connsiteX47" fmla="*/ 218440 w 273507"/>
                <a:gd name="connsiteY47" fmla="*/ 256871 h 274650"/>
                <a:gd name="connsiteX48" fmla="*/ 208280 w 273507"/>
                <a:gd name="connsiteY48" fmla="*/ 255600 h 274650"/>
                <a:gd name="connsiteX49" fmla="*/ 193040 w 273507"/>
                <a:gd name="connsiteY49" fmla="*/ 246710 h 274650"/>
                <a:gd name="connsiteX50" fmla="*/ 185420 w 273507"/>
                <a:gd name="connsiteY50" fmla="*/ 211150 h 274650"/>
                <a:gd name="connsiteX51" fmla="*/ 67310 w 273507"/>
                <a:gd name="connsiteY51" fmla="*/ 93040 h 274650"/>
                <a:gd name="connsiteX52" fmla="*/ 31750 w 273507"/>
                <a:gd name="connsiteY52" fmla="*/ 85420 h 274650"/>
                <a:gd name="connsiteX53" fmla="*/ 22860 w 273507"/>
                <a:gd name="connsiteY53" fmla="*/ 70180 h 274650"/>
                <a:gd name="connsiteX54" fmla="*/ 21590 w 273507"/>
                <a:gd name="connsiteY54" fmla="*/ 63830 h 274650"/>
                <a:gd name="connsiteX55" fmla="*/ 21590 w 273507"/>
                <a:gd name="connsiteY55" fmla="*/ 60020 h 274650"/>
                <a:gd name="connsiteX56" fmla="*/ 29210 w 273507"/>
                <a:gd name="connsiteY56" fmla="*/ 52400 h 274650"/>
                <a:gd name="connsiteX57" fmla="*/ 50800 w 273507"/>
                <a:gd name="connsiteY57" fmla="*/ 73990 h 274650"/>
                <a:gd name="connsiteX58" fmla="*/ 71120 w 273507"/>
                <a:gd name="connsiteY58" fmla="*/ 51130 h 27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73507" h="274650">
                  <a:moveTo>
                    <a:pt x="6350" y="43510"/>
                  </a:moveTo>
                  <a:cubicBezTo>
                    <a:pt x="2540" y="47320"/>
                    <a:pt x="0" y="52400"/>
                    <a:pt x="0" y="57480"/>
                  </a:cubicBezTo>
                  <a:cubicBezTo>
                    <a:pt x="0" y="68910"/>
                    <a:pt x="5080" y="85420"/>
                    <a:pt x="16510" y="96850"/>
                  </a:cubicBezTo>
                  <a:cubicBezTo>
                    <a:pt x="27940" y="108280"/>
                    <a:pt x="44450" y="113360"/>
                    <a:pt x="59690" y="112090"/>
                  </a:cubicBezTo>
                  <a:lnTo>
                    <a:pt x="162560" y="214960"/>
                  </a:lnTo>
                  <a:cubicBezTo>
                    <a:pt x="161290" y="230200"/>
                    <a:pt x="165100" y="246710"/>
                    <a:pt x="177800" y="258140"/>
                  </a:cubicBezTo>
                  <a:cubicBezTo>
                    <a:pt x="189230" y="269571"/>
                    <a:pt x="205740" y="274650"/>
                    <a:pt x="217170" y="274650"/>
                  </a:cubicBezTo>
                  <a:cubicBezTo>
                    <a:pt x="222250" y="274650"/>
                    <a:pt x="227330" y="272110"/>
                    <a:pt x="231140" y="268300"/>
                  </a:cubicBezTo>
                  <a:cubicBezTo>
                    <a:pt x="240030" y="259410"/>
                    <a:pt x="248920" y="250521"/>
                    <a:pt x="259080" y="240360"/>
                  </a:cubicBezTo>
                  <a:lnTo>
                    <a:pt x="267970" y="231471"/>
                  </a:lnTo>
                  <a:cubicBezTo>
                    <a:pt x="273050" y="226390"/>
                    <a:pt x="274320" y="218771"/>
                    <a:pt x="273050" y="212421"/>
                  </a:cubicBezTo>
                  <a:cubicBezTo>
                    <a:pt x="273050" y="211150"/>
                    <a:pt x="273050" y="211150"/>
                    <a:pt x="273050" y="209880"/>
                  </a:cubicBezTo>
                  <a:cubicBezTo>
                    <a:pt x="273050" y="207340"/>
                    <a:pt x="271780" y="204800"/>
                    <a:pt x="270510" y="200990"/>
                  </a:cubicBezTo>
                  <a:cubicBezTo>
                    <a:pt x="269240" y="194640"/>
                    <a:pt x="264160" y="184480"/>
                    <a:pt x="257810" y="178130"/>
                  </a:cubicBezTo>
                  <a:cubicBezTo>
                    <a:pt x="245110" y="165430"/>
                    <a:pt x="229870" y="161620"/>
                    <a:pt x="214630" y="162890"/>
                  </a:cubicBezTo>
                  <a:lnTo>
                    <a:pt x="173990" y="122250"/>
                  </a:lnTo>
                  <a:lnTo>
                    <a:pt x="223520" y="72720"/>
                  </a:lnTo>
                  <a:lnTo>
                    <a:pt x="232410" y="73990"/>
                  </a:lnTo>
                  <a:cubicBezTo>
                    <a:pt x="238760" y="75260"/>
                    <a:pt x="243840" y="72720"/>
                    <a:pt x="247650" y="67640"/>
                  </a:cubicBezTo>
                  <a:lnTo>
                    <a:pt x="271780" y="35890"/>
                  </a:lnTo>
                  <a:lnTo>
                    <a:pt x="245110" y="9220"/>
                  </a:lnTo>
                  <a:lnTo>
                    <a:pt x="213360" y="33350"/>
                  </a:lnTo>
                  <a:cubicBezTo>
                    <a:pt x="208280" y="37160"/>
                    <a:pt x="205740" y="42240"/>
                    <a:pt x="207010" y="48590"/>
                  </a:cubicBezTo>
                  <a:lnTo>
                    <a:pt x="208280" y="57480"/>
                  </a:lnTo>
                  <a:lnTo>
                    <a:pt x="158750" y="107010"/>
                  </a:lnTo>
                  <a:lnTo>
                    <a:pt x="111760" y="60020"/>
                  </a:lnTo>
                  <a:cubicBezTo>
                    <a:pt x="113030" y="44780"/>
                    <a:pt x="109220" y="28270"/>
                    <a:pt x="96520" y="16840"/>
                  </a:cubicBezTo>
                  <a:cubicBezTo>
                    <a:pt x="88900" y="9220"/>
                    <a:pt x="78740" y="5410"/>
                    <a:pt x="73660" y="4140"/>
                  </a:cubicBezTo>
                  <a:cubicBezTo>
                    <a:pt x="69850" y="2870"/>
                    <a:pt x="67310" y="2870"/>
                    <a:pt x="64770" y="1600"/>
                  </a:cubicBezTo>
                  <a:cubicBezTo>
                    <a:pt x="63500" y="1600"/>
                    <a:pt x="62230" y="1600"/>
                    <a:pt x="60960" y="330"/>
                  </a:cubicBezTo>
                  <a:cubicBezTo>
                    <a:pt x="54610" y="-940"/>
                    <a:pt x="46990" y="1600"/>
                    <a:pt x="43180" y="5410"/>
                  </a:cubicBezTo>
                  <a:lnTo>
                    <a:pt x="34290" y="14300"/>
                  </a:lnTo>
                  <a:cubicBezTo>
                    <a:pt x="24130" y="25730"/>
                    <a:pt x="15240" y="34620"/>
                    <a:pt x="6350" y="43510"/>
                  </a:cubicBezTo>
                  <a:close/>
                  <a:moveTo>
                    <a:pt x="71120" y="51130"/>
                  </a:moveTo>
                  <a:lnTo>
                    <a:pt x="49530" y="29540"/>
                  </a:lnTo>
                  <a:lnTo>
                    <a:pt x="57150" y="21920"/>
                  </a:lnTo>
                  <a:cubicBezTo>
                    <a:pt x="57150" y="21920"/>
                    <a:pt x="67310" y="23190"/>
                    <a:pt x="74930" y="28270"/>
                  </a:cubicBezTo>
                  <a:cubicBezTo>
                    <a:pt x="77470" y="29540"/>
                    <a:pt x="80010" y="30810"/>
                    <a:pt x="82550" y="33350"/>
                  </a:cubicBezTo>
                  <a:cubicBezTo>
                    <a:pt x="91440" y="42240"/>
                    <a:pt x="93980" y="56210"/>
                    <a:pt x="90170" y="68910"/>
                  </a:cubicBezTo>
                  <a:lnTo>
                    <a:pt x="208280" y="187020"/>
                  </a:lnTo>
                  <a:cubicBezTo>
                    <a:pt x="220980" y="181940"/>
                    <a:pt x="234950" y="184480"/>
                    <a:pt x="243840" y="194640"/>
                  </a:cubicBezTo>
                  <a:cubicBezTo>
                    <a:pt x="246380" y="197180"/>
                    <a:pt x="247650" y="199721"/>
                    <a:pt x="248920" y="202260"/>
                  </a:cubicBezTo>
                  <a:cubicBezTo>
                    <a:pt x="252730" y="209880"/>
                    <a:pt x="255270" y="220040"/>
                    <a:pt x="255270" y="220040"/>
                  </a:cubicBezTo>
                  <a:lnTo>
                    <a:pt x="247650" y="227660"/>
                  </a:lnTo>
                  <a:lnTo>
                    <a:pt x="226060" y="206071"/>
                  </a:lnTo>
                  <a:lnTo>
                    <a:pt x="204470" y="227660"/>
                  </a:lnTo>
                  <a:lnTo>
                    <a:pt x="226060" y="249250"/>
                  </a:lnTo>
                  <a:lnTo>
                    <a:pt x="218440" y="256871"/>
                  </a:lnTo>
                  <a:cubicBezTo>
                    <a:pt x="215900" y="256871"/>
                    <a:pt x="212090" y="256871"/>
                    <a:pt x="208280" y="255600"/>
                  </a:cubicBezTo>
                  <a:cubicBezTo>
                    <a:pt x="203200" y="254330"/>
                    <a:pt x="198120" y="250521"/>
                    <a:pt x="193040" y="246710"/>
                  </a:cubicBezTo>
                  <a:cubicBezTo>
                    <a:pt x="184150" y="237821"/>
                    <a:pt x="181610" y="223850"/>
                    <a:pt x="185420" y="211150"/>
                  </a:cubicBezTo>
                  <a:lnTo>
                    <a:pt x="67310" y="93040"/>
                  </a:lnTo>
                  <a:cubicBezTo>
                    <a:pt x="54610" y="98120"/>
                    <a:pt x="40640" y="95580"/>
                    <a:pt x="31750" y="85420"/>
                  </a:cubicBezTo>
                  <a:cubicBezTo>
                    <a:pt x="27940" y="81610"/>
                    <a:pt x="24130" y="75260"/>
                    <a:pt x="22860" y="70180"/>
                  </a:cubicBezTo>
                  <a:cubicBezTo>
                    <a:pt x="21590" y="67640"/>
                    <a:pt x="21590" y="66370"/>
                    <a:pt x="21590" y="63830"/>
                  </a:cubicBezTo>
                  <a:cubicBezTo>
                    <a:pt x="21590" y="62560"/>
                    <a:pt x="21590" y="61290"/>
                    <a:pt x="21590" y="60020"/>
                  </a:cubicBezTo>
                  <a:lnTo>
                    <a:pt x="29210" y="52400"/>
                  </a:lnTo>
                  <a:lnTo>
                    <a:pt x="50800" y="73990"/>
                  </a:lnTo>
                  <a:lnTo>
                    <a:pt x="71120" y="5113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9" name="Полилиния: фигура 720">
              <a:extLst>
                <a:ext uri="{FF2B5EF4-FFF2-40B4-BE49-F238E27FC236}">
                  <a16:creationId xmlns:a16="http://schemas.microsoft.com/office/drawing/2014/main" id="{2EF83D50-52CD-16F7-1583-D68E95146A05}"/>
                </a:ext>
              </a:extLst>
            </p:cNvPr>
            <p:cNvSpPr/>
            <p:nvPr/>
          </p:nvSpPr>
          <p:spPr>
            <a:xfrm>
              <a:off x="6828472" y="3214370"/>
              <a:ext cx="118427" cy="118427"/>
            </a:xfrm>
            <a:custGeom>
              <a:avLst/>
              <a:gdLst>
                <a:gd name="connsiteX0" fmla="*/ 67627 w 118427"/>
                <a:gd name="connsiteY0" fmla="*/ 0 h 118427"/>
                <a:gd name="connsiteX1" fmla="*/ 10477 w 118427"/>
                <a:gd name="connsiteY1" fmla="*/ 57150 h 118427"/>
                <a:gd name="connsiteX2" fmla="*/ 10477 w 118427"/>
                <a:gd name="connsiteY2" fmla="*/ 107950 h 118427"/>
                <a:gd name="connsiteX3" fmla="*/ 61277 w 118427"/>
                <a:gd name="connsiteY3" fmla="*/ 107950 h 118427"/>
                <a:gd name="connsiteX4" fmla="*/ 118427 w 118427"/>
                <a:gd name="connsiteY4" fmla="*/ 50800 h 118427"/>
                <a:gd name="connsiteX5" fmla="*/ 104458 w 118427"/>
                <a:gd name="connsiteY5" fmla="*/ 36830 h 118427"/>
                <a:gd name="connsiteX6" fmla="*/ 47308 w 118427"/>
                <a:gd name="connsiteY6" fmla="*/ 93980 h 118427"/>
                <a:gd name="connsiteX7" fmla="*/ 25717 w 118427"/>
                <a:gd name="connsiteY7" fmla="*/ 93980 h 118427"/>
                <a:gd name="connsiteX8" fmla="*/ 25717 w 118427"/>
                <a:gd name="connsiteY8" fmla="*/ 72390 h 118427"/>
                <a:gd name="connsiteX9" fmla="*/ 82867 w 118427"/>
                <a:gd name="connsiteY9" fmla="*/ 15240 h 118427"/>
                <a:gd name="connsiteX10" fmla="*/ 67627 w 118427"/>
                <a:gd name="connsiteY10" fmla="*/ 0 h 118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427" h="118427">
                  <a:moveTo>
                    <a:pt x="67627" y="0"/>
                  </a:moveTo>
                  <a:lnTo>
                    <a:pt x="10477" y="57150"/>
                  </a:lnTo>
                  <a:cubicBezTo>
                    <a:pt x="-3492" y="71120"/>
                    <a:pt x="-3492" y="93980"/>
                    <a:pt x="10477" y="107950"/>
                  </a:cubicBezTo>
                  <a:cubicBezTo>
                    <a:pt x="24447" y="121920"/>
                    <a:pt x="47308" y="121920"/>
                    <a:pt x="61277" y="107950"/>
                  </a:cubicBezTo>
                  <a:lnTo>
                    <a:pt x="118427" y="50800"/>
                  </a:lnTo>
                  <a:lnTo>
                    <a:pt x="104458" y="36830"/>
                  </a:lnTo>
                  <a:lnTo>
                    <a:pt x="47308" y="93980"/>
                  </a:lnTo>
                  <a:cubicBezTo>
                    <a:pt x="40958" y="100330"/>
                    <a:pt x="32067" y="100330"/>
                    <a:pt x="25717" y="93980"/>
                  </a:cubicBezTo>
                  <a:cubicBezTo>
                    <a:pt x="19367" y="87630"/>
                    <a:pt x="19367" y="78740"/>
                    <a:pt x="25717" y="72390"/>
                  </a:cubicBezTo>
                  <a:lnTo>
                    <a:pt x="82867" y="15240"/>
                  </a:lnTo>
                  <a:lnTo>
                    <a:pt x="67627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20" name="Рисунок 2">
            <a:extLst>
              <a:ext uri="{FF2B5EF4-FFF2-40B4-BE49-F238E27FC236}">
                <a16:creationId xmlns:a16="http://schemas.microsoft.com/office/drawing/2014/main" id="{53A9B8E4-3300-3149-802B-77F1AA814FB1}"/>
              </a:ext>
            </a:extLst>
          </p:cNvPr>
          <p:cNvGrpSpPr/>
          <p:nvPr/>
        </p:nvGrpSpPr>
        <p:grpSpPr>
          <a:xfrm>
            <a:off x="10644411" y="3614432"/>
            <a:ext cx="306070" cy="238829"/>
            <a:chOff x="10720069" y="3079680"/>
            <a:chExt cx="306070" cy="238829"/>
          </a:xfrm>
          <a:solidFill>
            <a:schemeClr val="bg1"/>
          </a:solidFill>
        </p:grpSpPr>
        <p:sp>
          <p:nvSpPr>
            <p:cNvPr id="421" name="Полилиния: фигура 738">
              <a:extLst>
                <a:ext uri="{FF2B5EF4-FFF2-40B4-BE49-F238E27FC236}">
                  <a16:creationId xmlns:a16="http://schemas.microsoft.com/office/drawing/2014/main" id="{E6311D62-9E08-0466-A067-A8F9FC195557}"/>
                </a:ext>
              </a:extLst>
            </p:cNvPr>
            <p:cNvSpPr/>
            <p:nvPr/>
          </p:nvSpPr>
          <p:spPr>
            <a:xfrm>
              <a:off x="10764671" y="3079680"/>
              <a:ext cx="261468" cy="238829"/>
            </a:xfrm>
            <a:custGeom>
              <a:avLst/>
              <a:gdLst>
                <a:gd name="connsiteX0" fmla="*/ 219558 w 261468"/>
                <a:gd name="connsiteY0" fmla="*/ 238829 h 238829"/>
                <a:gd name="connsiteX1" fmla="*/ 173838 w 261468"/>
                <a:gd name="connsiteY1" fmla="*/ 238829 h 238829"/>
                <a:gd name="connsiteX2" fmla="*/ 116688 w 261468"/>
                <a:gd name="connsiteY2" fmla="*/ 214700 h 238829"/>
                <a:gd name="connsiteX3" fmla="*/ 8738 w 261468"/>
                <a:gd name="connsiteY3" fmla="*/ 106750 h 238829"/>
                <a:gd name="connsiteX4" fmla="*/ 7468 w 261468"/>
                <a:gd name="connsiteY4" fmla="*/ 66110 h 238829"/>
                <a:gd name="connsiteX5" fmla="*/ 51918 w 261468"/>
                <a:gd name="connsiteY5" fmla="*/ 12770 h 238829"/>
                <a:gd name="connsiteX6" fmla="*/ 112878 w 261468"/>
                <a:gd name="connsiteY6" fmla="*/ 34360 h 238829"/>
                <a:gd name="connsiteX7" fmla="*/ 112878 w 261468"/>
                <a:gd name="connsiteY7" fmla="*/ 35630 h 238829"/>
                <a:gd name="connsiteX8" fmla="*/ 123038 w 261468"/>
                <a:gd name="connsiteY8" fmla="*/ 35630 h 238829"/>
                <a:gd name="connsiteX9" fmla="*/ 138278 w 261468"/>
                <a:gd name="connsiteY9" fmla="*/ 22930 h 238829"/>
                <a:gd name="connsiteX10" fmla="*/ 158598 w 261468"/>
                <a:gd name="connsiteY10" fmla="*/ 15310 h 238829"/>
                <a:gd name="connsiteX11" fmla="*/ 175108 w 261468"/>
                <a:gd name="connsiteY11" fmla="*/ 15310 h 238829"/>
                <a:gd name="connsiteX12" fmla="*/ 205588 w 261468"/>
                <a:gd name="connsiteY12" fmla="*/ 45790 h 238829"/>
                <a:gd name="connsiteX13" fmla="*/ 205588 w 261468"/>
                <a:gd name="connsiteY13" fmla="*/ 123260 h 238829"/>
                <a:gd name="connsiteX14" fmla="*/ 250038 w 261468"/>
                <a:gd name="connsiteY14" fmla="*/ 167710 h 238829"/>
                <a:gd name="connsiteX15" fmla="*/ 261468 w 261468"/>
                <a:gd name="connsiteY15" fmla="*/ 196920 h 238829"/>
                <a:gd name="connsiteX16" fmla="*/ 261468 w 261468"/>
                <a:gd name="connsiteY16" fmla="*/ 198190 h 238829"/>
                <a:gd name="connsiteX17" fmla="*/ 219558 w 261468"/>
                <a:gd name="connsiteY17" fmla="*/ 238829 h 238829"/>
                <a:gd name="connsiteX18" fmla="*/ 98908 w 261468"/>
                <a:gd name="connsiteY18" fmla="*/ 50870 h 238829"/>
                <a:gd name="connsiteX19" fmla="*/ 92558 w 261468"/>
                <a:gd name="connsiteY19" fmla="*/ 38170 h 238829"/>
                <a:gd name="connsiteX20" fmla="*/ 92558 w 261468"/>
                <a:gd name="connsiteY20" fmla="*/ 34360 h 238829"/>
                <a:gd name="connsiteX21" fmla="*/ 67158 w 261468"/>
                <a:gd name="connsiteY21" fmla="*/ 25470 h 238829"/>
                <a:gd name="connsiteX22" fmla="*/ 22708 w 261468"/>
                <a:gd name="connsiteY22" fmla="*/ 78810 h 238829"/>
                <a:gd name="connsiteX23" fmla="*/ 22708 w 261468"/>
                <a:gd name="connsiteY23" fmla="*/ 92780 h 238829"/>
                <a:gd name="connsiteX24" fmla="*/ 130658 w 261468"/>
                <a:gd name="connsiteY24" fmla="*/ 200729 h 238829"/>
                <a:gd name="connsiteX25" fmla="*/ 173838 w 261468"/>
                <a:gd name="connsiteY25" fmla="*/ 218510 h 238829"/>
                <a:gd name="connsiteX26" fmla="*/ 219558 w 261468"/>
                <a:gd name="connsiteY26" fmla="*/ 218510 h 238829"/>
                <a:gd name="connsiteX27" fmla="*/ 239878 w 261468"/>
                <a:gd name="connsiteY27" fmla="*/ 198190 h 238829"/>
                <a:gd name="connsiteX28" fmla="*/ 180188 w 261468"/>
                <a:gd name="connsiteY28" fmla="*/ 198190 h 238829"/>
                <a:gd name="connsiteX29" fmla="*/ 145898 w 261468"/>
                <a:gd name="connsiteY29" fmla="*/ 184220 h 238829"/>
                <a:gd name="connsiteX30" fmla="*/ 51918 w 261468"/>
                <a:gd name="connsiteY30" fmla="*/ 88970 h 238829"/>
                <a:gd name="connsiteX31" fmla="*/ 51918 w 261468"/>
                <a:gd name="connsiteY31" fmla="*/ 78810 h 238829"/>
                <a:gd name="connsiteX32" fmla="*/ 62078 w 261468"/>
                <a:gd name="connsiteY32" fmla="*/ 78810 h 238829"/>
                <a:gd name="connsiteX33" fmla="*/ 157328 w 261468"/>
                <a:gd name="connsiteY33" fmla="*/ 172790 h 238829"/>
                <a:gd name="connsiteX34" fmla="*/ 180188 w 261468"/>
                <a:gd name="connsiteY34" fmla="*/ 182950 h 238829"/>
                <a:gd name="connsiteX35" fmla="*/ 234798 w 261468"/>
                <a:gd name="connsiteY35" fmla="*/ 182950 h 238829"/>
                <a:gd name="connsiteX36" fmla="*/ 233528 w 261468"/>
                <a:gd name="connsiteY36" fmla="*/ 181679 h 238829"/>
                <a:gd name="connsiteX37" fmla="*/ 189078 w 261468"/>
                <a:gd name="connsiteY37" fmla="*/ 137230 h 238829"/>
                <a:gd name="connsiteX38" fmla="*/ 183998 w 261468"/>
                <a:gd name="connsiteY38" fmla="*/ 125800 h 238829"/>
                <a:gd name="connsiteX39" fmla="*/ 158598 w 261468"/>
                <a:gd name="connsiteY39" fmla="*/ 125800 h 238829"/>
                <a:gd name="connsiteX40" fmla="*/ 148438 w 261468"/>
                <a:gd name="connsiteY40" fmla="*/ 115640 h 238829"/>
                <a:gd name="connsiteX41" fmla="*/ 158598 w 261468"/>
                <a:gd name="connsiteY41" fmla="*/ 105480 h 238829"/>
                <a:gd name="connsiteX42" fmla="*/ 183998 w 261468"/>
                <a:gd name="connsiteY42" fmla="*/ 105480 h 238829"/>
                <a:gd name="connsiteX43" fmla="*/ 183998 w 261468"/>
                <a:gd name="connsiteY43" fmla="*/ 85160 h 238829"/>
                <a:gd name="connsiteX44" fmla="*/ 158598 w 261468"/>
                <a:gd name="connsiteY44" fmla="*/ 85160 h 238829"/>
                <a:gd name="connsiteX45" fmla="*/ 148438 w 261468"/>
                <a:gd name="connsiteY45" fmla="*/ 75000 h 238829"/>
                <a:gd name="connsiteX46" fmla="*/ 158598 w 261468"/>
                <a:gd name="connsiteY46" fmla="*/ 64840 h 238829"/>
                <a:gd name="connsiteX47" fmla="*/ 183998 w 261468"/>
                <a:gd name="connsiteY47" fmla="*/ 64840 h 238829"/>
                <a:gd name="connsiteX48" fmla="*/ 183998 w 261468"/>
                <a:gd name="connsiteY48" fmla="*/ 44520 h 238829"/>
                <a:gd name="connsiteX49" fmla="*/ 173838 w 261468"/>
                <a:gd name="connsiteY49" fmla="*/ 34360 h 238829"/>
                <a:gd name="connsiteX50" fmla="*/ 157328 w 261468"/>
                <a:gd name="connsiteY50" fmla="*/ 34360 h 238829"/>
                <a:gd name="connsiteX51" fmla="*/ 150978 w 261468"/>
                <a:gd name="connsiteY51" fmla="*/ 36900 h 238829"/>
                <a:gd name="connsiteX52" fmla="*/ 135738 w 261468"/>
                <a:gd name="connsiteY52" fmla="*/ 49600 h 238829"/>
                <a:gd name="connsiteX53" fmla="*/ 98908 w 261468"/>
                <a:gd name="connsiteY53" fmla="*/ 50870 h 238829"/>
                <a:gd name="connsiteX54" fmla="*/ 98908 w 261468"/>
                <a:gd name="connsiteY54" fmla="*/ 50870 h 238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61468" h="238829">
                  <a:moveTo>
                    <a:pt x="219558" y="238829"/>
                  </a:moveTo>
                  <a:lnTo>
                    <a:pt x="173838" y="238829"/>
                  </a:lnTo>
                  <a:cubicBezTo>
                    <a:pt x="152248" y="238829"/>
                    <a:pt x="131928" y="229940"/>
                    <a:pt x="116688" y="214700"/>
                  </a:cubicBezTo>
                  <a:lnTo>
                    <a:pt x="8738" y="106750"/>
                  </a:lnTo>
                  <a:cubicBezTo>
                    <a:pt x="-2692" y="95320"/>
                    <a:pt x="-2692" y="77540"/>
                    <a:pt x="7468" y="66110"/>
                  </a:cubicBezTo>
                  <a:lnTo>
                    <a:pt x="51918" y="12770"/>
                  </a:lnTo>
                  <a:cubicBezTo>
                    <a:pt x="72238" y="-12630"/>
                    <a:pt x="112878" y="2610"/>
                    <a:pt x="112878" y="34360"/>
                  </a:cubicBezTo>
                  <a:lnTo>
                    <a:pt x="112878" y="35630"/>
                  </a:lnTo>
                  <a:cubicBezTo>
                    <a:pt x="115418" y="38170"/>
                    <a:pt x="119228" y="36900"/>
                    <a:pt x="123038" y="35630"/>
                  </a:cubicBezTo>
                  <a:lnTo>
                    <a:pt x="138278" y="22930"/>
                  </a:lnTo>
                  <a:cubicBezTo>
                    <a:pt x="143358" y="17850"/>
                    <a:pt x="150978" y="15310"/>
                    <a:pt x="158598" y="15310"/>
                  </a:cubicBezTo>
                  <a:lnTo>
                    <a:pt x="175108" y="15310"/>
                  </a:lnTo>
                  <a:cubicBezTo>
                    <a:pt x="191618" y="15310"/>
                    <a:pt x="205588" y="29280"/>
                    <a:pt x="205588" y="45790"/>
                  </a:cubicBezTo>
                  <a:lnTo>
                    <a:pt x="205588" y="123260"/>
                  </a:lnTo>
                  <a:lnTo>
                    <a:pt x="250038" y="167710"/>
                  </a:lnTo>
                  <a:cubicBezTo>
                    <a:pt x="257658" y="175329"/>
                    <a:pt x="261468" y="185490"/>
                    <a:pt x="261468" y="196920"/>
                  </a:cubicBezTo>
                  <a:lnTo>
                    <a:pt x="261468" y="198190"/>
                  </a:lnTo>
                  <a:cubicBezTo>
                    <a:pt x="260198" y="221050"/>
                    <a:pt x="242418" y="238829"/>
                    <a:pt x="219558" y="238829"/>
                  </a:cubicBezTo>
                  <a:close/>
                  <a:moveTo>
                    <a:pt x="98908" y="50870"/>
                  </a:moveTo>
                  <a:cubicBezTo>
                    <a:pt x="95098" y="48330"/>
                    <a:pt x="92558" y="43250"/>
                    <a:pt x="92558" y="38170"/>
                  </a:cubicBezTo>
                  <a:lnTo>
                    <a:pt x="92558" y="34360"/>
                  </a:lnTo>
                  <a:cubicBezTo>
                    <a:pt x="92558" y="20390"/>
                    <a:pt x="76048" y="15310"/>
                    <a:pt x="67158" y="25470"/>
                  </a:cubicBezTo>
                  <a:lnTo>
                    <a:pt x="22708" y="78810"/>
                  </a:lnTo>
                  <a:cubicBezTo>
                    <a:pt x="18898" y="82620"/>
                    <a:pt x="20168" y="88970"/>
                    <a:pt x="22708" y="92780"/>
                  </a:cubicBezTo>
                  <a:lnTo>
                    <a:pt x="130658" y="200729"/>
                  </a:lnTo>
                  <a:cubicBezTo>
                    <a:pt x="142088" y="212160"/>
                    <a:pt x="157328" y="218510"/>
                    <a:pt x="173838" y="218510"/>
                  </a:cubicBezTo>
                  <a:lnTo>
                    <a:pt x="219558" y="218510"/>
                  </a:lnTo>
                  <a:cubicBezTo>
                    <a:pt x="230988" y="218510"/>
                    <a:pt x="239878" y="209620"/>
                    <a:pt x="239878" y="198190"/>
                  </a:cubicBezTo>
                  <a:lnTo>
                    <a:pt x="180188" y="198190"/>
                  </a:lnTo>
                  <a:cubicBezTo>
                    <a:pt x="167488" y="198190"/>
                    <a:pt x="154788" y="193110"/>
                    <a:pt x="145898" y="184220"/>
                  </a:cubicBezTo>
                  <a:lnTo>
                    <a:pt x="51918" y="88970"/>
                  </a:lnTo>
                  <a:cubicBezTo>
                    <a:pt x="49378" y="86430"/>
                    <a:pt x="49378" y="81350"/>
                    <a:pt x="51918" y="78810"/>
                  </a:cubicBezTo>
                  <a:cubicBezTo>
                    <a:pt x="54458" y="76270"/>
                    <a:pt x="59538" y="76270"/>
                    <a:pt x="62078" y="78810"/>
                  </a:cubicBezTo>
                  <a:lnTo>
                    <a:pt x="157328" y="172790"/>
                  </a:lnTo>
                  <a:cubicBezTo>
                    <a:pt x="163678" y="179140"/>
                    <a:pt x="171298" y="182950"/>
                    <a:pt x="180188" y="182950"/>
                  </a:cubicBezTo>
                  <a:lnTo>
                    <a:pt x="234798" y="182950"/>
                  </a:lnTo>
                  <a:cubicBezTo>
                    <a:pt x="234798" y="182950"/>
                    <a:pt x="234798" y="182950"/>
                    <a:pt x="233528" y="181679"/>
                  </a:cubicBezTo>
                  <a:lnTo>
                    <a:pt x="189078" y="137230"/>
                  </a:lnTo>
                  <a:cubicBezTo>
                    <a:pt x="186538" y="134690"/>
                    <a:pt x="183998" y="130880"/>
                    <a:pt x="183998" y="125800"/>
                  </a:cubicBezTo>
                  <a:lnTo>
                    <a:pt x="158598" y="125800"/>
                  </a:lnTo>
                  <a:cubicBezTo>
                    <a:pt x="153518" y="125800"/>
                    <a:pt x="148438" y="120720"/>
                    <a:pt x="148438" y="115640"/>
                  </a:cubicBezTo>
                  <a:cubicBezTo>
                    <a:pt x="148438" y="110560"/>
                    <a:pt x="153518" y="105480"/>
                    <a:pt x="158598" y="105480"/>
                  </a:cubicBezTo>
                  <a:lnTo>
                    <a:pt x="183998" y="105480"/>
                  </a:lnTo>
                  <a:lnTo>
                    <a:pt x="183998" y="85160"/>
                  </a:lnTo>
                  <a:lnTo>
                    <a:pt x="158598" y="85160"/>
                  </a:lnTo>
                  <a:cubicBezTo>
                    <a:pt x="153518" y="85160"/>
                    <a:pt x="148438" y="80080"/>
                    <a:pt x="148438" y="75000"/>
                  </a:cubicBezTo>
                  <a:cubicBezTo>
                    <a:pt x="148438" y="69920"/>
                    <a:pt x="153518" y="64840"/>
                    <a:pt x="158598" y="64840"/>
                  </a:cubicBezTo>
                  <a:lnTo>
                    <a:pt x="183998" y="64840"/>
                  </a:lnTo>
                  <a:lnTo>
                    <a:pt x="183998" y="44520"/>
                  </a:lnTo>
                  <a:cubicBezTo>
                    <a:pt x="183998" y="39440"/>
                    <a:pt x="178918" y="34360"/>
                    <a:pt x="173838" y="34360"/>
                  </a:cubicBezTo>
                  <a:lnTo>
                    <a:pt x="157328" y="34360"/>
                  </a:lnTo>
                  <a:cubicBezTo>
                    <a:pt x="154788" y="34360"/>
                    <a:pt x="152248" y="35630"/>
                    <a:pt x="150978" y="36900"/>
                  </a:cubicBezTo>
                  <a:lnTo>
                    <a:pt x="135738" y="49600"/>
                  </a:lnTo>
                  <a:cubicBezTo>
                    <a:pt x="125578" y="59760"/>
                    <a:pt x="110338" y="59760"/>
                    <a:pt x="98908" y="50870"/>
                  </a:cubicBezTo>
                  <a:lnTo>
                    <a:pt x="98908" y="5087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2" name="Полилиния: фигура 739">
              <a:extLst>
                <a:ext uri="{FF2B5EF4-FFF2-40B4-BE49-F238E27FC236}">
                  <a16:creationId xmlns:a16="http://schemas.microsoft.com/office/drawing/2014/main" id="{EE05D42A-D67E-0ADC-6F32-7487C6FADBD6}"/>
                </a:ext>
              </a:extLst>
            </p:cNvPr>
            <p:cNvSpPr/>
            <p:nvPr/>
          </p:nvSpPr>
          <p:spPr>
            <a:xfrm>
              <a:off x="10720069" y="3216910"/>
              <a:ext cx="60960" cy="20319"/>
            </a:xfrm>
            <a:custGeom>
              <a:avLst/>
              <a:gdLst>
                <a:gd name="connsiteX0" fmla="*/ 10161 w 60960"/>
                <a:gd name="connsiteY0" fmla="*/ 0 h 20319"/>
                <a:gd name="connsiteX1" fmla="*/ 0 w 60960"/>
                <a:gd name="connsiteY1" fmla="*/ 10160 h 20319"/>
                <a:gd name="connsiteX2" fmla="*/ 10161 w 60960"/>
                <a:gd name="connsiteY2" fmla="*/ 20320 h 20319"/>
                <a:gd name="connsiteX3" fmla="*/ 50800 w 60960"/>
                <a:gd name="connsiteY3" fmla="*/ 20320 h 20319"/>
                <a:gd name="connsiteX4" fmla="*/ 60961 w 60960"/>
                <a:gd name="connsiteY4" fmla="*/ 10160 h 20319"/>
                <a:gd name="connsiteX5" fmla="*/ 50800 w 60960"/>
                <a:gd name="connsiteY5" fmla="*/ 0 h 20319"/>
                <a:gd name="connsiteX6" fmla="*/ 10161 w 60960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60" h="20319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50800" y="20320"/>
                  </a:lnTo>
                  <a:cubicBezTo>
                    <a:pt x="55880" y="20320"/>
                    <a:pt x="60961" y="15240"/>
                    <a:pt x="60961" y="10160"/>
                  </a:cubicBezTo>
                  <a:cubicBezTo>
                    <a:pt x="60961" y="5080"/>
                    <a:pt x="55880" y="0"/>
                    <a:pt x="50800" y="0"/>
                  </a:cubicBezTo>
                  <a:lnTo>
                    <a:pt x="1016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3" name="Полилиния: фигура 740">
              <a:extLst>
                <a:ext uri="{FF2B5EF4-FFF2-40B4-BE49-F238E27FC236}">
                  <a16:creationId xmlns:a16="http://schemas.microsoft.com/office/drawing/2014/main" id="{A38715E6-E0F7-1A14-F9DB-8E294B7BF786}"/>
                </a:ext>
              </a:extLst>
            </p:cNvPr>
            <p:cNvSpPr/>
            <p:nvPr/>
          </p:nvSpPr>
          <p:spPr>
            <a:xfrm>
              <a:off x="10720069" y="3257550"/>
              <a:ext cx="101600" cy="20320"/>
            </a:xfrm>
            <a:custGeom>
              <a:avLst/>
              <a:gdLst>
                <a:gd name="connsiteX0" fmla="*/ 0 w 101600"/>
                <a:gd name="connsiteY0" fmla="*/ 10160 h 20320"/>
                <a:gd name="connsiteX1" fmla="*/ 10161 w 101600"/>
                <a:gd name="connsiteY1" fmla="*/ 0 h 20320"/>
                <a:gd name="connsiteX2" fmla="*/ 91440 w 101600"/>
                <a:gd name="connsiteY2" fmla="*/ 0 h 20320"/>
                <a:gd name="connsiteX3" fmla="*/ 101600 w 101600"/>
                <a:gd name="connsiteY3" fmla="*/ 10160 h 20320"/>
                <a:gd name="connsiteX4" fmla="*/ 91440 w 101600"/>
                <a:gd name="connsiteY4" fmla="*/ 20320 h 20320"/>
                <a:gd name="connsiteX5" fmla="*/ 10161 w 101600"/>
                <a:gd name="connsiteY5" fmla="*/ 20320 h 20320"/>
                <a:gd name="connsiteX6" fmla="*/ 0 w 10160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600" h="203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91440" y="0"/>
                  </a:lnTo>
                  <a:cubicBezTo>
                    <a:pt x="96520" y="0"/>
                    <a:pt x="101600" y="5080"/>
                    <a:pt x="101600" y="10160"/>
                  </a:cubicBezTo>
                  <a:cubicBezTo>
                    <a:pt x="101600" y="15240"/>
                    <a:pt x="96520" y="20320"/>
                    <a:pt x="91440" y="20320"/>
                  </a:cubicBezTo>
                  <a:lnTo>
                    <a:pt x="10161" y="20320"/>
                  </a:lnTo>
                  <a:cubicBezTo>
                    <a:pt x="5080" y="20320"/>
                    <a:pt x="0" y="1651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4" name="Полилиния: фигура 741">
              <a:extLst>
                <a:ext uri="{FF2B5EF4-FFF2-40B4-BE49-F238E27FC236}">
                  <a16:creationId xmlns:a16="http://schemas.microsoft.com/office/drawing/2014/main" id="{D8E05705-8979-A644-5FF7-FF3DA67D71B0}"/>
                </a:ext>
              </a:extLst>
            </p:cNvPr>
            <p:cNvSpPr/>
            <p:nvPr/>
          </p:nvSpPr>
          <p:spPr>
            <a:xfrm>
              <a:off x="10720069" y="3298190"/>
              <a:ext cx="142240" cy="20319"/>
            </a:xfrm>
            <a:custGeom>
              <a:avLst/>
              <a:gdLst>
                <a:gd name="connsiteX0" fmla="*/ 0 w 142240"/>
                <a:gd name="connsiteY0" fmla="*/ 10160 h 20319"/>
                <a:gd name="connsiteX1" fmla="*/ 10161 w 142240"/>
                <a:gd name="connsiteY1" fmla="*/ 0 h 20319"/>
                <a:gd name="connsiteX2" fmla="*/ 132080 w 142240"/>
                <a:gd name="connsiteY2" fmla="*/ 0 h 20319"/>
                <a:gd name="connsiteX3" fmla="*/ 142240 w 142240"/>
                <a:gd name="connsiteY3" fmla="*/ 10160 h 20319"/>
                <a:gd name="connsiteX4" fmla="*/ 132080 w 142240"/>
                <a:gd name="connsiteY4" fmla="*/ 20320 h 20319"/>
                <a:gd name="connsiteX5" fmla="*/ 10161 w 142240"/>
                <a:gd name="connsiteY5" fmla="*/ 20320 h 20319"/>
                <a:gd name="connsiteX6" fmla="*/ 0 w 142240"/>
                <a:gd name="connsiteY6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24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132080" y="0"/>
                  </a:lnTo>
                  <a:cubicBezTo>
                    <a:pt x="137161" y="0"/>
                    <a:pt x="142240" y="5080"/>
                    <a:pt x="142240" y="10160"/>
                  </a:cubicBezTo>
                  <a:cubicBezTo>
                    <a:pt x="142240" y="15240"/>
                    <a:pt x="137161" y="20320"/>
                    <a:pt x="132080" y="20320"/>
                  </a:cubicBezTo>
                  <a:lnTo>
                    <a:pt x="10161" y="20320"/>
                  </a:ln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25" name="Полилиния: фигура 745">
            <a:extLst>
              <a:ext uri="{FF2B5EF4-FFF2-40B4-BE49-F238E27FC236}">
                <a16:creationId xmlns:a16="http://schemas.microsoft.com/office/drawing/2014/main" id="{C45E97F4-4C84-6553-31E9-657C4BF334CE}"/>
              </a:ext>
            </a:extLst>
          </p:cNvPr>
          <p:cNvSpPr/>
          <p:nvPr/>
        </p:nvSpPr>
        <p:spPr>
          <a:xfrm>
            <a:off x="11203211" y="3652602"/>
            <a:ext cx="304800" cy="162559"/>
          </a:xfrm>
          <a:custGeom>
            <a:avLst/>
            <a:gdLst>
              <a:gd name="connsiteX0" fmla="*/ 274320 w 304800"/>
              <a:gd name="connsiteY0" fmla="*/ 132080 h 162559"/>
              <a:gd name="connsiteX1" fmla="*/ 243840 w 304800"/>
              <a:gd name="connsiteY1" fmla="*/ 162560 h 162559"/>
              <a:gd name="connsiteX2" fmla="*/ 223520 w 304800"/>
              <a:gd name="connsiteY2" fmla="*/ 154940 h 162559"/>
              <a:gd name="connsiteX3" fmla="*/ 203200 w 304800"/>
              <a:gd name="connsiteY3" fmla="*/ 162560 h 162559"/>
              <a:gd name="connsiteX4" fmla="*/ 172720 w 304800"/>
              <a:gd name="connsiteY4" fmla="*/ 132080 h 162559"/>
              <a:gd name="connsiteX5" fmla="*/ 172720 w 304800"/>
              <a:gd name="connsiteY5" fmla="*/ 111760 h 162559"/>
              <a:gd name="connsiteX6" fmla="*/ 132080 w 304800"/>
              <a:gd name="connsiteY6" fmla="*/ 111760 h 162559"/>
              <a:gd name="connsiteX7" fmla="*/ 132080 w 304800"/>
              <a:gd name="connsiteY7" fmla="*/ 132080 h 162559"/>
              <a:gd name="connsiteX8" fmla="*/ 101600 w 304800"/>
              <a:gd name="connsiteY8" fmla="*/ 162560 h 162559"/>
              <a:gd name="connsiteX9" fmla="*/ 81280 w 304800"/>
              <a:gd name="connsiteY9" fmla="*/ 154940 h 162559"/>
              <a:gd name="connsiteX10" fmla="*/ 60961 w 304800"/>
              <a:gd name="connsiteY10" fmla="*/ 162560 h 162559"/>
              <a:gd name="connsiteX11" fmla="*/ 30480 w 304800"/>
              <a:gd name="connsiteY11" fmla="*/ 132080 h 162559"/>
              <a:gd name="connsiteX12" fmla="*/ 30480 w 304800"/>
              <a:gd name="connsiteY12" fmla="*/ 111760 h 162559"/>
              <a:gd name="connsiteX13" fmla="*/ 20320 w 304800"/>
              <a:gd name="connsiteY13" fmla="*/ 111760 h 162559"/>
              <a:gd name="connsiteX14" fmla="*/ 0 w 304800"/>
              <a:gd name="connsiteY14" fmla="*/ 91440 h 162559"/>
              <a:gd name="connsiteX15" fmla="*/ 0 w 304800"/>
              <a:gd name="connsiteY15" fmla="*/ 71120 h 162559"/>
              <a:gd name="connsiteX16" fmla="*/ 20320 w 304800"/>
              <a:gd name="connsiteY16" fmla="*/ 50800 h 162559"/>
              <a:gd name="connsiteX17" fmla="*/ 30480 w 304800"/>
              <a:gd name="connsiteY17" fmla="*/ 50800 h 162559"/>
              <a:gd name="connsiteX18" fmla="*/ 30480 w 304800"/>
              <a:gd name="connsiteY18" fmla="*/ 30480 h 162559"/>
              <a:gd name="connsiteX19" fmla="*/ 60961 w 304800"/>
              <a:gd name="connsiteY19" fmla="*/ 0 h 162559"/>
              <a:gd name="connsiteX20" fmla="*/ 81280 w 304800"/>
              <a:gd name="connsiteY20" fmla="*/ 7620 h 162559"/>
              <a:gd name="connsiteX21" fmla="*/ 101600 w 304800"/>
              <a:gd name="connsiteY21" fmla="*/ 0 h 162559"/>
              <a:gd name="connsiteX22" fmla="*/ 132080 w 304800"/>
              <a:gd name="connsiteY22" fmla="*/ 30480 h 162559"/>
              <a:gd name="connsiteX23" fmla="*/ 132080 w 304800"/>
              <a:gd name="connsiteY23" fmla="*/ 50800 h 162559"/>
              <a:gd name="connsiteX24" fmla="*/ 172720 w 304800"/>
              <a:gd name="connsiteY24" fmla="*/ 50800 h 162559"/>
              <a:gd name="connsiteX25" fmla="*/ 172720 w 304800"/>
              <a:gd name="connsiteY25" fmla="*/ 30480 h 162559"/>
              <a:gd name="connsiteX26" fmla="*/ 203200 w 304800"/>
              <a:gd name="connsiteY26" fmla="*/ 0 h 162559"/>
              <a:gd name="connsiteX27" fmla="*/ 223520 w 304800"/>
              <a:gd name="connsiteY27" fmla="*/ 7620 h 162559"/>
              <a:gd name="connsiteX28" fmla="*/ 243840 w 304800"/>
              <a:gd name="connsiteY28" fmla="*/ 0 h 162559"/>
              <a:gd name="connsiteX29" fmla="*/ 274320 w 304800"/>
              <a:gd name="connsiteY29" fmla="*/ 30480 h 162559"/>
              <a:gd name="connsiteX30" fmla="*/ 274320 w 304800"/>
              <a:gd name="connsiteY30" fmla="*/ 50800 h 162559"/>
              <a:gd name="connsiteX31" fmla="*/ 284480 w 304800"/>
              <a:gd name="connsiteY31" fmla="*/ 50800 h 162559"/>
              <a:gd name="connsiteX32" fmla="*/ 304800 w 304800"/>
              <a:gd name="connsiteY32" fmla="*/ 71120 h 162559"/>
              <a:gd name="connsiteX33" fmla="*/ 304800 w 304800"/>
              <a:gd name="connsiteY33" fmla="*/ 91440 h 162559"/>
              <a:gd name="connsiteX34" fmla="*/ 284480 w 304800"/>
              <a:gd name="connsiteY34" fmla="*/ 111760 h 162559"/>
              <a:gd name="connsiteX35" fmla="*/ 274320 w 304800"/>
              <a:gd name="connsiteY35" fmla="*/ 111760 h 162559"/>
              <a:gd name="connsiteX36" fmla="*/ 274320 w 304800"/>
              <a:gd name="connsiteY36" fmla="*/ 132080 h 162559"/>
              <a:gd name="connsiteX37" fmla="*/ 233680 w 304800"/>
              <a:gd name="connsiteY37" fmla="*/ 30480 h 162559"/>
              <a:gd name="connsiteX38" fmla="*/ 233680 w 304800"/>
              <a:gd name="connsiteY38" fmla="*/ 30480 h 162559"/>
              <a:gd name="connsiteX39" fmla="*/ 233680 w 304800"/>
              <a:gd name="connsiteY39" fmla="*/ 132080 h 162559"/>
              <a:gd name="connsiteX40" fmla="*/ 243840 w 304800"/>
              <a:gd name="connsiteY40" fmla="*/ 142240 h 162559"/>
              <a:gd name="connsiteX41" fmla="*/ 254000 w 304800"/>
              <a:gd name="connsiteY41" fmla="*/ 132080 h 162559"/>
              <a:gd name="connsiteX42" fmla="*/ 254000 w 304800"/>
              <a:gd name="connsiteY42" fmla="*/ 30480 h 162559"/>
              <a:gd name="connsiteX43" fmla="*/ 243840 w 304800"/>
              <a:gd name="connsiteY43" fmla="*/ 20320 h 162559"/>
              <a:gd name="connsiteX44" fmla="*/ 233680 w 304800"/>
              <a:gd name="connsiteY44" fmla="*/ 30480 h 162559"/>
              <a:gd name="connsiteX45" fmla="*/ 213361 w 304800"/>
              <a:gd name="connsiteY45" fmla="*/ 30480 h 162559"/>
              <a:gd name="connsiteX46" fmla="*/ 203200 w 304800"/>
              <a:gd name="connsiteY46" fmla="*/ 20320 h 162559"/>
              <a:gd name="connsiteX47" fmla="*/ 193040 w 304800"/>
              <a:gd name="connsiteY47" fmla="*/ 30480 h 162559"/>
              <a:gd name="connsiteX48" fmla="*/ 193040 w 304800"/>
              <a:gd name="connsiteY48" fmla="*/ 132080 h 162559"/>
              <a:gd name="connsiteX49" fmla="*/ 203200 w 304800"/>
              <a:gd name="connsiteY49" fmla="*/ 142240 h 162559"/>
              <a:gd name="connsiteX50" fmla="*/ 213361 w 304800"/>
              <a:gd name="connsiteY50" fmla="*/ 132080 h 162559"/>
              <a:gd name="connsiteX51" fmla="*/ 213361 w 304800"/>
              <a:gd name="connsiteY51" fmla="*/ 30480 h 162559"/>
              <a:gd name="connsiteX52" fmla="*/ 172720 w 304800"/>
              <a:gd name="connsiteY52" fmla="*/ 71120 h 162559"/>
              <a:gd name="connsiteX53" fmla="*/ 132080 w 304800"/>
              <a:gd name="connsiteY53" fmla="*/ 71120 h 162559"/>
              <a:gd name="connsiteX54" fmla="*/ 132080 w 304800"/>
              <a:gd name="connsiteY54" fmla="*/ 91440 h 162559"/>
              <a:gd name="connsiteX55" fmla="*/ 172720 w 304800"/>
              <a:gd name="connsiteY55" fmla="*/ 91440 h 162559"/>
              <a:gd name="connsiteX56" fmla="*/ 172720 w 304800"/>
              <a:gd name="connsiteY56" fmla="*/ 71120 h 162559"/>
              <a:gd name="connsiteX57" fmla="*/ 274320 w 304800"/>
              <a:gd name="connsiteY57" fmla="*/ 91440 h 162559"/>
              <a:gd name="connsiteX58" fmla="*/ 274320 w 304800"/>
              <a:gd name="connsiteY58" fmla="*/ 71120 h 162559"/>
              <a:gd name="connsiteX59" fmla="*/ 284480 w 304800"/>
              <a:gd name="connsiteY59" fmla="*/ 71120 h 162559"/>
              <a:gd name="connsiteX60" fmla="*/ 284480 w 304800"/>
              <a:gd name="connsiteY60" fmla="*/ 91440 h 162559"/>
              <a:gd name="connsiteX61" fmla="*/ 274320 w 304800"/>
              <a:gd name="connsiteY61" fmla="*/ 91440 h 162559"/>
              <a:gd name="connsiteX62" fmla="*/ 21590 w 304800"/>
              <a:gd name="connsiteY62" fmla="*/ 91440 h 162559"/>
              <a:gd name="connsiteX63" fmla="*/ 31750 w 304800"/>
              <a:gd name="connsiteY63" fmla="*/ 91440 h 162559"/>
              <a:gd name="connsiteX64" fmla="*/ 31750 w 304800"/>
              <a:gd name="connsiteY64" fmla="*/ 71120 h 162559"/>
              <a:gd name="connsiteX65" fmla="*/ 21590 w 304800"/>
              <a:gd name="connsiteY65" fmla="*/ 71120 h 162559"/>
              <a:gd name="connsiteX66" fmla="*/ 21590 w 304800"/>
              <a:gd name="connsiteY66" fmla="*/ 91440 h 162559"/>
              <a:gd name="connsiteX67" fmla="*/ 101600 w 304800"/>
              <a:gd name="connsiteY67" fmla="*/ 20320 h 162559"/>
              <a:gd name="connsiteX68" fmla="*/ 91440 w 304800"/>
              <a:gd name="connsiteY68" fmla="*/ 30480 h 162559"/>
              <a:gd name="connsiteX69" fmla="*/ 91440 w 304800"/>
              <a:gd name="connsiteY69" fmla="*/ 132080 h 162559"/>
              <a:gd name="connsiteX70" fmla="*/ 101600 w 304800"/>
              <a:gd name="connsiteY70" fmla="*/ 142240 h 162559"/>
              <a:gd name="connsiteX71" fmla="*/ 111761 w 304800"/>
              <a:gd name="connsiteY71" fmla="*/ 132080 h 162559"/>
              <a:gd name="connsiteX72" fmla="*/ 111761 w 304800"/>
              <a:gd name="connsiteY72" fmla="*/ 30480 h 162559"/>
              <a:gd name="connsiteX73" fmla="*/ 101600 w 304800"/>
              <a:gd name="connsiteY73" fmla="*/ 20320 h 162559"/>
              <a:gd name="connsiteX74" fmla="*/ 71120 w 304800"/>
              <a:gd name="connsiteY74" fmla="*/ 30480 h 162559"/>
              <a:gd name="connsiteX75" fmla="*/ 60961 w 304800"/>
              <a:gd name="connsiteY75" fmla="*/ 20320 h 162559"/>
              <a:gd name="connsiteX76" fmla="*/ 50800 w 304800"/>
              <a:gd name="connsiteY76" fmla="*/ 30480 h 162559"/>
              <a:gd name="connsiteX77" fmla="*/ 50800 w 304800"/>
              <a:gd name="connsiteY77" fmla="*/ 132080 h 162559"/>
              <a:gd name="connsiteX78" fmla="*/ 60961 w 304800"/>
              <a:gd name="connsiteY78" fmla="*/ 142240 h 162559"/>
              <a:gd name="connsiteX79" fmla="*/ 71120 w 304800"/>
              <a:gd name="connsiteY79" fmla="*/ 132080 h 162559"/>
              <a:gd name="connsiteX80" fmla="*/ 71120 w 304800"/>
              <a:gd name="connsiteY80" fmla="*/ 30480 h 16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304800" h="162559">
                <a:moveTo>
                  <a:pt x="274320" y="132080"/>
                </a:moveTo>
                <a:cubicBezTo>
                  <a:pt x="274320" y="148590"/>
                  <a:pt x="260350" y="162560"/>
                  <a:pt x="243840" y="162560"/>
                </a:cubicBezTo>
                <a:cubicBezTo>
                  <a:pt x="236220" y="162560"/>
                  <a:pt x="228600" y="160020"/>
                  <a:pt x="223520" y="154940"/>
                </a:cubicBezTo>
                <a:cubicBezTo>
                  <a:pt x="218440" y="160020"/>
                  <a:pt x="210820" y="162560"/>
                  <a:pt x="203200" y="162560"/>
                </a:cubicBezTo>
                <a:cubicBezTo>
                  <a:pt x="186690" y="162560"/>
                  <a:pt x="172720" y="148590"/>
                  <a:pt x="172720" y="132080"/>
                </a:cubicBezTo>
                <a:lnTo>
                  <a:pt x="172720" y="111760"/>
                </a:lnTo>
                <a:lnTo>
                  <a:pt x="132080" y="111760"/>
                </a:lnTo>
                <a:lnTo>
                  <a:pt x="132080" y="132080"/>
                </a:lnTo>
                <a:cubicBezTo>
                  <a:pt x="132080" y="148590"/>
                  <a:pt x="118111" y="162560"/>
                  <a:pt x="101600" y="162560"/>
                </a:cubicBezTo>
                <a:cubicBezTo>
                  <a:pt x="93980" y="162560"/>
                  <a:pt x="86361" y="160020"/>
                  <a:pt x="81280" y="154940"/>
                </a:cubicBezTo>
                <a:cubicBezTo>
                  <a:pt x="76200" y="160020"/>
                  <a:pt x="68580" y="162560"/>
                  <a:pt x="60961" y="162560"/>
                </a:cubicBezTo>
                <a:cubicBezTo>
                  <a:pt x="44450" y="162560"/>
                  <a:pt x="30480" y="148590"/>
                  <a:pt x="30480" y="132080"/>
                </a:cubicBezTo>
                <a:lnTo>
                  <a:pt x="30480" y="111760"/>
                </a:lnTo>
                <a:lnTo>
                  <a:pt x="20320" y="111760"/>
                </a:lnTo>
                <a:cubicBezTo>
                  <a:pt x="8890" y="111760"/>
                  <a:pt x="0" y="102870"/>
                  <a:pt x="0" y="91440"/>
                </a:cubicBezTo>
                <a:lnTo>
                  <a:pt x="0" y="71120"/>
                </a:lnTo>
                <a:cubicBezTo>
                  <a:pt x="0" y="59690"/>
                  <a:pt x="8890" y="50800"/>
                  <a:pt x="20320" y="50800"/>
                </a:cubicBezTo>
                <a:lnTo>
                  <a:pt x="30480" y="50800"/>
                </a:lnTo>
                <a:lnTo>
                  <a:pt x="30480" y="30480"/>
                </a:lnTo>
                <a:cubicBezTo>
                  <a:pt x="30480" y="13970"/>
                  <a:pt x="44450" y="0"/>
                  <a:pt x="60961" y="0"/>
                </a:cubicBezTo>
                <a:cubicBezTo>
                  <a:pt x="68580" y="0"/>
                  <a:pt x="76200" y="2540"/>
                  <a:pt x="81280" y="7620"/>
                </a:cubicBezTo>
                <a:cubicBezTo>
                  <a:pt x="86361" y="2540"/>
                  <a:pt x="93980" y="0"/>
                  <a:pt x="101600" y="0"/>
                </a:cubicBezTo>
                <a:cubicBezTo>
                  <a:pt x="118111" y="0"/>
                  <a:pt x="132080" y="13970"/>
                  <a:pt x="132080" y="30480"/>
                </a:cubicBezTo>
                <a:lnTo>
                  <a:pt x="132080" y="50800"/>
                </a:lnTo>
                <a:lnTo>
                  <a:pt x="172720" y="50800"/>
                </a:lnTo>
                <a:lnTo>
                  <a:pt x="172720" y="30480"/>
                </a:lnTo>
                <a:cubicBezTo>
                  <a:pt x="172720" y="13970"/>
                  <a:pt x="186690" y="0"/>
                  <a:pt x="203200" y="0"/>
                </a:cubicBezTo>
                <a:cubicBezTo>
                  <a:pt x="210820" y="0"/>
                  <a:pt x="218440" y="2540"/>
                  <a:pt x="223520" y="7620"/>
                </a:cubicBezTo>
                <a:cubicBezTo>
                  <a:pt x="228600" y="2540"/>
                  <a:pt x="236220" y="0"/>
                  <a:pt x="243840" y="0"/>
                </a:cubicBezTo>
                <a:cubicBezTo>
                  <a:pt x="260350" y="0"/>
                  <a:pt x="274320" y="13970"/>
                  <a:pt x="274320" y="30480"/>
                </a:cubicBezTo>
                <a:lnTo>
                  <a:pt x="274320" y="50800"/>
                </a:lnTo>
                <a:lnTo>
                  <a:pt x="284480" y="50800"/>
                </a:lnTo>
                <a:cubicBezTo>
                  <a:pt x="295911" y="50800"/>
                  <a:pt x="304800" y="59690"/>
                  <a:pt x="304800" y="71120"/>
                </a:cubicBezTo>
                <a:lnTo>
                  <a:pt x="304800" y="91440"/>
                </a:lnTo>
                <a:cubicBezTo>
                  <a:pt x="304800" y="102870"/>
                  <a:pt x="295911" y="111760"/>
                  <a:pt x="284480" y="111760"/>
                </a:cubicBezTo>
                <a:lnTo>
                  <a:pt x="274320" y="111760"/>
                </a:lnTo>
                <a:lnTo>
                  <a:pt x="274320" y="132080"/>
                </a:lnTo>
                <a:close/>
                <a:moveTo>
                  <a:pt x="233680" y="30480"/>
                </a:moveTo>
                <a:lnTo>
                  <a:pt x="233680" y="30480"/>
                </a:lnTo>
                <a:lnTo>
                  <a:pt x="233680" y="132080"/>
                </a:lnTo>
                <a:cubicBezTo>
                  <a:pt x="233680" y="137160"/>
                  <a:pt x="238761" y="142240"/>
                  <a:pt x="243840" y="142240"/>
                </a:cubicBezTo>
                <a:cubicBezTo>
                  <a:pt x="248920" y="142240"/>
                  <a:pt x="254000" y="137160"/>
                  <a:pt x="254000" y="132080"/>
                </a:cubicBezTo>
                <a:lnTo>
                  <a:pt x="254000" y="30480"/>
                </a:lnTo>
                <a:cubicBezTo>
                  <a:pt x="254000" y="25400"/>
                  <a:pt x="248920" y="20320"/>
                  <a:pt x="243840" y="20320"/>
                </a:cubicBezTo>
                <a:cubicBezTo>
                  <a:pt x="238761" y="20320"/>
                  <a:pt x="233680" y="25400"/>
                  <a:pt x="233680" y="30480"/>
                </a:cubicBezTo>
                <a:close/>
                <a:moveTo>
                  <a:pt x="213361" y="30480"/>
                </a:moveTo>
                <a:cubicBezTo>
                  <a:pt x="213361" y="25400"/>
                  <a:pt x="208280" y="20320"/>
                  <a:pt x="203200" y="20320"/>
                </a:cubicBezTo>
                <a:cubicBezTo>
                  <a:pt x="198120" y="20320"/>
                  <a:pt x="193040" y="25400"/>
                  <a:pt x="193040" y="30480"/>
                </a:cubicBezTo>
                <a:lnTo>
                  <a:pt x="193040" y="132080"/>
                </a:lnTo>
                <a:cubicBezTo>
                  <a:pt x="193040" y="137160"/>
                  <a:pt x="198120" y="142240"/>
                  <a:pt x="203200" y="142240"/>
                </a:cubicBezTo>
                <a:cubicBezTo>
                  <a:pt x="208280" y="142240"/>
                  <a:pt x="213361" y="137160"/>
                  <a:pt x="213361" y="132080"/>
                </a:cubicBezTo>
                <a:lnTo>
                  <a:pt x="213361" y="30480"/>
                </a:lnTo>
                <a:close/>
                <a:moveTo>
                  <a:pt x="172720" y="71120"/>
                </a:moveTo>
                <a:lnTo>
                  <a:pt x="132080" y="71120"/>
                </a:lnTo>
                <a:lnTo>
                  <a:pt x="132080" y="91440"/>
                </a:lnTo>
                <a:lnTo>
                  <a:pt x="172720" y="91440"/>
                </a:lnTo>
                <a:lnTo>
                  <a:pt x="172720" y="71120"/>
                </a:lnTo>
                <a:close/>
                <a:moveTo>
                  <a:pt x="274320" y="91440"/>
                </a:moveTo>
                <a:lnTo>
                  <a:pt x="274320" y="71120"/>
                </a:lnTo>
                <a:lnTo>
                  <a:pt x="284480" y="71120"/>
                </a:lnTo>
                <a:lnTo>
                  <a:pt x="284480" y="91440"/>
                </a:lnTo>
                <a:lnTo>
                  <a:pt x="274320" y="91440"/>
                </a:lnTo>
                <a:close/>
                <a:moveTo>
                  <a:pt x="21590" y="91440"/>
                </a:moveTo>
                <a:lnTo>
                  <a:pt x="31750" y="91440"/>
                </a:lnTo>
                <a:lnTo>
                  <a:pt x="31750" y="71120"/>
                </a:lnTo>
                <a:lnTo>
                  <a:pt x="21590" y="71120"/>
                </a:lnTo>
                <a:lnTo>
                  <a:pt x="21590" y="91440"/>
                </a:lnTo>
                <a:close/>
                <a:moveTo>
                  <a:pt x="101600" y="20320"/>
                </a:moveTo>
                <a:cubicBezTo>
                  <a:pt x="96520" y="20320"/>
                  <a:pt x="91440" y="25400"/>
                  <a:pt x="91440" y="30480"/>
                </a:cubicBezTo>
                <a:lnTo>
                  <a:pt x="91440" y="132080"/>
                </a:lnTo>
                <a:cubicBezTo>
                  <a:pt x="91440" y="137160"/>
                  <a:pt x="96520" y="142240"/>
                  <a:pt x="101600" y="142240"/>
                </a:cubicBezTo>
                <a:cubicBezTo>
                  <a:pt x="106680" y="142240"/>
                  <a:pt x="111761" y="137160"/>
                  <a:pt x="111761" y="132080"/>
                </a:cubicBezTo>
                <a:lnTo>
                  <a:pt x="111761" y="30480"/>
                </a:lnTo>
                <a:cubicBezTo>
                  <a:pt x="111761" y="25400"/>
                  <a:pt x="107950" y="20320"/>
                  <a:pt x="101600" y="20320"/>
                </a:cubicBezTo>
                <a:close/>
                <a:moveTo>
                  <a:pt x="71120" y="30480"/>
                </a:moveTo>
                <a:cubicBezTo>
                  <a:pt x="71120" y="25400"/>
                  <a:pt x="66040" y="20320"/>
                  <a:pt x="60961" y="20320"/>
                </a:cubicBezTo>
                <a:cubicBezTo>
                  <a:pt x="55880" y="20320"/>
                  <a:pt x="50800" y="25400"/>
                  <a:pt x="50800" y="30480"/>
                </a:cubicBezTo>
                <a:lnTo>
                  <a:pt x="50800" y="132080"/>
                </a:lnTo>
                <a:cubicBezTo>
                  <a:pt x="50800" y="137160"/>
                  <a:pt x="55880" y="142240"/>
                  <a:pt x="60961" y="142240"/>
                </a:cubicBezTo>
                <a:cubicBezTo>
                  <a:pt x="66040" y="142240"/>
                  <a:pt x="71120" y="137160"/>
                  <a:pt x="71120" y="132080"/>
                </a:cubicBezTo>
                <a:lnTo>
                  <a:pt x="71120" y="304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26" name="Полилиния: фигура 747">
            <a:extLst>
              <a:ext uri="{FF2B5EF4-FFF2-40B4-BE49-F238E27FC236}">
                <a16:creationId xmlns:a16="http://schemas.microsoft.com/office/drawing/2014/main" id="{5CCA9EF1-BACF-775E-5D8A-0AE05232F119}"/>
              </a:ext>
            </a:extLst>
          </p:cNvPr>
          <p:cNvSpPr/>
          <p:nvPr/>
        </p:nvSpPr>
        <p:spPr>
          <a:xfrm>
            <a:off x="2264317" y="4493232"/>
            <a:ext cx="296305" cy="196850"/>
          </a:xfrm>
          <a:custGeom>
            <a:avLst/>
            <a:gdLst>
              <a:gd name="connsiteX0" fmla="*/ 203835 w 296305"/>
              <a:gd name="connsiteY0" fmla="*/ 67310 h 196850"/>
              <a:gd name="connsiteX1" fmla="*/ 206375 w 296305"/>
              <a:gd name="connsiteY1" fmla="*/ 66040 h 196850"/>
              <a:gd name="connsiteX2" fmla="*/ 226695 w 296305"/>
              <a:gd name="connsiteY2" fmla="*/ 48260 h 196850"/>
              <a:gd name="connsiteX3" fmla="*/ 239395 w 296305"/>
              <a:gd name="connsiteY3" fmla="*/ 26670 h 196850"/>
              <a:gd name="connsiteX4" fmla="*/ 233045 w 296305"/>
              <a:gd name="connsiteY4" fmla="*/ 13970 h 196850"/>
              <a:gd name="connsiteX5" fmla="*/ 220345 w 296305"/>
              <a:gd name="connsiteY5" fmla="*/ 20320 h 196850"/>
              <a:gd name="connsiteX6" fmla="*/ 211455 w 296305"/>
              <a:gd name="connsiteY6" fmla="*/ 36830 h 196850"/>
              <a:gd name="connsiteX7" fmla="*/ 197485 w 296305"/>
              <a:gd name="connsiteY7" fmla="*/ 49530 h 196850"/>
              <a:gd name="connsiteX8" fmla="*/ 177165 w 296305"/>
              <a:gd name="connsiteY8" fmla="*/ 54610 h 196850"/>
              <a:gd name="connsiteX9" fmla="*/ 155575 w 296305"/>
              <a:gd name="connsiteY9" fmla="*/ 54610 h 196850"/>
              <a:gd name="connsiteX10" fmla="*/ 154305 w 296305"/>
              <a:gd name="connsiteY10" fmla="*/ 54610 h 196850"/>
              <a:gd name="connsiteX11" fmla="*/ 154305 w 296305"/>
              <a:gd name="connsiteY11" fmla="*/ 54610 h 196850"/>
              <a:gd name="connsiteX12" fmla="*/ 153035 w 296305"/>
              <a:gd name="connsiteY12" fmla="*/ 54610 h 196850"/>
              <a:gd name="connsiteX13" fmla="*/ 156845 w 296305"/>
              <a:gd name="connsiteY13" fmla="*/ 52070 h 196850"/>
              <a:gd name="connsiteX14" fmla="*/ 174625 w 296305"/>
              <a:gd name="connsiteY14" fmla="*/ 10160 h 196850"/>
              <a:gd name="connsiteX15" fmla="*/ 165735 w 296305"/>
              <a:gd name="connsiteY15" fmla="*/ 0 h 196850"/>
              <a:gd name="connsiteX16" fmla="*/ 155575 w 296305"/>
              <a:gd name="connsiteY16" fmla="*/ 8890 h 196850"/>
              <a:gd name="connsiteX17" fmla="*/ 142875 w 296305"/>
              <a:gd name="connsiteY17" fmla="*/ 38100 h 196850"/>
              <a:gd name="connsiteX18" fmla="*/ 123825 w 296305"/>
              <a:gd name="connsiteY18" fmla="*/ 52070 h 196850"/>
              <a:gd name="connsiteX19" fmla="*/ 120015 w 296305"/>
              <a:gd name="connsiteY19" fmla="*/ 54610 h 196850"/>
              <a:gd name="connsiteX20" fmla="*/ 116205 w 296305"/>
              <a:gd name="connsiteY20" fmla="*/ 55880 h 196850"/>
              <a:gd name="connsiteX21" fmla="*/ 9525 w 296305"/>
              <a:gd name="connsiteY21" fmla="*/ 104140 h 196850"/>
              <a:gd name="connsiteX22" fmla="*/ 9525 w 296305"/>
              <a:gd name="connsiteY22" fmla="*/ 147320 h 196850"/>
              <a:gd name="connsiteX23" fmla="*/ 133985 w 296305"/>
              <a:gd name="connsiteY23" fmla="*/ 196850 h 196850"/>
              <a:gd name="connsiteX24" fmla="*/ 258445 w 296305"/>
              <a:gd name="connsiteY24" fmla="*/ 147320 h 196850"/>
              <a:gd name="connsiteX25" fmla="*/ 258445 w 296305"/>
              <a:gd name="connsiteY25" fmla="*/ 104140 h 196850"/>
              <a:gd name="connsiteX26" fmla="*/ 247015 w 296305"/>
              <a:gd name="connsiteY26" fmla="*/ 93980 h 196850"/>
              <a:gd name="connsiteX27" fmla="*/ 248285 w 296305"/>
              <a:gd name="connsiteY27" fmla="*/ 93980 h 196850"/>
              <a:gd name="connsiteX28" fmla="*/ 273685 w 296305"/>
              <a:gd name="connsiteY28" fmla="*/ 83820 h 196850"/>
              <a:gd name="connsiteX29" fmla="*/ 294005 w 296305"/>
              <a:gd name="connsiteY29" fmla="*/ 66040 h 196850"/>
              <a:gd name="connsiteX30" fmla="*/ 292735 w 296305"/>
              <a:gd name="connsiteY30" fmla="*/ 52070 h 196850"/>
              <a:gd name="connsiteX31" fmla="*/ 278765 w 296305"/>
              <a:gd name="connsiteY31" fmla="*/ 53340 h 196850"/>
              <a:gd name="connsiteX32" fmla="*/ 263525 w 296305"/>
              <a:gd name="connsiteY32" fmla="*/ 66040 h 196850"/>
              <a:gd name="connsiteX33" fmla="*/ 245745 w 296305"/>
              <a:gd name="connsiteY33" fmla="*/ 73660 h 196850"/>
              <a:gd name="connsiteX34" fmla="*/ 216535 w 296305"/>
              <a:gd name="connsiteY34" fmla="*/ 73660 h 196850"/>
              <a:gd name="connsiteX35" fmla="*/ 203835 w 296305"/>
              <a:gd name="connsiteY35" fmla="*/ 67310 h 196850"/>
              <a:gd name="connsiteX36" fmla="*/ 178435 w 296305"/>
              <a:gd name="connsiteY36" fmla="*/ 113030 h 196850"/>
              <a:gd name="connsiteX37" fmla="*/ 160655 w 296305"/>
              <a:gd name="connsiteY37" fmla="*/ 74930 h 196850"/>
              <a:gd name="connsiteX38" fmla="*/ 197485 w 296305"/>
              <a:gd name="connsiteY38" fmla="*/ 86360 h 196850"/>
              <a:gd name="connsiteX39" fmla="*/ 197485 w 296305"/>
              <a:gd name="connsiteY39" fmla="*/ 86360 h 196850"/>
              <a:gd name="connsiteX40" fmla="*/ 197485 w 296305"/>
              <a:gd name="connsiteY40" fmla="*/ 86360 h 196850"/>
              <a:gd name="connsiteX41" fmla="*/ 205105 w 296305"/>
              <a:gd name="connsiteY41" fmla="*/ 90170 h 196850"/>
              <a:gd name="connsiteX42" fmla="*/ 243205 w 296305"/>
              <a:gd name="connsiteY42" fmla="*/ 116840 h 196850"/>
              <a:gd name="connsiteX43" fmla="*/ 243205 w 296305"/>
              <a:gd name="connsiteY43" fmla="*/ 130810 h 196850"/>
              <a:gd name="connsiteX44" fmla="*/ 132715 w 296305"/>
              <a:gd name="connsiteY44" fmla="*/ 175260 h 196850"/>
              <a:gd name="connsiteX45" fmla="*/ 22225 w 296305"/>
              <a:gd name="connsiteY45" fmla="*/ 130810 h 196850"/>
              <a:gd name="connsiteX46" fmla="*/ 22225 w 296305"/>
              <a:gd name="connsiteY46" fmla="*/ 116840 h 196850"/>
              <a:gd name="connsiteX47" fmla="*/ 92075 w 296305"/>
              <a:gd name="connsiteY47" fmla="*/ 77470 h 196850"/>
              <a:gd name="connsiteX48" fmla="*/ 78105 w 296305"/>
              <a:gd name="connsiteY48" fmla="*/ 113030 h 196850"/>
              <a:gd name="connsiteX49" fmla="*/ 128905 w 296305"/>
              <a:gd name="connsiteY49" fmla="*/ 163830 h 196850"/>
              <a:gd name="connsiteX50" fmla="*/ 178435 w 296305"/>
              <a:gd name="connsiteY50" fmla="*/ 113030 h 196850"/>
              <a:gd name="connsiteX51" fmla="*/ 117475 w 296305"/>
              <a:gd name="connsiteY51" fmla="*/ 113030 h 196850"/>
              <a:gd name="connsiteX52" fmla="*/ 137795 w 296305"/>
              <a:gd name="connsiteY52" fmla="*/ 92710 h 196850"/>
              <a:gd name="connsiteX53" fmla="*/ 117475 w 296305"/>
              <a:gd name="connsiteY53" fmla="*/ 72390 h 196850"/>
              <a:gd name="connsiteX54" fmla="*/ 97155 w 296305"/>
              <a:gd name="connsiteY54" fmla="*/ 92710 h 196850"/>
              <a:gd name="connsiteX55" fmla="*/ 117475 w 296305"/>
              <a:gd name="connsiteY55" fmla="*/ 113030 h 196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96305" h="196850">
                <a:moveTo>
                  <a:pt x="203835" y="67310"/>
                </a:moveTo>
                <a:cubicBezTo>
                  <a:pt x="205105" y="67310"/>
                  <a:pt x="205105" y="66040"/>
                  <a:pt x="206375" y="66040"/>
                </a:cubicBezTo>
                <a:cubicBezTo>
                  <a:pt x="213995" y="62230"/>
                  <a:pt x="221615" y="54610"/>
                  <a:pt x="226695" y="48260"/>
                </a:cubicBezTo>
                <a:cubicBezTo>
                  <a:pt x="231775" y="40640"/>
                  <a:pt x="236855" y="33020"/>
                  <a:pt x="239395" y="26670"/>
                </a:cubicBezTo>
                <a:cubicBezTo>
                  <a:pt x="241935" y="21590"/>
                  <a:pt x="238125" y="15240"/>
                  <a:pt x="233045" y="13970"/>
                </a:cubicBezTo>
                <a:cubicBezTo>
                  <a:pt x="227965" y="11430"/>
                  <a:pt x="221615" y="15240"/>
                  <a:pt x="220345" y="20320"/>
                </a:cubicBezTo>
                <a:cubicBezTo>
                  <a:pt x="219075" y="25400"/>
                  <a:pt x="215265" y="31750"/>
                  <a:pt x="211455" y="36830"/>
                </a:cubicBezTo>
                <a:cubicBezTo>
                  <a:pt x="207645" y="41910"/>
                  <a:pt x="202565" y="46990"/>
                  <a:pt x="197485" y="49530"/>
                </a:cubicBezTo>
                <a:cubicBezTo>
                  <a:pt x="192405" y="52070"/>
                  <a:pt x="186055" y="53340"/>
                  <a:pt x="177165" y="54610"/>
                </a:cubicBezTo>
                <a:cubicBezTo>
                  <a:pt x="169545" y="55880"/>
                  <a:pt x="160655" y="54610"/>
                  <a:pt x="155575" y="54610"/>
                </a:cubicBezTo>
                <a:cubicBezTo>
                  <a:pt x="155575" y="54610"/>
                  <a:pt x="155575" y="54610"/>
                  <a:pt x="154305" y="54610"/>
                </a:cubicBezTo>
                <a:cubicBezTo>
                  <a:pt x="154305" y="54610"/>
                  <a:pt x="154305" y="54610"/>
                  <a:pt x="154305" y="54610"/>
                </a:cubicBezTo>
                <a:cubicBezTo>
                  <a:pt x="154305" y="54610"/>
                  <a:pt x="153035" y="54610"/>
                  <a:pt x="153035" y="54610"/>
                </a:cubicBezTo>
                <a:cubicBezTo>
                  <a:pt x="154305" y="53340"/>
                  <a:pt x="155575" y="52070"/>
                  <a:pt x="156845" y="52070"/>
                </a:cubicBezTo>
                <a:cubicBezTo>
                  <a:pt x="168275" y="39370"/>
                  <a:pt x="174625" y="25400"/>
                  <a:pt x="174625" y="10160"/>
                </a:cubicBezTo>
                <a:cubicBezTo>
                  <a:pt x="174625" y="5080"/>
                  <a:pt x="170815" y="0"/>
                  <a:pt x="165735" y="0"/>
                </a:cubicBezTo>
                <a:cubicBezTo>
                  <a:pt x="160655" y="0"/>
                  <a:pt x="155575" y="3810"/>
                  <a:pt x="155575" y="8890"/>
                </a:cubicBezTo>
                <a:cubicBezTo>
                  <a:pt x="154305" y="20320"/>
                  <a:pt x="151765" y="29210"/>
                  <a:pt x="142875" y="38100"/>
                </a:cubicBezTo>
                <a:cubicBezTo>
                  <a:pt x="139065" y="41910"/>
                  <a:pt x="131445" y="48260"/>
                  <a:pt x="123825" y="52070"/>
                </a:cubicBezTo>
                <a:cubicBezTo>
                  <a:pt x="122555" y="53340"/>
                  <a:pt x="121285" y="53340"/>
                  <a:pt x="120015" y="54610"/>
                </a:cubicBezTo>
                <a:cubicBezTo>
                  <a:pt x="118745" y="55880"/>
                  <a:pt x="117475" y="55880"/>
                  <a:pt x="116205" y="55880"/>
                </a:cubicBezTo>
                <a:cubicBezTo>
                  <a:pt x="75565" y="59690"/>
                  <a:pt x="38735" y="77470"/>
                  <a:pt x="9525" y="104140"/>
                </a:cubicBezTo>
                <a:cubicBezTo>
                  <a:pt x="-3175" y="115570"/>
                  <a:pt x="-3175" y="134620"/>
                  <a:pt x="9525" y="147320"/>
                </a:cubicBezTo>
                <a:cubicBezTo>
                  <a:pt x="42545" y="179070"/>
                  <a:pt x="85725" y="196850"/>
                  <a:pt x="133985" y="196850"/>
                </a:cubicBezTo>
                <a:cubicBezTo>
                  <a:pt x="182245" y="196850"/>
                  <a:pt x="226695" y="179070"/>
                  <a:pt x="258445" y="147320"/>
                </a:cubicBezTo>
                <a:cubicBezTo>
                  <a:pt x="271145" y="135890"/>
                  <a:pt x="271145" y="116840"/>
                  <a:pt x="258445" y="104140"/>
                </a:cubicBezTo>
                <a:cubicBezTo>
                  <a:pt x="254635" y="100330"/>
                  <a:pt x="250825" y="96520"/>
                  <a:pt x="247015" y="93980"/>
                </a:cubicBezTo>
                <a:cubicBezTo>
                  <a:pt x="247015" y="93980"/>
                  <a:pt x="248285" y="93980"/>
                  <a:pt x="248285" y="93980"/>
                </a:cubicBezTo>
                <a:cubicBezTo>
                  <a:pt x="257175" y="92710"/>
                  <a:pt x="266065" y="87630"/>
                  <a:pt x="273685" y="83820"/>
                </a:cubicBezTo>
                <a:cubicBezTo>
                  <a:pt x="281305" y="78740"/>
                  <a:pt x="288925" y="72390"/>
                  <a:pt x="294005" y="66040"/>
                </a:cubicBezTo>
                <a:cubicBezTo>
                  <a:pt x="297815" y="62230"/>
                  <a:pt x="296545" y="55880"/>
                  <a:pt x="292735" y="52070"/>
                </a:cubicBezTo>
                <a:cubicBezTo>
                  <a:pt x="288925" y="48260"/>
                  <a:pt x="282575" y="49530"/>
                  <a:pt x="278765" y="53340"/>
                </a:cubicBezTo>
                <a:cubicBezTo>
                  <a:pt x="276225" y="57150"/>
                  <a:pt x="269875" y="62230"/>
                  <a:pt x="263525" y="66040"/>
                </a:cubicBezTo>
                <a:cubicBezTo>
                  <a:pt x="257175" y="69850"/>
                  <a:pt x="250825" y="72390"/>
                  <a:pt x="245745" y="73660"/>
                </a:cubicBezTo>
                <a:cubicBezTo>
                  <a:pt x="235585" y="76200"/>
                  <a:pt x="224155" y="76200"/>
                  <a:pt x="216535" y="73660"/>
                </a:cubicBezTo>
                <a:cubicBezTo>
                  <a:pt x="211455" y="69850"/>
                  <a:pt x="207645" y="68580"/>
                  <a:pt x="203835" y="67310"/>
                </a:cubicBezTo>
                <a:close/>
                <a:moveTo>
                  <a:pt x="178435" y="113030"/>
                </a:moveTo>
                <a:cubicBezTo>
                  <a:pt x="178435" y="97790"/>
                  <a:pt x="172085" y="83820"/>
                  <a:pt x="160655" y="74930"/>
                </a:cubicBezTo>
                <a:cubicBezTo>
                  <a:pt x="173355" y="77470"/>
                  <a:pt x="186055" y="81280"/>
                  <a:pt x="197485" y="86360"/>
                </a:cubicBezTo>
                <a:lnTo>
                  <a:pt x="197485" y="86360"/>
                </a:lnTo>
                <a:cubicBezTo>
                  <a:pt x="197485" y="86360"/>
                  <a:pt x="197485" y="86360"/>
                  <a:pt x="197485" y="86360"/>
                </a:cubicBezTo>
                <a:cubicBezTo>
                  <a:pt x="200025" y="87630"/>
                  <a:pt x="202565" y="88900"/>
                  <a:pt x="205105" y="90170"/>
                </a:cubicBezTo>
                <a:cubicBezTo>
                  <a:pt x="219075" y="97790"/>
                  <a:pt x="231775" y="106680"/>
                  <a:pt x="243205" y="116840"/>
                </a:cubicBezTo>
                <a:cubicBezTo>
                  <a:pt x="247015" y="120650"/>
                  <a:pt x="247015" y="127000"/>
                  <a:pt x="243205" y="130810"/>
                </a:cubicBezTo>
                <a:cubicBezTo>
                  <a:pt x="213995" y="158750"/>
                  <a:pt x="174625" y="175260"/>
                  <a:pt x="132715" y="175260"/>
                </a:cubicBezTo>
                <a:cubicBezTo>
                  <a:pt x="89535" y="175260"/>
                  <a:pt x="51435" y="158750"/>
                  <a:pt x="22225" y="130810"/>
                </a:cubicBezTo>
                <a:cubicBezTo>
                  <a:pt x="18415" y="127000"/>
                  <a:pt x="18415" y="120650"/>
                  <a:pt x="22225" y="116840"/>
                </a:cubicBezTo>
                <a:cubicBezTo>
                  <a:pt x="41275" y="97790"/>
                  <a:pt x="65405" y="85090"/>
                  <a:pt x="92075" y="77470"/>
                </a:cubicBezTo>
                <a:cubicBezTo>
                  <a:pt x="83185" y="86360"/>
                  <a:pt x="78105" y="99060"/>
                  <a:pt x="78105" y="113030"/>
                </a:cubicBezTo>
                <a:cubicBezTo>
                  <a:pt x="78105" y="140970"/>
                  <a:pt x="100965" y="163830"/>
                  <a:pt x="128905" y="163830"/>
                </a:cubicBezTo>
                <a:cubicBezTo>
                  <a:pt x="155575" y="163830"/>
                  <a:pt x="178435" y="140970"/>
                  <a:pt x="178435" y="113030"/>
                </a:cubicBezTo>
                <a:close/>
                <a:moveTo>
                  <a:pt x="117475" y="113030"/>
                </a:moveTo>
                <a:cubicBezTo>
                  <a:pt x="128905" y="113030"/>
                  <a:pt x="137795" y="104140"/>
                  <a:pt x="137795" y="92710"/>
                </a:cubicBezTo>
                <a:cubicBezTo>
                  <a:pt x="137795" y="81280"/>
                  <a:pt x="128905" y="72390"/>
                  <a:pt x="117475" y="72390"/>
                </a:cubicBezTo>
                <a:cubicBezTo>
                  <a:pt x="106045" y="72390"/>
                  <a:pt x="97155" y="81280"/>
                  <a:pt x="97155" y="92710"/>
                </a:cubicBezTo>
                <a:cubicBezTo>
                  <a:pt x="97155" y="104140"/>
                  <a:pt x="106045" y="113030"/>
                  <a:pt x="117475" y="11303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27" name="Рисунок 2">
            <a:extLst>
              <a:ext uri="{FF2B5EF4-FFF2-40B4-BE49-F238E27FC236}">
                <a16:creationId xmlns:a16="http://schemas.microsoft.com/office/drawing/2014/main" id="{28324FFC-6199-7941-5D0A-26F502AC5A1A}"/>
              </a:ext>
            </a:extLst>
          </p:cNvPr>
          <p:cNvGrpSpPr/>
          <p:nvPr/>
        </p:nvGrpSpPr>
        <p:grpSpPr>
          <a:xfrm>
            <a:off x="1176580" y="4456403"/>
            <a:ext cx="178289" cy="264159"/>
            <a:chOff x="1279670" y="4978400"/>
            <a:chExt cx="178289" cy="264159"/>
          </a:xfrm>
          <a:solidFill>
            <a:schemeClr val="bg1"/>
          </a:solidFill>
        </p:grpSpPr>
        <p:sp>
          <p:nvSpPr>
            <p:cNvPr id="428" name="Полилиния: фигура 754">
              <a:extLst>
                <a:ext uri="{FF2B5EF4-FFF2-40B4-BE49-F238E27FC236}">
                  <a16:creationId xmlns:a16="http://schemas.microsoft.com/office/drawing/2014/main" id="{B44EC8FA-8977-375A-F421-2E5639F09380}"/>
                </a:ext>
              </a:extLst>
            </p:cNvPr>
            <p:cNvSpPr/>
            <p:nvPr/>
          </p:nvSpPr>
          <p:spPr>
            <a:xfrm>
              <a:off x="1285239" y="4978400"/>
              <a:ext cx="132080" cy="193040"/>
            </a:xfrm>
            <a:custGeom>
              <a:avLst/>
              <a:gdLst>
                <a:gd name="connsiteX0" fmla="*/ 20320 w 132080"/>
                <a:gd name="connsiteY0" fmla="*/ 162560 h 193040"/>
                <a:gd name="connsiteX1" fmla="*/ 55880 w 132080"/>
                <a:gd name="connsiteY1" fmla="*/ 162560 h 193040"/>
                <a:gd name="connsiteX2" fmla="*/ 55880 w 132080"/>
                <a:gd name="connsiteY2" fmla="*/ 10160 h 193040"/>
                <a:gd name="connsiteX3" fmla="*/ 66040 w 132080"/>
                <a:gd name="connsiteY3" fmla="*/ 0 h 193040"/>
                <a:gd name="connsiteX4" fmla="*/ 76200 w 132080"/>
                <a:gd name="connsiteY4" fmla="*/ 10160 h 193040"/>
                <a:gd name="connsiteX5" fmla="*/ 76200 w 132080"/>
                <a:gd name="connsiteY5" fmla="*/ 162560 h 193040"/>
                <a:gd name="connsiteX6" fmla="*/ 111760 w 132080"/>
                <a:gd name="connsiteY6" fmla="*/ 162560 h 193040"/>
                <a:gd name="connsiteX7" fmla="*/ 132080 w 132080"/>
                <a:gd name="connsiteY7" fmla="*/ 182880 h 193040"/>
                <a:gd name="connsiteX8" fmla="*/ 132080 w 132080"/>
                <a:gd name="connsiteY8" fmla="*/ 193040 h 193040"/>
                <a:gd name="connsiteX9" fmla="*/ 0 w 132080"/>
                <a:gd name="connsiteY9" fmla="*/ 193040 h 193040"/>
                <a:gd name="connsiteX10" fmla="*/ 0 w 132080"/>
                <a:gd name="connsiteY10" fmla="*/ 182880 h 193040"/>
                <a:gd name="connsiteX11" fmla="*/ 20320 w 132080"/>
                <a:gd name="connsiteY11" fmla="*/ 16256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080" h="193040">
                  <a:moveTo>
                    <a:pt x="20320" y="162560"/>
                  </a:moveTo>
                  <a:lnTo>
                    <a:pt x="55880" y="162560"/>
                  </a:lnTo>
                  <a:lnTo>
                    <a:pt x="55880" y="10160"/>
                  </a:lnTo>
                  <a:cubicBezTo>
                    <a:pt x="55880" y="5080"/>
                    <a:pt x="60960" y="0"/>
                    <a:pt x="66040" y="0"/>
                  </a:cubicBezTo>
                  <a:cubicBezTo>
                    <a:pt x="71120" y="0"/>
                    <a:pt x="76200" y="5080"/>
                    <a:pt x="76200" y="10160"/>
                  </a:cubicBezTo>
                  <a:lnTo>
                    <a:pt x="76200" y="162560"/>
                  </a:lnTo>
                  <a:lnTo>
                    <a:pt x="111760" y="162560"/>
                  </a:lnTo>
                  <a:cubicBezTo>
                    <a:pt x="123190" y="162560"/>
                    <a:pt x="132080" y="171450"/>
                    <a:pt x="132080" y="182880"/>
                  </a:cubicBezTo>
                  <a:lnTo>
                    <a:pt x="132080" y="193040"/>
                  </a:lnTo>
                  <a:lnTo>
                    <a:pt x="0" y="193040"/>
                  </a:lnTo>
                  <a:lnTo>
                    <a:pt x="0" y="182880"/>
                  </a:lnTo>
                  <a:cubicBezTo>
                    <a:pt x="0" y="171450"/>
                    <a:pt x="10160" y="162560"/>
                    <a:pt x="20320" y="162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9" name="Полилиния: фигура 755">
              <a:extLst>
                <a:ext uri="{FF2B5EF4-FFF2-40B4-BE49-F238E27FC236}">
                  <a16:creationId xmlns:a16="http://schemas.microsoft.com/office/drawing/2014/main" id="{317AF856-478C-E915-E9D5-8FE850E3E648}"/>
                </a:ext>
              </a:extLst>
            </p:cNvPr>
            <p:cNvSpPr/>
            <p:nvPr/>
          </p:nvSpPr>
          <p:spPr>
            <a:xfrm>
              <a:off x="1279670" y="5191759"/>
              <a:ext cx="178289" cy="50800"/>
            </a:xfrm>
            <a:custGeom>
              <a:avLst/>
              <a:gdLst>
                <a:gd name="connsiteX0" fmla="*/ 5569 w 178289"/>
                <a:gd name="connsiteY0" fmla="*/ 0 h 50800"/>
                <a:gd name="connsiteX1" fmla="*/ 3029 w 178289"/>
                <a:gd name="connsiteY1" fmla="*/ 46990 h 50800"/>
                <a:gd name="connsiteX2" fmla="*/ 10649 w 178289"/>
                <a:gd name="connsiteY2" fmla="*/ 50800 h 50800"/>
                <a:gd name="connsiteX3" fmla="*/ 168129 w 178289"/>
                <a:gd name="connsiteY3" fmla="*/ 50800 h 50800"/>
                <a:gd name="connsiteX4" fmla="*/ 178289 w 178289"/>
                <a:gd name="connsiteY4" fmla="*/ 40640 h 50800"/>
                <a:gd name="connsiteX5" fmla="*/ 170669 w 178289"/>
                <a:gd name="connsiteY5" fmla="*/ 30480 h 50800"/>
                <a:gd name="connsiteX6" fmla="*/ 137649 w 178289"/>
                <a:gd name="connsiteY6" fmla="*/ 0 h 50800"/>
                <a:gd name="connsiteX7" fmla="*/ 5569 w 178289"/>
                <a:gd name="connsiteY7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289" h="50800">
                  <a:moveTo>
                    <a:pt x="5569" y="0"/>
                  </a:moveTo>
                  <a:cubicBezTo>
                    <a:pt x="-3321" y="24130"/>
                    <a:pt x="489" y="39370"/>
                    <a:pt x="3029" y="46990"/>
                  </a:cubicBezTo>
                  <a:cubicBezTo>
                    <a:pt x="4299" y="49530"/>
                    <a:pt x="6839" y="50800"/>
                    <a:pt x="10649" y="50800"/>
                  </a:cubicBezTo>
                  <a:lnTo>
                    <a:pt x="168129" y="50800"/>
                  </a:lnTo>
                  <a:cubicBezTo>
                    <a:pt x="173209" y="50800"/>
                    <a:pt x="178289" y="45720"/>
                    <a:pt x="178289" y="40640"/>
                  </a:cubicBezTo>
                  <a:cubicBezTo>
                    <a:pt x="178289" y="35560"/>
                    <a:pt x="175749" y="31750"/>
                    <a:pt x="170669" y="30480"/>
                  </a:cubicBezTo>
                  <a:cubicBezTo>
                    <a:pt x="147809" y="20320"/>
                    <a:pt x="142729" y="10160"/>
                    <a:pt x="137649" y="0"/>
                  </a:cubicBezTo>
                  <a:lnTo>
                    <a:pt x="5569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30" name="Рисунок 2">
            <a:extLst>
              <a:ext uri="{FF2B5EF4-FFF2-40B4-BE49-F238E27FC236}">
                <a16:creationId xmlns:a16="http://schemas.microsoft.com/office/drawing/2014/main" id="{83834433-2095-474E-FD4F-4F68037D141B}"/>
              </a:ext>
            </a:extLst>
          </p:cNvPr>
          <p:cNvGrpSpPr/>
          <p:nvPr/>
        </p:nvGrpSpPr>
        <p:grpSpPr>
          <a:xfrm>
            <a:off x="2837721" y="4452593"/>
            <a:ext cx="264160" cy="273050"/>
            <a:chOff x="2913379" y="4974590"/>
            <a:chExt cx="264160" cy="273050"/>
          </a:xfrm>
          <a:solidFill>
            <a:schemeClr val="bg1"/>
          </a:solidFill>
        </p:grpSpPr>
        <p:sp>
          <p:nvSpPr>
            <p:cNvPr id="431" name="Полилиния: фигура 761">
              <a:extLst>
                <a:ext uri="{FF2B5EF4-FFF2-40B4-BE49-F238E27FC236}">
                  <a16:creationId xmlns:a16="http://schemas.microsoft.com/office/drawing/2014/main" id="{AD9A53A9-F7A0-8815-0070-CA91D9A1A383}"/>
                </a:ext>
              </a:extLst>
            </p:cNvPr>
            <p:cNvSpPr/>
            <p:nvPr/>
          </p:nvSpPr>
          <p:spPr>
            <a:xfrm>
              <a:off x="2950210" y="5090159"/>
              <a:ext cx="40639" cy="40640"/>
            </a:xfrm>
            <a:custGeom>
              <a:avLst/>
              <a:gdLst>
                <a:gd name="connsiteX0" fmla="*/ 20320 w 40639"/>
                <a:gd name="connsiteY0" fmla="*/ 30480 h 40640"/>
                <a:gd name="connsiteX1" fmla="*/ 24130 w 40639"/>
                <a:gd name="connsiteY1" fmla="*/ 24130 h 40640"/>
                <a:gd name="connsiteX2" fmla="*/ 30480 w 40639"/>
                <a:gd name="connsiteY2" fmla="*/ 20320 h 40640"/>
                <a:gd name="connsiteX3" fmla="*/ 40640 w 40639"/>
                <a:gd name="connsiteY3" fmla="*/ 10160 h 40640"/>
                <a:gd name="connsiteX4" fmla="*/ 30480 w 40639"/>
                <a:gd name="connsiteY4" fmla="*/ 0 h 40640"/>
                <a:gd name="connsiteX5" fmla="*/ 8890 w 40639"/>
                <a:gd name="connsiteY5" fmla="*/ 8890 h 40640"/>
                <a:gd name="connsiteX6" fmla="*/ 0 w 40639"/>
                <a:gd name="connsiteY6" fmla="*/ 30480 h 40640"/>
                <a:gd name="connsiteX7" fmla="*/ 10160 w 40639"/>
                <a:gd name="connsiteY7" fmla="*/ 40640 h 40640"/>
                <a:gd name="connsiteX8" fmla="*/ 20320 w 40639"/>
                <a:gd name="connsiteY8" fmla="*/ 304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9" h="40640">
                  <a:moveTo>
                    <a:pt x="20320" y="30480"/>
                  </a:moveTo>
                  <a:cubicBezTo>
                    <a:pt x="20320" y="27940"/>
                    <a:pt x="21590" y="25400"/>
                    <a:pt x="24130" y="24130"/>
                  </a:cubicBezTo>
                  <a:cubicBezTo>
                    <a:pt x="26670" y="22860"/>
                    <a:pt x="29210" y="20320"/>
                    <a:pt x="30480" y="20320"/>
                  </a:cubicBezTo>
                  <a:cubicBezTo>
                    <a:pt x="35560" y="20320"/>
                    <a:pt x="40640" y="15240"/>
                    <a:pt x="40640" y="10160"/>
                  </a:cubicBezTo>
                  <a:cubicBezTo>
                    <a:pt x="40640" y="5080"/>
                    <a:pt x="35560" y="0"/>
                    <a:pt x="30480" y="0"/>
                  </a:cubicBezTo>
                  <a:cubicBezTo>
                    <a:pt x="21590" y="0"/>
                    <a:pt x="13970" y="3810"/>
                    <a:pt x="8890" y="8890"/>
                  </a:cubicBezTo>
                  <a:cubicBezTo>
                    <a:pt x="3810" y="13970"/>
                    <a:pt x="0" y="21590"/>
                    <a:pt x="0" y="30480"/>
                  </a:cubicBezTo>
                  <a:cubicBezTo>
                    <a:pt x="0" y="35560"/>
                    <a:pt x="5080" y="40640"/>
                    <a:pt x="10160" y="40640"/>
                  </a:cubicBezTo>
                  <a:cubicBezTo>
                    <a:pt x="15240" y="40640"/>
                    <a:pt x="20320" y="36830"/>
                    <a:pt x="2032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2" name="Полилиния: фигура 762">
              <a:extLst>
                <a:ext uri="{FF2B5EF4-FFF2-40B4-BE49-F238E27FC236}">
                  <a16:creationId xmlns:a16="http://schemas.microsoft.com/office/drawing/2014/main" id="{22DBC1E7-3B3E-83A3-18A4-69E65A5830A4}"/>
                </a:ext>
              </a:extLst>
            </p:cNvPr>
            <p:cNvSpPr/>
            <p:nvPr/>
          </p:nvSpPr>
          <p:spPr>
            <a:xfrm>
              <a:off x="2913379" y="4974590"/>
              <a:ext cx="264160" cy="273050"/>
            </a:xfrm>
            <a:custGeom>
              <a:avLst/>
              <a:gdLst>
                <a:gd name="connsiteX0" fmla="*/ 223520 w 264160"/>
                <a:gd name="connsiteY0" fmla="*/ 0 h 273050"/>
                <a:gd name="connsiteX1" fmla="*/ 233680 w 264160"/>
                <a:gd name="connsiteY1" fmla="*/ 10160 h 273050"/>
                <a:gd name="connsiteX2" fmla="*/ 233680 w 264160"/>
                <a:gd name="connsiteY2" fmla="*/ 91440 h 273050"/>
                <a:gd name="connsiteX3" fmla="*/ 264160 w 264160"/>
                <a:gd name="connsiteY3" fmla="*/ 147320 h 273050"/>
                <a:gd name="connsiteX4" fmla="*/ 229870 w 264160"/>
                <a:gd name="connsiteY4" fmla="*/ 204470 h 273050"/>
                <a:gd name="connsiteX5" fmla="*/ 171450 w 264160"/>
                <a:gd name="connsiteY5" fmla="*/ 252730 h 273050"/>
                <a:gd name="connsiteX6" fmla="*/ 142240 w 264160"/>
                <a:gd name="connsiteY6" fmla="*/ 273050 h 273050"/>
                <a:gd name="connsiteX7" fmla="*/ 121920 w 264160"/>
                <a:gd name="connsiteY7" fmla="*/ 273050 h 273050"/>
                <a:gd name="connsiteX8" fmla="*/ 91440 w 264160"/>
                <a:gd name="connsiteY8" fmla="*/ 242570 h 273050"/>
                <a:gd name="connsiteX9" fmla="*/ 121920 w 264160"/>
                <a:gd name="connsiteY9" fmla="*/ 212090 h 273050"/>
                <a:gd name="connsiteX10" fmla="*/ 142240 w 264160"/>
                <a:gd name="connsiteY10" fmla="*/ 212090 h 273050"/>
                <a:gd name="connsiteX11" fmla="*/ 170180 w 264160"/>
                <a:gd name="connsiteY11" fmla="*/ 231140 h 273050"/>
                <a:gd name="connsiteX12" fmla="*/ 203200 w 264160"/>
                <a:gd name="connsiteY12" fmla="*/ 210820 h 273050"/>
                <a:gd name="connsiteX13" fmla="*/ 198120 w 264160"/>
                <a:gd name="connsiteY13" fmla="*/ 210820 h 273050"/>
                <a:gd name="connsiteX14" fmla="*/ 142240 w 264160"/>
                <a:gd name="connsiteY14" fmla="*/ 180340 h 273050"/>
                <a:gd name="connsiteX15" fmla="*/ 135890 w 264160"/>
                <a:gd name="connsiteY15" fmla="*/ 172720 h 273050"/>
                <a:gd name="connsiteX16" fmla="*/ 132080 w 264160"/>
                <a:gd name="connsiteY16" fmla="*/ 171450 h 273050"/>
                <a:gd name="connsiteX17" fmla="*/ 128270 w 264160"/>
                <a:gd name="connsiteY17" fmla="*/ 172720 h 273050"/>
                <a:gd name="connsiteX18" fmla="*/ 121920 w 264160"/>
                <a:gd name="connsiteY18" fmla="*/ 180340 h 273050"/>
                <a:gd name="connsiteX19" fmla="*/ 66040 w 264160"/>
                <a:gd name="connsiteY19" fmla="*/ 210820 h 273050"/>
                <a:gd name="connsiteX20" fmla="*/ 0 w 264160"/>
                <a:gd name="connsiteY20" fmla="*/ 144780 h 273050"/>
                <a:gd name="connsiteX21" fmla="*/ 66040 w 264160"/>
                <a:gd name="connsiteY21" fmla="*/ 78740 h 273050"/>
                <a:gd name="connsiteX22" fmla="*/ 68580 w 264160"/>
                <a:gd name="connsiteY22" fmla="*/ 78740 h 273050"/>
                <a:gd name="connsiteX23" fmla="*/ 68580 w 264160"/>
                <a:gd name="connsiteY23" fmla="*/ 78740 h 273050"/>
                <a:gd name="connsiteX24" fmla="*/ 69850 w 264160"/>
                <a:gd name="connsiteY24" fmla="*/ 78740 h 273050"/>
                <a:gd name="connsiteX25" fmla="*/ 71120 w 264160"/>
                <a:gd name="connsiteY25" fmla="*/ 78740 h 273050"/>
                <a:gd name="connsiteX26" fmla="*/ 193040 w 264160"/>
                <a:gd name="connsiteY26" fmla="*/ 78740 h 273050"/>
                <a:gd name="connsiteX27" fmla="*/ 194310 w 264160"/>
                <a:gd name="connsiteY27" fmla="*/ 78740 h 273050"/>
                <a:gd name="connsiteX28" fmla="*/ 195580 w 264160"/>
                <a:gd name="connsiteY28" fmla="*/ 78740 h 273050"/>
                <a:gd name="connsiteX29" fmla="*/ 195580 w 264160"/>
                <a:gd name="connsiteY29" fmla="*/ 78740 h 273050"/>
                <a:gd name="connsiteX30" fmla="*/ 195580 w 264160"/>
                <a:gd name="connsiteY30" fmla="*/ 78740 h 273050"/>
                <a:gd name="connsiteX31" fmla="*/ 198120 w 264160"/>
                <a:gd name="connsiteY31" fmla="*/ 78740 h 273050"/>
                <a:gd name="connsiteX32" fmla="*/ 213360 w 264160"/>
                <a:gd name="connsiteY32" fmla="*/ 80010 h 273050"/>
                <a:gd name="connsiteX33" fmla="*/ 213360 w 264160"/>
                <a:gd name="connsiteY33" fmla="*/ 7620 h 273050"/>
                <a:gd name="connsiteX34" fmla="*/ 223520 w 264160"/>
                <a:gd name="connsiteY34" fmla="*/ 0 h 273050"/>
                <a:gd name="connsiteX35" fmla="*/ 213360 w 264160"/>
                <a:gd name="connsiteY35" fmla="*/ 102870 h 273050"/>
                <a:gd name="connsiteX36" fmla="*/ 233680 w 264160"/>
                <a:gd name="connsiteY36" fmla="*/ 116840 h 273050"/>
                <a:gd name="connsiteX37" fmla="*/ 243840 w 264160"/>
                <a:gd name="connsiteY37" fmla="*/ 146050 h 273050"/>
                <a:gd name="connsiteX38" fmla="*/ 233680 w 264160"/>
                <a:gd name="connsiteY38" fmla="*/ 175260 h 273050"/>
                <a:gd name="connsiteX39" fmla="*/ 213360 w 264160"/>
                <a:gd name="connsiteY39" fmla="*/ 189230 h 273050"/>
                <a:gd name="connsiteX40" fmla="*/ 198120 w 264160"/>
                <a:gd name="connsiteY40" fmla="*/ 191770 h 273050"/>
                <a:gd name="connsiteX41" fmla="*/ 160020 w 264160"/>
                <a:gd name="connsiteY41" fmla="*/ 170180 h 273050"/>
                <a:gd name="connsiteX42" fmla="*/ 133350 w 264160"/>
                <a:gd name="connsiteY42" fmla="*/ 151130 h 273050"/>
                <a:gd name="connsiteX43" fmla="*/ 106680 w 264160"/>
                <a:gd name="connsiteY43" fmla="*/ 170180 h 273050"/>
                <a:gd name="connsiteX44" fmla="*/ 68580 w 264160"/>
                <a:gd name="connsiteY44" fmla="*/ 191770 h 273050"/>
                <a:gd name="connsiteX45" fmla="*/ 22860 w 264160"/>
                <a:gd name="connsiteY45" fmla="*/ 146050 h 273050"/>
                <a:gd name="connsiteX46" fmla="*/ 68580 w 264160"/>
                <a:gd name="connsiteY46" fmla="*/ 100330 h 273050"/>
                <a:gd name="connsiteX47" fmla="*/ 69850 w 264160"/>
                <a:gd name="connsiteY47" fmla="*/ 100330 h 273050"/>
                <a:gd name="connsiteX48" fmla="*/ 72390 w 264160"/>
                <a:gd name="connsiteY48" fmla="*/ 100330 h 273050"/>
                <a:gd name="connsiteX49" fmla="*/ 73660 w 264160"/>
                <a:gd name="connsiteY49" fmla="*/ 100330 h 273050"/>
                <a:gd name="connsiteX50" fmla="*/ 195580 w 264160"/>
                <a:gd name="connsiteY50" fmla="*/ 100330 h 273050"/>
                <a:gd name="connsiteX51" fmla="*/ 196850 w 264160"/>
                <a:gd name="connsiteY51" fmla="*/ 100330 h 273050"/>
                <a:gd name="connsiteX52" fmla="*/ 199390 w 264160"/>
                <a:gd name="connsiteY52" fmla="*/ 100330 h 273050"/>
                <a:gd name="connsiteX53" fmla="*/ 200660 w 264160"/>
                <a:gd name="connsiteY53" fmla="*/ 100330 h 273050"/>
                <a:gd name="connsiteX54" fmla="*/ 213360 w 264160"/>
                <a:gd name="connsiteY54" fmla="*/ 102870 h 273050"/>
                <a:gd name="connsiteX55" fmla="*/ 113030 w 264160"/>
                <a:gd name="connsiteY55" fmla="*/ 242570 h 273050"/>
                <a:gd name="connsiteX56" fmla="*/ 123190 w 264160"/>
                <a:gd name="connsiteY56" fmla="*/ 232410 h 273050"/>
                <a:gd name="connsiteX57" fmla="*/ 143510 w 264160"/>
                <a:gd name="connsiteY57" fmla="*/ 232410 h 273050"/>
                <a:gd name="connsiteX58" fmla="*/ 153670 w 264160"/>
                <a:gd name="connsiteY58" fmla="*/ 242570 h 273050"/>
                <a:gd name="connsiteX59" fmla="*/ 143510 w 264160"/>
                <a:gd name="connsiteY59" fmla="*/ 252730 h 273050"/>
                <a:gd name="connsiteX60" fmla="*/ 123190 w 264160"/>
                <a:gd name="connsiteY60" fmla="*/ 252730 h 273050"/>
                <a:gd name="connsiteX61" fmla="*/ 113030 w 264160"/>
                <a:gd name="connsiteY61" fmla="*/ 242570 h 27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64160" h="273050">
                  <a:moveTo>
                    <a:pt x="223520" y="0"/>
                  </a:moveTo>
                  <a:cubicBezTo>
                    <a:pt x="228600" y="0"/>
                    <a:pt x="233680" y="5080"/>
                    <a:pt x="233680" y="10160"/>
                  </a:cubicBezTo>
                  <a:lnTo>
                    <a:pt x="233680" y="91440"/>
                  </a:lnTo>
                  <a:cubicBezTo>
                    <a:pt x="251460" y="102870"/>
                    <a:pt x="264160" y="123190"/>
                    <a:pt x="264160" y="147320"/>
                  </a:cubicBezTo>
                  <a:cubicBezTo>
                    <a:pt x="264160" y="172720"/>
                    <a:pt x="250190" y="194310"/>
                    <a:pt x="229870" y="204470"/>
                  </a:cubicBezTo>
                  <a:cubicBezTo>
                    <a:pt x="220980" y="229870"/>
                    <a:pt x="198120" y="248920"/>
                    <a:pt x="171450" y="252730"/>
                  </a:cubicBezTo>
                  <a:cubicBezTo>
                    <a:pt x="167640" y="265430"/>
                    <a:pt x="156210" y="273050"/>
                    <a:pt x="142240" y="273050"/>
                  </a:cubicBezTo>
                  <a:lnTo>
                    <a:pt x="121920" y="273050"/>
                  </a:lnTo>
                  <a:cubicBezTo>
                    <a:pt x="105410" y="273050"/>
                    <a:pt x="91440" y="259080"/>
                    <a:pt x="91440" y="242570"/>
                  </a:cubicBezTo>
                  <a:cubicBezTo>
                    <a:pt x="91440" y="226060"/>
                    <a:pt x="105410" y="212090"/>
                    <a:pt x="121920" y="212090"/>
                  </a:cubicBezTo>
                  <a:lnTo>
                    <a:pt x="142240" y="212090"/>
                  </a:lnTo>
                  <a:cubicBezTo>
                    <a:pt x="154940" y="212090"/>
                    <a:pt x="166370" y="219710"/>
                    <a:pt x="170180" y="231140"/>
                  </a:cubicBezTo>
                  <a:cubicBezTo>
                    <a:pt x="182880" y="228600"/>
                    <a:pt x="195580" y="222250"/>
                    <a:pt x="203200" y="210820"/>
                  </a:cubicBezTo>
                  <a:cubicBezTo>
                    <a:pt x="201930" y="210820"/>
                    <a:pt x="199390" y="210820"/>
                    <a:pt x="198120" y="210820"/>
                  </a:cubicBezTo>
                  <a:cubicBezTo>
                    <a:pt x="173990" y="210820"/>
                    <a:pt x="153670" y="198120"/>
                    <a:pt x="142240" y="180340"/>
                  </a:cubicBezTo>
                  <a:cubicBezTo>
                    <a:pt x="139700" y="176530"/>
                    <a:pt x="137160" y="173990"/>
                    <a:pt x="135890" y="172720"/>
                  </a:cubicBezTo>
                  <a:cubicBezTo>
                    <a:pt x="133350" y="171450"/>
                    <a:pt x="133350" y="171450"/>
                    <a:pt x="132080" y="171450"/>
                  </a:cubicBezTo>
                  <a:cubicBezTo>
                    <a:pt x="130810" y="171450"/>
                    <a:pt x="130810" y="171450"/>
                    <a:pt x="128270" y="172720"/>
                  </a:cubicBezTo>
                  <a:cubicBezTo>
                    <a:pt x="125730" y="173990"/>
                    <a:pt x="123190" y="177800"/>
                    <a:pt x="121920" y="180340"/>
                  </a:cubicBezTo>
                  <a:cubicBezTo>
                    <a:pt x="110490" y="199390"/>
                    <a:pt x="90170" y="210820"/>
                    <a:pt x="66040" y="210820"/>
                  </a:cubicBezTo>
                  <a:cubicBezTo>
                    <a:pt x="29210" y="210820"/>
                    <a:pt x="0" y="181610"/>
                    <a:pt x="0" y="144780"/>
                  </a:cubicBezTo>
                  <a:cubicBezTo>
                    <a:pt x="0" y="107950"/>
                    <a:pt x="29210" y="78740"/>
                    <a:pt x="66040" y="78740"/>
                  </a:cubicBezTo>
                  <a:cubicBezTo>
                    <a:pt x="67310" y="78740"/>
                    <a:pt x="67310" y="78740"/>
                    <a:pt x="68580" y="78740"/>
                  </a:cubicBezTo>
                  <a:cubicBezTo>
                    <a:pt x="68580" y="78740"/>
                    <a:pt x="68580" y="78740"/>
                    <a:pt x="68580" y="78740"/>
                  </a:cubicBezTo>
                  <a:lnTo>
                    <a:pt x="69850" y="78740"/>
                  </a:lnTo>
                  <a:cubicBezTo>
                    <a:pt x="69850" y="78740"/>
                    <a:pt x="71120" y="78740"/>
                    <a:pt x="71120" y="78740"/>
                  </a:cubicBezTo>
                  <a:lnTo>
                    <a:pt x="193040" y="78740"/>
                  </a:lnTo>
                  <a:cubicBezTo>
                    <a:pt x="193040" y="78740"/>
                    <a:pt x="194310" y="78740"/>
                    <a:pt x="194310" y="78740"/>
                  </a:cubicBezTo>
                  <a:lnTo>
                    <a:pt x="195580" y="78740"/>
                  </a:lnTo>
                  <a:lnTo>
                    <a:pt x="195580" y="78740"/>
                  </a:lnTo>
                  <a:lnTo>
                    <a:pt x="195580" y="78740"/>
                  </a:lnTo>
                  <a:cubicBezTo>
                    <a:pt x="196850" y="78740"/>
                    <a:pt x="196850" y="78740"/>
                    <a:pt x="198120" y="78740"/>
                  </a:cubicBezTo>
                  <a:cubicBezTo>
                    <a:pt x="203200" y="78740"/>
                    <a:pt x="208280" y="78740"/>
                    <a:pt x="213360" y="80010"/>
                  </a:cubicBezTo>
                  <a:lnTo>
                    <a:pt x="213360" y="7620"/>
                  </a:lnTo>
                  <a:cubicBezTo>
                    <a:pt x="213360" y="3810"/>
                    <a:pt x="218440" y="0"/>
                    <a:pt x="223520" y="0"/>
                  </a:cubicBezTo>
                  <a:close/>
                  <a:moveTo>
                    <a:pt x="213360" y="102870"/>
                  </a:moveTo>
                  <a:cubicBezTo>
                    <a:pt x="220980" y="105410"/>
                    <a:pt x="228600" y="110490"/>
                    <a:pt x="233680" y="116840"/>
                  </a:cubicBezTo>
                  <a:cubicBezTo>
                    <a:pt x="240030" y="124460"/>
                    <a:pt x="243840" y="134620"/>
                    <a:pt x="243840" y="146050"/>
                  </a:cubicBezTo>
                  <a:cubicBezTo>
                    <a:pt x="243840" y="157480"/>
                    <a:pt x="240030" y="166370"/>
                    <a:pt x="233680" y="175260"/>
                  </a:cubicBezTo>
                  <a:cubicBezTo>
                    <a:pt x="228600" y="181610"/>
                    <a:pt x="220980" y="186690"/>
                    <a:pt x="213360" y="189230"/>
                  </a:cubicBezTo>
                  <a:cubicBezTo>
                    <a:pt x="208280" y="190500"/>
                    <a:pt x="204470" y="191770"/>
                    <a:pt x="198120" y="191770"/>
                  </a:cubicBezTo>
                  <a:cubicBezTo>
                    <a:pt x="181610" y="191770"/>
                    <a:pt x="167640" y="182880"/>
                    <a:pt x="160020" y="170180"/>
                  </a:cubicBezTo>
                  <a:cubicBezTo>
                    <a:pt x="153670" y="160020"/>
                    <a:pt x="144780" y="151130"/>
                    <a:pt x="133350" y="151130"/>
                  </a:cubicBezTo>
                  <a:cubicBezTo>
                    <a:pt x="121920" y="151130"/>
                    <a:pt x="111760" y="160020"/>
                    <a:pt x="106680" y="170180"/>
                  </a:cubicBezTo>
                  <a:cubicBezTo>
                    <a:pt x="99060" y="182880"/>
                    <a:pt x="83820" y="191770"/>
                    <a:pt x="68580" y="191770"/>
                  </a:cubicBezTo>
                  <a:cubicBezTo>
                    <a:pt x="43180" y="191770"/>
                    <a:pt x="22860" y="171450"/>
                    <a:pt x="22860" y="146050"/>
                  </a:cubicBezTo>
                  <a:cubicBezTo>
                    <a:pt x="22860" y="120650"/>
                    <a:pt x="43180" y="100330"/>
                    <a:pt x="68580" y="100330"/>
                  </a:cubicBezTo>
                  <a:cubicBezTo>
                    <a:pt x="68580" y="100330"/>
                    <a:pt x="69850" y="100330"/>
                    <a:pt x="69850" y="100330"/>
                  </a:cubicBezTo>
                  <a:cubicBezTo>
                    <a:pt x="71120" y="100330"/>
                    <a:pt x="71120" y="100330"/>
                    <a:pt x="72390" y="100330"/>
                  </a:cubicBezTo>
                  <a:cubicBezTo>
                    <a:pt x="72390" y="100330"/>
                    <a:pt x="73660" y="100330"/>
                    <a:pt x="73660" y="100330"/>
                  </a:cubicBezTo>
                  <a:lnTo>
                    <a:pt x="195580" y="100330"/>
                  </a:lnTo>
                  <a:cubicBezTo>
                    <a:pt x="195580" y="100330"/>
                    <a:pt x="196850" y="100330"/>
                    <a:pt x="196850" y="100330"/>
                  </a:cubicBezTo>
                  <a:cubicBezTo>
                    <a:pt x="198120" y="100330"/>
                    <a:pt x="198120" y="100330"/>
                    <a:pt x="199390" y="100330"/>
                  </a:cubicBezTo>
                  <a:cubicBezTo>
                    <a:pt x="199390" y="100330"/>
                    <a:pt x="200660" y="100330"/>
                    <a:pt x="200660" y="100330"/>
                  </a:cubicBezTo>
                  <a:cubicBezTo>
                    <a:pt x="204470" y="100330"/>
                    <a:pt x="209550" y="101600"/>
                    <a:pt x="213360" y="102870"/>
                  </a:cubicBezTo>
                  <a:close/>
                  <a:moveTo>
                    <a:pt x="113030" y="242570"/>
                  </a:moveTo>
                  <a:cubicBezTo>
                    <a:pt x="113030" y="237490"/>
                    <a:pt x="118110" y="232410"/>
                    <a:pt x="123190" y="232410"/>
                  </a:cubicBezTo>
                  <a:lnTo>
                    <a:pt x="143510" y="232410"/>
                  </a:lnTo>
                  <a:cubicBezTo>
                    <a:pt x="148590" y="232410"/>
                    <a:pt x="153670" y="237490"/>
                    <a:pt x="153670" y="242570"/>
                  </a:cubicBezTo>
                  <a:cubicBezTo>
                    <a:pt x="153670" y="247650"/>
                    <a:pt x="148590" y="252730"/>
                    <a:pt x="143510" y="252730"/>
                  </a:cubicBezTo>
                  <a:lnTo>
                    <a:pt x="123190" y="252730"/>
                  </a:lnTo>
                  <a:cubicBezTo>
                    <a:pt x="116840" y="252730"/>
                    <a:pt x="113030" y="248920"/>
                    <a:pt x="113030" y="2425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33" name="Рисунок 2">
            <a:extLst>
              <a:ext uri="{FF2B5EF4-FFF2-40B4-BE49-F238E27FC236}">
                <a16:creationId xmlns:a16="http://schemas.microsoft.com/office/drawing/2014/main" id="{18144987-0C45-D575-6DD3-E0998F138CE6}"/>
              </a:ext>
            </a:extLst>
          </p:cNvPr>
          <p:cNvGrpSpPr/>
          <p:nvPr/>
        </p:nvGrpSpPr>
        <p:grpSpPr>
          <a:xfrm>
            <a:off x="7310935" y="4480532"/>
            <a:ext cx="264882" cy="220979"/>
            <a:chOff x="7386593" y="5002529"/>
            <a:chExt cx="264882" cy="220979"/>
          </a:xfrm>
          <a:solidFill>
            <a:schemeClr val="bg1"/>
          </a:solidFill>
        </p:grpSpPr>
        <p:sp>
          <p:nvSpPr>
            <p:cNvPr id="434" name="Полилиния: фигура 774">
              <a:extLst>
                <a:ext uri="{FF2B5EF4-FFF2-40B4-BE49-F238E27FC236}">
                  <a16:creationId xmlns:a16="http://schemas.microsoft.com/office/drawing/2014/main" id="{4BCAB582-23E6-98C7-80ED-E0F8FCEFFA11}"/>
                </a:ext>
              </a:extLst>
            </p:cNvPr>
            <p:cNvSpPr/>
            <p:nvPr/>
          </p:nvSpPr>
          <p:spPr>
            <a:xfrm>
              <a:off x="7512323" y="5002529"/>
              <a:ext cx="136886" cy="89896"/>
            </a:xfrm>
            <a:custGeom>
              <a:avLst/>
              <a:gdLst>
                <a:gd name="connsiteX0" fmla="*/ 40367 w 136886"/>
                <a:gd name="connsiteY0" fmla="*/ 19050 h 89896"/>
                <a:gd name="connsiteX1" fmla="*/ 42907 w 136886"/>
                <a:gd name="connsiteY1" fmla="*/ 19050 h 89896"/>
                <a:gd name="connsiteX2" fmla="*/ 45446 w 136886"/>
                <a:gd name="connsiteY2" fmla="*/ 19050 h 89896"/>
                <a:gd name="connsiteX3" fmla="*/ 108946 w 136886"/>
                <a:gd name="connsiteY3" fmla="*/ 50800 h 89896"/>
                <a:gd name="connsiteX4" fmla="*/ 72117 w 136886"/>
                <a:gd name="connsiteY4" fmla="*/ 69850 h 89896"/>
                <a:gd name="connsiteX5" fmla="*/ 67036 w 136886"/>
                <a:gd name="connsiteY5" fmla="*/ 83820 h 89896"/>
                <a:gd name="connsiteX6" fmla="*/ 81007 w 136886"/>
                <a:gd name="connsiteY6" fmla="*/ 88900 h 89896"/>
                <a:gd name="connsiteX7" fmla="*/ 127996 w 136886"/>
                <a:gd name="connsiteY7" fmla="*/ 64770 h 89896"/>
                <a:gd name="connsiteX8" fmla="*/ 127996 w 136886"/>
                <a:gd name="connsiteY8" fmla="*/ 64770 h 89896"/>
                <a:gd name="connsiteX9" fmla="*/ 136886 w 136886"/>
                <a:gd name="connsiteY9" fmla="*/ 52070 h 89896"/>
                <a:gd name="connsiteX10" fmla="*/ 127996 w 136886"/>
                <a:gd name="connsiteY10" fmla="*/ 39370 h 89896"/>
                <a:gd name="connsiteX11" fmla="*/ 54336 w 136886"/>
                <a:gd name="connsiteY11" fmla="*/ 2540 h 89896"/>
                <a:gd name="connsiteX12" fmla="*/ 42907 w 136886"/>
                <a:gd name="connsiteY12" fmla="*/ 0 h 89896"/>
                <a:gd name="connsiteX13" fmla="*/ 31476 w 136886"/>
                <a:gd name="connsiteY13" fmla="*/ 2540 h 89896"/>
                <a:gd name="connsiteX14" fmla="*/ 6076 w 136886"/>
                <a:gd name="connsiteY14" fmla="*/ 15240 h 89896"/>
                <a:gd name="connsiteX15" fmla="*/ 996 w 136886"/>
                <a:gd name="connsiteY15" fmla="*/ 29210 h 89896"/>
                <a:gd name="connsiteX16" fmla="*/ 14967 w 136886"/>
                <a:gd name="connsiteY16" fmla="*/ 34290 h 89896"/>
                <a:gd name="connsiteX17" fmla="*/ 40367 w 136886"/>
                <a:gd name="connsiteY17" fmla="*/ 19050 h 89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86" h="89896">
                  <a:moveTo>
                    <a:pt x="40367" y="19050"/>
                  </a:moveTo>
                  <a:cubicBezTo>
                    <a:pt x="40367" y="19050"/>
                    <a:pt x="41636" y="19050"/>
                    <a:pt x="42907" y="19050"/>
                  </a:cubicBezTo>
                  <a:cubicBezTo>
                    <a:pt x="44176" y="19050"/>
                    <a:pt x="45446" y="19050"/>
                    <a:pt x="45446" y="19050"/>
                  </a:cubicBezTo>
                  <a:lnTo>
                    <a:pt x="108946" y="50800"/>
                  </a:lnTo>
                  <a:lnTo>
                    <a:pt x="72117" y="69850"/>
                  </a:lnTo>
                  <a:cubicBezTo>
                    <a:pt x="67036" y="72390"/>
                    <a:pt x="64496" y="78740"/>
                    <a:pt x="67036" y="83820"/>
                  </a:cubicBezTo>
                  <a:cubicBezTo>
                    <a:pt x="69576" y="88900"/>
                    <a:pt x="75926" y="91440"/>
                    <a:pt x="81007" y="88900"/>
                  </a:cubicBezTo>
                  <a:lnTo>
                    <a:pt x="127996" y="64770"/>
                  </a:lnTo>
                  <a:lnTo>
                    <a:pt x="127996" y="64770"/>
                  </a:lnTo>
                  <a:cubicBezTo>
                    <a:pt x="131807" y="63500"/>
                    <a:pt x="136886" y="58420"/>
                    <a:pt x="136886" y="52070"/>
                  </a:cubicBezTo>
                  <a:cubicBezTo>
                    <a:pt x="136886" y="44450"/>
                    <a:pt x="131807" y="40640"/>
                    <a:pt x="127996" y="39370"/>
                  </a:cubicBezTo>
                  <a:lnTo>
                    <a:pt x="54336" y="2540"/>
                  </a:lnTo>
                  <a:cubicBezTo>
                    <a:pt x="50526" y="0"/>
                    <a:pt x="46717" y="0"/>
                    <a:pt x="42907" y="0"/>
                  </a:cubicBezTo>
                  <a:cubicBezTo>
                    <a:pt x="39096" y="0"/>
                    <a:pt x="35286" y="1270"/>
                    <a:pt x="31476" y="2540"/>
                  </a:cubicBezTo>
                  <a:lnTo>
                    <a:pt x="6076" y="15240"/>
                  </a:lnTo>
                  <a:cubicBezTo>
                    <a:pt x="996" y="17780"/>
                    <a:pt x="-1543" y="24130"/>
                    <a:pt x="996" y="29210"/>
                  </a:cubicBezTo>
                  <a:cubicBezTo>
                    <a:pt x="3536" y="34290"/>
                    <a:pt x="9886" y="36830"/>
                    <a:pt x="14967" y="34290"/>
                  </a:cubicBezTo>
                  <a:lnTo>
                    <a:pt x="40367" y="190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5" name="Полилиния: фигура 775">
              <a:extLst>
                <a:ext uri="{FF2B5EF4-FFF2-40B4-BE49-F238E27FC236}">
                  <a16:creationId xmlns:a16="http://schemas.microsoft.com/office/drawing/2014/main" id="{F825229B-3486-F584-CFF3-EB24406246BD}"/>
                </a:ext>
              </a:extLst>
            </p:cNvPr>
            <p:cNvSpPr/>
            <p:nvPr/>
          </p:nvSpPr>
          <p:spPr>
            <a:xfrm>
              <a:off x="7387590" y="5048523"/>
              <a:ext cx="152126" cy="92436"/>
            </a:xfrm>
            <a:custGeom>
              <a:avLst/>
              <a:gdLst>
                <a:gd name="connsiteX0" fmla="*/ 71120 w 152126"/>
                <a:gd name="connsiteY0" fmla="*/ 20047 h 92436"/>
                <a:gd name="connsiteX1" fmla="*/ 76200 w 152126"/>
                <a:gd name="connsiteY1" fmla="*/ 6076 h 92436"/>
                <a:gd name="connsiteX2" fmla="*/ 62230 w 152126"/>
                <a:gd name="connsiteY2" fmla="*/ 997 h 92436"/>
                <a:gd name="connsiteX3" fmla="*/ 8890 w 152126"/>
                <a:gd name="connsiteY3" fmla="*/ 27667 h 92436"/>
                <a:gd name="connsiteX4" fmla="*/ 0 w 152126"/>
                <a:gd name="connsiteY4" fmla="*/ 40367 h 92436"/>
                <a:gd name="connsiteX5" fmla="*/ 8890 w 152126"/>
                <a:gd name="connsiteY5" fmla="*/ 53067 h 92436"/>
                <a:gd name="connsiteX6" fmla="*/ 82550 w 152126"/>
                <a:gd name="connsiteY6" fmla="*/ 89897 h 92436"/>
                <a:gd name="connsiteX7" fmla="*/ 93980 w 152126"/>
                <a:gd name="connsiteY7" fmla="*/ 92436 h 92436"/>
                <a:gd name="connsiteX8" fmla="*/ 105410 w 152126"/>
                <a:gd name="connsiteY8" fmla="*/ 89897 h 92436"/>
                <a:gd name="connsiteX9" fmla="*/ 146050 w 152126"/>
                <a:gd name="connsiteY9" fmla="*/ 69576 h 92436"/>
                <a:gd name="connsiteX10" fmla="*/ 151130 w 152126"/>
                <a:gd name="connsiteY10" fmla="*/ 55606 h 92436"/>
                <a:gd name="connsiteX11" fmla="*/ 137160 w 152126"/>
                <a:gd name="connsiteY11" fmla="*/ 51797 h 92436"/>
                <a:gd name="connsiteX12" fmla="*/ 96520 w 152126"/>
                <a:gd name="connsiteY12" fmla="*/ 72117 h 92436"/>
                <a:gd name="connsiteX13" fmla="*/ 93980 w 152126"/>
                <a:gd name="connsiteY13" fmla="*/ 72117 h 92436"/>
                <a:gd name="connsiteX14" fmla="*/ 91440 w 152126"/>
                <a:gd name="connsiteY14" fmla="*/ 72117 h 92436"/>
                <a:gd name="connsiteX15" fmla="*/ 27940 w 152126"/>
                <a:gd name="connsiteY15" fmla="*/ 40367 h 92436"/>
                <a:gd name="connsiteX16" fmla="*/ 71120 w 152126"/>
                <a:gd name="connsiteY16" fmla="*/ 20047 h 9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126" h="92436">
                  <a:moveTo>
                    <a:pt x="71120" y="20047"/>
                  </a:moveTo>
                  <a:cubicBezTo>
                    <a:pt x="76200" y="17506"/>
                    <a:pt x="78740" y="11156"/>
                    <a:pt x="76200" y="6076"/>
                  </a:cubicBezTo>
                  <a:cubicBezTo>
                    <a:pt x="73660" y="997"/>
                    <a:pt x="67310" y="-1544"/>
                    <a:pt x="62230" y="997"/>
                  </a:cubicBezTo>
                  <a:lnTo>
                    <a:pt x="8890" y="27667"/>
                  </a:lnTo>
                  <a:cubicBezTo>
                    <a:pt x="5080" y="28936"/>
                    <a:pt x="0" y="34017"/>
                    <a:pt x="0" y="40367"/>
                  </a:cubicBezTo>
                  <a:cubicBezTo>
                    <a:pt x="0" y="47986"/>
                    <a:pt x="5080" y="51797"/>
                    <a:pt x="8890" y="53067"/>
                  </a:cubicBezTo>
                  <a:lnTo>
                    <a:pt x="82550" y="89897"/>
                  </a:lnTo>
                  <a:cubicBezTo>
                    <a:pt x="86360" y="92436"/>
                    <a:pt x="90170" y="92436"/>
                    <a:pt x="93980" y="92436"/>
                  </a:cubicBezTo>
                  <a:cubicBezTo>
                    <a:pt x="97790" y="92436"/>
                    <a:pt x="101600" y="91167"/>
                    <a:pt x="105410" y="89897"/>
                  </a:cubicBezTo>
                  <a:lnTo>
                    <a:pt x="146050" y="69576"/>
                  </a:lnTo>
                  <a:cubicBezTo>
                    <a:pt x="151130" y="67036"/>
                    <a:pt x="153670" y="60686"/>
                    <a:pt x="151130" y="55606"/>
                  </a:cubicBezTo>
                  <a:cubicBezTo>
                    <a:pt x="148590" y="50526"/>
                    <a:pt x="142240" y="49256"/>
                    <a:pt x="137160" y="51797"/>
                  </a:cubicBezTo>
                  <a:lnTo>
                    <a:pt x="96520" y="72117"/>
                  </a:lnTo>
                  <a:cubicBezTo>
                    <a:pt x="96520" y="72117"/>
                    <a:pt x="95250" y="72117"/>
                    <a:pt x="93980" y="72117"/>
                  </a:cubicBezTo>
                  <a:cubicBezTo>
                    <a:pt x="92710" y="72117"/>
                    <a:pt x="91440" y="72117"/>
                    <a:pt x="91440" y="72117"/>
                  </a:cubicBezTo>
                  <a:lnTo>
                    <a:pt x="27940" y="40367"/>
                  </a:lnTo>
                  <a:lnTo>
                    <a:pt x="71120" y="2004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6" name="Полилиния: фигура 776">
              <a:extLst>
                <a:ext uri="{FF2B5EF4-FFF2-40B4-BE49-F238E27FC236}">
                  <a16:creationId xmlns:a16="http://schemas.microsoft.com/office/drawing/2014/main" id="{1D48B1C8-4212-1619-975E-153415A6A10F}"/>
                </a:ext>
              </a:extLst>
            </p:cNvPr>
            <p:cNvSpPr/>
            <p:nvPr/>
          </p:nvSpPr>
          <p:spPr>
            <a:xfrm>
              <a:off x="7579633" y="5084083"/>
              <a:ext cx="71842" cy="46442"/>
            </a:xfrm>
            <a:custGeom>
              <a:avLst/>
              <a:gdLst>
                <a:gd name="connsiteX0" fmla="*/ 65766 w 71842"/>
                <a:gd name="connsiteY0" fmla="*/ 20046 h 46442"/>
                <a:gd name="connsiteX1" fmla="*/ 70847 w 71842"/>
                <a:gd name="connsiteY1" fmla="*/ 6076 h 46442"/>
                <a:gd name="connsiteX2" fmla="*/ 56876 w 71842"/>
                <a:gd name="connsiteY2" fmla="*/ 996 h 46442"/>
                <a:gd name="connsiteX3" fmla="*/ 6076 w 71842"/>
                <a:gd name="connsiteY3" fmla="*/ 26396 h 46442"/>
                <a:gd name="connsiteX4" fmla="*/ 997 w 71842"/>
                <a:gd name="connsiteY4" fmla="*/ 40366 h 46442"/>
                <a:gd name="connsiteX5" fmla="*/ 14966 w 71842"/>
                <a:gd name="connsiteY5" fmla="*/ 45446 h 46442"/>
                <a:gd name="connsiteX6" fmla="*/ 65766 w 71842"/>
                <a:gd name="connsiteY6" fmla="*/ 20046 h 46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42" h="46442">
                  <a:moveTo>
                    <a:pt x="65766" y="20046"/>
                  </a:moveTo>
                  <a:cubicBezTo>
                    <a:pt x="70847" y="17507"/>
                    <a:pt x="73386" y="11157"/>
                    <a:pt x="70847" y="6076"/>
                  </a:cubicBezTo>
                  <a:cubicBezTo>
                    <a:pt x="68306" y="996"/>
                    <a:pt x="61956" y="-1543"/>
                    <a:pt x="56876" y="996"/>
                  </a:cubicBezTo>
                  <a:lnTo>
                    <a:pt x="6076" y="26396"/>
                  </a:lnTo>
                  <a:cubicBezTo>
                    <a:pt x="997" y="28937"/>
                    <a:pt x="-1544" y="35287"/>
                    <a:pt x="997" y="40366"/>
                  </a:cubicBezTo>
                  <a:cubicBezTo>
                    <a:pt x="3536" y="45446"/>
                    <a:pt x="9886" y="47987"/>
                    <a:pt x="14966" y="45446"/>
                  </a:cubicBezTo>
                  <a:lnTo>
                    <a:pt x="65766" y="2004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7" name="Полилиния: фигура 777">
              <a:extLst>
                <a:ext uri="{FF2B5EF4-FFF2-40B4-BE49-F238E27FC236}">
                  <a16:creationId xmlns:a16="http://schemas.microsoft.com/office/drawing/2014/main" id="{6DEB55ED-B1F0-4CF3-CA37-601E700356B3}"/>
                </a:ext>
              </a:extLst>
            </p:cNvPr>
            <p:cNvSpPr/>
            <p:nvPr/>
          </p:nvSpPr>
          <p:spPr>
            <a:xfrm>
              <a:off x="7386593" y="5122157"/>
              <a:ext cx="151852" cy="60712"/>
            </a:xfrm>
            <a:custGeom>
              <a:avLst/>
              <a:gdLst>
                <a:gd name="connsiteX0" fmla="*/ 14966 w 151852"/>
                <a:gd name="connsiteY0" fmla="*/ 1022 h 60712"/>
                <a:gd name="connsiteX1" fmla="*/ 997 w 151852"/>
                <a:gd name="connsiteY1" fmla="*/ 4833 h 60712"/>
                <a:gd name="connsiteX2" fmla="*/ 6076 w 151852"/>
                <a:gd name="connsiteY2" fmla="*/ 18802 h 60712"/>
                <a:gd name="connsiteX3" fmla="*/ 83547 w 151852"/>
                <a:gd name="connsiteY3" fmla="*/ 58172 h 60712"/>
                <a:gd name="connsiteX4" fmla="*/ 83547 w 151852"/>
                <a:gd name="connsiteY4" fmla="*/ 58172 h 60712"/>
                <a:gd name="connsiteX5" fmla="*/ 94976 w 151852"/>
                <a:gd name="connsiteY5" fmla="*/ 60712 h 60712"/>
                <a:gd name="connsiteX6" fmla="*/ 106406 w 151852"/>
                <a:gd name="connsiteY6" fmla="*/ 58172 h 60712"/>
                <a:gd name="connsiteX7" fmla="*/ 106406 w 151852"/>
                <a:gd name="connsiteY7" fmla="*/ 58172 h 60712"/>
                <a:gd name="connsiteX8" fmla="*/ 145776 w 151852"/>
                <a:gd name="connsiteY8" fmla="*/ 37852 h 60712"/>
                <a:gd name="connsiteX9" fmla="*/ 150856 w 151852"/>
                <a:gd name="connsiteY9" fmla="*/ 23883 h 60712"/>
                <a:gd name="connsiteX10" fmla="*/ 136887 w 151852"/>
                <a:gd name="connsiteY10" fmla="*/ 18802 h 60712"/>
                <a:gd name="connsiteX11" fmla="*/ 97516 w 151852"/>
                <a:gd name="connsiteY11" fmla="*/ 39122 h 60712"/>
                <a:gd name="connsiteX12" fmla="*/ 94976 w 151852"/>
                <a:gd name="connsiteY12" fmla="*/ 39122 h 60712"/>
                <a:gd name="connsiteX13" fmla="*/ 92437 w 151852"/>
                <a:gd name="connsiteY13" fmla="*/ 39122 h 60712"/>
                <a:gd name="connsiteX14" fmla="*/ 14966 w 151852"/>
                <a:gd name="connsiteY14" fmla="*/ 1022 h 6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1852" h="60712">
                  <a:moveTo>
                    <a:pt x="14966" y="1022"/>
                  </a:moveTo>
                  <a:cubicBezTo>
                    <a:pt x="9887" y="-1517"/>
                    <a:pt x="3537" y="1022"/>
                    <a:pt x="997" y="4833"/>
                  </a:cubicBezTo>
                  <a:cubicBezTo>
                    <a:pt x="-1544" y="9912"/>
                    <a:pt x="997" y="16262"/>
                    <a:pt x="6076" y="18802"/>
                  </a:cubicBezTo>
                  <a:lnTo>
                    <a:pt x="83547" y="58172"/>
                  </a:lnTo>
                  <a:lnTo>
                    <a:pt x="83547" y="58172"/>
                  </a:lnTo>
                  <a:cubicBezTo>
                    <a:pt x="87356" y="60712"/>
                    <a:pt x="91166" y="60712"/>
                    <a:pt x="94976" y="60712"/>
                  </a:cubicBezTo>
                  <a:cubicBezTo>
                    <a:pt x="98787" y="60712"/>
                    <a:pt x="102597" y="59442"/>
                    <a:pt x="106406" y="58172"/>
                  </a:cubicBezTo>
                  <a:lnTo>
                    <a:pt x="106406" y="58172"/>
                  </a:lnTo>
                  <a:lnTo>
                    <a:pt x="145776" y="37852"/>
                  </a:lnTo>
                  <a:cubicBezTo>
                    <a:pt x="150856" y="35312"/>
                    <a:pt x="153397" y="28962"/>
                    <a:pt x="150856" y="23883"/>
                  </a:cubicBezTo>
                  <a:cubicBezTo>
                    <a:pt x="148316" y="18802"/>
                    <a:pt x="141966" y="16262"/>
                    <a:pt x="136887" y="18802"/>
                  </a:cubicBezTo>
                  <a:lnTo>
                    <a:pt x="97516" y="39122"/>
                  </a:lnTo>
                  <a:cubicBezTo>
                    <a:pt x="97516" y="39122"/>
                    <a:pt x="96247" y="39122"/>
                    <a:pt x="94976" y="39122"/>
                  </a:cubicBezTo>
                  <a:cubicBezTo>
                    <a:pt x="93706" y="39122"/>
                    <a:pt x="92437" y="39122"/>
                    <a:pt x="92437" y="39122"/>
                  </a:cubicBezTo>
                  <a:lnTo>
                    <a:pt x="14966" y="1022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8" name="Полилиния: фигура 778">
              <a:extLst>
                <a:ext uri="{FF2B5EF4-FFF2-40B4-BE49-F238E27FC236}">
                  <a16:creationId xmlns:a16="http://schemas.microsoft.com/office/drawing/2014/main" id="{94175A42-A38D-B4A4-3D08-34D12B53BDD9}"/>
                </a:ext>
              </a:extLst>
            </p:cNvPr>
            <p:cNvSpPr/>
            <p:nvPr/>
          </p:nvSpPr>
          <p:spPr>
            <a:xfrm>
              <a:off x="7578363" y="5123453"/>
              <a:ext cx="71843" cy="46443"/>
            </a:xfrm>
            <a:custGeom>
              <a:avLst/>
              <a:gdLst>
                <a:gd name="connsiteX0" fmla="*/ 70847 w 71843"/>
                <a:gd name="connsiteY0" fmla="*/ 6076 h 46443"/>
                <a:gd name="connsiteX1" fmla="*/ 65767 w 71843"/>
                <a:gd name="connsiteY1" fmla="*/ 20047 h 46443"/>
                <a:gd name="connsiteX2" fmla="*/ 14967 w 71843"/>
                <a:gd name="connsiteY2" fmla="*/ 45447 h 46443"/>
                <a:gd name="connsiteX3" fmla="*/ 997 w 71843"/>
                <a:gd name="connsiteY3" fmla="*/ 40367 h 46443"/>
                <a:gd name="connsiteX4" fmla="*/ 6077 w 71843"/>
                <a:gd name="connsiteY4" fmla="*/ 26397 h 46443"/>
                <a:gd name="connsiteX5" fmla="*/ 56877 w 71843"/>
                <a:gd name="connsiteY5" fmla="*/ 997 h 46443"/>
                <a:gd name="connsiteX6" fmla="*/ 70847 w 71843"/>
                <a:gd name="connsiteY6" fmla="*/ 6076 h 4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43" h="46443">
                  <a:moveTo>
                    <a:pt x="70847" y="6076"/>
                  </a:moveTo>
                  <a:cubicBezTo>
                    <a:pt x="73387" y="11156"/>
                    <a:pt x="70847" y="17506"/>
                    <a:pt x="65767" y="20047"/>
                  </a:cubicBezTo>
                  <a:lnTo>
                    <a:pt x="14967" y="45447"/>
                  </a:lnTo>
                  <a:cubicBezTo>
                    <a:pt x="9887" y="47987"/>
                    <a:pt x="3537" y="45447"/>
                    <a:pt x="997" y="40367"/>
                  </a:cubicBezTo>
                  <a:cubicBezTo>
                    <a:pt x="-1544" y="35287"/>
                    <a:pt x="997" y="28937"/>
                    <a:pt x="6077" y="26397"/>
                  </a:cubicBezTo>
                  <a:lnTo>
                    <a:pt x="56877" y="997"/>
                  </a:lnTo>
                  <a:cubicBezTo>
                    <a:pt x="61956" y="-1544"/>
                    <a:pt x="68306" y="997"/>
                    <a:pt x="70847" y="607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9" name="Полилиния: фигура 779">
              <a:extLst>
                <a:ext uri="{FF2B5EF4-FFF2-40B4-BE49-F238E27FC236}">
                  <a16:creationId xmlns:a16="http://schemas.microsoft.com/office/drawing/2014/main" id="{3EE27509-D647-3299-C7B4-6CB368B9EA48}"/>
                </a:ext>
              </a:extLst>
            </p:cNvPr>
            <p:cNvSpPr/>
            <p:nvPr/>
          </p:nvSpPr>
          <p:spPr>
            <a:xfrm>
              <a:off x="7386593" y="5161279"/>
              <a:ext cx="151852" cy="62229"/>
            </a:xfrm>
            <a:custGeom>
              <a:avLst/>
              <a:gdLst>
                <a:gd name="connsiteX0" fmla="*/ 997 w 151852"/>
                <a:gd name="connsiteY0" fmla="*/ 5080 h 62229"/>
                <a:gd name="connsiteX1" fmla="*/ 14966 w 151852"/>
                <a:gd name="connsiteY1" fmla="*/ 1270 h 62229"/>
                <a:gd name="connsiteX2" fmla="*/ 92437 w 151852"/>
                <a:gd name="connsiteY2" fmla="*/ 40640 h 62229"/>
                <a:gd name="connsiteX3" fmla="*/ 94976 w 151852"/>
                <a:gd name="connsiteY3" fmla="*/ 40640 h 62229"/>
                <a:gd name="connsiteX4" fmla="*/ 97516 w 151852"/>
                <a:gd name="connsiteY4" fmla="*/ 40640 h 62229"/>
                <a:gd name="connsiteX5" fmla="*/ 136887 w 151852"/>
                <a:gd name="connsiteY5" fmla="*/ 20320 h 62229"/>
                <a:gd name="connsiteX6" fmla="*/ 150856 w 151852"/>
                <a:gd name="connsiteY6" fmla="*/ 25400 h 62229"/>
                <a:gd name="connsiteX7" fmla="*/ 145776 w 151852"/>
                <a:gd name="connsiteY7" fmla="*/ 39370 h 62229"/>
                <a:gd name="connsiteX8" fmla="*/ 106406 w 151852"/>
                <a:gd name="connsiteY8" fmla="*/ 59690 h 62229"/>
                <a:gd name="connsiteX9" fmla="*/ 106406 w 151852"/>
                <a:gd name="connsiteY9" fmla="*/ 59690 h 62229"/>
                <a:gd name="connsiteX10" fmla="*/ 94976 w 151852"/>
                <a:gd name="connsiteY10" fmla="*/ 62230 h 62229"/>
                <a:gd name="connsiteX11" fmla="*/ 83547 w 151852"/>
                <a:gd name="connsiteY11" fmla="*/ 59690 h 62229"/>
                <a:gd name="connsiteX12" fmla="*/ 83547 w 151852"/>
                <a:gd name="connsiteY12" fmla="*/ 59690 h 62229"/>
                <a:gd name="connsiteX13" fmla="*/ 6076 w 151852"/>
                <a:gd name="connsiteY13" fmla="*/ 20320 h 62229"/>
                <a:gd name="connsiteX14" fmla="*/ 997 w 151852"/>
                <a:gd name="connsiteY14" fmla="*/ 5080 h 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1852" h="62229">
                  <a:moveTo>
                    <a:pt x="997" y="5080"/>
                  </a:moveTo>
                  <a:cubicBezTo>
                    <a:pt x="3537" y="0"/>
                    <a:pt x="9887" y="-1270"/>
                    <a:pt x="14966" y="1270"/>
                  </a:cubicBezTo>
                  <a:lnTo>
                    <a:pt x="92437" y="40640"/>
                  </a:lnTo>
                  <a:cubicBezTo>
                    <a:pt x="92437" y="40640"/>
                    <a:pt x="93706" y="40640"/>
                    <a:pt x="94976" y="40640"/>
                  </a:cubicBezTo>
                  <a:cubicBezTo>
                    <a:pt x="96247" y="40640"/>
                    <a:pt x="97516" y="40640"/>
                    <a:pt x="97516" y="40640"/>
                  </a:cubicBezTo>
                  <a:lnTo>
                    <a:pt x="136887" y="20320"/>
                  </a:lnTo>
                  <a:cubicBezTo>
                    <a:pt x="141966" y="17780"/>
                    <a:pt x="148316" y="20320"/>
                    <a:pt x="150856" y="25400"/>
                  </a:cubicBezTo>
                  <a:cubicBezTo>
                    <a:pt x="153397" y="30480"/>
                    <a:pt x="150856" y="36830"/>
                    <a:pt x="145776" y="39370"/>
                  </a:cubicBezTo>
                  <a:lnTo>
                    <a:pt x="106406" y="59690"/>
                  </a:lnTo>
                  <a:lnTo>
                    <a:pt x="106406" y="59690"/>
                  </a:lnTo>
                  <a:cubicBezTo>
                    <a:pt x="102597" y="62230"/>
                    <a:pt x="98787" y="62230"/>
                    <a:pt x="94976" y="62230"/>
                  </a:cubicBezTo>
                  <a:cubicBezTo>
                    <a:pt x="91166" y="62230"/>
                    <a:pt x="87356" y="60960"/>
                    <a:pt x="83547" y="59690"/>
                  </a:cubicBezTo>
                  <a:lnTo>
                    <a:pt x="83547" y="59690"/>
                  </a:lnTo>
                  <a:lnTo>
                    <a:pt x="6076" y="20320"/>
                  </a:lnTo>
                  <a:cubicBezTo>
                    <a:pt x="997" y="15240"/>
                    <a:pt x="-1544" y="10160"/>
                    <a:pt x="997" y="50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0" name="Полилиния: фигура 780">
              <a:extLst>
                <a:ext uri="{FF2B5EF4-FFF2-40B4-BE49-F238E27FC236}">
                  <a16:creationId xmlns:a16="http://schemas.microsoft.com/office/drawing/2014/main" id="{A9DA1E33-B671-820E-B4DD-889F0141F0A1}"/>
                </a:ext>
              </a:extLst>
            </p:cNvPr>
            <p:cNvSpPr/>
            <p:nvPr/>
          </p:nvSpPr>
          <p:spPr>
            <a:xfrm>
              <a:off x="7474223" y="5034553"/>
              <a:ext cx="94976" cy="148316"/>
            </a:xfrm>
            <a:custGeom>
              <a:avLst/>
              <a:gdLst>
                <a:gd name="connsiteX0" fmla="*/ 14967 w 94976"/>
                <a:gd name="connsiteY0" fmla="*/ 997 h 148316"/>
                <a:gd name="connsiteX1" fmla="*/ 996 w 94976"/>
                <a:gd name="connsiteY1" fmla="*/ 6076 h 148316"/>
                <a:gd name="connsiteX2" fmla="*/ 6076 w 94976"/>
                <a:gd name="connsiteY2" fmla="*/ 20047 h 148316"/>
                <a:gd name="connsiteX3" fmla="*/ 69576 w 94976"/>
                <a:gd name="connsiteY3" fmla="*/ 51797 h 148316"/>
                <a:gd name="connsiteX4" fmla="*/ 74657 w 94976"/>
                <a:gd name="connsiteY4" fmla="*/ 60687 h 148316"/>
                <a:gd name="connsiteX5" fmla="*/ 74657 w 94976"/>
                <a:gd name="connsiteY5" fmla="*/ 122917 h 148316"/>
                <a:gd name="connsiteX6" fmla="*/ 74657 w 94976"/>
                <a:gd name="connsiteY6" fmla="*/ 122917 h 148316"/>
                <a:gd name="connsiteX7" fmla="*/ 74657 w 94976"/>
                <a:gd name="connsiteY7" fmla="*/ 138156 h 148316"/>
                <a:gd name="connsiteX8" fmla="*/ 84817 w 94976"/>
                <a:gd name="connsiteY8" fmla="*/ 148317 h 148316"/>
                <a:gd name="connsiteX9" fmla="*/ 94976 w 94976"/>
                <a:gd name="connsiteY9" fmla="*/ 138156 h 148316"/>
                <a:gd name="connsiteX10" fmla="*/ 94976 w 94976"/>
                <a:gd name="connsiteY10" fmla="*/ 47987 h 148316"/>
                <a:gd name="connsiteX11" fmla="*/ 89896 w 94976"/>
                <a:gd name="connsiteY11" fmla="*/ 39097 h 148316"/>
                <a:gd name="connsiteX12" fmla="*/ 81007 w 94976"/>
                <a:gd name="connsiteY12" fmla="*/ 34017 h 148316"/>
                <a:gd name="connsiteX13" fmla="*/ 79736 w 94976"/>
                <a:gd name="connsiteY13" fmla="*/ 32747 h 148316"/>
                <a:gd name="connsiteX14" fmla="*/ 14967 w 94976"/>
                <a:gd name="connsiteY14" fmla="*/ 997 h 148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4976" h="148316">
                  <a:moveTo>
                    <a:pt x="14967" y="997"/>
                  </a:moveTo>
                  <a:cubicBezTo>
                    <a:pt x="9886" y="-1544"/>
                    <a:pt x="3536" y="997"/>
                    <a:pt x="996" y="6076"/>
                  </a:cubicBezTo>
                  <a:cubicBezTo>
                    <a:pt x="-1543" y="11156"/>
                    <a:pt x="996" y="17506"/>
                    <a:pt x="6076" y="20047"/>
                  </a:cubicBezTo>
                  <a:lnTo>
                    <a:pt x="69576" y="51797"/>
                  </a:lnTo>
                  <a:cubicBezTo>
                    <a:pt x="72117" y="53067"/>
                    <a:pt x="74657" y="56876"/>
                    <a:pt x="74657" y="60687"/>
                  </a:cubicBezTo>
                  <a:lnTo>
                    <a:pt x="74657" y="122917"/>
                  </a:lnTo>
                  <a:lnTo>
                    <a:pt x="74657" y="122917"/>
                  </a:lnTo>
                  <a:lnTo>
                    <a:pt x="74657" y="138156"/>
                  </a:lnTo>
                  <a:cubicBezTo>
                    <a:pt x="74657" y="143237"/>
                    <a:pt x="79736" y="148317"/>
                    <a:pt x="84817" y="148317"/>
                  </a:cubicBezTo>
                  <a:cubicBezTo>
                    <a:pt x="89896" y="148317"/>
                    <a:pt x="94976" y="143237"/>
                    <a:pt x="94976" y="138156"/>
                  </a:cubicBezTo>
                  <a:lnTo>
                    <a:pt x="94976" y="47987"/>
                  </a:lnTo>
                  <a:cubicBezTo>
                    <a:pt x="94976" y="44176"/>
                    <a:pt x="92436" y="40367"/>
                    <a:pt x="89896" y="39097"/>
                  </a:cubicBezTo>
                  <a:lnTo>
                    <a:pt x="81007" y="34017"/>
                  </a:lnTo>
                  <a:cubicBezTo>
                    <a:pt x="81007" y="34017"/>
                    <a:pt x="79736" y="34017"/>
                    <a:pt x="79736" y="32747"/>
                  </a:cubicBezTo>
                  <a:lnTo>
                    <a:pt x="14967" y="99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41" name="Рисунок 2">
            <a:extLst>
              <a:ext uri="{FF2B5EF4-FFF2-40B4-BE49-F238E27FC236}">
                <a16:creationId xmlns:a16="http://schemas.microsoft.com/office/drawing/2014/main" id="{E8C5F318-540C-A1EA-9A27-F528221C07FB}"/>
              </a:ext>
            </a:extLst>
          </p:cNvPr>
          <p:cNvGrpSpPr/>
          <p:nvPr/>
        </p:nvGrpSpPr>
        <p:grpSpPr>
          <a:xfrm>
            <a:off x="6751227" y="4456403"/>
            <a:ext cx="264477" cy="264159"/>
            <a:chOff x="6826885" y="4978400"/>
            <a:chExt cx="264477" cy="264159"/>
          </a:xfrm>
          <a:solidFill>
            <a:schemeClr val="bg1"/>
          </a:solidFill>
        </p:grpSpPr>
        <p:sp>
          <p:nvSpPr>
            <p:cNvPr id="442" name="Полилиния: фигура 783">
              <a:extLst>
                <a:ext uri="{FF2B5EF4-FFF2-40B4-BE49-F238E27FC236}">
                  <a16:creationId xmlns:a16="http://schemas.microsoft.com/office/drawing/2014/main" id="{214C23BD-E898-FFA0-F5FA-D93A66C8B52D}"/>
                </a:ext>
              </a:extLst>
            </p:cNvPr>
            <p:cNvSpPr/>
            <p:nvPr/>
          </p:nvSpPr>
          <p:spPr>
            <a:xfrm>
              <a:off x="6826885" y="4978400"/>
              <a:ext cx="264477" cy="264159"/>
            </a:xfrm>
            <a:custGeom>
              <a:avLst/>
              <a:gdLst>
                <a:gd name="connsiteX0" fmla="*/ 51435 w 264477"/>
                <a:gd name="connsiteY0" fmla="*/ 1270 h 264159"/>
                <a:gd name="connsiteX1" fmla="*/ 42545 w 264477"/>
                <a:gd name="connsiteY1" fmla="*/ 6350 h 264159"/>
                <a:gd name="connsiteX2" fmla="*/ 1905 w 264477"/>
                <a:gd name="connsiteY2" fmla="*/ 67310 h 264159"/>
                <a:gd name="connsiteX3" fmla="*/ 1905 w 264477"/>
                <a:gd name="connsiteY3" fmla="*/ 77470 h 264159"/>
                <a:gd name="connsiteX4" fmla="*/ 10795 w 264477"/>
                <a:gd name="connsiteY4" fmla="*/ 82550 h 264159"/>
                <a:gd name="connsiteX5" fmla="*/ 20955 w 264477"/>
                <a:gd name="connsiteY5" fmla="*/ 82550 h 264159"/>
                <a:gd name="connsiteX6" fmla="*/ 20955 w 264477"/>
                <a:gd name="connsiteY6" fmla="*/ 254000 h 264159"/>
                <a:gd name="connsiteX7" fmla="*/ 31115 w 264477"/>
                <a:gd name="connsiteY7" fmla="*/ 264160 h 264159"/>
                <a:gd name="connsiteX8" fmla="*/ 41275 w 264477"/>
                <a:gd name="connsiteY8" fmla="*/ 254000 h 264159"/>
                <a:gd name="connsiteX9" fmla="*/ 41275 w 264477"/>
                <a:gd name="connsiteY9" fmla="*/ 81280 h 264159"/>
                <a:gd name="connsiteX10" fmla="*/ 224155 w 264477"/>
                <a:gd name="connsiteY10" fmla="*/ 81280 h 264159"/>
                <a:gd name="connsiteX11" fmla="*/ 224155 w 264477"/>
                <a:gd name="connsiteY11" fmla="*/ 254000 h 264159"/>
                <a:gd name="connsiteX12" fmla="*/ 234315 w 264477"/>
                <a:gd name="connsiteY12" fmla="*/ 264160 h 264159"/>
                <a:gd name="connsiteX13" fmla="*/ 244475 w 264477"/>
                <a:gd name="connsiteY13" fmla="*/ 254000 h 264159"/>
                <a:gd name="connsiteX14" fmla="*/ 244475 w 264477"/>
                <a:gd name="connsiteY14" fmla="*/ 81280 h 264159"/>
                <a:gd name="connsiteX15" fmla="*/ 254635 w 264477"/>
                <a:gd name="connsiteY15" fmla="*/ 81280 h 264159"/>
                <a:gd name="connsiteX16" fmla="*/ 263525 w 264477"/>
                <a:gd name="connsiteY16" fmla="*/ 76200 h 264159"/>
                <a:gd name="connsiteX17" fmla="*/ 263525 w 264477"/>
                <a:gd name="connsiteY17" fmla="*/ 66040 h 264159"/>
                <a:gd name="connsiteX18" fmla="*/ 222885 w 264477"/>
                <a:gd name="connsiteY18" fmla="*/ 5080 h 264159"/>
                <a:gd name="connsiteX19" fmla="*/ 213995 w 264477"/>
                <a:gd name="connsiteY19" fmla="*/ 0 h 264159"/>
                <a:gd name="connsiteX20" fmla="*/ 51435 w 264477"/>
                <a:gd name="connsiteY20" fmla="*/ 0 h 264159"/>
                <a:gd name="connsiteX21" fmla="*/ 235585 w 264477"/>
                <a:gd name="connsiteY21" fmla="*/ 60960 h 264159"/>
                <a:gd name="connsiteX22" fmla="*/ 208915 w 264477"/>
                <a:gd name="connsiteY22" fmla="*/ 20320 h 264159"/>
                <a:gd name="connsiteX23" fmla="*/ 56515 w 264477"/>
                <a:gd name="connsiteY23" fmla="*/ 20320 h 264159"/>
                <a:gd name="connsiteX24" fmla="*/ 29845 w 264477"/>
                <a:gd name="connsiteY24" fmla="*/ 60960 h 264159"/>
                <a:gd name="connsiteX25" fmla="*/ 61595 w 264477"/>
                <a:gd name="connsiteY25" fmla="*/ 60960 h 264159"/>
                <a:gd name="connsiteX26" fmla="*/ 61595 w 264477"/>
                <a:gd name="connsiteY26" fmla="*/ 35560 h 264159"/>
                <a:gd name="connsiteX27" fmla="*/ 66675 w 264477"/>
                <a:gd name="connsiteY27" fmla="*/ 30480 h 264159"/>
                <a:gd name="connsiteX28" fmla="*/ 76835 w 264477"/>
                <a:gd name="connsiteY28" fmla="*/ 30480 h 264159"/>
                <a:gd name="connsiteX29" fmla="*/ 81915 w 264477"/>
                <a:gd name="connsiteY29" fmla="*/ 35560 h 264159"/>
                <a:gd name="connsiteX30" fmla="*/ 81915 w 264477"/>
                <a:gd name="connsiteY30" fmla="*/ 60960 h 264159"/>
                <a:gd name="connsiteX31" fmla="*/ 102235 w 264477"/>
                <a:gd name="connsiteY31" fmla="*/ 60960 h 264159"/>
                <a:gd name="connsiteX32" fmla="*/ 102235 w 264477"/>
                <a:gd name="connsiteY32" fmla="*/ 35560 h 264159"/>
                <a:gd name="connsiteX33" fmla="*/ 107315 w 264477"/>
                <a:gd name="connsiteY33" fmla="*/ 30480 h 264159"/>
                <a:gd name="connsiteX34" fmla="*/ 117475 w 264477"/>
                <a:gd name="connsiteY34" fmla="*/ 30480 h 264159"/>
                <a:gd name="connsiteX35" fmla="*/ 122555 w 264477"/>
                <a:gd name="connsiteY35" fmla="*/ 35560 h 264159"/>
                <a:gd name="connsiteX36" fmla="*/ 122555 w 264477"/>
                <a:gd name="connsiteY36" fmla="*/ 60960 h 264159"/>
                <a:gd name="connsiteX37" fmla="*/ 142875 w 264477"/>
                <a:gd name="connsiteY37" fmla="*/ 60960 h 264159"/>
                <a:gd name="connsiteX38" fmla="*/ 142875 w 264477"/>
                <a:gd name="connsiteY38" fmla="*/ 35560 h 264159"/>
                <a:gd name="connsiteX39" fmla="*/ 147955 w 264477"/>
                <a:gd name="connsiteY39" fmla="*/ 30480 h 264159"/>
                <a:gd name="connsiteX40" fmla="*/ 158115 w 264477"/>
                <a:gd name="connsiteY40" fmla="*/ 30480 h 264159"/>
                <a:gd name="connsiteX41" fmla="*/ 163195 w 264477"/>
                <a:gd name="connsiteY41" fmla="*/ 35560 h 264159"/>
                <a:gd name="connsiteX42" fmla="*/ 163195 w 264477"/>
                <a:gd name="connsiteY42" fmla="*/ 60960 h 264159"/>
                <a:gd name="connsiteX43" fmla="*/ 183515 w 264477"/>
                <a:gd name="connsiteY43" fmla="*/ 60960 h 264159"/>
                <a:gd name="connsiteX44" fmla="*/ 183515 w 264477"/>
                <a:gd name="connsiteY44" fmla="*/ 35560 h 264159"/>
                <a:gd name="connsiteX45" fmla="*/ 188595 w 264477"/>
                <a:gd name="connsiteY45" fmla="*/ 30480 h 264159"/>
                <a:gd name="connsiteX46" fmla="*/ 198755 w 264477"/>
                <a:gd name="connsiteY46" fmla="*/ 30480 h 264159"/>
                <a:gd name="connsiteX47" fmla="*/ 203835 w 264477"/>
                <a:gd name="connsiteY47" fmla="*/ 35560 h 264159"/>
                <a:gd name="connsiteX48" fmla="*/ 203835 w 264477"/>
                <a:gd name="connsiteY48" fmla="*/ 60960 h 264159"/>
                <a:gd name="connsiteX49" fmla="*/ 235585 w 264477"/>
                <a:gd name="connsiteY49" fmla="*/ 6096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64477" h="264159">
                  <a:moveTo>
                    <a:pt x="51435" y="1270"/>
                  </a:moveTo>
                  <a:cubicBezTo>
                    <a:pt x="47625" y="1270"/>
                    <a:pt x="45085" y="2540"/>
                    <a:pt x="42545" y="6350"/>
                  </a:cubicBezTo>
                  <a:lnTo>
                    <a:pt x="1905" y="67310"/>
                  </a:lnTo>
                  <a:cubicBezTo>
                    <a:pt x="-635" y="69850"/>
                    <a:pt x="-635" y="74930"/>
                    <a:pt x="1905" y="77470"/>
                  </a:cubicBezTo>
                  <a:cubicBezTo>
                    <a:pt x="3175" y="81280"/>
                    <a:pt x="6985" y="82550"/>
                    <a:pt x="10795" y="82550"/>
                  </a:cubicBezTo>
                  <a:lnTo>
                    <a:pt x="20955" y="82550"/>
                  </a:lnTo>
                  <a:lnTo>
                    <a:pt x="20955" y="254000"/>
                  </a:lnTo>
                  <a:cubicBezTo>
                    <a:pt x="20955" y="259080"/>
                    <a:pt x="26035" y="264160"/>
                    <a:pt x="31115" y="264160"/>
                  </a:cubicBezTo>
                  <a:cubicBezTo>
                    <a:pt x="36195" y="264160"/>
                    <a:pt x="41275" y="259080"/>
                    <a:pt x="41275" y="254000"/>
                  </a:cubicBezTo>
                  <a:lnTo>
                    <a:pt x="41275" y="81280"/>
                  </a:lnTo>
                  <a:lnTo>
                    <a:pt x="224155" y="81280"/>
                  </a:lnTo>
                  <a:lnTo>
                    <a:pt x="224155" y="254000"/>
                  </a:lnTo>
                  <a:cubicBezTo>
                    <a:pt x="224155" y="259080"/>
                    <a:pt x="229235" y="264160"/>
                    <a:pt x="234315" y="264160"/>
                  </a:cubicBezTo>
                  <a:cubicBezTo>
                    <a:pt x="239395" y="264160"/>
                    <a:pt x="244475" y="259080"/>
                    <a:pt x="244475" y="254000"/>
                  </a:cubicBezTo>
                  <a:lnTo>
                    <a:pt x="244475" y="81280"/>
                  </a:lnTo>
                  <a:lnTo>
                    <a:pt x="254635" y="81280"/>
                  </a:lnTo>
                  <a:cubicBezTo>
                    <a:pt x="258445" y="81280"/>
                    <a:pt x="262255" y="78740"/>
                    <a:pt x="263525" y="76200"/>
                  </a:cubicBezTo>
                  <a:cubicBezTo>
                    <a:pt x="264795" y="72390"/>
                    <a:pt x="264795" y="68580"/>
                    <a:pt x="263525" y="66040"/>
                  </a:cubicBezTo>
                  <a:lnTo>
                    <a:pt x="222885" y="5080"/>
                  </a:lnTo>
                  <a:cubicBezTo>
                    <a:pt x="221615" y="2540"/>
                    <a:pt x="217805" y="0"/>
                    <a:pt x="213995" y="0"/>
                  </a:cubicBezTo>
                  <a:lnTo>
                    <a:pt x="51435" y="0"/>
                  </a:lnTo>
                  <a:close/>
                  <a:moveTo>
                    <a:pt x="235585" y="60960"/>
                  </a:moveTo>
                  <a:lnTo>
                    <a:pt x="208915" y="20320"/>
                  </a:lnTo>
                  <a:lnTo>
                    <a:pt x="56515" y="20320"/>
                  </a:lnTo>
                  <a:lnTo>
                    <a:pt x="29845" y="60960"/>
                  </a:lnTo>
                  <a:lnTo>
                    <a:pt x="61595" y="60960"/>
                  </a:lnTo>
                  <a:lnTo>
                    <a:pt x="61595" y="35560"/>
                  </a:lnTo>
                  <a:cubicBezTo>
                    <a:pt x="61595" y="33020"/>
                    <a:pt x="64135" y="30480"/>
                    <a:pt x="66675" y="30480"/>
                  </a:cubicBezTo>
                  <a:lnTo>
                    <a:pt x="76835" y="30480"/>
                  </a:lnTo>
                  <a:cubicBezTo>
                    <a:pt x="79375" y="30480"/>
                    <a:pt x="81915" y="33020"/>
                    <a:pt x="81915" y="35560"/>
                  </a:cubicBezTo>
                  <a:lnTo>
                    <a:pt x="81915" y="60960"/>
                  </a:lnTo>
                  <a:lnTo>
                    <a:pt x="102235" y="60960"/>
                  </a:lnTo>
                  <a:lnTo>
                    <a:pt x="102235" y="35560"/>
                  </a:lnTo>
                  <a:cubicBezTo>
                    <a:pt x="102235" y="33020"/>
                    <a:pt x="104775" y="30480"/>
                    <a:pt x="107315" y="30480"/>
                  </a:cubicBezTo>
                  <a:lnTo>
                    <a:pt x="117475" y="30480"/>
                  </a:lnTo>
                  <a:cubicBezTo>
                    <a:pt x="120015" y="30480"/>
                    <a:pt x="122555" y="33020"/>
                    <a:pt x="122555" y="35560"/>
                  </a:cubicBezTo>
                  <a:lnTo>
                    <a:pt x="122555" y="60960"/>
                  </a:lnTo>
                  <a:lnTo>
                    <a:pt x="142875" y="60960"/>
                  </a:lnTo>
                  <a:lnTo>
                    <a:pt x="142875" y="35560"/>
                  </a:lnTo>
                  <a:cubicBezTo>
                    <a:pt x="142875" y="33020"/>
                    <a:pt x="145415" y="30480"/>
                    <a:pt x="147955" y="30480"/>
                  </a:cubicBezTo>
                  <a:lnTo>
                    <a:pt x="158115" y="30480"/>
                  </a:lnTo>
                  <a:cubicBezTo>
                    <a:pt x="160655" y="30480"/>
                    <a:pt x="163195" y="33020"/>
                    <a:pt x="163195" y="35560"/>
                  </a:cubicBezTo>
                  <a:lnTo>
                    <a:pt x="163195" y="60960"/>
                  </a:lnTo>
                  <a:lnTo>
                    <a:pt x="183515" y="60960"/>
                  </a:lnTo>
                  <a:lnTo>
                    <a:pt x="183515" y="35560"/>
                  </a:lnTo>
                  <a:cubicBezTo>
                    <a:pt x="183515" y="33020"/>
                    <a:pt x="186055" y="30480"/>
                    <a:pt x="188595" y="30480"/>
                  </a:cubicBezTo>
                  <a:lnTo>
                    <a:pt x="198755" y="30480"/>
                  </a:lnTo>
                  <a:cubicBezTo>
                    <a:pt x="201295" y="30480"/>
                    <a:pt x="203835" y="33020"/>
                    <a:pt x="203835" y="35560"/>
                  </a:cubicBezTo>
                  <a:lnTo>
                    <a:pt x="203835" y="60960"/>
                  </a:lnTo>
                  <a:lnTo>
                    <a:pt x="235585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3" name="Полилиния: фигура 784">
              <a:extLst>
                <a:ext uri="{FF2B5EF4-FFF2-40B4-BE49-F238E27FC236}">
                  <a16:creationId xmlns:a16="http://schemas.microsoft.com/office/drawing/2014/main" id="{8510555D-B039-543C-EF28-ADC520B9F8C7}"/>
                </a:ext>
              </a:extLst>
            </p:cNvPr>
            <p:cNvSpPr/>
            <p:nvPr/>
          </p:nvSpPr>
          <p:spPr>
            <a:xfrm>
              <a:off x="6888480" y="5140959"/>
              <a:ext cx="20319" cy="40640"/>
            </a:xfrm>
            <a:custGeom>
              <a:avLst/>
              <a:gdLst>
                <a:gd name="connsiteX0" fmla="*/ 5080 w 20319"/>
                <a:gd name="connsiteY0" fmla="*/ 0 h 40640"/>
                <a:gd name="connsiteX1" fmla="*/ 0 w 20319"/>
                <a:gd name="connsiteY1" fmla="*/ 5080 h 40640"/>
                <a:gd name="connsiteX2" fmla="*/ 0 w 20319"/>
                <a:gd name="connsiteY2" fmla="*/ 35560 h 40640"/>
                <a:gd name="connsiteX3" fmla="*/ 5080 w 20319"/>
                <a:gd name="connsiteY3" fmla="*/ 40640 h 40640"/>
                <a:gd name="connsiteX4" fmla="*/ 15239 w 20319"/>
                <a:gd name="connsiteY4" fmla="*/ 40640 h 40640"/>
                <a:gd name="connsiteX5" fmla="*/ 20320 w 20319"/>
                <a:gd name="connsiteY5" fmla="*/ 35560 h 40640"/>
                <a:gd name="connsiteX6" fmla="*/ 20320 w 20319"/>
                <a:gd name="connsiteY6" fmla="*/ 5080 h 40640"/>
                <a:gd name="connsiteX7" fmla="*/ 15239 w 20319"/>
                <a:gd name="connsiteY7" fmla="*/ 0 h 40640"/>
                <a:gd name="connsiteX8" fmla="*/ 5080 w 20319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5080" y="0"/>
                  </a:moveTo>
                  <a:cubicBezTo>
                    <a:pt x="2539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39" y="40640"/>
                    <a:pt x="5080" y="40640"/>
                  </a:cubicBezTo>
                  <a:lnTo>
                    <a:pt x="15239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39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4" name="Полилиния: фигура 785">
              <a:extLst>
                <a:ext uri="{FF2B5EF4-FFF2-40B4-BE49-F238E27FC236}">
                  <a16:creationId xmlns:a16="http://schemas.microsoft.com/office/drawing/2014/main" id="{900616C9-F37B-1225-8D91-83826F91B28C}"/>
                </a:ext>
              </a:extLst>
            </p:cNvPr>
            <p:cNvSpPr/>
            <p:nvPr/>
          </p:nvSpPr>
          <p:spPr>
            <a:xfrm>
              <a:off x="6929119" y="5140959"/>
              <a:ext cx="20320" cy="40640"/>
            </a:xfrm>
            <a:custGeom>
              <a:avLst/>
              <a:gdLst>
                <a:gd name="connsiteX0" fmla="*/ 0 w 20320"/>
                <a:gd name="connsiteY0" fmla="*/ 5080 h 40640"/>
                <a:gd name="connsiteX1" fmla="*/ 5080 w 20320"/>
                <a:gd name="connsiteY1" fmla="*/ 0 h 40640"/>
                <a:gd name="connsiteX2" fmla="*/ 15240 w 20320"/>
                <a:gd name="connsiteY2" fmla="*/ 0 h 40640"/>
                <a:gd name="connsiteX3" fmla="*/ 20320 w 20320"/>
                <a:gd name="connsiteY3" fmla="*/ 5080 h 40640"/>
                <a:gd name="connsiteX4" fmla="*/ 20320 w 20320"/>
                <a:gd name="connsiteY4" fmla="*/ 35560 h 40640"/>
                <a:gd name="connsiteX5" fmla="*/ 15240 w 20320"/>
                <a:gd name="connsiteY5" fmla="*/ 40640 h 40640"/>
                <a:gd name="connsiteX6" fmla="*/ 5080 w 20320"/>
                <a:gd name="connsiteY6" fmla="*/ 40640 h 40640"/>
                <a:gd name="connsiteX7" fmla="*/ 0 w 20320"/>
                <a:gd name="connsiteY7" fmla="*/ 35560 h 40640"/>
                <a:gd name="connsiteX8" fmla="*/ 0 w 20320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5" name="Полилиния: фигура 786">
              <a:extLst>
                <a:ext uri="{FF2B5EF4-FFF2-40B4-BE49-F238E27FC236}">
                  <a16:creationId xmlns:a16="http://schemas.microsoft.com/office/drawing/2014/main" id="{C9C78B71-7B97-AD1D-D46E-5BD688F98CE9}"/>
                </a:ext>
              </a:extLst>
            </p:cNvPr>
            <p:cNvSpPr/>
            <p:nvPr/>
          </p:nvSpPr>
          <p:spPr>
            <a:xfrm>
              <a:off x="6969759" y="5140959"/>
              <a:ext cx="20320" cy="40640"/>
            </a:xfrm>
            <a:custGeom>
              <a:avLst/>
              <a:gdLst>
                <a:gd name="connsiteX0" fmla="*/ 5080 w 20320"/>
                <a:gd name="connsiteY0" fmla="*/ 0 h 40640"/>
                <a:gd name="connsiteX1" fmla="*/ 0 w 20320"/>
                <a:gd name="connsiteY1" fmla="*/ 5080 h 40640"/>
                <a:gd name="connsiteX2" fmla="*/ 0 w 20320"/>
                <a:gd name="connsiteY2" fmla="*/ 35560 h 40640"/>
                <a:gd name="connsiteX3" fmla="*/ 5080 w 20320"/>
                <a:gd name="connsiteY3" fmla="*/ 40640 h 40640"/>
                <a:gd name="connsiteX4" fmla="*/ 15240 w 20320"/>
                <a:gd name="connsiteY4" fmla="*/ 40640 h 40640"/>
                <a:gd name="connsiteX5" fmla="*/ 20320 w 20320"/>
                <a:gd name="connsiteY5" fmla="*/ 35560 h 40640"/>
                <a:gd name="connsiteX6" fmla="*/ 20320 w 20320"/>
                <a:gd name="connsiteY6" fmla="*/ 5080 h 40640"/>
                <a:gd name="connsiteX7" fmla="*/ 15240 w 20320"/>
                <a:gd name="connsiteY7" fmla="*/ 0 h 40640"/>
                <a:gd name="connsiteX8" fmla="*/ 5080 w 20320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5080" y="0"/>
                  </a:moveTo>
                  <a:cubicBezTo>
                    <a:pt x="2540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40" y="40640"/>
                    <a:pt x="5080" y="40640"/>
                  </a:cubicBezTo>
                  <a:lnTo>
                    <a:pt x="15240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40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6" name="Полилиния: фигура 787">
              <a:extLst>
                <a:ext uri="{FF2B5EF4-FFF2-40B4-BE49-F238E27FC236}">
                  <a16:creationId xmlns:a16="http://schemas.microsoft.com/office/drawing/2014/main" id="{5B62CDAD-2D23-EEF8-DE60-E6B1D3EDC88D}"/>
                </a:ext>
              </a:extLst>
            </p:cNvPr>
            <p:cNvSpPr/>
            <p:nvPr/>
          </p:nvSpPr>
          <p:spPr>
            <a:xfrm>
              <a:off x="7010400" y="5140959"/>
              <a:ext cx="20319" cy="40640"/>
            </a:xfrm>
            <a:custGeom>
              <a:avLst/>
              <a:gdLst>
                <a:gd name="connsiteX0" fmla="*/ 0 w 20319"/>
                <a:gd name="connsiteY0" fmla="*/ 5080 h 40640"/>
                <a:gd name="connsiteX1" fmla="*/ 5080 w 20319"/>
                <a:gd name="connsiteY1" fmla="*/ 0 h 40640"/>
                <a:gd name="connsiteX2" fmla="*/ 15240 w 20319"/>
                <a:gd name="connsiteY2" fmla="*/ 0 h 40640"/>
                <a:gd name="connsiteX3" fmla="*/ 20320 w 20319"/>
                <a:gd name="connsiteY3" fmla="*/ 5080 h 40640"/>
                <a:gd name="connsiteX4" fmla="*/ 20320 w 20319"/>
                <a:gd name="connsiteY4" fmla="*/ 35560 h 40640"/>
                <a:gd name="connsiteX5" fmla="*/ 15240 w 20319"/>
                <a:gd name="connsiteY5" fmla="*/ 40640 h 40640"/>
                <a:gd name="connsiteX6" fmla="*/ 5080 w 20319"/>
                <a:gd name="connsiteY6" fmla="*/ 40640 h 40640"/>
                <a:gd name="connsiteX7" fmla="*/ 0 w 20319"/>
                <a:gd name="connsiteY7" fmla="*/ 35560 h 40640"/>
                <a:gd name="connsiteX8" fmla="*/ 0 w 20319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7" name="Полилиния: фигура 788">
              <a:extLst>
                <a:ext uri="{FF2B5EF4-FFF2-40B4-BE49-F238E27FC236}">
                  <a16:creationId xmlns:a16="http://schemas.microsoft.com/office/drawing/2014/main" id="{19558D0B-3A85-57B3-A3A2-D4759457F561}"/>
                </a:ext>
              </a:extLst>
            </p:cNvPr>
            <p:cNvSpPr/>
            <p:nvPr/>
          </p:nvSpPr>
          <p:spPr>
            <a:xfrm>
              <a:off x="6888480" y="5080000"/>
              <a:ext cx="20319" cy="40640"/>
            </a:xfrm>
            <a:custGeom>
              <a:avLst/>
              <a:gdLst>
                <a:gd name="connsiteX0" fmla="*/ 5080 w 20319"/>
                <a:gd name="connsiteY0" fmla="*/ 0 h 40640"/>
                <a:gd name="connsiteX1" fmla="*/ 0 w 20319"/>
                <a:gd name="connsiteY1" fmla="*/ 5080 h 40640"/>
                <a:gd name="connsiteX2" fmla="*/ 0 w 20319"/>
                <a:gd name="connsiteY2" fmla="*/ 35560 h 40640"/>
                <a:gd name="connsiteX3" fmla="*/ 5080 w 20319"/>
                <a:gd name="connsiteY3" fmla="*/ 40640 h 40640"/>
                <a:gd name="connsiteX4" fmla="*/ 15239 w 20319"/>
                <a:gd name="connsiteY4" fmla="*/ 40640 h 40640"/>
                <a:gd name="connsiteX5" fmla="*/ 20320 w 20319"/>
                <a:gd name="connsiteY5" fmla="*/ 35560 h 40640"/>
                <a:gd name="connsiteX6" fmla="*/ 20320 w 20319"/>
                <a:gd name="connsiteY6" fmla="*/ 5080 h 40640"/>
                <a:gd name="connsiteX7" fmla="*/ 15239 w 20319"/>
                <a:gd name="connsiteY7" fmla="*/ 0 h 40640"/>
                <a:gd name="connsiteX8" fmla="*/ 5080 w 20319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5080" y="0"/>
                  </a:moveTo>
                  <a:cubicBezTo>
                    <a:pt x="2539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39" y="40640"/>
                    <a:pt x="5080" y="40640"/>
                  </a:cubicBezTo>
                  <a:lnTo>
                    <a:pt x="15239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39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8" name="Полилиния: фигура 789">
              <a:extLst>
                <a:ext uri="{FF2B5EF4-FFF2-40B4-BE49-F238E27FC236}">
                  <a16:creationId xmlns:a16="http://schemas.microsoft.com/office/drawing/2014/main" id="{D6C554CD-A9D2-BBE7-B495-91BEE0908D7E}"/>
                </a:ext>
              </a:extLst>
            </p:cNvPr>
            <p:cNvSpPr/>
            <p:nvPr/>
          </p:nvSpPr>
          <p:spPr>
            <a:xfrm>
              <a:off x="6929119" y="5080000"/>
              <a:ext cx="20320" cy="40640"/>
            </a:xfrm>
            <a:custGeom>
              <a:avLst/>
              <a:gdLst>
                <a:gd name="connsiteX0" fmla="*/ 0 w 20320"/>
                <a:gd name="connsiteY0" fmla="*/ 5080 h 40640"/>
                <a:gd name="connsiteX1" fmla="*/ 5080 w 20320"/>
                <a:gd name="connsiteY1" fmla="*/ 0 h 40640"/>
                <a:gd name="connsiteX2" fmla="*/ 15240 w 20320"/>
                <a:gd name="connsiteY2" fmla="*/ 0 h 40640"/>
                <a:gd name="connsiteX3" fmla="*/ 20320 w 20320"/>
                <a:gd name="connsiteY3" fmla="*/ 5080 h 40640"/>
                <a:gd name="connsiteX4" fmla="*/ 20320 w 20320"/>
                <a:gd name="connsiteY4" fmla="*/ 35560 h 40640"/>
                <a:gd name="connsiteX5" fmla="*/ 15240 w 20320"/>
                <a:gd name="connsiteY5" fmla="*/ 40640 h 40640"/>
                <a:gd name="connsiteX6" fmla="*/ 5080 w 20320"/>
                <a:gd name="connsiteY6" fmla="*/ 40640 h 40640"/>
                <a:gd name="connsiteX7" fmla="*/ 0 w 20320"/>
                <a:gd name="connsiteY7" fmla="*/ 35560 h 40640"/>
                <a:gd name="connsiteX8" fmla="*/ 0 w 20320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9" name="Полилиния: фигура 790">
              <a:extLst>
                <a:ext uri="{FF2B5EF4-FFF2-40B4-BE49-F238E27FC236}">
                  <a16:creationId xmlns:a16="http://schemas.microsoft.com/office/drawing/2014/main" id="{822FCBCA-98F4-1B97-5F69-C3C69D77AC91}"/>
                </a:ext>
              </a:extLst>
            </p:cNvPr>
            <p:cNvSpPr/>
            <p:nvPr/>
          </p:nvSpPr>
          <p:spPr>
            <a:xfrm>
              <a:off x="6969759" y="5080000"/>
              <a:ext cx="20320" cy="40640"/>
            </a:xfrm>
            <a:custGeom>
              <a:avLst/>
              <a:gdLst>
                <a:gd name="connsiteX0" fmla="*/ 5080 w 20320"/>
                <a:gd name="connsiteY0" fmla="*/ 0 h 40640"/>
                <a:gd name="connsiteX1" fmla="*/ 0 w 20320"/>
                <a:gd name="connsiteY1" fmla="*/ 5080 h 40640"/>
                <a:gd name="connsiteX2" fmla="*/ 0 w 20320"/>
                <a:gd name="connsiteY2" fmla="*/ 35560 h 40640"/>
                <a:gd name="connsiteX3" fmla="*/ 5080 w 20320"/>
                <a:gd name="connsiteY3" fmla="*/ 40640 h 40640"/>
                <a:gd name="connsiteX4" fmla="*/ 15240 w 20320"/>
                <a:gd name="connsiteY4" fmla="*/ 40640 h 40640"/>
                <a:gd name="connsiteX5" fmla="*/ 20320 w 20320"/>
                <a:gd name="connsiteY5" fmla="*/ 35560 h 40640"/>
                <a:gd name="connsiteX6" fmla="*/ 20320 w 20320"/>
                <a:gd name="connsiteY6" fmla="*/ 5080 h 40640"/>
                <a:gd name="connsiteX7" fmla="*/ 15240 w 20320"/>
                <a:gd name="connsiteY7" fmla="*/ 0 h 40640"/>
                <a:gd name="connsiteX8" fmla="*/ 5080 w 20320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5080" y="0"/>
                  </a:moveTo>
                  <a:cubicBezTo>
                    <a:pt x="2540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40" y="40640"/>
                    <a:pt x="5080" y="40640"/>
                  </a:cubicBezTo>
                  <a:lnTo>
                    <a:pt x="15240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40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0" name="Полилиния: фигура 791">
              <a:extLst>
                <a:ext uri="{FF2B5EF4-FFF2-40B4-BE49-F238E27FC236}">
                  <a16:creationId xmlns:a16="http://schemas.microsoft.com/office/drawing/2014/main" id="{B9B27118-F18A-7D64-265E-3F7D1A831E02}"/>
                </a:ext>
              </a:extLst>
            </p:cNvPr>
            <p:cNvSpPr/>
            <p:nvPr/>
          </p:nvSpPr>
          <p:spPr>
            <a:xfrm>
              <a:off x="7010400" y="5080000"/>
              <a:ext cx="20319" cy="40640"/>
            </a:xfrm>
            <a:custGeom>
              <a:avLst/>
              <a:gdLst>
                <a:gd name="connsiteX0" fmla="*/ 0 w 20319"/>
                <a:gd name="connsiteY0" fmla="*/ 5080 h 40640"/>
                <a:gd name="connsiteX1" fmla="*/ 5080 w 20319"/>
                <a:gd name="connsiteY1" fmla="*/ 0 h 40640"/>
                <a:gd name="connsiteX2" fmla="*/ 15240 w 20319"/>
                <a:gd name="connsiteY2" fmla="*/ 0 h 40640"/>
                <a:gd name="connsiteX3" fmla="*/ 20320 w 20319"/>
                <a:gd name="connsiteY3" fmla="*/ 5080 h 40640"/>
                <a:gd name="connsiteX4" fmla="*/ 20320 w 20319"/>
                <a:gd name="connsiteY4" fmla="*/ 35560 h 40640"/>
                <a:gd name="connsiteX5" fmla="*/ 15240 w 20319"/>
                <a:gd name="connsiteY5" fmla="*/ 40640 h 40640"/>
                <a:gd name="connsiteX6" fmla="*/ 5080 w 20319"/>
                <a:gd name="connsiteY6" fmla="*/ 40640 h 40640"/>
                <a:gd name="connsiteX7" fmla="*/ 0 w 20319"/>
                <a:gd name="connsiteY7" fmla="*/ 35560 h 40640"/>
                <a:gd name="connsiteX8" fmla="*/ 0 w 20319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1" name="Полилиния: фигура 792">
              <a:extLst>
                <a:ext uri="{FF2B5EF4-FFF2-40B4-BE49-F238E27FC236}">
                  <a16:creationId xmlns:a16="http://schemas.microsoft.com/office/drawing/2014/main" id="{BECA9A5B-F002-5A79-265F-12B4E55FB6A7}"/>
                </a:ext>
              </a:extLst>
            </p:cNvPr>
            <p:cNvSpPr/>
            <p:nvPr/>
          </p:nvSpPr>
          <p:spPr>
            <a:xfrm>
              <a:off x="6888480" y="5201920"/>
              <a:ext cx="30479" cy="40639"/>
            </a:xfrm>
            <a:custGeom>
              <a:avLst/>
              <a:gdLst>
                <a:gd name="connsiteX0" fmla="*/ 15239 w 30479"/>
                <a:gd name="connsiteY0" fmla="*/ 0 h 40639"/>
                <a:gd name="connsiteX1" fmla="*/ 0 w 30479"/>
                <a:gd name="connsiteY1" fmla="*/ 15240 h 40639"/>
                <a:gd name="connsiteX2" fmla="*/ 0 w 30479"/>
                <a:gd name="connsiteY2" fmla="*/ 30480 h 40639"/>
                <a:gd name="connsiteX3" fmla="*/ 2539 w 30479"/>
                <a:gd name="connsiteY3" fmla="*/ 38100 h 40639"/>
                <a:gd name="connsiteX4" fmla="*/ 10160 w 30479"/>
                <a:gd name="connsiteY4" fmla="*/ 40640 h 40639"/>
                <a:gd name="connsiteX5" fmla="*/ 20320 w 30479"/>
                <a:gd name="connsiteY5" fmla="*/ 40640 h 40639"/>
                <a:gd name="connsiteX6" fmla="*/ 30480 w 30479"/>
                <a:gd name="connsiteY6" fmla="*/ 30480 h 40639"/>
                <a:gd name="connsiteX7" fmla="*/ 30480 w 30479"/>
                <a:gd name="connsiteY7" fmla="*/ 15240 h 40639"/>
                <a:gd name="connsiteX8" fmla="*/ 15239 w 30479"/>
                <a:gd name="connsiteY8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40639">
                  <a:moveTo>
                    <a:pt x="15239" y="0"/>
                  </a:moveTo>
                  <a:cubicBezTo>
                    <a:pt x="6350" y="0"/>
                    <a:pt x="0" y="6350"/>
                    <a:pt x="0" y="15240"/>
                  </a:cubicBezTo>
                  <a:lnTo>
                    <a:pt x="0" y="30480"/>
                  </a:lnTo>
                  <a:cubicBezTo>
                    <a:pt x="0" y="33020"/>
                    <a:pt x="1270" y="35560"/>
                    <a:pt x="2539" y="38100"/>
                  </a:cubicBezTo>
                  <a:cubicBezTo>
                    <a:pt x="5080" y="40640"/>
                    <a:pt x="7620" y="40640"/>
                    <a:pt x="10160" y="40640"/>
                  </a:cubicBezTo>
                  <a:lnTo>
                    <a:pt x="20320" y="40640"/>
                  </a:lnTo>
                  <a:cubicBezTo>
                    <a:pt x="25400" y="40640"/>
                    <a:pt x="30480" y="35560"/>
                    <a:pt x="30480" y="30480"/>
                  </a:cubicBezTo>
                  <a:lnTo>
                    <a:pt x="30480" y="15240"/>
                  </a:lnTo>
                  <a:cubicBezTo>
                    <a:pt x="30480" y="7620"/>
                    <a:pt x="24130" y="0"/>
                    <a:pt x="15239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2" name="Полилиния: фигура 793">
              <a:extLst>
                <a:ext uri="{FF2B5EF4-FFF2-40B4-BE49-F238E27FC236}">
                  <a16:creationId xmlns:a16="http://schemas.microsoft.com/office/drawing/2014/main" id="{21512B4F-E97B-63AD-4B02-466FE7C54525}"/>
                </a:ext>
              </a:extLst>
            </p:cNvPr>
            <p:cNvSpPr/>
            <p:nvPr/>
          </p:nvSpPr>
          <p:spPr>
            <a:xfrm>
              <a:off x="6939280" y="5201920"/>
              <a:ext cx="40639" cy="40639"/>
            </a:xfrm>
            <a:custGeom>
              <a:avLst/>
              <a:gdLst>
                <a:gd name="connsiteX0" fmla="*/ 20320 w 40639"/>
                <a:gd name="connsiteY0" fmla="*/ 0 h 40639"/>
                <a:gd name="connsiteX1" fmla="*/ 0 w 40639"/>
                <a:gd name="connsiteY1" fmla="*/ 20320 h 40639"/>
                <a:gd name="connsiteX2" fmla="*/ 0 w 40639"/>
                <a:gd name="connsiteY2" fmla="*/ 30480 h 40639"/>
                <a:gd name="connsiteX3" fmla="*/ 10160 w 40639"/>
                <a:gd name="connsiteY3" fmla="*/ 40640 h 40639"/>
                <a:gd name="connsiteX4" fmla="*/ 30480 w 40639"/>
                <a:gd name="connsiteY4" fmla="*/ 40640 h 40639"/>
                <a:gd name="connsiteX5" fmla="*/ 40639 w 40639"/>
                <a:gd name="connsiteY5" fmla="*/ 30480 h 40639"/>
                <a:gd name="connsiteX6" fmla="*/ 40639 w 40639"/>
                <a:gd name="connsiteY6" fmla="*/ 20320 h 40639"/>
                <a:gd name="connsiteX7" fmla="*/ 20320 w 40639"/>
                <a:gd name="connsiteY7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639" h="40639">
                  <a:moveTo>
                    <a:pt x="20320" y="0"/>
                  </a:moveTo>
                  <a:cubicBezTo>
                    <a:pt x="8889" y="0"/>
                    <a:pt x="0" y="8890"/>
                    <a:pt x="0" y="20320"/>
                  </a:cubicBezTo>
                  <a:lnTo>
                    <a:pt x="0" y="30480"/>
                  </a:lnTo>
                  <a:cubicBezTo>
                    <a:pt x="0" y="35560"/>
                    <a:pt x="5080" y="40640"/>
                    <a:pt x="10160" y="40640"/>
                  </a:cubicBezTo>
                  <a:lnTo>
                    <a:pt x="30480" y="40640"/>
                  </a:lnTo>
                  <a:cubicBezTo>
                    <a:pt x="35560" y="40640"/>
                    <a:pt x="40639" y="35560"/>
                    <a:pt x="40639" y="30480"/>
                  </a:cubicBezTo>
                  <a:lnTo>
                    <a:pt x="40639" y="20320"/>
                  </a:lnTo>
                  <a:cubicBezTo>
                    <a:pt x="40639" y="8890"/>
                    <a:pt x="31750" y="0"/>
                    <a:pt x="2032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3" name="Полилиния: фигура 794">
              <a:extLst>
                <a:ext uri="{FF2B5EF4-FFF2-40B4-BE49-F238E27FC236}">
                  <a16:creationId xmlns:a16="http://schemas.microsoft.com/office/drawing/2014/main" id="{BDF9BAC3-97E5-883A-E7E8-057EED9903BD}"/>
                </a:ext>
              </a:extLst>
            </p:cNvPr>
            <p:cNvSpPr/>
            <p:nvPr/>
          </p:nvSpPr>
          <p:spPr>
            <a:xfrm>
              <a:off x="7000240" y="5201920"/>
              <a:ext cx="30479" cy="40639"/>
            </a:xfrm>
            <a:custGeom>
              <a:avLst/>
              <a:gdLst>
                <a:gd name="connsiteX0" fmla="*/ 15240 w 30479"/>
                <a:gd name="connsiteY0" fmla="*/ 0 h 40639"/>
                <a:gd name="connsiteX1" fmla="*/ 0 w 30479"/>
                <a:gd name="connsiteY1" fmla="*/ 15240 h 40639"/>
                <a:gd name="connsiteX2" fmla="*/ 0 w 30479"/>
                <a:gd name="connsiteY2" fmla="*/ 30480 h 40639"/>
                <a:gd name="connsiteX3" fmla="*/ 10160 w 30479"/>
                <a:gd name="connsiteY3" fmla="*/ 40640 h 40639"/>
                <a:gd name="connsiteX4" fmla="*/ 20320 w 30479"/>
                <a:gd name="connsiteY4" fmla="*/ 40640 h 40639"/>
                <a:gd name="connsiteX5" fmla="*/ 30480 w 30479"/>
                <a:gd name="connsiteY5" fmla="*/ 30480 h 40639"/>
                <a:gd name="connsiteX6" fmla="*/ 30480 w 30479"/>
                <a:gd name="connsiteY6" fmla="*/ 15240 h 40639"/>
                <a:gd name="connsiteX7" fmla="*/ 15240 w 30479"/>
                <a:gd name="connsiteY7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79" h="40639">
                  <a:moveTo>
                    <a:pt x="15240" y="0"/>
                  </a:moveTo>
                  <a:cubicBezTo>
                    <a:pt x="6350" y="0"/>
                    <a:pt x="0" y="6350"/>
                    <a:pt x="0" y="15240"/>
                  </a:cubicBezTo>
                  <a:lnTo>
                    <a:pt x="0" y="30480"/>
                  </a:lnTo>
                  <a:cubicBezTo>
                    <a:pt x="0" y="35560"/>
                    <a:pt x="5080" y="40640"/>
                    <a:pt x="10160" y="40640"/>
                  </a:cubicBezTo>
                  <a:lnTo>
                    <a:pt x="20320" y="40640"/>
                  </a:lnTo>
                  <a:cubicBezTo>
                    <a:pt x="25400" y="40640"/>
                    <a:pt x="30480" y="35560"/>
                    <a:pt x="30480" y="30480"/>
                  </a:cubicBezTo>
                  <a:lnTo>
                    <a:pt x="30480" y="15240"/>
                  </a:lnTo>
                  <a:cubicBezTo>
                    <a:pt x="30480" y="7620"/>
                    <a:pt x="22860" y="0"/>
                    <a:pt x="1524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54" name="Рисунок 2">
            <a:extLst>
              <a:ext uri="{FF2B5EF4-FFF2-40B4-BE49-F238E27FC236}">
                <a16:creationId xmlns:a16="http://schemas.microsoft.com/office/drawing/2014/main" id="{2AE9F529-8A55-2B81-4F55-BCBC214697F8}"/>
              </a:ext>
            </a:extLst>
          </p:cNvPr>
          <p:cNvGrpSpPr/>
          <p:nvPr/>
        </p:nvGrpSpPr>
        <p:grpSpPr>
          <a:xfrm>
            <a:off x="9563642" y="4437022"/>
            <a:ext cx="232409" cy="303860"/>
            <a:chOff x="9639300" y="4959019"/>
            <a:chExt cx="232409" cy="303860"/>
          </a:xfrm>
          <a:solidFill>
            <a:schemeClr val="bg1"/>
          </a:solidFill>
        </p:grpSpPr>
        <p:sp>
          <p:nvSpPr>
            <p:cNvPr id="455" name="Полилиния: фигура 800">
              <a:extLst>
                <a:ext uri="{FF2B5EF4-FFF2-40B4-BE49-F238E27FC236}">
                  <a16:creationId xmlns:a16="http://schemas.microsoft.com/office/drawing/2014/main" id="{C8C18ED2-974E-257E-8708-9B93D790F01E}"/>
                </a:ext>
              </a:extLst>
            </p:cNvPr>
            <p:cNvSpPr/>
            <p:nvPr/>
          </p:nvSpPr>
          <p:spPr>
            <a:xfrm>
              <a:off x="9685019" y="4959019"/>
              <a:ext cx="141718" cy="161620"/>
            </a:xfrm>
            <a:custGeom>
              <a:avLst/>
              <a:gdLst>
                <a:gd name="connsiteX0" fmla="*/ 86361 w 141718"/>
                <a:gd name="connsiteY0" fmla="*/ 330 h 161620"/>
                <a:gd name="connsiteX1" fmla="*/ 55880 w 141718"/>
                <a:gd name="connsiteY1" fmla="*/ 5410 h 161620"/>
                <a:gd name="connsiteX2" fmla="*/ 45720 w 141718"/>
                <a:gd name="connsiteY2" fmla="*/ 14300 h 161620"/>
                <a:gd name="connsiteX3" fmla="*/ 0 w 141718"/>
                <a:gd name="connsiteY3" fmla="*/ 62560 h 161620"/>
                <a:gd name="connsiteX4" fmla="*/ 20320 w 141718"/>
                <a:gd name="connsiteY4" fmla="*/ 105740 h 161620"/>
                <a:gd name="connsiteX5" fmla="*/ 20320 w 141718"/>
                <a:gd name="connsiteY5" fmla="*/ 110821 h 161620"/>
                <a:gd name="connsiteX6" fmla="*/ 71120 w 141718"/>
                <a:gd name="connsiteY6" fmla="*/ 161621 h 161620"/>
                <a:gd name="connsiteX7" fmla="*/ 121920 w 141718"/>
                <a:gd name="connsiteY7" fmla="*/ 110821 h 161620"/>
                <a:gd name="connsiteX8" fmla="*/ 121920 w 141718"/>
                <a:gd name="connsiteY8" fmla="*/ 110821 h 161620"/>
                <a:gd name="connsiteX9" fmla="*/ 124461 w 141718"/>
                <a:gd name="connsiteY9" fmla="*/ 108280 h 161620"/>
                <a:gd name="connsiteX10" fmla="*/ 86361 w 141718"/>
                <a:gd name="connsiteY10" fmla="*/ 330 h 161620"/>
                <a:gd name="connsiteX11" fmla="*/ 58420 w 141718"/>
                <a:gd name="connsiteY11" fmla="*/ 30810 h 161620"/>
                <a:gd name="connsiteX12" fmla="*/ 66040 w 141718"/>
                <a:gd name="connsiteY12" fmla="*/ 23190 h 161620"/>
                <a:gd name="connsiteX13" fmla="*/ 83820 w 141718"/>
                <a:gd name="connsiteY13" fmla="*/ 20650 h 161620"/>
                <a:gd name="connsiteX14" fmla="*/ 118111 w 141718"/>
                <a:gd name="connsiteY14" fmla="*/ 76530 h 161620"/>
                <a:gd name="connsiteX15" fmla="*/ 91440 w 141718"/>
                <a:gd name="connsiteY15" fmla="*/ 61290 h 161620"/>
                <a:gd name="connsiteX16" fmla="*/ 74930 w 141718"/>
                <a:gd name="connsiteY16" fmla="*/ 60021 h 161620"/>
                <a:gd name="connsiteX17" fmla="*/ 72390 w 141718"/>
                <a:gd name="connsiteY17" fmla="*/ 60021 h 161620"/>
                <a:gd name="connsiteX18" fmla="*/ 64770 w 141718"/>
                <a:gd name="connsiteY18" fmla="*/ 58750 h 161620"/>
                <a:gd name="connsiteX19" fmla="*/ 57150 w 141718"/>
                <a:gd name="connsiteY19" fmla="*/ 56210 h 161620"/>
                <a:gd name="connsiteX20" fmla="*/ 36830 w 141718"/>
                <a:gd name="connsiteY20" fmla="*/ 53671 h 161620"/>
                <a:gd name="connsiteX21" fmla="*/ 21590 w 141718"/>
                <a:gd name="connsiteY21" fmla="*/ 79071 h 161620"/>
                <a:gd name="connsiteX22" fmla="*/ 19050 w 141718"/>
                <a:gd name="connsiteY22" fmla="*/ 63830 h 161620"/>
                <a:gd name="connsiteX23" fmla="*/ 46990 w 141718"/>
                <a:gd name="connsiteY23" fmla="*/ 35890 h 161620"/>
                <a:gd name="connsiteX24" fmla="*/ 58420 w 141718"/>
                <a:gd name="connsiteY24" fmla="*/ 30810 h 161620"/>
                <a:gd name="connsiteX25" fmla="*/ 100330 w 141718"/>
                <a:gd name="connsiteY25" fmla="*/ 86690 h 161620"/>
                <a:gd name="connsiteX26" fmla="*/ 88900 w 141718"/>
                <a:gd name="connsiteY26" fmla="*/ 81610 h 161620"/>
                <a:gd name="connsiteX27" fmla="*/ 73661 w 141718"/>
                <a:gd name="connsiteY27" fmla="*/ 80340 h 161620"/>
                <a:gd name="connsiteX28" fmla="*/ 71120 w 141718"/>
                <a:gd name="connsiteY28" fmla="*/ 80340 h 161620"/>
                <a:gd name="connsiteX29" fmla="*/ 62230 w 141718"/>
                <a:gd name="connsiteY29" fmla="*/ 79071 h 161620"/>
                <a:gd name="connsiteX30" fmla="*/ 46990 w 141718"/>
                <a:gd name="connsiteY30" fmla="*/ 72721 h 161620"/>
                <a:gd name="connsiteX31" fmla="*/ 39370 w 141718"/>
                <a:gd name="connsiteY31" fmla="*/ 101930 h 161620"/>
                <a:gd name="connsiteX32" fmla="*/ 39370 w 141718"/>
                <a:gd name="connsiteY32" fmla="*/ 112090 h 161620"/>
                <a:gd name="connsiteX33" fmla="*/ 69850 w 141718"/>
                <a:gd name="connsiteY33" fmla="*/ 142571 h 161620"/>
                <a:gd name="connsiteX34" fmla="*/ 100330 w 141718"/>
                <a:gd name="connsiteY34" fmla="*/ 112090 h 161620"/>
                <a:gd name="connsiteX35" fmla="*/ 100330 w 141718"/>
                <a:gd name="connsiteY35" fmla="*/ 86690 h 16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1718" h="161620">
                  <a:moveTo>
                    <a:pt x="86361" y="330"/>
                  </a:moveTo>
                  <a:cubicBezTo>
                    <a:pt x="73661" y="-940"/>
                    <a:pt x="63500" y="1600"/>
                    <a:pt x="55880" y="5410"/>
                  </a:cubicBezTo>
                  <a:cubicBezTo>
                    <a:pt x="50800" y="7950"/>
                    <a:pt x="48261" y="11760"/>
                    <a:pt x="45720" y="14300"/>
                  </a:cubicBezTo>
                  <a:cubicBezTo>
                    <a:pt x="21590" y="13030"/>
                    <a:pt x="0" y="35890"/>
                    <a:pt x="0" y="62560"/>
                  </a:cubicBezTo>
                  <a:cubicBezTo>
                    <a:pt x="0" y="85421"/>
                    <a:pt x="11430" y="99390"/>
                    <a:pt x="20320" y="105740"/>
                  </a:cubicBezTo>
                  <a:lnTo>
                    <a:pt x="20320" y="110821"/>
                  </a:lnTo>
                  <a:cubicBezTo>
                    <a:pt x="20320" y="138760"/>
                    <a:pt x="43180" y="161621"/>
                    <a:pt x="71120" y="161621"/>
                  </a:cubicBezTo>
                  <a:cubicBezTo>
                    <a:pt x="99061" y="161621"/>
                    <a:pt x="121920" y="138760"/>
                    <a:pt x="121920" y="110821"/>
                  </a:cubicBezTo>
                  <a:lnTo>
                    <a:pt x="121920" y="110821"/>
                  </a:lnTo>
                  <a:lnTo>
                    <a:pt x="124461" y="108280"/>
                  </a:lnTo>
                  <a:cubicBezTo>
                    <a:pt x="162561" y="63830"/>
                    <a:pt x="132080" y="5410"/>
                    <a:pt x="86361" y="330"/>
                  </a:cubicBezTo>
                  <a:close/>
                  <a:moveTo>
                    <a:pt x="58420" y="30810"/>
                  </a:moveTo>
                  <a:cubicBezTo>
                    <a:pt x="60961" y="28271"/>
                    <a:pt x="62230" y="25730"/>
                    <a:pt x="66040" y="23190"/>
                  </a:cubicBezTo>
                  <a:cubicBezTo>
                    <a:pt x="69850" y="20650"/>
                    <a:pt x="74930" y="19380"/>
                    <a:pt x="83820" y="20650"/>
                  </a:cubicBezTo>
                  <a:cubicBezTo>
                    <a:pt x="109220" y="23190"/>
                    <a:pt x="127000" y="49860"/>
                    <a:pt x="118111" y="76530"/>
                  </a:cubicBezTo>
                  <a:cubicBezTo>
                    <a:pt x="113030" y="68910"/>
                    <a:pt x="104140" y="62560"/>
                    <a:pt x="91440" y="61290"/>
                  </a:cubicBezTo>
                  <a:cubicBezTo>
                    <a:pt x="85090" y="60021"/>
                    <a:pt x="80011" y="60021"/>
                    <a:pt x="74930" y="60021"/>
                  </a:cubicBezTo>
                  <a:cubicBezTo>
                    <a:pt x="73661" y="60021"/>
                    <a:pt x="72390" y="60021"/>
                    <a:pt x="72390" y="60021"/>
                  </a:cubicBezTo>
                  <a:cubicBezTo>
                    <a:pt x="69850" y="60021"/>
                    <a:pt x="67311" y="60021"/>
                    <a:pt x="64770" y="58750"/>
                  </a:cubicBezTo>
                  <a:cubicBezTo>
                    <a:pt x="59690" y="57480"/>
                    <a:pt x="58420" y="57480"/>
                    <a:pt x="57150" y="56210"/>
                  </a:cubicBezTo>
                  <a:cubicBezTo>
                    <a:pt x="53340" y="52400"/>
                    <a:pt x="45720" y="47321"/>
                    <a:pt x="36830" y="53671"/>
                  </a:cubicBezTo>
                  <a:cubicBezTo>
                    <a:pt x="30480" y="58750"/>
                    <a:pt x="24130" y="66371"/>
                    <a:pt x="21590" y="79071"/>
                  </a:cubicBezTo>
                  <a:cubicBezTo>
                    <a:pt x="20320" y="75260"/>
                    <a:pt x="19050" y="70180"/>
                    <a:pt x="19050" y="63830"/>
                  </a:cubicBezTo>
                  <a:cubicBezTo>
                    <a:pt x="19050" y="44780"/>
                    <a:pt x="34290" y="33350"/>
                    <a:pt x="46990" y="35890"/>
                  </a:cubicBezTo>
                  <a:cubicBezTo>
                    <a:pt x="50800" y="35890"/>
                    <a:pt x="54611" y="34621"/>
                    <a:pt x="58420" y="30810"/>
                  </a:cubicBezTo>
                  <a:close/>
                  <a:moveTo>
                    <a:pt x="100330" y="86690"/>
                  </a:moveTo>
                  <a:cubicBezTo>
                    <a:pt x="97790" y="84150"/>
                    <a:pt x="93980" y="82880"/>
                    <a:pt x="88900" y="81610"/>
                  </a:cubicBezTo>
                  <a:cubicBezTo>
                    <a:pt x="82550" y="80340"/>
                    <a:pt x="77470" y="80340"/>
                    <a:pt x="73661" y="80340"/>
                  </a:cubicBezTo>
                  <a:cubicBezTo>
                    <a:pt x="72390" y="80340"/>
                    <a:pt x="72390" y="80340"/>
                    <a:pt x="71120" y="80340"/>
                  </a:cubicBezTo>
                  <a:cubicBezTo>
                    <a:pt x="67311" y="80340"/>
                    <a:pt x="64770" y="80340"/>
                    <a:pt x="62230" y="79071"/>
                  </a:cubicBezTo>
                  <a:cubicBezTo>
                    <a:pt x="57150" y="77800"/>
                    <a:pt x="52070" y="76530"/>
                    <a:pt x="46990" y="72721"/>
                  </a:cubicBezTo>
                  <a:cubicBezTo>
                    <a:pt x="43180" y="77800"/>
                    <a:pt x="39370" y="86690"/>
                    <a:pt x="39370" y="101930"/>
                  </a:cubicBezTo>
                  <a:lnTo>
                    <a:pt x="39370" y="112090"/>
                  </a:lnTo>
                  <a:cubicBezTo>
                    <a:pt x="39370" y="128600"/>
                    <a:pt x="53340" y="142571"/>
                    <a:pt x="69850" y="142571"/>
                  </a:cubicBezTo>
                  <a:cubicBezTo>
                    <a:pt x="86361" y="142571"/>
                    <a:pt x="100330" y="128600"/>
                    <a:pt x="100330" y="112090"/>
                  </a:cubicBezTo>
                  <a:lnTo>
                    <a:pt x="100330" y="866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6" name="Полилиния: фигура 801">
              <a:extLst>
                <a:ext uri="{FF2B5EF4-FFF2-40B4-BE49-F238E27FC236}">
                  <a16:creationId xmlns:a16="http://schemas.microsoft.com/office/drawing/2014/main" id="{EAB067A8-7E41-9C41-500D-1DDA3CBB549F}"/>
                </a:ext>
              </a:extLst>
            </p:cNvPr>
            <p:cNvSpPr/>
            <p:nvPr/>
          </p:nvSpPr>
          <p:spPr>
            <a:xfrm>
              <a:off x="9639300" y="5135879"/>
              <a:ext cx="232409" cy="127000"/>
            </a:xfrm>
            <a:custGeom>
              <a:avLst/>
              <a:gdLst>
                <a:gd name="connsiteX0" fmla="*/ 63500 w 232409"/>
                <a:gd name="connsiteY0" fmla="*/ 0 h 127000"/>
                <a:gd name="connsiteX1" fmla="*/ 72390 w 232409"/>
                <a:gd name="connsiteY1" fmla="*/ 5080 h 127000"/>
                <a:gd name="connsiteX2" fmla="*/ 88900 w 232409"/>
                <a:gd name="connsiteY2" fmla="*/ 30480 h 127000"/>
                <a:gd name="connsiteX3" fmla="*/ 95250 w 232409"/>
                <a:gd name="connsiteY3" fmla="*/ 8890 h 127000"/>
                <a:gd name="connsiteX4" fmla="*/ 105410 w 232409"/>
                <a:gd name="connsiteY4" fmla="*/ 1270 h 127000"/>
                <a:gd name="connsiteX5" fmla="*/ 124460 w 232409"/>
                <a:gd name="connsiteY5" fmla="*/ 1270 h 127000"/>
                <a:gd name="connsiteX6" fmla="*/ 134620 w 232409"/>
                <a:gd name="connsiteY6" fmla="*/ 8890 h 127000"/>
                <a:gd name="connsiteX7" fmla="*/ 140970 w 232409"/>
                <a:gd name="connsiteY7" fmla="*/ 30480 h 127000"/>
                <a:gd name="connsiteX8" fmla="*/ 157480 w 232409"/>
                <a:gd name="connsiteY8" fmla="*/ 5080 h 127000"/>
                <a:gd name="connsiteX9" fmla="*/ 166370 w 232409"/>
                <a:gd name="connsiteY9" fmla="*/ 0 h 127000"/>
                <a:gd name="connsiteX10" fmla="*/ 171450 w 232409"/>
                <a:gd name="connsiteY10" fmla="*/ 0 h 127000"/>
                <a:gd name="connsiteX11" fmla="*/ 232410 w 232409"/>
                <a:gd name="connsiteY11" fmla="*/ 60960 h 127000"/>
                <a:gd name="connsiteX12" fmla="*/ 232410 w 232409"/>
                <a:gd name="connsiteY12" fmla="*/ 102870 h 127000"/>
                <a:gd name="connsiteX13" fmla="*/ 208280 w 232409"/>
                <a:gd name="connsiteY13" fmla="*/ 127000 h 127000"/>
                <a:gd name="connsiteX14" fmla="*/ 24130 w 232409"/>
                <a:gd name="connsiteY14" fmla="*/ 127000 h 127000"/>
                <a:gd name="connsiteX15" fmla="*/ 0 w 232409"/>
                <a:gd name="connsiteY15" fmla="*/ 102870 h 127000"/>
                <a:gd name="connsiteX16" fmla="*/ 0 w 232409"/>
                <a:gd name="connsiteY16" fmla="*/ 60960 h 127000"/>
                <a:gd name="connsiteX17" fmla="*/ 60960 w 232409"/>
                <a:gd name="connsiteY17" fmla="*/ 0 h 127000"/>
                <a:gd name="connsiteX18" fmla="*/ 63500 w 232409"/>
                <a:gd name="connsiteY18" fmla="*/ 0 h 127000"/>
                <a:gd name="connsiteX19" fmla="*/ 212090 w 232409"/>
                <a:gd name="connsiteY19" fmla="*/ 60960 h 127000"/>
                <a:gd name="connsiteX20" fmla="*/ 212090 w 232409"/>
                <a:gd name="connsiteY20" fmla="*/ 102870 h 127000"/>
                <a:gd name="connsiteX21" fmla="*/ 208280 w 232409"/>
                <a:gd name="connsiteY21" fmla="*/ 106680 h 127000"/>
                <a:gd name="connsiteX22" fmla="*/ 24130 w 232409"/>
                <a:gd name="connsiteY22" fmla="*/ 106680 h 127000"/>
                <a:gd name="connsiteX23" fmla="*/ 20320 w 232409"/>
                <a:gd name="connsiteY23" fmla="*/ 102870 h 127000"/>
                <a:gd name="connsiteX24" fmla="*/ 20320 w 232409"/>
                <a:gd name="connsiteY24" fmla="*/ 60960 h 127000"/>
                <a:gd name="connsiteX25" fmla="*/ 59690 w 232409"/>
                <a:gd name="connsiteY25" fmla="*/ 20320 h 127000"/>
                <a:gd name="connsiteX26" fmla="*/ 99060 w 232409"/>
                <a:gd name="connsiteY26" fmla="*/ 81280 h 127000"/>
                <a:gd name="connsiteX27" fmla="*/ 134620 w 232409"/>
                <a:gd name="connsiteY27" fmla="*/ 81280 h 127000"/>
                <a:gd name="connsiteX28" fmla="*/ 173990 w 232409"/>
                <a:gd name="connsiteY28" fmla="*/ 20320 h 127000"/>
                <a:gd name="connsiteX29" fmla="*/ 212090 w 232409"/>
                <a:gd name="connsiteY29" fmla="*/ 60960 h 127000"/>
                <a:gd name="connsiteX30" fmla="*/ 127000 w 232409"/>
                <a:gd name="connsiteY30" fmla="*/ 52070 h 127000"/>
                <a:gd name="connsiteX31" fmla="*/ 125730 w 232409"/>
                <a:gd name="connsiteY31" fmla="*/ 48260 h 127000"/>
                <a:gd name="connsiteX32" fmla="*/ 118110 w 232409"/>
                <a:gd name="connsiteY32" fmla="*/ 20320 h 127000"/>
                <a:gd name="connsiteX33" fmla="*/ 113030 w 232409"/>
                <a:gd name="connsiteY33" fmla="*/ 20320 h 127000"/>
                <a:gd name="connsiteX34" fmla="*/ 105410 w 232409"/>
                <a:gd name="connsiteY34" fmla="*/ 48260 h 127000"/>
                <a:gd name="connsiteX35" fmla="*/ 104140 w 232409"/>
                <a:gd name="connsiteY35" fmla="*/ 52070 h 127000"/>
                <a:gd name="connsiteX36" fmla="*/ 115570 w 232409"/>
                <a:gd name="connsiteY36" fmla="*/ 69850 h 127000"/>
                <a:gd name="connsiteX37" fmla="*/ 116840 w 232409"/>
                <a:gd name="connsiteY37" fmla="*/ 69850 h 127000"/>
                <a:gd name="connsiteX38" fmla="*/ 127000 w 232409"/>
                <a:gd name="connsiteY38" fmla="*/ 52070 h 1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32409" h="127000">
                  <a:moveTo>
                    <a:pt x="63500" y="0"/>
                  </a:moveTo>
                  <a:cubicBezTo>
                    <a:pt x="67310" y="0"/>
                    <a:pt x="69850" y="1270"/>
                    <a:pt x="72390" y="5080"/>
                  </a:cubicBezTo>
                  <a:lnTo>
                    <a:pt x="88900" y="30480"/>
                  </a:lnTo>
                  <a:lnTo>
                    <a:pt x="95250" y="8890"/>
                  </a:lnTo>
                  <a:cubicBezTo>
                    <a:pt x="96520" y="3810"/>
                    <a:pt x="100330" y="1270"/>
                    <a:pt x="105410" y="1270"/>
                  </a:cubicBezTo>
                  <a:lnTo>
                    <a:pt x="124460" y="1270"/>
                  </a:lnTo>
                  <a:cubicBezTo>
                    <a:pt x="129540" y="1270"/>
                    <a:pt x="133350" y="5080"/>
                    <a:pt x="134620" y="8890"/>
                  </a:cubicBezTo>
                  <a:lnTo>
                    <a:pt x="140970" y="30480"/>
                  </a:lnTo>
                  <a:lnTo>
                    <a:pt x="157480" y="5080"/>
                  </a:lnTo>
                  <a:cubicBezTo>
                    <a:pt x="160020" y="2540"/>
                    <a:pt x="162560" y="0"/>
                    <a:pt x="166370" y="0"/>
                  </a:cubicBezTo>
                  <a:lnTo>
                    <a:pt x="171450" y="0"/>
                  </a:lnTo>
                  <a:cubicBezTo>
                    <a:pt x="204470" y="0"/>
                    <a:pt x="232410" y="26670"/>
                    <a:pt x="232410" y="60960"/>
                  </a:cubicBezTo>
                  <a:lnTo>
                    <a:pt x="232410" y="102870"/>
                  </a:lnTo>
                  <a:cubicBezTo>
                    <a:pt x="232410" y="116840"/>
                    <a:pt x="220980" y="127000"/>
                    <a:pt x="208280" y="127000"/>
                  </a:cubicBezTo>
                  <a:lnTo>
                    <a:pt x="24130" y="127000"/>
                  </a:lnTo>
                  <a:cubicBezTo>
                    <a:pt x="10160" y="127000"/>
                    <a:pt x="0" y="115570"/>
                    <a:pt x="0" y="102870"/>
                  </a:cubicBezTo>
                  <a:lnTo>
                    <a:pt x="0" y="60960"/>
                  </a:lnTo>
                  <a:cubicBezTo>
                    <a:pt x="0" y="27940"/>
                    <a:pt x="26670" y="0"/>
                    <a:pt x="60960" y="0"/>
                  </a:cubicBezTo>
                  <a:lnTo>
                    <a:pt x="63500" y="0"/>
                  </a:lnTo>
                  <a:close/>
                  <a:moveTo>
                    <a:pt x="212090" y="60960"/>
                  </a:moveTo>
                  <a:lnTo>
                    <a:pt x="212090" y="102870"/>
                  </a:lnTo>
                  <a:cubicBezTo>
                    <a:pt x="212090" y="105410"/>
                    <a:pt x="210820" y="106680"/>
                    <a:pt x="208280" y="106680"/>
                  </a:cubicBezTo>
                  <a:lnTo>
                    <a:pt x="24130" y="106680"/>
                  </a:lnTo>
                  <a:cubicBezTo>
                    <a:pt x="21590" y="106680"/>
                    <a:pt x="20320" y="105410"/>
                    <a:pt x="20320" y="102870"/>
                  </a:cubicBezTo>
                  <a:lnTo>
                    <a:pt x="20320" y="60960"/>
                  </a:lnTo>
                  <a:cubicBezTo>
                    <a:pt x="20320" y="39370"/>
                    <a:pt x="38100" y="20320"/>
                    <a:pt x="59690" y="20320"/>
                  </a:cubicBezTo>
                  <a:lnTo>
                    <a:pt x="99060" y="81280"/>
                  </a:lnTo>
                  <a:cubicBezTo>
                    <a:pt x="107950" y="93980"/>
                    <a:pt x="127000" y="93980"/>
                    <a:pt x="134620" y="81280"/>
                  </a:cubicBezTo>
                  <a:lnTo>
                    <a:pt x="173990" y="20320"/>
                  </a:lnTo>
                  <a:cubicBezTo>
                    <a:pt x="194310" y="21590"/>
                    <a:pt x="212090" y="39370"/>
                    <a:pt x="212090" y="60960"/>
                  </a:cubicBezTo>
                  <a:close/>
                  <a:moveTo>
                    <a:pt x="127000" y="52070"/>
                  </a:moveTo>
                  <a:cubicBezTo>
                    <a:pt x="125730" y="50800"/>
                    <a:pt x="125730" y="49530"/>
                    <a:pt x="125730" y="48260"/>
                  </a:cubicBezTo>
                  <a:lnTo>
                    <a:pt x="118110" y="20320"/>
                  </a:lnTo>
                  <a:lnTo>
                    <a:pt x="113030" y="20320"/>
                  </a:lnTo>
                  <a:lnTo>
                    <a:pt x="105410" y="48260"/>
                  </a:lnTo>
                  <a:cubicBezTo>
                    <a:pt x="105410" y="49530"/>
                    <a:pt x="104140" y="50800"/>
                    <a:pt x="104140" y="52070"/>
                  </a:cubicBezTo>
                  <a:lnTo>
                    <a:pt x="115570" y="69850"/>
                  </a:lnTo>
                  <a:cubicBezTo>
                    <a:pt x="115570" y="69850"/>
                    <a:pt x="116840" y="69850"/>
                    <a:pt x="116840" y="69850"/>
                  </a:cubicBezTo>
                  <a:lnTo>
                    <a:pt x="127000" y="5207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57" name="Рисунок 2">
            <a:extLst>
              <a:ext uri="{FF2B5EF4-FFF2-40B4-BE49-F238E27FC236}">
                <a16:creationId xmlns:a16="http://schemas.microsoft.com/office/drawing/2014/main" id="{2B14EE3C-D5C0-A746-0596-B0E123F662A0}"/>
              </a:ext>
            </a:extLst>
          </p:cNvPr>
          <p:cNvGrpSpPr/>
          <p:nvPr/>
        </p:nvGrpSpPr>
        <p:grpSpPr>
          <a:xfrm>
            <a:off x="10680333" y="4437353"/>
            <a:ext cx="235495" cy="302259"/>
            <a:chOff x="10755991" y="4959350"/>
            <a:chExt cx="235495" cy="302259"/>
          </a:xfrm>
          <a:solidFill>
            <a:schemeClr val="bg1"/>
          </a:solidFill>
        </p:grpSpPr>
        <p:sp>
          <p:nvSpPr>
            <p:cNvPr id="458" name="Полилиния: фигура 810">
              <a:extLst>
                <a:ext uri="{FF2B5EF4-FFF2-40B4-BE49-F238E27FC236}">
                  <a16:creationId xmlns:a16="http://schemas.microsoft.com/office/drawing/2014/main" id="{094F8705-4C6B-C69E-40AC-75DBD5B5CB20}"/>
                </a:ext>
              </a:extLst>
            </p:cNvPr>
            <p:cNvSpPr/>
            <p:nvPr/>
          </p:nvSpPr>
          <p:spPr>
            <a:xfrm>
              <a:off x="10801350" y="4959350"/>
              <a:ext cx="142240" cy="162559"/>
            </a:xfrm>
            <a:custGeom>
              <a:avLst/>
              <a:gdLst>
                <a:gd name="connsiteX0" fmla="*/ 81280 w 142240"/>
                <a:gd name="connsiteY0" fmla="*/ 0 h 162559"/>
                <a:gd name="connsiteX1" fmla="*/ 29210 w 142240"/>
                <a:gd name="connsiteY1" fmla="*/ 12700 h 162559"/>
                <a:gd name="connsiteX2" fmla="*/ 0 w 142240"/>
                <a:gd name="connsiteY2" fmla="*/ 69850 h 162559"/>
                <a:gd name="connsiteX3" fmla="*/ 11430 w 142240"/>
                <a:gd name="connsiteY3" fmla="*/ 81280 h 162559"/>
                <a:gd name="connsiteX4" fmla="*/ 15240 w 142240"/>
                <a:gd name="connsiteY4" fmla="*/ 81280 h 162559"/>
                <a:gd name="connsiteX5" fmla="*/ 15240 w 142240"/>
                <a:gd name="connsiteY5" fmla="*/ 106680 h 162559"/>
                <a:gd name="connsiteX6" fmla="*/ 71120 w 142240"/>
                <a:gd name="connsiteY6" fmla="*/ 162560 h 162559"/>
                <a:gd name="connsiteX7" fmla="*/ 127000 w 142240"/>
                <a:gd name="connsiteY7" fmla="*/ 106680 h 162559"/>
                <a:gd name="connsiteX8" fmla="*/ 127000 w 142240"/>
                <a:gd name="connsiteY8" fmla="*/ 81280 h 162559"/>
                <a:gd name="connsiteX9" fmla="*/ 142240 w 142240"/>
                <a:gd name="connsiteY9" fmla="*/ 62230 h 162559"/>
                <a:gd name="connsiteX10" fmla="*/ 87630 w 142240"/>
                <a:gd name="connsiteY10" fmla="*/ 2540 h 162559"/>
                <a:gd name="connsiteX11" fmla="*/ 81280 w 142240"/>
                <a:gd name="connsiteY11" fmla="*/ 0 h 162559"/>
                <a:gd name="connsiteX12" fmla="*/ 81280 w 142240"/>
                <a:gd name="connsiteY12" fmla="*/ 0 h 162559"/>
                <a:gd name="connsiteX13" fmla="*/ 106680 w 142240"/>
                <a:gd name="connsiteY13" fmla="*/ 80010 h 162559"/>
                <a:gd name="connsiteX14" fmla="*/ 101600 w 142240"/>
                <a:gd name="connsiteY14" fmla="*/ 80010 h 162559"/>
                <a:gd name="connsiteX15" fmla="*/ 91440 w 142240"/>
                <a:gd name="connsiteY15" fmla="*/ 73660 h 162559"/>
                <a:gd name="connsiteX16" fmla="*/ 87630 w 142240"/>
                <a:gd name="connsiteY16" fmla="*/ 66040 h 162559"/>
                <a:gd name="connsiteX17" fmla="*/ 78740 w 142240"/>
                <a:gd name="connsiteY17" fmla="*/ 71120 h 162559"/>
                <a:gd name="connsiteX18" fmla="*/ 54610 w 142240"/>
                <a:gd name="connsiteY18" fmla="*/ 77470 h 162559"/>
                <a:gd name="connsiteX19" fmla="*/ 34290 w 142240"/>
                <a:gd name="connsiteY19" fmla="*/ 80010 h 162559"/>
                <a:gd name="connsiteX20" fmla="*/ 34290 w 142240"/>
                <a:gd name="connsiteY20" fmla="*/ 105410 h 162559"/>
                <a:gd name="connsiteX21" fmla="*/ 69850 w 142240"/>
                <a:gd name="connsiteY21" fmla="*/ 140970 h 162559"/>
                <a:gd name="connsiteX22" fmla="*/ 105410 w 142240"/>
                <a:gd name="connsiteY22" fmla="*/ 105410 h 162559"/>
                <a:gd name="connsiteX23" fmla="*/ 105410 w 142240"/>
                <a:gd name="connsiteY23" fmla="*/ 80010 h 162559"/>
                <a:gd name="connsiteX24" fmla="*/ 52070 w 142240"/>
                <a:gd name="connsiteY24" fmla="*/ 58420 h 162559"/>
                <a:gd name="connsiteX25" fmla="*/ 20320 w 142240"/>
                <a:gd name="connsiteY25" fmla="*/ 60960 h 162559"/>
                <a:gd name="connsiteX26" fmla="*/ 39370 w 142240"/>
                <a:gd name="connsiteY26" fmla="*/ 30480 h 162559"/>
                <a:gd name="connsiteX27" fmla="*/ 80010 w 142240"/>
                <a:gd name="connsiteY27" fmla="*/ 20320 h 162559"/>
                <a:gd name="connsiteX28" fmla="*/ 85090 w 142240"/>
                <a:gd name="connsiteY28" fmla="*/ 20320 h 162559"/>
                <a:gd name="connsiteX29" fmla="*/ 121920 w 142240"/>
                <a:gd name="connsiteY29" fmla="*/ 60960 h 162559"/>
                <a:gd name="connsiteX30" fmla="*/ 107950 w 142240"/>
                <a:gd name="connsiteY30" fmla="*/ 60960 h 162559"/>
                <a:gd name="connsiteX31" fmla="*/ 101600 w 142240"/>
                <a:gd name="connsiteY31" fmla="*/ 48260 h 162559"/>
                <a:gd name="connsiteX32" fmla="*/ 82550 w 142240"/>
                <a:gd name="connsiteY32" fmla="*/ 46990 h 162559"/>
                <a:gd name="connsiteX33" fmla="*/ 72390 w 142240"/>
                <a:gd name="connsiteY33" fmla="*/ 53340 h 162559"/>
                <a:gd name="connsiteX34" fmla="*/ 52070 w 142240"/>
                <a:gd name="connsiteY34" fmla="*/ 58420 h 162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42240" h="162559">
                  <a:moveTo>
                    <a:pt x="81280" y="0"/>
                  </a:moveTo>
                  <a:cubicBezTo>
                    <a:pt x="64770" y="0"/>
                    <a:pt x="45720" y="2540"/>
                    <a:pt x="29210" y="12700"/>
                  </a:cubicBezTo>
                  <a:cubicBezTo>
                    <a:pt x="12700" y="22860"/>
                    <a:pt x="0" y="41910"/>
                    <a:pt x="0" y="69850"/>
                  </a:cubicBezTo>
                  <a:cubicBezTo>
                    <a:pt x="0" y="76200"/>
                    <a:pt x="5080" y="81280"/>
                    <a:pt x="11430" y="81280"/>
                  </a:cubicBezTo>
                  <a:cubicBezTo>
                    <a:pt x="12700" y="81280"/>
                    <a:pt x="13970" y="81280"/>
                    <a:pt x="15240" y="81280"/>
                  </a:cubicBezTo>
                  <a:lnTo>
                    <a:pt x="15240" y="106680"/>
                  </a:lnTo>
                  <a:cubicBezTo>
                    <a:pt x="15240" y="137160"/>
                    <a:pt x="40640" y="162560"/>
                    <a:pt x="71120" y="162560"/>
                  </a:cubicBezTo>
                  <a:cubicBezTo>
                    <a:pt x="101600" y="162560"/>
                    <a:pt x="127000" y="137160"/>
                    <a:pt x="127000" y="106680"/>
                  </a:cubicBezTo>
                  <a:lnTo>
                    <a:pt x="127000" y="81280"/>
                  </a:lnTo>
                  <a:cubicBezTo>
                    <a:pt x="135890" y="78740"/>
                    <a:pt x="142240" y="71120"/>
                    <a:pt x="142240" y="62230"/>
                  </a:cubicBezTo>
                  <a:cubicBezTo>
                    <a:pt x="142240" y="30480"/>
                    <a:pt x="118110" y="5080"/>
                    <a:pt x="87630" y="2540"/>
                  </a:cubicBezTo>
                  <a:lnTo>
                    <a:pt x="81280" y="0"/>
                  </a:lnTo>
                  <a:lnTo>
                    <a:pt x="81280" y="0"/>
                  </a:lnTo>
                  <a:close/>
                  <a:moveTo>
                    <a:pt x="106680" y="80010"/>
                  </a:moveTo>
                  <a:lnTo>
                    <a:pt x="101600" y="80010"/>
                  </a:lnTo>
                  <a:cubicBezTo>
                    <a:pt x="97790" y="80010"/>
                    <a:pt x="93980" y="77470"/>
                    <a:pt x="91440" y="73660"/>
                  </a:cubicBezTo>
                  <a:lnTo>
                    <a:pt x="87630" y="66040"/>
                  </a:lnTo>
                  <a:cubicBezTo>
                    <a:pt x="85090" y="67310"/>
                    <a:pt x="81280" y="69850"/>
                    <a:pt x="78740" y="71120"/>
                  </a:cubicBezTo>
                  <a:cubicBezTo>
                    <a:pt x="71120" y="73660"/>
                    <a:pt x="62230" y="76200"/>
                    <a:pt x="54610" y="77470"/>
                  </a:cubicBezTo>
                  <a:cubicBezTo>
                    <a:pt x="48260" y="78740"/>
                    <a:pt x="40640" y="78740"/>
                    <a:pt x="34290" y="80010"/>
                  </a:cubicBezTo>
                  <a:lnTo>
                    <a:pt x="34290" y="105410"/>
                  </a:lnTo>
                  <a:cubicBezTo>
                    <a:pt x="34290" y="124460"/>
                    <a:pt x="50800" y="140970"/>
                    <a:pt x="69850" y="140970"/>
                  </a:cubicBezTo>
                  <a:cubicBezTo>
                    <a:pt x="88900" y="140970"/>
                    <a:pt x="105410" y="124460"/>
                    <a:pt x="105410" y="105410"/>
                  </a:cubicBezTo>
                  <a:lnTo>
                    <a:pt x="105410" y="80010"/>
                  </a:lnTo>
                  <a:close/>
                  <a:moveTo>
                    <a:pt x="52070" y="58420"/>
                  </a:moveTo>
                  <a:cubicBezTo>
                    <a:pt x="41910" y="59690"/>
                    <a:pt x="30480" y="60960"/>
                    <a:pt x="20320" y="60960"/>
                  </a:cubicBezTo>
                  <a:cubicBezTo>
                    <a:pt x="22860" y="45720"/>
                    <a:pt x="30480" y="35560"/>
                    <a:pt x="39370" y="30480"/>
                  </a:cubicBezTo>
                  <a:cubicBezTo>
                    <a:pt x="50800" y="22860"/>
                    <a:pt x="66040" y="20320"/>
                    <a:pt x="80010" y="20320"/>
                  </a:cubicBezTo>
                  <a:lnTo>
                    <a:pt x="85090" y="20320"/>
                  </a:lnTo>
                  <a:cubicBezTo>
                    <a:pt x="105410" y="22860"/>
                    <a:pt x="121920" y="39370"/>
                    <a:pt x="121920" y="60960"/>
                  </a:cubicBezTo>
                  <a:lnTo>
                    <a:pt x="107950" y="60960"/>
                  </a:lnTo>
                  <a:lnTo>
                    <a:pt x="101600" y="48260"/>
                  </a:lnTo>
                  <a:cubicBezTo>
                    <a:pt x="97790" y="39370"/>
                    <a:pt x="86360" y="40640"/>
                    <a:pt x="82550" y="46990"/>
                  </a:cubicBezTo>
                  <a:cubicBezTo>
                    <a:pt x="81280" y="49530"/>
                    <a:pt x="78740" y="52070"/>
                    <a:pt x="72390" y="53340"/>
                  </a:cubicBezTo>
                  <a:cubicBezTo>
                    <a:pt x="67310" y="54610"/>
                    <a:pt x="59690" y="57150"/>
                    <a:pt x="52070" y="584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9" name="Полилиния: фигура 811">
              <a:extLst>
                <a:ext uri="{FF2B5EF4-FFF2-40B4-BE49-F238E27FC236}">
                  <a16:creationId xmlns:a16="http://schemas.microsoft.com/office/drawing/2014/main" id="{CE4E0366-F9B3-EE79-4B5F-B5344C39367F}"/>
                </a:ext>
              </a:extLst>
            </p:cNvPr>
            <p:cNvSpPr/>
            <p:nvPr/>
          </p:nvSpPr>
          <p:spPr>
            <a:xfrm>
              <a:off x="10838311" y="5138102"/>
              <a:ext cx="69587" cy="73977"/>
            </a:xfrm>
            <a:custGeom>
              <a:avLst/>
              <a:gdLst>
                <a:gd name="connsiteX0" fmla="*/ 23999 w 69587"/>
                <a:gd name="connsiteY0" fmla="*/ 6668 h 73977"/>
                <a:gd name="connsiteX1" fmla="*/ 44319 w 69587"/>
                <a:gd name="connsiteY1" fmla="*/ 6668 h 73977"/>
                <a:gd name="connsiteX2" fmla="*/ 68449 w 69587"/>
                <a:gd name="connsiteY2" fmla="*/ 58738 h 73977"/>
                <a:gd name="connsiteX3" fmla="*/ 58289 w 69587"/>
                <a:gd name="connsiteY3" fmla="*/ 73977 h 73977"/>
                <a:gd name="connsiteX4" fmla="*/ 11299 w 69587"/>
                <a:gd name="connsiteY4" fmla="*/ 73977 h 73977"/>
                <a:gd name="connsiteX5" fmla="*/ 1139 w 69587"/>
                <a:gd name="connsiteY5" fmla="*/ 58738 h 73977"/>
                <a:gd name="connsiteX6" fmla="*/ 23999 w 69587"/>
                <a:gd name="connsiteY6" fmla="*/ 6668 h 73977"/>
                <a:gd name="connsiteX7" fmla="*/ 34158 w 69587"/>
                <a:gd name="connsiteY7" fmla="*/ 33338 h 73977"/>
                <a:gd name="connsiteX8" fmla="*/ 23999 w 69587"/>
                <a:gd name="connsiteY8" fmla="*/ 54927 h 73977"/>
                <a:gd name="connsiteX9" fmla="*/ 43049 w 69587"/>
                <a:gd name="connsiteY9" fmla="*/ 54927 h 73977"/>
                <a:gd name="connsiteX10" fmla="*/ 34158 w 69587"/>
                <a:gd name="connsiteY10" fmla="*/ 33338 h 7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587" h="73977">
                  <a:moveTo>
                    <a:pt x="23999" y="6668"/>
                  </a:moveTo>
                  <a:cubicBezTo>
                    <a:pt x="27808" y="-2223"/>
                    <a:pt x="40508" y="-2223"/>
                    <a:pt x="44319" y="6668"/>
                  </a:cubicBezTo>
                  <a:lnTo>
                    <a:pt x="68449" y="58738"/>
                  </a:lnTo>
                  <a:cubicBezTo>
                    <a:pt x="72258" y="66357"/>
                    <a:pt x="65908" y="73977"/>
                    <a:pt x="58289" y="73977"/>
                  </a:cubicBezTo>
                  <a:lnTo>
                    <a:pt x="11299" y="73977"/>
                  </a:lnTo>
                  <a:cubicBezTo>
                    <a:pt x="3679" y="73977"/>
                    <a:pt x="-2671" y="65088"/>
                    <a:pt x="1139" y="58738"/>
                  </a:cubicBezTo>
                  <a:lnTo>
                    <a:pt x="23999" y="6668"/>
                  </a:lnTo>
                  <a:close/>
                  <a:moveTo>
                    <a:pt x="34158" y="33338"/>
                  </a:moveTo>
                  <a:lnTo>
                    <a:pt x="23999" y="54927"/>
                  </a:lnTo>
                  <a:lnTo>
                    <a:pt x="43049" y="54927"/>
                  </a:lnTo>
                  <a:lnTo>
                    <a:pt x="34158" y="3333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0" name="Полилиния: фигура 812">
              <a:extLst>
                <a:ext uri="{FF2B5EF4-FFF2-40B4-BE49-F238E27FC236}">
                  <a16:creationId xmlns:a16="http://schemas.microsoft.com/office/drawing/2014/main" id="{CF39C531-AE28-6834-27F6-0D50C6DAA090}"/>
                </a:ext>
              </a:extLst>
            </p:cNvPr>
            <p:cNvSpPr/>
            <p:nvPr/>
          </p:nvSpPr>
          <p:spPr>
            <a:xfrm>
              <a:off x="10755991" y="5135879"/>
              <a:ext cx="235495" cy="125729"/>
            </a:xfrm>
            <a:custGeom>
              <a:avLst/>
              <a:gdLst>
                <a:gd name="connsiteX0" fmla="*/ 21228 w 235495"/>
                <a:gd name="connsiteY0" fmla="*/ 66040 h 125729"/>
                <a:gd name="connsiteX1" fmla="*/ 55518 w 235495"/>
                <a:gd name="connsiteY1" fmla="*/ 20320 h 125729"/>
                <a:gd name="connsiteX2" fmla="*/ 75838 w 235495"/>
                <a:gd name="connsiteY2" fmla="*/ 20320 h 125729"/>
                <a:gd name="connsiteX3" fmla="*/ 85998 w 235495"/>
                <a:gd name="connsiteY3" fmla="*/ 10160 h 125729"/>
                <a:gd name="connsiteX4" fmla="*/ 75838 w 235495"/>
                <a:gd name="connsiteY4" fmla="*/ 0 h 125729"/>
                <a:gd name="connsiteX5" fmla="*/ 55518 w 235495"/>
                <a:gd name="connsiteY5" fmla="*/ 0 h 125729"/>
                <a:gd name="connsiteX6" fmla="*/ 2178 w 235495"/>
                <a:gd name="connsiteY6" fmla="*/ 71120 h 125729"/>
                <a:gd name="connsiteX7" fmla="*/ 12338 w 235495"/>
                <a:gd name="connsiteY7" fmla="*/ 104140 h 125729"/>
                <a:gd name="connsiteX8" fmla="*/ 41548 w 235495"/>
                <a:gd name="connsiteY8" fmla="*/ 125730 h 125729"/>
                <a:gd name="connsiteX9" fmla="*/ 193948 w 235495"/>
                <a:gd name="connsiteY9" fmla="*/ 125730 h 125729"/>
                <a:gd name="connsiteX10" fmla="*/ 223158 w 235495"/>
                <a:gd name="connsiteY10" fmla="*/ 104140 h 125729"/>
                <a:gd name="connsiteX11" fmla="*/ 233318 w 235495"/>
                <a:gd name="connsiteY11" fmla="*/ 71120 h 125729"/>
                <a:gd name="connsiteX12" fmla="*/ 179978 w 235495"/>
                <a:gd name="connsiteY12" fmla="*/ 0 h 125729"/>
                <a:gd name="connsiteX13" fmla="*/ 159658 w 235495"/>
                <a:gd name="connsiteY13" fmla="*/ 0 h 125729"/>
                <a:gd name="connsiteX14" fmla="*/ 149498 w 235495"/>
                <a:gd name="connsiteY14" fmla="*/ 10160 h 125729"/>
                <a:gd name="connsiteX15" fmla="*/ 159658 w 235495"/>
                <a:gd name="connsiteY15" fmla="*/ 20320 h 125729"/>
                <a:gd name="connsiteX16" fmla="*/ 179978 w 235495"/>
                <a:gd name="connsiteY16" fmla="*/ 20320 h 125729"/>
                <a:gd name="connsiteX17" fmla="*/ 214268 w 235495"/>
                <a:gd name="connsiteY17" fmla="*/ 66040 h 125729"/>
                <a:gd name="connsiteX18" fmla="*/ 204108 w 235495"/>
                <a:gd name="connsiteY18" fmla="*/ 99060 h 125729"/>
                <a:gd name="connsiteX19" fmla="*/ 193948 w 235495"/>
                <a:gd name="connsiteY19" fmla="*/ 106680 h 125729"/>
                <a:gd name="connsiteX20" fmla="*/ 41548 w 235495"/>
                <a:gd name="connsiteY20" fmla="*/ 106680 h 125729"/>
                <a:gd name="connsiteX21" fmla="*/ 31388 w 235495"/>
                <a:gd name="connsiteY21" fmla="*/ 99060 h 125729"/>
                <a:gd name="connsiteX22" fmla="*/ 21228 w 235495"/>
                <a:gd name="connsiteY22" fmla="*/ 66040 h 125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5495" h="125729">
                  <a:moveTo>
                    <a:pt x="21228" y="66040"/>
                  </a:moveTo>
                  <a:cubicBezTo>
                    <a:pt x="14878" y="43180"/>
                    <a:pt x="31388" y="20320"/>
                    <a:pt x="55518" y="20320"/>
                  </a:cubicBezTo>
                  <a:lnTo>
                    <a:pt x="75838" y="20320"/>
                  </a:lnTo>
                  <a:cubicBezTo>
                    <a:pt x="80918" y="20320"/>
                    <a:pt x="85998" y="15240"/>
                    <a:pt x="85998" y="10160"/>
                  </a:cubicBezTo>
                  <a:cubicBezTo>
                    <a:pt x="85998" y="5080"/>
                    <a:pt x="80918" y="0"/>
                    <a:pt x="75838" y="0"/>
                  </a:cubicBezTo>
                  <a:lnTo>
                    <a:pt x="55518" y="0"/>
                  </a:lnTo>
                  <a:cubicBezTo>
                    <a:pt x="18688" y="0"/>
                    <a:pt x="-7982" y="35560"/>
                    <a:pt x="2178" y="71120"/>
                  </a:cubicBezTo>
                  <a:lnTo>
                    <a:pt x="12338" y="104140"/>
                  </a:lnTo>
                  <a:cubicBezTo>
                    <a:pt x="16148" y="116840"/>
                    <a:pt x="27578" y="125730"/>
                    <a:pt x="41548" y="125730"/>
                  </a:cubicBezTo>
                  <a:lnTo>
                    <a:pt x="193948" y="125730"/>
                  </a:lnTo>
                  <a:cubicBezTo>
                    <a:pt x="207918" y="125730"/>
                    <a:pt x="219348" y="116840"/>
                    <a:pt x="223158" y="104140"/>
                  </a:cubicBezTo>
                  <a:lnTo>
                    <a:pt x="233318" y="71120"/>
                  </a:lnTo>
                  <a:cubicBezTo>
                    <a:pt x="243478" y="35560"/>
                    <a:pt x="216808" y="0"/>
                    <a:pt x="179978" y="0"/>
                  </a:cubicBezTo>
                  <a:lnTo>
                    <a:pt x="159658" y="0"/>
                  </a:lnTo>
                  <a:cubicBezTo>
                    <a:pt x="154578" y="0"/>
                    <a:pt x="149498" y="5080"/>
                    <a:pt x="149498" y="10160"/>
                  </a:cubicBezTo>
                  <a:cubicBezTo>
                    <a:pt x="149498" y="15240"/>
                    <a:pt x="154578" y="20320"/>
                    <a:pt x="159658" y="20320"/>
                  </a:cubicBezTo>
                  <a:lnTo>
                    <a:pt x="179978" y="20320"/>
                  </a:lnTo>
                  <a:cubicBezTo>
                    <a:pt x="204108" y="20320"/>
                    <a:pt x="220618" y="43180"/>
                    <a:pt x="214268" y="66040"/>
                  </a:cubicBezTo>
                  <a:lnTo>
                    <a:pt x="204108" y="99060"/>
                  </a:lnTo>
                  <a:cubicBezTo>
                    <a:pt x="202838" y="102870"/>
                    <a:pt x="199028" y="106680"/>
                    <a:pt x="193948" y="106680"/>
                  </a:cubicBezTo>
                  <a:lnTo>
                    <a:pt x="41548" y="106680"/>
                  </a:lnTo>
                  <a:cubicBezTo>
                    <a:pt x="36468" y="106680"/>
                    <a:pt x="32658" y="104140"/>
                    <a:pt x="31388" y="99060"/>
                  </a:cubicBezTo>
                  <a:lnTo>
                    <a:pt x="21228" y="660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61" name="Полилиния: фигура 825">
            <a:extLst>
              <a:ext uri="{FF2B5EF4-FFF2-40B4-BE49-F238E27FC236}">
                <a16:creationId xmlns:a16="http://schemas.microsoft.com/office/drawing/2014/main" id="{CD933C99-7A56-90FA-5683-9E38DE386B80}"/>
              </a:ext>
            </a:extLst>
          </p:cNvPr>
          <p:cNvSpPr/>
          <p:nvPr/>
        </p:nvSpPr>
        <p:spPr>
          <a:xfrm>
            <a:off x="562330" y="4464023"/>
            <a:ext cx="264159" cy="249089"/>
          </a:xfrm>
          <a:custGeom>
            <a:avLst/>
            <a:gdLst>
              <a:gd name="connsiteX0" fmla="*/ 132080 w 264159"/>
              <a:gd name="connsiteY0" fmla="*/ 50800 h 249089"/>
              <a:gd name="connsiteX1" fmla="*/ 182880 w 264159"/>
              <a:gd name="connsiteY1" fmla="*/ 0 h 249089"/>
              <a:gd name="connsiteX2" fmla="*/ 233680 w 264159"/>
              <a:gd name="connsiteY2" fmla="*/ 50800 h 249089"/>
              <a:gd name="connsiteX3" fmla="*/ 233680 w 264159"/>
              <a:gd name="connsiteY3" fmla="*/ 71120 h 249089"/>
              <a:gd name="connsiteX4" fmla="*/ 223520 w 264159"/>
              <a:gd name="connsiteY4" fmla="*/ 81280 h 249089"/>
              <a:gd name="connsiteX5" fmla="*/ 213360 w 264159"/>
              <a:gd name="connsiteY5" fmla="*/ 71120 h 249089"/>
              <a:gd name="connsiteX6" fmla="*/ 213360 w 264159"/>
              <a:gd name="connsiteY6" fmla="*/ 50800 h 249089"/>
              <a:gd name="connsiteX7" fmla="*/ 182880 w 264159"/>
              <a:gd name="connsiteY7" fmla="*/ 20320 h 249089"/>
              <a:gd name="connsiteX8" fmla="*/ 152400 w 264159"/>
              <a:gd name="connsiteY8" fmla="*/ 50800 h 249089"/>
              <a:gd name="connsiteX9" fmla="*/ 152400 w 264159"/>
              <a:gd name="connsiteY9" fmla="*/ 91440 h 249089"/>
              <a:gd name="connsiteX10" fmla="*/ 152400 w 264159"/>
              <a:gd name="connsiteY10" fmla="*/ 132080 h 249089"/>
              <a:gd name="connsiteX11" fmla="*/ 152400 w 264159"/>
              <a:gd name="connsiteY11" fmla="*/ 152400 h 249089"/>
              <a:gd name="connsiteX12" fmla="*/ 142240 w 264159"/>
              <a:gd name="connsiteY12" fmla="*/ 162560 h 249089"/>
              <a:gd name="connsiteX13" fmla="*/ 132080 w 264159"/>
              <a:gd name="connsiteY13" fmla="*/ 152400 h 249089"/>
              <a:gd name="connsiteX14" fmla="*/ 132080 w 264159"/>
              <a:gd name="connsiteY14" fmla="*/ 142240 h 249089"/>
              <a:gd name="connsiteX15" fmla="*/ 101600 w 264159"/>
              <a:gd name="connsiteY15" fmla="*/ 142240 h 249089"/>
              <a:gd name="connsiteX16" fmla="*/ 91440 w 264159"/>
              <a:gd name="connsiteY16" fmla="*/ 132080 h 249089"/>
              <a:gd name="connsiteX17" fmla="*/ 101600 w 264159"/>
              <a:gd name="connsiteY17" fmla="*/ 121920 h 249089"/>
              <a:gd name="connsiteX18" fmla="*/ 132080 w 264159"/>
              <a:gd name="connsiteY18" fmla="*/ 121920 h 249089"/>
              <a:gd name="connsiteX19" fmla="*/ 132080 w 264159"/>
              <a:gd name="connsiteY19" fmla="*/ 101600 h 249089"/>
              <a:gd name="connsiteX20" fmla="*/ 101600 w 264159"/>
              <a:gd name="connsiteY20" fmla="*/ 101600 h 249089"/>
              <a:gd name="connsiteX21" fmla="*/ 91440 w 264159"/>
              <a:gd name="connsiteY21" fmla="*/ 91440 h 249089"/>
              <a:gd name="connsiteX22" fmla="*/ 101600 w 264159"/>
              <a:gd name="connsiteY22" fmla="*/ 81280 h 249089"/>
              <a:gd name="connsiteX23" fmla="*/ 132080 w 264159"/>
              <a:gd name="connsiteY23" fmla="*/ 81280 h 249089"/>
              <a:gd name="connsiteX24" fmla="*/ 132080 w 264159"/>
              <a:gd name="connsiteY24" fmla="*/ 50800 h 249089"/>
              <a:gd name="connsiteX25" fmla="*/ 10160 w 264159"/>
              <a:gd name="connsiteY25" fmla="*/ 101600 h 249089"/>
              <a:gd name="connsiteX26" fmla="*/ 0 w 264159"/>
              <a:gd name="connsiteY26" fmla="*/ 111760 h 249089"/>
              <a:gd name="connsiteX27" fmla="*/ 10160 w 264159"/>
              <a:gd name="connsiteY27" fmla="*/ 121920 h 249089"/>
              <a:gd name="connsiteX28" fmla="*/ 40640 w 264159"/>
              <a:gd name="connsiteY28" fmla="*/ 121920 h 249089"/>
              <a:gd name="connsiteX29" fmla="*/ 40640 w 264159"/>
              <a:gd name="connsiteY29" fmla="*/ 152400 h 249089"/>
              <a:gd name="connsiteX30" fmla="*/ 50800 w 264159"/>
              <a:gd name="connsiteY30" fmla="*/ 162560 h 249089"/>
              <a:gd name="connsiteX31" fmla="*/ 60960 w 264159"/>
              <a:gd name="connsiteY31" fmla="*/ 152400 h 249089"/>
              <a:gd name="connsiteX32" fmla="*/ 60960 w 264159"/>
              <a:gd name="connsiteY32" fmla="*/ 50800 h 249089"/>
              <a:gd name="connsiteX33" fmla="*/ 91440 w 264159"/>
              <a:gd name="connsiteY33" fmla="*/ 20320 h 249089"/>
              <a:gd name="connsiteX34" fmla="*/ 111760 w 264159"/>
              <a:gd name="connsiteY34" fmla="*/ 27940 h 249089"/>
              <a:gd name="connsiteX35" fmla="*/ 125730 w 264159"/>
              <a:gd name="connsiteY35" fmla="*/ 26670 h 249089"/>
              <a:gd name="connsiteX36" fmla="*/ 124460 w 264159"/>
              <a:gd name="connsiteY36" fmla="*/ 12700 h 249089"/>
              <a:gd name="connsiteX37" fmla="*/ 91440 w 264159"/>
              <a:gd name="connsiteY37" fmla="*/ 0 h 249089"/>
              <a:gd name="connsiteX38" fmla="*/ 40640 w 264159"/>
              <a:gd name="connsiteY38" fmla="*/ 50800 h 249089"/>
              <a:gd name="connsiteX39" fmla="*/ 40640 w 264159"/>
              <a:gd name="connsiteY39" fmla="*/ 101600 h 249089"/>
              <a:gd name="connsiteX40" fmla="*/ 10160 w 264159"/>
              <a:gd name="connsiteY40" fmla="*/ 101600 h 249089"/>
              <a:gd name="connsiteX41" fmla="*/ 29210 w 264159"/>
              <a:gd name="connsiteY41" fmla="*/ 185420 h 249089"/>
              <a:gd name="connsiteX42" fmla="*/ 62230 w 264159"/>
              <a:gd name="connsiteY42" fmla="*/ 185420 h 249089"/>
              <a:gd name="connsiteX43" fmla="*/ 67310 w 264159"/>
              <a:gd name="connsiteY43" fmla="*/ 182880 h 249089"/>
              <a:gd name="connsiteX44" fmla="*/ 115570 w 264159"/>
              <a:gd name="connsiteY44" fmla="*/ 184150 h 249089"/>
              <a:gd name="connsiteX45" fmla="*/ 148590 w 264159"/>
              <a:gd name="connsiteY45" fmla="*/ 184150 h 249089"/>
              <a:gd name="connsiteX46" fmla="*/ 196850 w 264159"/>
              <a:gd name="connsiteY46" fmla="*/ 182880 h 249089"/>
              <a:gd name="connsiteX47" fmla="*/ 201930 w 264159"/>
              <a:gd name="connsiteY47" fmla="*/ 185420 h 249089"/>
              <a:gd name="connsiteX48" fmla="*/ 234950 w 264159"/>
              <a:gd name="connsiteY48" fmla="*/ 185420 h 249089"/>
              <a:gd name="connsiteX49" fmla="*/ 250190 w 264159"/>
              <a:gd name="connsiteY49" fmla="*/ 179070 h 249089"/>
              <a:gd name="connsiteX50" fmla="*/ 262890 w 264159"/>
              <a:gd name="connsiteY50" fmla="*/ 184150 h 249089"/>
              <a:gd name="connsiteX51" fmla="*/ 257810 w 264159"/>
              <a:gd name="connsiteY51" fmla="*/ 196850 h 249089"/>
              <a:gd name="connsiteX52" fmla="*/ 242570 w 264159"/>
              <a:gd name="connsiteY52" fmla="*/ 203200 h 249089"/>
              <a:gd name="connsiteX53" fmla="*/ 194310 w 264159"/>
              <a:gd name="connsiteY53" fmla="*/ 203200 h 249089"/>
              <a:gd name="connsiteX54" fmla="*/ 189230 w 264159"/>
              <a:gd name="connsiteY54" fmla="*/ 200660 h 249089"/>
              <a:gd name="connsiteX55" fmla="*/ 157480 w 264159"/>
              <a:gd name="connsiteY55" fmla="*/ 201930 h 249089"/>
              <a:gd name="connsiteX56" fmla="*/ 106680 w 264159"/>
              <a:gd name="connsiteY56" fmla="*/ 201930 h 249089"/>
              <a:gd name="connsiteX57" fmla="*/ 74930 w 264159"/>
              <a:gd name="connsiteY57" fmla="*/ 200660 h 249089"/>
              <a:gd name="connsiteX58" fmla="*/ 69850 w 264159"/>
              <a:gd name="connsiteY58" fmla="*/ 203200 h 249089"/>
              <a:gd name="connsiteX59" fmla="*/ 21590 w 264159"/>
              <a:gd name="connsiteY59" fmla="*/ 203200 h 249089"/>
              <a:gd name="connsiteX60" fmla="*/ 6350 w 264159"/>
              <a:gd name="connsiteY60" fmla="*/ 196850 h 249089"/>
              <a:gd name="connsiteX61" fmla="*/ 1270 w 264159"/>
              <a:gd name="connsiteY61" fmla="*/ 184150 h 249089"/>
              <a:gd name="connsiteX62" fmla="*/ 13970 w 264159"/>
              <a:gd name="connsiteY62" fmla="*/ 179070 h 249089"/>
              <a:gd name="connsiteX63" fmla="*/ 29210 w 264159"/>
              <a:gd name="connsiteY63" fmla="*/ 185420 h 249089"/>
              <a:gd name="connsiteX64" fmla="*/ 62230 w 264159"/>
              <a:gd name="connsiteY64" fmla="*/ 226060 h 249089"/>
              <a:gd name="connsiteX65" fmla="*/ 29210 w 264159"/>
              <a:gd name="connsiteY65" fmla="*/ 226060 h 249089"/>
              <a:gd name="connsiteX66" fmla="*/ 13970 w 264159"/>
              <a:gd name="connsiteY66" fmla="*/ 219710 h 249089"/>
              <a:gd name="connsiteX67" fmla="*/ 1270 w 264159"/>
              <a:gd name="connsiteY67" fmla="*/ 224790 h 249089"/>
              <a:gd name="connsiteX68" fmla="*/ 6350 w 264159"/>
              <a:gd name="connsiteY68" fmla="*/ 237490 h 249089"/>
              <a:gd name="connsiteX69" fmla="*/ 21590 w 264159"/>
              <a:gd name="connsiteY69" fmla="*/ 243840 h 249089"/>
              <a:gd name="connsiteX70" fmla="*/ 69850 w 264159"/>
              <a:gd name="connsiteY70" fmla="*/ 243840 h 249089"/>
              <a:gd name="connsiteX71" fmla="*/ 74930 w 264159"/>
              <a:gd name="connsiteY71" fmla="*/ 241300 h 249089"/>
              <a:gd name="connsiteX72" fmla="*/ 106680 w 264159"/>
              <a:gd name="connsiteY72" fmla="*/ 242570 h 249089"/>
              <a:gd name="connsiteX73" fmla="*/ 157480 w 264159"/>
              <a:gd name="connsiteY73" fmla="*/ 242570 h 249089"/>
              <a:gd name="connsiteX74" fmla="*/ 189230 w 264159"/>
              <a:gd name="connsiteY74" fmla="*/ 241300 h 249089"/>
              <a:gd name="connsiteX75" fmla="*/ 194310 w 264159"/>
              <a:gd name="connsiteY75" fmla="*/ 243840 h 249089"/>
              <a:gd name="connsiteX76" fmla="*/ 242570 w 264159"/>
              <a:gd name="connsiteY76" fmla="*/ 243840 h 249089"/>
              <a:gd name="connsiteX77" fmla="*/ 257810 w 264159"/>
              <a:gd name="connsiteY77" fmla="*/ 237490 h 249089"/>
              <a:gd name="connsiteX78" fmla="*/ 262890 w 264159"/>
              <a:gd name="connsiteY78" fmla="*/ 224790 h 249089"/>
              <a:gd name="connsiteX79" fmla="*/ 250190 w 264159"/>
              <a:gd name="connsiteY79" fmla="*/ 219710 h 249089"/>
              <a:gd name="connsiteX80" fmla="*/ 234950 w 264159"/>
              <a:gd name="connsiteY80" fmla="*/ 226060 h 249089"/>
              <a:gd name="connsiteX81" fmla="*/ 201930 w 264159"/>
              <a:gd name="connsiteY81" fmla="*/ 226060 h 249089"/>
              <a:gd name="connsiteX82" fmla="*/ 196850 w 264159"/>
              <a:gd name="connsiteY82" fmla="*/ 223520 h 249089"/>
              <a:gd name="connsiteX83" fmla="*/ 148590 w 264159"/>
              <a:gd name="connsiteY83" fmla="*/ 224790 h 249089"/>
              <a:gd name="connsiteX84" fmla="*/ 115570 w 264159"/>
              <a:gd name="connsiteY84" fmla="*/ 224790 h 249089"/>
              <a:gd name="connsiteX85" fmla="*/ 67310 w 264159"/>
              <a:gd name="connsiteY85" fmla="*/ 223520 h 249089"/>
              <a:gd name="connsiteX86" fmla="*/ 62230 w 264159"/>
              <a:gd name="connsiteY86" fmla="*/ 226060 h 249089"/>
              <a:gd name="connsiteX87" fmla="*/ 182880 w 264159"/>
              <a:gd name="connsiteY87" fmla="*/ 101600 h 249089"/>
              <a:gd name="connsiteX88" fmla="*/ 172720 w 264159"/>
              <a:gd name="connsiteY88" fmla="*/ 111760 h 249089"/>
              <a:gd name="connsiteX89" fmla="*/ 182880 w 264159"/>
              <a:gd name="connsiteY89" fmla="*/ 121920 h 249089"/>
              <a:gd name="connsiteX90" fmla="*/ 254000 w 264159"/>
              <a:gd name="connsiteY90" fmla="*/ 121920 h 249089"/>
              <a:gd name="connsiteX91" fmla="*/ 264160 w 264159"/>
              <a:gd name="connsiteY91" fmla="*/ 111760 h 249089"/>
              <a:gd name="connsiteX92" fmla="*/ 254000 w 264159"/>
              <a:gd name="connsiteY92" fmla="*/ 101600 h 249089"/>
              <a:gd name="connsiteX93" fmla="*/ 182880 w 264159"/>
              <a:gd name="connsiteY93" fmla="*/ 101600 h 24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264159" h="249089">
                <a:moveTo>
                  <a:pt x="132080" y="50800"/>
                </a:moveTo>
                <a:cubicBezTo>
                  <a:pt x="132080" y="22860"/>
                  <a:pt x="154940" y="0"/>
                  <a:pt x="182880" y="0"/>
                </a:cubicBezTo>
                <a:cubicBezTo>
                  <a:pt x="210820" y="0"/>
                  <a:pt x="233680" y="22860"/>
                  <a:pt x="233680" y="50800"/>
                </a:cubicBezTo>
                <a:lnTo>
                  <a:pt x="233680" y="71120"/>
                </a:lnTo>
                <a:cubicBezTo>
                  <a:pt x="233680" y="76200"/>
                  <a:pt x="228600" y="81280"/>
                  <a:pt x="223520" y="81280"/>
                </a:cubicBezTo>
                <a:cubicBezTo>
                  <a:pt x="218440" y="81280"/>
                  <a:pt x="213360" y="76200"/>
                  <a:pt x="213360" y="71120"/>
                </a:cubicBezTo>
                <a:lnTo>
                  <a:pt x="213360" y="50800"/>
                </a:lnTo>
                <a:cubicBezTo>
                  <a:pt x="213360" y="34290"/>
                  <a:pt x="199390" y="20320"/>
                  <a:pt x="182880" y="20320"/>
                </a:cubicBezTo>
                <a:cubicBezTo>
                  <a:pt x="166370" y="20320"/>
                  <a:pt x="152400" y="34290"/>
                  <a:pt x="152400" y="50800"/>
                </a:cubicBezTo>
                <a:lnTo>
                  <a:pt x="152400" y="91440"/>
                </a:lnTo>
                <a:lnTo>
                  <a:pt x="152400" y="132080"/>
                </a:lnTo>
                <a:lnTo>
                  <a:pt x="152400" y="152400"/>
                </a:lnTo>
                <a:cubicBezTo>
                  <a:pt x="152400" y="157480"/>
                  <a:pt x="147320" y="162560"/>
                  <a:pt x="142240" y="162560"/>
                </a:cubicBezTo>
                <a:cubicBezTo>
                  <a:pt x="137160" y="162560"/>
                  <a:pt x="132080" y="157480"/>
                  <a:pt x="132080" y="152400"/>
                </a:cubicBezTo>
                <a:lnTo>
                  <a:pt x="132080" y="142240"/>
                </a:lnTo>
                <a:lnTo>
                  <a:pt x="101600" y="142240"/>
                </a:lnTo>
                <a:cubicBezTo>
                  <a:pt x="96520" y="142240"/>
                  <a:pt x="91440" y="137160"/>
                  <a:pt x="91440" y="132080"/>
                </a:cubicBezTo>
                <a:cubicBezTo>
                  <a:pt x="91440" y="127000"/>
                  <a:pt x="96520" y="121920"/>
                  <a:pt x="101600" y="121920"/>
                </a:cubicBezTo>
                <a:lnTo>
                  <a:pt x="132080" y="121920"/>
                </a:lnTo>
                <a:lnTo>
                  <a:pt x="132080" y="101600"/>
                </a:lnTo>
                <a:lnTo>
                  <a:pt x="101600" y="101600"/>
                </a:lnTo>
                <a:cubicBezTo>
                  <a:pt x="96520" y="101600"/>
                  <a:pt x="91440" y="96520"/>
                  <a:pt x="91440" y="91440"/>
                </a:cubicBezTo>
                <a:cubicBezTo>
                  <a:pt x="91440" y="86360"/>
                  <a:pt x="96520" y="81280"/>
                  <a:pt x="101600" y="81280"/>
                </a:cubicBezTo>
                <a:lnTo>
                  <a:pt x="132080" y="81280"/>
                </a:lnTo>
                <a:lnTo>
                  <a:pt x="132080" y="50800"/>
                </a:lnTo>
                <a:close/>
                <a:moveTo>
                  <a:pt x="10160" y="101600"/>
                </a:moveTo>
                <a:cubicBezTo>
                  <a:pt x="5080" y="101600"/>
                  <a:pt x="0" y="106680"/>
                  <a:pt x="0" y="111760"/>
                </a:cubicBezTo>
                <a:cubicBezTo>
                  <a:pt x="0" y="116840"/>
                  <a:pt x="5080" y="121920"/>
                  <a:pt x="10160" y="121920"/>
                </a:cubicBezTo>
                <a:lnTo>
                  <a:pt x="40640" y="121920"/>
                </a:lnTo>
                <a:lnTo>
                  <a:pt x="40640" y="152400"/>
                </a:lnTo>
                <a:cubicBezTo>
                  <a:pt x="40640" y="157480"/>
                  <a:pt x="45720" y="162560"/>
                  <a:pt x="50800" y="162560"/>
                </a:cubicBezTo>
                <a:cubicBezTo>
                  <a:pt x="55880" y="162560"/>
                  <a:pt x="60960" y="157480"/>
                  <a:pt x="60960" y="152400"/>
                </a:cubicBezTo>
                <a:lnTo>
                  <a:pt x="60960" y="50800"/>
                </a:lnTo>
                <a:cubicBezTo>
                  <a:pt x="60960" y="34290"/>
                  <a:pt x="74930" y="20320"/>
                  <a:pt x="91440" y="20320"/>
                </a:cubicBezTo>
                <a:cubicBezTo>
                  <a:pt x="99060" y="20320"/>
                  <a:pt x="106680" y="22860"/>
                  <a:pt x="111760" y="27940"/>
                </a:cubicBezTo>
                <a:cubicBezTo>
                  <a:pt x="115570" y="31750"/>
                  <a:pt x="121920" y="31750"/>
                  <a:pt x="125730" y="26670"/>
                </a:cubicBezTo>
                <a:cubicBezTo>
                  <a:pt x="129540" y="22860"/>
                  <a:pt x="129540" y="16510"/>
                  <a:pt x="124460" y="12700"/>
                </a:cubicBezTo>
                <a:cubicBezTo>
                  <a:pt x="115570" y="5080"/>
                  <a:pt x="104140" y="0"/>
                  <a:pt x="91440" y="0"/>
                </a:cubicBezTo>
                <a:cubicBezTo>
                  <a:pt x="63500" y="0"/>
                  <a:pt x="40640" y="22860"/>
                  <a:pt x="40640" y="50800"/>
                </a:cubicBezTo>
                <a:lnTo>
                  <a:pt x="40640" y="101600"/>
                </a:lnTo>
                <a:lnTo>
                  <a:pt x="10160" y="101600"/>
                </a:lnTo>
                <a:close/>
                <a:moveTo>
                  <a:pt x="29210" y="185420"/>
                </a:moveTo>
                <a:cubicBezTo>
                  <a:pt x="39370" y="190500"/>
                  <a:pt x="50800" y="189230"/>
                  <a:pt x="62230" y="185420"/>
                </a:cubicBezTo>
                <a:lnTo>
                  <a:pt x="67310" y="182880"/>
                </a:lnTo>
                <a:cubicBezTo>
                  <a:pt x="82550" y="176530"/>
                  <a:pt x="100330" y="176530"/>
                  <a:pt x="115570" y="184150"/>
                </a:cubicBezTo>
                <a:cubicBezTo>
                  <a:pt x="125730" y="189230"/>
                  <a:pt x="138430" y="189230"/>
                  <a:pt x="148590" y="184150"/>
                </a:cubicBezTo>
                <a:cubicBezTo>
                  <a:pt x="163830" y="176530"/>
                  <a:pt x="181610" y="176530"/>
                  <a:pt x="196850" y="182880"/>
                </a:cubicBezTo>
                <a:lnTo>
                  <a:pt x="201930" y="185420"/>
                </a:lnTo>
                <a:cubicBezTo>
                  <a:pt x="212090" y="190500"/>
                  <a:pt x="223520" y="190500"/>
                  <a:pt x="234950" y="185420"/>
                </a:cubicBezTo>
                <a:lnTo>
                  <a:pt x="250190" y="179070"/>
                </a:lnTo>
                <a:cubicBezTo>
                  <a:pt x="255270" y="176530"/>
                  <a:pt x="261620" y="179070"/>
                  <a:pt x="262890" y="184150"/>
                </a:cubicBezTo>
                <a:cubicBezTo>
                  <a:pt x="265430" y="189230"/>
                  <a:pt x="262890" y="195580"/>
                  <a:pt x="257810" y="196850"/>
                </a:cubicBezTo>
                <a:lnTo>
                  <a:pt x="242570" y="203200"/>
                </a:lnTo>
                <a:cubicBezTo>
                  <a:pt x="227330" y="209550"/>
                  <a:pt x="209550" y="209550"/>
                  <a:pt x="194310" y="203200"/>
                </a:cubicBezTo>
                <a:lnTo>
                  <a:pt x="189230" y="200660"/>
                </a:lnTo>
                <a:cubicBezTo>
                  <a:pt x="179070" y="196850"/>
                  <a:pt x="167640" y="196850"/>
                  <a:pt x="157480" y="201930"/>
                </a:cubicBezTo>
                <a:cubicBezTo>
                  <a:pt x="140970" y="209550"/>
                  <a:pt x="123190" y="209550"/>
                  <a:pt x="106680" y="201930"/>
                </a:cubicBezTo>
                <a:cubicBezTo>
                  <a:pt x="96520" y="196850"/>
                  <a:pt x="85090" y="196850"/>
                  <a:pt x="74930" y="200660"/>
                </a:cubicBezTo>
                <a:lnTo>
                  <a:pt x="69850" y="203200"/>
                </a:lnTo>
                <a:cubicBezTo>
                  <a:pt x="54610" y="209550"/>
                  <a:pt x="36830" y="210820"/>
                  <a:pt x="21590" y="203200"/>
                </a:cubicBezTo>
                <a:lnTo>
                  <a:pt x="6350" y="196850"/>
                </a:lnTo>
                <a:cubicBezTo>
                  <a:pt x="1270" y="194310"/>
                  <a:pt x="-1270" y="189230"/>
                  <a:pt x="1270" y="184150"/>
                </a:cubicBezTo>
                <a:cubicBezTo>
                  <a:pt x="3810" y="179070"/>
                  <a:pt x="8890" y="176530"/>
                  <a:pt x="13970" y="179070"/>
                </a:cubicBezTo>
                <a:lnTo>
                  <a:pt x="29210" y="185420"/>
                </a:lnTo>
                <a:close/>
                <a:moveTo>
                  <a:pt x="62230" y="226060"/>
                </a:moveTo>
                <a:cubicBezTo>
                  <a:pt x="52070" y="231140"/>
                  <a:pt x="40640" y="231140"/>
                  <a:pt x="29210" y="226060"/>
                </a:cubicBezTo>
                <a:lnTo>
                  <a:pt x="13970" y="219710"/>
                </a:lnTo>
                <a:cubicBezTo>
                  <a:pt x="8890" y="217170"/>
                  <a:pt x="2540" y="219710"/>
                  <a:pt x="1270" y="224790"/>
                </a:cubicBezTo>
                <a:cubicBezTo>
                  <a:pt x="-1270" y="229870"/>
                  <a:pt x="1270" y="236220"/>
                  <a:pt x="6350" y="237490"/>
                </a:cubicBezTo>
                <a:lnTo>
                  <a:pt x="21590" y="243840"/>
                </a:lnTo>
                <a:cubicBezTo>
                  <a:pt x="36830" y="250190"/>
                  <a:pt x="54610" y="250190"/>
                  <a:pt x="69850" y="243840"/>
                </a:cubicBezTo>
                <a:lnTo>
                  <a:pt x="74930" y="241300"/>
                </a:lnTo>
                <a:cubicBezTo>
                  <a:pt x="85090" y="237490"/>
                  <a:pt x="96520" y="237490"/>
                  <a:pt x="106680" y="242570"/>
                </a:cubicBezTo>
                <a:cubicBezTo>
                  <a:pt x="123190" y="250190"/>
                  <a:pt x="140970" y="250190"/>
                  <a:pt x="157480" y="242570"/>
                </a:cubicBezTo>
                <a:cubicBezTo>
                  <a:pt x="167640" y="237490"/>
                  <a:pt x="179070" y="237490"/>
                  <a:pt x="189230" y="241300"/>
                </a:cubicBezTo>
                <a:lnTo>
                  <a:pt x="194310" y="243840"/>
                </a:lnTo>
                <a:cubicBezTo>
                  <a:pt x="209550" y="250190"/>
                  <a:pt x="227330" y="251460"/>
                  <a:pt x="242570" y="243840"/>
                </a:cubicBezTo>
                <a:lnTo>
                  <a:pt x="257810" y="237490"/>
                </a:lnTo>
                <a:cubicBezTo>
                  <a:pt x="262890" y="234950"/>
                  <a:pt x="265430" y="229870"/>
                  <a:pt x="262890" y="224790"/>
                </a:cubicBezTo>
                <a:cubicBezTo>
                  <a:pt x="260350" y="219710"/>
                  <a:pt x="255270" y="217170"/>
                  <a:pt x="250190" y="219710"/>
                </a:cubicBezTo>
                <a:lnTo>
                  <a:pt x="234950" y="226060"/>
                </a:lnTo>
                <a:cubicBezTo>
                  <a:pt x="224790" y="231140"/>
                  <a:pt x="213360" y="229870"/>
                  <a:pt x="201930" y="226060"/>
                </a:cubicBezTo>
                <a:lnTo>
                  <a:pt x="196850" y="223520"/>
                </a:lnTo>
                <a:cubicBezTo>
                  <a:pt x="181610" y="217170"/>
                  <a:pt x="163830" y="217170"/>
                  <a:pt x="148590" y="224790"/>
                </a:cubicBezTo>
                <a:cubicBezTo>
                  <a:pt x="138430" y="229870"/>
                  <a:pt x="125730" y="229870"/>
                  <a:pt x="115570" y="224790"/>
                </a:cubicBezTo>
                <a:cubicBezTo>
                  <a:pt x="100330" y="217170"/>
                  <a:pt x="82550" y="217170"/>
                  <a:pt x="67310" y="223520"/>
                </a:cubicBezTo>
                <a:lnTo>
                  <a:pt x="62230" y="226060"/>
                </a:lnTo>
                <a:close/>
                <a:moveTo>
                  <a:pt x="182880" y="101600"/>
                </a:moveTo>
                <a:cubicBezTo>
                  <a:pt x="177800" y="101600"/>
                  <a:pt x="172720" y="106680"/>
                  <a:pt x="172720" y="111760"/>
                </a:cubicBezTo>
                <a:cubicBezTo>
                  <a:pt x="172720" y="116840"/>
                  <a:pt x="177800" y="121920"/>
                  <a:pt x="182880" y="121920"/>
                </a:cubicBezTo>
                <a:lnTo>
                  <a:pt x="254000" y="121920"/>
                </a:lnTo>
                <a:cubicBezTo>
                  <a:pt x="259080" y="121920"/>
                  <a:pt x="264160" y="116840"/>
                  <a:pt x="264160" y="111760"/>
                </a:cubicBezTo>
                <a:cubicBezTo>
                  <a:pt x="264160" y="106680"/>
                  <a:pt x="259080" y="101600"/>
                  <a:pt x="254000" y="101600"/>
                </a:cubicBezTo>
                <a:lnTo>
                  <a:pt x="182880" y="1016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62" name="Рисунок 2">
            <a:extLst>
              <a:ext uri="{FF2B5EF4-FFF2-40B4-BE49-F238E27FC236}">
                <a16:creationId xmlns:a16="http://schemas.microsoft.com/office/drawing/2014/main" id="{4207B46A-C08E-ECC0-5186-C459E17F7103}"/>
              </a:ext>
            </a:extLst>
          </p:cNvPr>
          <p:cNvGrpSpPr/>
          <p:nvPr/>
        </p:nvGrpSpPr>
        <p:grpSpPr>
          <a:xfrm>
            <a:off x="1736524" y="4446243"/>
            <a:ext cx="231443" cy="284479"/>
            <a:chOff x="1812182" y="4968240"/>
            <a:chExt cx="231443" cy="284479"/>
          </a:xfrm>
          <a:solidFill>
            <a:schemeClr val="bg1"/>
          </a:solidFill>
        </p:grpSpPr>
        <p:sp>
          <p:nvSpPr>
            <p:cNvPr id="463" name="Полилиния: фигура 833">
              <a:extLst>
                <a:ext uri="{FF2B5EF4-FFF2-40B4-BE49-F238E27FC236}">
                  <a16:creationId xmlns:a16="http://schemas.microsoft.com/office/drawing/2014/main" id="{41E770F0-E155-EECC-1401-3E1B5981002B}"/>
                </a:ext>
              </a:extLst>
            </p:cNvPr>
            <p:cNvSpPr/>
            <p:nvPr/>
          </p:nvSpPr>
          <p:spPr>
            <a:xfrm>
              <a:off x="1944370" y="4968240"/>
              <a:ext cx="99255" cy="142239"/>
            </a:xfrm>
            <a:custGeom>
              <a:avLst/>
              <a:gdLst>
                <a:gd name="connsiteX0" fmla="*/ 99060 w 99255"/>
                <a:gd name="connsiteY0" fmla="*/ 130810 h 142239"/>
                <a:gd name="connsiteX1" fmla="*/ 88900 w 99255"/>
                <a:gd name="connsiteY1" fmla="*/ 142240 h 142239"/>
                <a:gd name="connsiteX2" fmla="*/ 10160 w 99255"/>
                <a:gd name="connsiteY2" fmla="*/ 142240 h 142239"/>
                <a:gd name="connsiteX3" fmla="*/ 0 w 99255"/>
                <a:gd name="connsiteY3" fmla="*/ 130810 h 142239"/>
                <a:gd name="connsiteX4" fmla="*/ 12700 w 99255"/>
                <a:gd name="connsiteY4" fmla="*/ 8890 h 142239"/>
                <a:gd name="connsiteX5" fmla="*/ 22860 w 99255"/>
                <a:gd name="connsiteY5" fmla="*/ 0 h 142239"/>
                <a:gd name="connsiteX6" fmla="*/ 76200 w 99255"/>
                <a:gd name="connsiteY6" fmla="*/ 0 h 142239"/>
                <a:gd name="connsiteX7" fmla="*/ 86360 w 99255"/>
                <a:gd name="connsiteY7" fmla="*/ 8890 h 142239"/>
                <a:gd name="connsiteX8" fmla="*/ 99060 w 99255"/>
                <a:gd name="connsiteY8" fmla="*/ 130810 h 142239"/>
                <a:gd name="connsiteX9" fmla="*/ 67310 w 99255"/>
                <a:gd name="connsiteY9" fmla="*/ 20320 h 142239"/>
                <a:gd name="connsiteX10" fmla="*/ 78740 w 99255"/>
                <a:gd name="connsiteY10" fmla="*/ 121920 h 142239"/>
                <a:gd name="connsiteX11" fmla="*/ 22860 w 99255"/>
                <a:gd name="connsiteY11" fmla="*/ 121920 h 142239"/>
                <a:gd name="connsiteX12" fmla="*/ 34290 w 99255"/>
                <a:gd name="connsiteY12" fmla="*/ 20320 h 142239"/>
                <a:gd name="connsiteX13" fmla="*/ 67310 w 99255"/>
                <a:gd name="connsiteY13" fmla="*/ 2032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255" h="142239">
                  <a:moveTo>
                    <a:pt x="99060" y="130810"/>
                  </a:moveTo>
                  <a:cubicBezTo>
                    <a:pt x="100330" y="137160"/>
                    <a:pt x="95250" y="142240"/>
                    <a:pt x="88900" y="142240"/>
                  </a:cubicBezTo>
                  <a:lnTo>
                    <a:pt x="10160" y="142240"/>
                  </a:lnTo>
                  <a:cubicBezTo>
                    <a:pt x="3810" y="142240"/>
                    <a:pt x="0" y="137160"/>
                    <a:pt x="0" y="130810"/>
                  </a:cubicBezTo>
                  <a:lnTo>
                    <a:pt x="12700" y="8890"/>
                  </a:lnTo>
                  <a:cubicBezTo>
                    <a:pt x="12700" y="3810"/>
                    <a:pt x="17780" y="0"/>
                    <a:pt x="22860" y="0"/>
                  </a:cubicBezTo>
                  <a:lnTo>
                    <a:pt x="76200" y="0"/>
                  </a:lnTo>
                  <a:cubicBezTo>
                    <a:pt x="81280" y="0"/>
                    <a:pt x="86360" y="3810"/>
                    <a:pt x="86360" y="8890"/>
                  </a:cubicBezTo>
                  <a:lnTo>
                    <a:pt x="99060" y="130810"/>
                  </a:lnTo>
                  <a:close/>
                  <a:moveTo>
                    <a:pt x="67310" y="20320"/>
                  </a:moveTo>
                  <a:lnTo>
                    <a:pt x="78740" y="121920"/>
                  </a:lnTo>
                  <a:lnTo>
                    <a:pt x="22860" y="121920"/>
                  </a:lnTo>
                  <a:lnTo>
                    <a:pt x="34290" y="20320"/>
                  </a:lnTo>
                  <a:lnTo>
                    <a:pt x="6731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4" name="Полилиния: фигура 834">
              <a:extLst>
                <a:ext uri="{FF2B5EF4-FFF2-40B4-BE49-F238E27FC236}">
                  <a16:creationId xmlns:a16="http://schemas.microsoft.com/office/drawing/2014/main" id="{F2B5D9BE-39C5-9F7E-B4DA-BEBB43BABB87}"/>
                </a:ext>
              </a:extLst>
            </p:cNvPr>
            <p:cNvSpPr/>
            <p:nvPr/>
          </p:nvSpPr>
          <p:spPr>
            <a:xfrm>
              <a:off x="1851660" y="5171440"/>
              <a:ext cx="50800" cy="40639"/>
            </a:xfrm>
            <a:custGeom>
              <a:avLst/>
              <a:gdLst>
                <a:gd name="connsiteX0" fmla="*/ 25400 w 50800"/>
                <a:gd name="connsiteY0" fmla="*/ 40640 h 40639"/>
                <a:gd name="connsiteX1" fmla="*/ 48260 w 50800"/>
                <a:gd name="connsiteY1" fmla="*/ 20320 h 40639"/>
                <a:gd name="connsiteX2" fmla="*/ 50800 w 50800"/>
                <a:gd name="connsiteY2" fmla="*/ 0 h 40639"/>
                <a:gd name="connsiteX3" fmla="*/ 0 w 50800"/>
                <a:gd name="connsiteY3" fmla="*/ 0 h 40639"/>
                <a:gd name="connsiteX4" fmla="*/ 2540 w 50800"/>
                <a:gd name="connsiteY4" fmla="*/ 20320 h 40639"/>
                <a:gd name="connsiteX5" fmla="*/ 25400 w 50800"/>
                <a:gd name="connsiteY5" fmla="*/ 4064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00" h="40639">
                  <a:moveTo>
                    <a:pt x="25400" y="40640"/>
                  </a:moveTo>
                  <a:cubicBezTo>
                    <a:pt x="36830" y="40640"/>
                    <a:pt x="46990" y="31750"/>
                    <a:pt x="48260" y="20320"/>
                  </a:cubicBezTo>
                  <a:lnTo>
                    <a:pt x="50800" y="0"/>
                  </a:lnTo>
                  <a:lnTo>
                    <a:pt x="0" y="0"/>
                  </a:lnTo>
                  <a:lnTo>
                    <a:pt x="2540" y="20320"/>
                  </a:lnTo>
                  <a:cubicBezTo>
                    <a:pt x="3810" y="31750"/>
                    <a:pt x="13970" y="40640"/>
                    <a:pt x="25400" y="406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5" name="Полилиния: фигура 835">
              <a:extLst>
                <a:ext uri="{FF2B5EF4-FFF2-40B4-BE49-F238E27FC236}">
                  <a16:creationId xmlns:a16="http://schemas.microsoft.com/office/drawing/2014/main" id="{E36EE222-1625-56E0-C686-EF365C09C9E2}"/>
                </a:ext>
              </a:extLst>
            </p:cNvPr>
            <p:cNvSpPr/>
            <p:nvPr/>
          </p:nvSpPr>
          <p:spPr>
            <a:xfrm>
              <a:off x="1812182" y="5059679"/>
              <a:ext cx="128498" cy="193040"/>
            </a:xfrm>
            <a:custGeom>
              <a:avLst/>
              <a:gdLst>
                <a:gd name="connsiteX0" fmla="*/ 20428 w 128498"/>
                <a:gd name="connsiteY0" fmla="*/ 71120 h 193040"/>
                <a:gd name="connsiteX1" fmla="*/ 108 w 128498"/>
                <a:gd name="connsiteY1" fmla="*/ 93980 h 193040"/>
                <a:gd name="connsiteX2" fmla="*/ 7728 w 128498"/>
                <a:gd name="connsiteY2" fmla="*/ 175260 h 193040"/>
                <a:gd name="connsiteX3" fmla="*/ 28048 w 128498"/>
                <a:gd name="connsiteY3" fmla="*/ 193040 h 193040"/>
                <a:gd name="connsiteX4" fmla="*/ 100438 w 128498"/>
                <a:gd name="connsiteY4" fmla="*/ 193040 h 193040"/>
                <a:gd name="connsiteX5" fmla="*/ 120758 w 128498"/>
                <a:gd name="connsiteY5" fmla="*/ 175260 h 193040"/>
                <a:gd name="connsiteX6" fmla="*/ 128378 w 128498"/>
                <a:gd name="connsiteY6" fmla="*/ 93980 h 193040"/>
                <a:gd name="connsiteX7" fmla="*/ 108058 w 128498"/>
                <a:gd name="connsiteY7" fmla="*/ 71120 h 193040"/>
                <a:gd name="connsiteX8" fmla="*/ 99168 w 128498"/>
                <a:gd name="connsiteY8" fmla="*/ 71120 h 193040"/>
                <a:gd name="connsiteX9" fmla="*/ 99168 w 128498"/>
                <a:gd name="connsiteY9" fmla="*/ 15240 h 193040"/>
                <a:gd name="connsiteX10" fmla="*/ 83928 w 128498"/>
                <a:gd name="connsiteY10" fmla="*/ 0 h 193040"/>
                <a:gd name="connsiteX11" fmla="*/ 43288 w 128498"/>
                <a:gd name="connsiteY11" fmla="*/ 0 h 193040"/>
                <a:gd name="connsiteX12" fmla="*/ 28048 w 128498"/>
                <a:gd name="connsiteY12" fmla="*/ 15240 h 193040"/>
                <a:gd name="connsiteX13" fmla="*/ 28048 w 128498"/>
                <a:gd name="connsiteY13" fmla="*/ 71120 h 193040"/>
                <a:gd name="connsiteX14" fmla="*/ 20428 w 128498"/>
                <a:gd name="connsiteY14" fmla="*/ 71120 h 193040"/>
                <a:gd name="connsiteX15" fmla="*/ 109328 w 128498"/>
                <a:gd name="connsiteY15" fmla="*/ 91440 h 193040"/>
                <a:gd name="connsiteX16" fmla="*/ 101708 w 128498"/>
                <a:gd name="connsiteY16" fmla="*/ 172720 h 193040"/>
                <a:gd name="connsiteX17" fmla="*/ 29318 w 128498"/>
                <a:gd name="connsiteY17" fmla="*/ 172720 h 193040"/>
                <a:gd name="connsiteX18" fmla="*/ 21698 w 128498"/>
                <a:gd name="connsiteY18" fmla="*/ 91440 h 193040"/>
                <a:gd name="connsiteX19" fmla="*/ 109328 w 128498"/>
                <a:gd name="connsiteY19" fmla="*/ 91440 h 193040"/>
                <a:gd name="connsiteX20" fmla="*/ 80118 w 128498"/>
                <a:gd name="connsiteY20" fmla="*/ 20320 h 193040"/>
                <a:gd name="connsiteX21" fmla="*/ 80118 w 128498"/>
                <a:gd name="connsiteY21" fmla="*/ 71120 h 193040"/>
                <a:gd name="connsiteX22" fmla="*/ 49638 w 128498"/>
                <a:gd name="connsiteY22" fmla="*/ 71120 h 193040"/>
                <a:gd name="connsiteX23" fmla="*/ 49638 w 128498"/>
                <a:gd name="connsiteY23" fmla="*/ 20320 h 193040"/>
                <a:gd name="connsiteX24" fmla="*/ 80118 w 128498"/>
                <a:gd name="connsiteY24" fmla="*/ 2032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8498" h="193040">
                  <a:moveTo>
                    <a:pt x="20428" y="71120"/>
                  </a:moveTo>
                  <a:cubicBezTo>
                    <a:pt x="8998" y="71120"/>
                    <a:pt x="-1162" y="81280"/>
                    <a:pt x="108" y="93980"/>
                  </a:cubicBezTo>
                  <a:lnTo>
                    <a:pt x="7728" y="175260"/>
                  </a:lnTo>
                  <a:cubicBezTo>
                    <a:pt x="8998" y="185420"/>
                    <a:pt x="17888" y="193040"/>
                    <a:pt x="28048" y="193040"/>
                  </a:cubicBezTo>
                  <a:lnTo>
                    <a:pt x="100438" y="193040"/>
                  </a:lnTo>
                  <a:cubicBezTo>
                    <a:pt x="110598" y="193040"/>
                    <a:pt x="119488" y="185420"/>
                    <a:pt x="120758" y="175260"/>
                  </a:cubicBezTo>
                  <a:lnTo>
                    <a:pt x="128378" y="93980"/>
                  </a:lnTo>
                  <a:cubicBezTo>
                    <a:pt x="129648" y="82550"/>
                    <a:pt x="120758" y="71120"/>
                    <a:pt x="108058" y="71120"/>
                  </a:cubicBezTo>
                  <a:lnTo>
                    <a:pt x="99168" y="71120"/>
                  </a:lnTo>
                  <a:lnTo>
                    <a:pt x="99168" y="15240"/>
                  </a:lnTo>
                  <a:cubicBezTo>
                    <a:pt x="99168" y="6350"/>
                    <a:pt x="92818" y="0"/>
                    <a:pt x="83928" y="0"/>
                  </a:cubicBezTo>
                  <a:lnTo>
                    <a:pt x="43288" y="0"/>
                  </a:lnTo>
                  <a:cubicBezTo>
                    <a:pt x="34398" y="0"/>
                    <a:pt x="28048" y="6350"/>
                    <a:pt x="28048" y="15240"/>
                  </a:cubicBezTo>
                  <a:lnTo>
                    <a:pt x="28048" y="71120"/>
                  </a:lnTo>
                  <a:lnTo>
                    <a:pt x="20428" y="71120"/>
                  </a:lnTo>
                  <a:close/>
                  <a:moveTo>
                    <a:pt x="109328" y="91440"/>
                  </a:moveTo>
                  <a:lnTo>
                    <a:pt x="101708" y="172720"/>
                  </a:lnTo>
                  <a:lnTo>
                    <a:pt x="29318" y="172720"/>
                  </a:lnTo>
                  <a:lnTo>
                    <a:pt x="21698" y="91440"/>
                  </a:lnTo>
                  <a:lnTo>
                    <a:pt x="109328" y="91440"/>
                  </a:lnTo>
                  <a:close/>
                  <a:moveTo>
                    <a:pt x="80118" y="20320"/>
                  </a:moveTo>
                  <a:lnTo>
                    <a:pt x="80118" y="71120"/>
                  </a:lnTo>
                  <a:lnTo>
                    <a:pt x="49638" y="71120"/>
                  </a:lnTo>
                  <a:lnTo>
                    <a:pt x="49638" y="20320"/>
                  </a:lnTo>
                  <a:lnTo>
                    <a:pt x="80118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6" name="Полилиния: фигура 836">
              <a:extLst>
                <a:ext uri="{FF2B5EF4-FFF2-40B4-BE49-F238E27FC236}">
                  <a16:creationId xmlns:a16="http://schemas.microsoft.com/office/drawing/2014/main" id="{39939844-646D-DFCD-C440-28F6F64A4AEB}"/>
                </a:ext>
              </a:extLst>
            </p:cNvPr>
            <p:cNvSpPr/>
            <p:nvPr/>
          </p:nvSpPr>
          <p:spPr>
            <a:xfrm>
              <a:off x="1983739" y="5130800"/>
              <a:ext cx="20320" cy="60959"/>
            </a:xfrm>
            <a:custGeom>
              <a:avLst/>
              <a:gdLst>
                <a:gd name="connsiteX0" fmla="*/ 20320 w 20320"/>
                <a:gd name="connsiteY0" fmla="*/ 50800 h 60959"/>
                <a:gd name="connsiteX1" fmla="*/ 10160 w 20320"/>
                <a:gd name="connsiteY1" fmla="*/ 60960 h 60959"/>
                <a:gd name="connsiteX2" fmla="*/ 0 w 20320"/>
                <a:gd name="connsiteY2" fmla="*/ 50800 h 60959"/>
                <a:gd name="connsiteX3" fmla="*/ 0 w 20320"/>
                <a:gd name="connsiteY3" fmla="*/ 10160 h 60959"/>
                <a:gd name="connsiteX4" fmla="*/ 10160 w 20320"/>
                <a:gd name="connsiteY4" fmla="*/ 0 h 60959"/>
                <a:gd name="connsiteX5" fmla="*/ 20320 w 20320"/>
                <a:gd name="connsiteY5" fmla="*/ 10160 h 60959"/>
                <a:gd name="connsiteX6" fmla="*/ 20320 w 20320"/>
                <a:gd name="connsiteY6" fmla="*/ 5080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60959">
                  <a:moveTo>
                    <a:pt x="20320" y="50800"/>
                  </a:moveTo>
                  <a:cubicBezTo>
                    <a:pt x="20320" y="55880"/>
                    <a:pt x="15240" y="60960"/>
                    <a:pt x="10160" y="60960"/>
                  </a:cubicBezTo>
                  <a:cubicBezTo>
                    <a:pt x="5080" y="60960"/>
                    <a:pt x="0" y="55880"/>
                    <a:pt x="0" y="5080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508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67" name="Полилиния: фигура 837">
              <a:extLst>
                <a:ext uri="{FF2B5EF4-FFF2-40B4-BE49-F238E27FC236}">
                  <a16:creationId xmlns:a16="http://schemas.microsoft.com/office/drawing/2014/main" id="{F06AEF64-36AC-C7A5-EB20-25357CE61481}"/>
                </a:ext>
              </a:extLst>
            </p:cNvPr>
            <p:cNvSpPr/>
            <p:nvPr/>
          </p:nvSpPr>
          <p:spPr>
            <a:xfrm>
              <a:off x="1969744" y="5212079"/>
              <a:ext cx="48311" cy="40640"/>
            </a:xfrm>
            <a:custGeom>
              <a:avLst/>
              <a:gdLst>
                <a:gd name="connsiteX0" fmla="*/ 38126 w 48311"/>
                <a:gd name="connsiteY0" fmla="*/ 40640 h 40640"/>
                <a:gd name="connsiteX1" fmla="*/ 47016 w 48311"/>
                <a:gd name="connsiteY1" fmla="*/ 25400 h 40640"/>
                <a:gd name="connsiteX2" fmla="*/ 34316 w 48311"/>
                <a:gd name="connsiteY2" fmla="*/ 0 h 40640"/>
                <a:gd name="connsiteX3" fmla="*/ 13996 w 48311"/>
                <a:gd name="connsiteY3" fmla="*/ 0 h 40640"/>
                <a:gd name="connsiteX4" fmla="*/ 1296 w 48311"/>
                <a:gd name="connsiteY4" fmla="*/ 25400 h 40640"/>
                <a:gd name="connsiteX5" fmla="*/ 10186 w 48311"/>
                <a:gd name="connsiteY5" fmla="*/ 40640 h 40640"/>
                <a:gd name="connsiteX6" fmla="*/ 38126 w 48311"/>
                <a:gd name="connsiteY6" fmla="*/ 4064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311" h="40640">
                  <a:moveTo>
                    <a:pt x="38126" y="40640"/>
                  </a:moveTo>
                  <a:cubicBezTo>
                    <a:pt x="45746" y="40640"/>
                    <a:pt x="50826" y="33020"/>
                    <a:pt x="47016" y="25400"/>
                  </a:cubicBezTo>
                  <a:lnTo>
                    <a:pt x="34316" y="0"/>
                  </a:lnTo>
                  <a:lnTo>
                    <a:pt x="13996" y="0"/>
                  </a:lnTo>
                  <a:lnTo>
                    <a:pt x="1296" y="25400"/>
                  </a:lnTo>
                  <a:cubicBezTo>
                    <a:pt x="-2514" y="31750"/>
                    <a:pt x="2566" y="40640"/>
                    <a:pt x="10186" y="40640"/>
                  </a:cubicBezTo>
                  <a:lnTo>
                    <a:pt x="38126" y="406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68" name="Рисунок 2">
            <a:extLst>
              <a:ext uri="{FF2B5EF4-FFF2-40B4-BE49-F238E27FC236}">
                <a16:creationId xmlns:a16="http://schemas.microsoft.com/office/drawing/2014/main" id="{E9F6E22A-7514-138A-8128-A235639E2D49}"/>
              </a:ext>
            </a:extLst>
          </p:cNvPr>
          <p:cNvGrpSpPr/>
          <p:nvPr/>
        </p:nvGrpSpPr>
        <p:grpSpPr>
          <a:xfrm>
            <a:off x="3423192" y="4461482"/>
            <a:ext cx="213359" cy="254000"/>
            <a:chOff x="3498850" y="4983479"/>
            <a:chExt cx="213359" cy="254000"/>
          </a:xfrm>
          <a:solidFill>
            <a:schemeClr val="bg1"/>
          </a:solidFill>
        </p:grpSpPr>
        <p:sp>
          <p:nvSpPr>
            <p:cNvPr id="469" name="Полилиния: фигура 839">
              <a:extLst>
                <a:ext uri="{FF2B5EF4-FFF2-40B4-BE49-F238E27FC236}">
                  <a16:creationId xmlns:a16="http://schemas.microsoft.com/office/drawing/2014/main" id="{022D0E6D-D6E7-31AD-5B5E-9195401161F7}"/>
                </a:ext>
              </a:extLst>
            </p:cNvPr>
            <p:cNvSpPr/>
            <p:nvPr/>
          </p:nvSpPr>
          <p:spPr>
            <a:xfrm>
              <a:off x="3580129" y="5186679"/>
              <a:ext cx="20320" cy="20320"/>
            </a:xfrm>
            <a:custGeom>
              <a:avLst/>
              <a:gdLst>
                <a:gd name="connsiteX0" fmla="*/ 10160 w 20320"/>
                <a:gd name="connsiteY0" fmla="*/ 20320 h 20320"/>
                <a:gd name="connsiteX1" fmla="*/ 20320 w 20320"/>
                <a:gd name="connsiteY1" fmla="*/ 10160 h 20320"/>
                <a:gd name="connsiteX2" fmla="*/ 10160 w 20320"/>
                <a:gd name="connsiteY2" fmla="*/ 0 h 20320"/>
                <a:gd name="connsiteX3" fmla="*/ 0 w 20320"/>
                <a:gd name="connsiteY3" fmla="*/ 10160 h 20320"/>
                <a:gd name="connsiteX4" fmla="*/ 10160 w 20320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10160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6510"/>
                    <a:pt x="3810" y="20320"/>
                    <a:pt x="1016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70" name="Полилиния: фигура 840">
              <a:extLst>
                <a:ext uri="{FF2B5EF4-FFF2-40B4-BE49-F238E27FC236}">
                  <a16:creationId xmlns:a16="http://schemas.microsoft.com/office/drawing/2014/main" id="{A3752EC5-5456-6692-10A2-008FE68C679B}"/>
                </a:ext>
              </a:extLst>
            </p:cNvPr>
            <p:cNvSpPr/>
            <p:nvPr/>
          </p:nvSpPr>
          <p:spPr>
            <a:xfrm>
              <a:off x="3498850" y="4983479"/>
              <a:ext cx="213359" cy="254000"/>
            </a:xfrm>
            <a:custGeom>
              <a:avLst/>
              <a:gdLst>
                <a:gd name="connsiteX0" fmla="*/ 0 w 213359"/>
                <a:gd name="connsiteY0" fmla="*/ 40640 h 254000"/>
                <a:gd name="connsiteX1" fmla="*/ 40640 w 213359"/>
                <a:gd name="connsiteY1" fmla="*/ 0 h 254000"/>
                <a:gd name="connsiteX2" fmla="*/ 182880 w 213359"/>
                <a:gd name="connsiteY2" fmla="*/ 0 h 254000"/>
                <a:gd name="connsiteX3" fmla="*/ 213360 w 213359"/>
                <a:gd name="connsiteY3" fmla="*/ 30480 h 254000"/>
                <a:gd name="connsiteX4" fmla="*/ 182880 w 213359"/>
                <a:gd name="connsiteY4" fmla="*/ 60960 h 254000"/>
                <a:gd name="connsiteX5" fmla="*/ 182880 w 213359"/>
                <a:gd name="connsiteY5" fmla="*/ 152400 h 254000"/>
                <a:gd name="connsiteX6" fmla="*/ 162560 w 213359"/>
                <a:gd name="connsiteY6" fmla="*/ 172720 h 254000"/>
                <a:gd name="connsiteX7" fmla="*/ 132080 w 213359"/>
                <a:gd name="connsiteY7" fmla="*/ 172720 h 254000"/>
                <a:gd name="connsiteX8" fmla="*/ 132080 w 213359"/>
                <a:gd name="connsiteY8" fmla="*/ 213360 h 254000"/>
                <a:gd name="connsiteX9" fmla="*/ 91440 w 213359"/>
                <a:gd name="connsiteY9" fmla="*/ 254000 h 254000"/>
                <a:gd name="connsiteX10" fmla="*/ 50800 w 213359"/>
                <a:gd name="connsiteY10" fmla="*/ 213360 h 254000"/>
                <a:gd name="connsiteX11" fmla="*/ 50800 w 213359"/>
                <a:gd name="connsiteY11" fmla="*/ 172720 h 254000"/>
                <a:gd name="connsiteX12" fmla="*/ 20320 w 213359"/>
                <a:gd name="connsiteY12" fmla="*/ 172720 h 254000"/>
                <a:gd name="connsiteX13" fmla="*/ 0 w 213359"/>
                <a:gd name="connsiteY13" fmla="*/ 152400 h 254000"/>
                <a:gd name="connsiteX14" fmla="*/ 0 w 213359"/>
                <a:gd name="connsiteY14" fmla="*/ 40640 h 254000"/>
                <a:gd name="connsiteX15" fmla="*/ 40640 w 213359"/>
                <a:gd name="connsiteY15" fmla="*/ 20320 h 254000"/>
                <a:gd name="connsiteX16" fmla="*/ 20320 w 213359"/>
                <a:gd name="connsiteY16" fmla="*/ 40640 h 254000"/>
                <a:gd name="connsiteX17" fmla="*/ 20320 w 213359"/>
                <a:gd name="connsiteY17" fmla="*/ 101600 h 254000"/>
                <a:gd name="connsiteX18" fmla="*/ 40640 w 213359"/>
                <a:gd name="connsiteY18" fmla="*/ 101600 h 254000"/>
                <a:gd name="connsiteX19" fmla="*/ 40640 w 213359"/>
                <a:gd name="connsiteY19" fmla="*/ 60960 h 254000"/>
                <a:gd name="connsiteX20" fmla="*/ 50800 w 213359"/>
                <a:gd name="connsiteY20" fmla="*/ 50800 h 254000"/>
                <a:gd name="connsiteX21" fmla="*/ 60960 w 213359"/>
                <a:gd name="connsiteY21" fmla="*/ 60960 h 254000"/>
                <a:gd name="connsiteX22" fmla="*/ 60960 w 213359"/>
                <a:gd name="connsiteY22" fmla="*/ 101600 h 254000"/>
                <a:gd name="connsiteX23" fmla="*/ 81280 w 213359"/>
                <a:gd name="connsiteY23" fmla="*/ 101600 h 254000"/>
                <a:gd name="connsiteX24" fmla="*/ 81280 w 213359"/>
                <a:gd name="connsiteY24" fmla="*/ 81280 h 254000"/>
                <a:gd name="connsiteX25" fmla="*/ 91440 w 213359"/>
                <a:gd name="connsiteY25" fmla="*/ 71120 h 254000"/>
                <a:gd name="connsiteX26" fmla="*/ 101600 w 213359"/>
                <a:gd name="connsiteY26" fmla="*/ 81280 h 254000"/>
                <a:gd name="connsiteX27" fmla="*/ 101600 w 213359"/>
                <a:gd name="connsiteY27" fmla="*/ 101600 h 254000"/>
                <a:gd name="connsiteX28" fmla="*/ 162560 w 213359"/>
                <a:gd name="connsiteY28" fmla="*/ 101600 h 254000"/>
                <a:gd name="connsiteX29" fmla="*/ 162560 w 213359"/>
                <a:gd name="connsiteY29" fmla="*/ 60960 h 254000"/>
                <a:gd name="connsiteX30" fmla="*/ 182880 w 213359"/>
                <a:gd name="connsiteY30" fmla="*/ 40640 h 254000"/>
                <a:gd name="connsiteX31" fmla="*/ 193040 w 213359"/>
                <a:gd name="connsiteY31" fmla="*/ 30480 h 254000"/>
                <a:gd name="connsiteX32" fmla="*/ 182880 w 213359"/>
                <a:gd name="connsiteY32" fmla="*/ 20320 h 254000"/>
                <a:gd name="connsiteX33" fmla="*/ 40640 w 213359"/>
                <a:gd name="connsiteY33" fmla="*/ 20320 h 254000"/>
                <a:gd name="connsiteX34" fmla="*/ 20320 w 213359"/>
                <a:gd name="connsiteY34" fmla="*/ 121920 h 254000"/>
                <a:gd name="connsiteX35" fmla="*/ 20320 w 213359"/>
                <a:gd name="connsiteY35" fmla="*/ 152400 h 254000"/>
                <a:gd name="connsiteX36" fmla="*/ 50800 w 213359"/>
                <a:gd name="connsiteY36" fmla="*/ 152400 h 254000"/>
                <a:gd name="connsiteX37" fmla="*/ 71120 w 213359"/>
                <a:gd name="connsiteY37" fmla="*/ 172720 h 254000"/>
                <a:gd name="connsiteX38" fmla="*/ 71120 w 213359"/>
                <a:gd name="connsiteY38" fmla="*/ 213360 h 254000"/>
                <a:gd name="connsiteX39" fmla="*/ 91440 w 213359"/>
                <a:gd name="connsiteY39" fmla="*/ 233680 h 254000"/>
                <a:gd name="connsiteX40" fmla="*/ 111760 w 213359"/>
                <a:gd name="connsiteY40" fmla="*/ 213360 h 254000"/>
                <a:gd name="connsiteX41" fmla="*/ 111760 w 213359"/>
                <a:gd name="connsiteY41" fmla="*/ 172720 h 254000"/>
                <a:gd name="connsiteX42" fmla="*/ 132080 w 213359"/>
                <a:gd name="connsiteY42" fmla="*/ 152400 h 254000"/>
                <a:gd name="connsiteX43" fmla="*/ 162560 w 213359"/>
                <a:gd name="connsiteY43" fmla="*/ 152400 h 254000"/>
                <a:gd name="connsiteX44" fmla="*/ 162560 w 213359"/>
                <a:gd name="connsiteY44" fmla="*/ 121920 h 254000"/>
                <a:gd name="connsiteX45" fmla="*/ 20320 w 213359"/>
                <a:gd name="connsiteY45" fmla="*/ 12192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13359" h="254000">
                  <a:moveTo>
                    <a:pt x="0" y="40640"/>
                  </a:moveTo>
                  <a:cubicBezTo>
                    <a:pt x="0" y="17780"/>
                    <a:pt x="17780" y="0"/>
                    <a:pt x="40640" y="0"/>
                  </a:cubicBezTo>
                  <a:lnTo>
                    <a:pt x="182880" y="0"/>
                  </a:lnTo>
                  <a:cubicBezTo>
                    <a:pt x="199390" y="0"/>
                    <a:pt x="213360" y="13970"/>
                    <a:pt x="213360" y="30480"/>
                  </a:cubicBezTo>
                  <a:cubicBezTo>
                    <a:pt x="213360" y="46990"/>
                    <a:pt x="199390" y="60960"/>
                    <a:pt x="182880" y="60960"/>
                  </a:cubicBezTo>
                  <a:lnTo>
                    <a:pt x="182880" y="152400"/>
                  </a:lnTo>
                  <a:cubicBezTo>
                    <a:pt x="182880" y="163830"/>
                    <a:pt x="173990" y="172720"/>
                    <a:pt x="162560" y="172720"/>
                  </a:cubicBezTo>
                  <a:lnTo>
                    <a:pt x="132080" y="172720"/>
                  </a:lnTo>
                  <a:lnTo>
                    <a:pt x="132080" y="213360"/>
                  </a:lnTo>
                  <a:cubicBezTo>
                    <a:pt x="132080" y="236220"/>
                    <a:pt x="114300" y="254000"/>
                    <a:pt x="91440" y="254000"/>
                  </a:cubicBezTo>
                  <a:cubicBezTo>
                    <a:pt x="68580" y="254000"/>
                    <a:pt x="50800" y="236220"/>
                    <a:pt x="50800" y="213360"/>
                  </a:cubicBezTo>
                  <a:lnTo>
                    <a:pt x="50800" y="172720"/>
                  </a:lnTo>
                  <a:lnTo>
                    <a:pt x="20320" y="172720"/>
                  </a:lnTo>
                  <a:cubicBezTo>
                    <a:pt x="8890" y="172720"/>
                    <a:pt x="0" y="163830"/>
                    <a:pt x="0" y="152400"/>
                  </a:cubicBezTo>
                  <a:lnTo>
                    <a:pt x="0" y="40640"/>
                  </a:lnTo>
                  <a:close/>
                  <a:moveTo>
                    <a:pt x="40640" y="20320"/>
                  </a:moveTo>
                  <a:cubicBezTo>
                    <a:pt x="29210" y="20320"/>
                    <a:pt x="20320" y="29210"/>
                    <a:pt x="20320" y="40640"/>
                  </a:cubicBezTo>
                  <a:lnTo>
                    <a:pt x="20320" y="101600"/>
                  </a:lnTo>
                  <a:lnTo>
                    <a:pt x="40640" y="101600"/>
                  </a:lnTo>
                  <a:lnTo>
                    <a:pt x="40640" y="60960"/>
                  </a:lnTo>
                  <a:cubicBezTo>
                    <a:pt x="40640" y="55880"/>
                    <a:pt x="45720" y="50800"/>
                    <a:pt x="50800" y="50800"/>
                  </a:cubicBezTo>
                  <a:cubicBezTo>
                    <a:pt x="55880" y="50800"/>
                    <a:pt x="60960" y="55880"/>
                    <a:pt x="60960" y="60960"/>
                  </a:cubicBezTo>
                  <a:lnTo>
                    <a:pt x="60960" y="101600"/>
                  </a:ln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76200"/>
                    <a:pt x="86360" y="71120"/>
                    <a:pt x="91440" y="71120"/>
                  </a:cubicBezTo>
                  <a:cubicBezTo>
                    <a:pt x="96520" y="71120"/>
                    <a:pt x="101600" y="76200"/>
                    <a:pt x="101600" y="81280"/>
                  </a:cubicBezTo>
                  <a:lnTo>
                    <a:pt x="101600" y="101600"/>
                  </a:lnTo>
                  <a:lnTo>
                    <a:pt x="162560" y="101600"/>
                  </a:lnTo>
                  <a:lnTo>
                    <a:pt x="162560" y="60960"/>
                  </a:lnTo>
                  <a:cubicBezTo>
                    <a:pt x="162560" y="49530"/>
                    <a:pt x="171450" y="40640"/>
                    <a:pt x="182880" y="40640"/>
                  </a:cubicBezTo>
                  <a:cubicBezTo>
                    <a:pt x="187960" y="40640"/>
                    <a:pt x="193040" y="35560"/>
                    <a:pt x="193040" y="30480"/>
                  </a:cubicBezTo>
                  <a:cubicBezTo>
                    <a:pt x="193040" y="25400"/>
                    <a:pt x="187960" y="20320"/>
                    <a:pt x="182880" y="20320"/>
                  </a:cubicBezTo>
                  <a:lnTo>
                    <a:pt x="40640" y="20320"/>
                  </a:lnTo>
                  <a:close/>
                  <a:moveTo>
                    <a:pt x="20320" y="121920"/>
                  </a:moveTo>
                  <a:lnTo>
                    <a:pt x="20320" y="152400"/>
                  </a:lnTo>
                  <a:lnTo>
                    <a:pt x="50800" y="152400"/>
                  </a:lnTo>
                  <a:cubicBezTo>
                    <a:pt x="62230" y="152400"/>
                    <a:pt x="71120" y="161290"/>
                    <a:pt x="71120" y="172720"/>
                  </a:cubicBezTo>
                  <a:lnTo>
                    <a:pt x="71120" y="213360"/>
                  </a:lnTo>
                  <a:cubicBezTo>
                    <a:pt x="71120" y="224790"/>
                    <a:pt x="80010" y="233680"/>
                    <a:pt x="91440" y="233680"/>
                  </a:cubicBezTo>
                  <a:cubicBezTo>
                    <a:pt x="102870" y="233680"/>
                    <a:pt x="111760" y="224790"/>
                    <a:pt x="111760" y="213360"/>
                  </a:cubicBezTo>
                  <a:lnTo>
                    <a:pt x="111760" y="172720"/>
                  </a:lnTo>
                  <a:cubicBezTo>
                    <a:pt x="111760" y="161290"/>
                    <a:pt x="120650" y="152400"/>
                    <a:pt x="132080" y="152400"/>
                  </a:cubicBezTo>
                  <a:lnTo>
                    <a:pt x="162560" y="152400"/>
                  </a:lnTo>
                  <a:lnTo>
                    <a:pt x="162560" y="121920"/>
                  </a:lnTo>
                  <a:lnTo>
                    <a:pt x="20320" y="1219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71" name="Рисунок 2">
            <a:extLst>
              <a:ext uri="{FF2B5EF4-FFF2-40B4-BE49-F238E27FC236}">
                <a16:creationId xmlns:a16="http://schemas.microsoft.com/office/drawing/2014/main" id="{D391A9FA-1225-4940-BCD4-97F9C102438D}"/>
              </a:ext>
            </a:extLst>
          </p:cNvPr>
          <p:cNvGrpSpPr/>
          <p:nvPr/>
        </p:nvGrpSpPr>
        <p:grpSpPr>
          <a:xfrm>
            <a:off x="8414292" y="4447512"/>
            <a:ext cx="293369" cy="284480"/>
            <a:chOff x="8489950" y="4969509"/>
            <a:chExt cx="293369" cy="284480"/>
          </a:xfrm>
          <a:solidFill>
            <a:schemeClr val="bg1"/>
          </a:solidFill>
        </p:grpSpPr>
        <p:sp>
          <p:nvSpPr>
            <p:cNvPr id="472" name="Полилиния: фигура 852">
              <a:extLst>
                <a:ext uri="{FF2B5EF4-FFF2-40B4-BE49-F238E27FC236}">
                  <a16:creationId xmlns:a16="http://schemas.microsoft.com/office/drawing/2014/main" id="{B9630ACB-20EA-156B-E280-D8754C11DA47}"/>
                </a:ext>
              </a:extLst>
            </p:cNvPr>
            <p:cNvSpPr/>
            <p:nvPr/>
          </p:nvSpPr>
          <p:spPr>
            <a:xfrm>
              <a:off x="8489950" y="4969509"/>
              <a:ext cx="142240" cy="133350"/>
            </a:xfrm>
            <a:custGeom>
              <a:avLst/>
              <a:gdLst>
                <a:gd name="connsiteX0" fmla="*/ 71120 w 142240"/>
                <a:gd name="connsiteY0" fmla="*/ 0 h 133350"/>
                <a:gd name="connsiteX1" fmla="*/ 22860 w 142240"/>
                <a:gd name="connsiteY1" fmla="*/ 12700 h 133350"/>
                <a:gd name="connsiteX2" fmla="*/ 0 w 142240"/>
                <a:gd name="connsiteY2" fmla="*/ 48260 h 133350"/>
                <a:gd name="connsiteX3" fmla="*/ 0 w 142240"/>
                <a:gd name="connsiteY3" fmla="*/ 85090 h 133350"/>
                <a:gd name="connsiteX4" fmla="*/ 22860 w 142240"/>
                <a:gd name="connsiteY4" fmla="*/ 120650 h 133350"/>
                <a:gd name="connsiteX5" fmla="*/ 71120 w 142240"/>
                <a:gd name="connsiteY5" fmla="*/ 133350 h 133350"/>
                <a:gd name="connsiteX6" fmla="*/ 119380 w 142240"/>
                <a:gd name="connsiteY6" fmla="*/ 120650 h 133350"/>
                <a:gd name="connsiteX7" fmla="*/ 142240 w 142240"/>
                <a:gd name="connsiteY7" fmla="*/ 85090 h 133350"/>
                <a:gd name="connsiteX8" fmla="*/ 142240 w 142240"/>
                <a:gd name="connsiteY8" fmla="*/ 46990 h 133350"/>
                <a:gd name="connsiteX9" fmla="*/ 119380 w 142240"/>
                <a:gd name="connsiteY9" fmla="*/ 11430 h 133350"/>
                <a:gd name="connsiteX10" fmla="*/ 71120 w 142240"/>
                <a:gd name="connsiteY10" fmla="*/ 0 h 133350"/>
                <a:gd name="connsiteX11" fmla="*/ 20320 w 142240"/>
                <a:gd name="connsiteY11" fmla="*/ 46990 h 133350"/>
                <a:gd name="connsiteX12" fmla="*/ 33020 w 142240"/>
                <a:gd name="connsiteY12" fmla="*/ 29210 h 133350"/>
                <a:gd name="connsiteX13" fmla="*/ 71120 w 142240"/>
                <a:gd name="connsiteY13" fmla="*/ 20320 h 133350"/>
                <a:gd name="connsiteX14" fmla="*/ 109220 w 142240"/>
                <a:gd name="connsiteY14" fmla="*/ 29210 h 133350"/>
                <a:gd name="connsiteX15" fmla="*/ 121920 w 142240"/>
                <a:gd name="connsiteY15" fmla="*/ 46990 h 133350"/>
                <a:gd name="connsiteX16" fmla="*/ 121920 w 142240"/>
                <a:gd name="connsiteY16" fmla="*/ 55880 h 133350"/>
                <a:gd name="connsiteX17" fmla="*/ 110490 w 142240"/>
                <a:gd name="connsiteY17" fmla="*/ 67310 h 133350"/>
                <a:gd name="connsiteX18" fmla="*/ 71120 w 142240"/>
                <a:gd name="connsiteY18" fmla="*/ 77470 h 133350"/>
                <a:gd name="connsiteX19" fmla="*/ 62230 w 142240"/>
                <a:gd name="connsiteY19" fmla="*/ 77470 h 133350"/>
                <a:gd name="connsiteX20" fmla="*/ 53340 w 142240"/>
                <a:gd name="connsiteY20" fmla="*/ 83820 h 133350"/>
                <a:gd name="connsiteX21" fmla="*/ 59690 w 142240"/>
                <a:gd name="connsiteY21" fmla="*/ 92710 h 133350"/>
                <a:gd name="connsiteX22" fmla="*/ 69850 w 142240"/>
                <a:gd name="connsiteY22" fmla="*/ 92710 h 133350"/>
                <a:gd name="connsiteX23" fmla="*/ 116840 w 142240"/>
                <a:gd name="connsiteY23" fmla="*/ 81280 h 133350"/>
                <a:gd name="connsiteX24" fmla="*/ 120650 w 142240"/>
                <a:gd name="connsiteY24" fmla="*/ 78740 h 133350"/>
                <a:gd name="connsiteX25" fmla="*/ 120650 w 142240"/>
                <a:gd name="connsiteY25" fmla="*/ 85090 h 133350"/>
                <a:gd name="connsiteX26" fmla="*/ 107950 w 142240"/>
                <a:gd name="connsiteY26" fmla="*/ 102870 h 133350"/>
                <a:gd name="connsiteX27" fmla="*/ 69850 w 142240"/>
                <a:gd name="connsiteY27" fmla="*/ 111760 h 133350"/>
                <a:gd name="connsiteX28" fmla="*/ 31750 w 142240"/>
                <a:gd name="connsiteY28" fmla="*/ 102870 h 133350"/>
                <a:gd name="connsiteX29" fmla="*/ 19050 w 142240"/>
                <a:gd name="connsiteY29" fmla="*/ 85090 h 133350"/>
                <a:gd name="connsiteX30" fmla="*/ 19050 w 142240"/>
                <a:gd name="connsiteY30" fmla="*/ 78740 h 133350"/>
                <a:gd name="connsiteX31" fmla="*/ 24130 w 142240"/>
                <a:gd name="connsiteY31" fmla="*/ 81280 h 133350"/>
                <a:gd name="connsiteX32" fmla="*/ 34290 w 142240"/>
                <a:gd name="connsiteY32" fmla="*/ 78740 h 133350"/>
                <a:gd name="connsiteX33" fmla="*/ 31750 w 142240"/>
                <a:gd name="connsiteY33" fmla="*/ 68580 h 133350"/>
                <a:gd name="connsiteX34" fmla="*/ 19050 w 142240"/>
                <a:gd name="connsiteY34" fmla="*/ 57150 h 133350"/>
                <a:gd name="connsiteX35" fmla="*/ 19050 w 142240"/>
                <a:gd name="connsiteY35" fmla="*/ 4699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40" h="133350">
                  <a:moveTo>
                    <a:pt x="71120" y="0"/>
                  </a:moveTo>
                  <a:cubicBezTo>
                    <a:pt x="53340" y="0"/>
                    <a:pt x="35560" y="5080"/>
                    <a:pt x="22860" y="12700"/>
                  </a:cubicBezTo>
                  <a:cubicBezTo>
                    <a:pt x="10160" y="20320"/>
                    <a:pt x="0" y="33020"/>
                    <a:pt x="0" y="48260"/>
                  </a:cubicBezTo>
                  <a:lnTo>
                    <a:pt x="0" y="85090"/>
                  </a:lnTo>
                  <a:cubicBezTo>
                    <a:pt x="0" y="100330"/>
                    <a:pt x="10160" y="111760"/>
                    <a:pt x="22860" y="120650"/>
                  </a:cubicBezTo>
                  <a:cubicBezTo>
                    <a:pt x="35560" y="128270"/>
                    <a:pt x="53340" y="133350"/>
                    <a:pt x="71120" y="133350"/>
                  </a:cubicBezTo>
                  <a:cubicBezTo>
                    <a:pt x="88900" y="133350"/>
                    <a:pt x="106680" y="128270"/>
                    <a:pt x="119380" y="120650"/>
                  </a:cubicBezTo>
                  <a:cubicBezTo>
                    <a:pt x="132080" y="113030"/>
                    <a:pt x="142240" y="100330"/>
                    <a:pt x="142240" y="85090"/>
                  </a:cubicBezTo>
                  <a:lnTo>
                    <a:pt x="142240" y="46990"/>
                  </a:lnTo>
                  <a:cubicBezTo>
                    <a:pt x="142240" y="31750"/>
                    <a:pt x="132080" y="20320"/>
                    <a:pt x="119380" y="11430"/>
                  </a:cubicBezTo>
                  <a:cubicBezTo>
                    <a:pt x="105410" y="3810"/>
                    <a:pt x="88900" y="0"/>
                    <a:pt x="71120" y="0"/>
                  </a:cubicBezTo>
                  <a:close/>
                  <a:moveTo>
                    <a:pt x="20320" y="46990"/>
                  </a:moveTo>
                  <a:cubicBezTo>
                    <a:pt x="20320" y="41910"/>
                    <a:pt x="24130" y="35560"/>
                    <a:pt x="33020" y="29210"/>
                  </a:cubicBezTo>
                  <a:cubicBezTo>
                    <a:pt x="41910" y="24130"/>
                    <a:pt x="55880" y="20320"/>
                    <a:pt x="71120" y="20320"/>
                  </a:cubicBezTo>
                  <a:cubicBezTo>
                    <a:pt x="86360" y="20320"/>
                    <a:pt x="100330" y="24130"/>
                    <a:pt x="109220" y="29210"/>
                  </a:cubicBezTo>
                  <a:cubicBezTo>
                    <a:pt x="118110" y="34290"/>
                    <a:pt x="121920" y="41910"/>
                    <a:pt x="121920" y="46990"/>
                  </a:cubicBezTo>
                  <a:lnTo>
                    <a:pt x="121920" y="55880"/>
                  </a:lnTo>
                  <a:cubicBezTo>
                    <a:pt x="119380" y="59690"/>
                    <a:pt x="115570" y="63500"/>
                    <a:pt x="110490" y="67310"/>
                  </a:cubicBezTo>
                  <a:cubicBezTo>
                    <a:pt x="100330" y="73660"/>
                    <a:pt x="87630" y="77470"/>
                    <a:pt x="71120" y="77470"/>
                  </a:cubicBezTo>
                  <a:cubicBezTo>
                    <a:pt x="68580" y="77470"/>
                    <a:pt x="64770" y="77470"/>
                    <a:pt x="62230" y="77470"/>
                  </a:cubicBezTo>
                  <a:cubicBezTo>
                    <a:pt x="58420" y="77470"/>
                    <a:pt x="54610" y="80010"/>
                    <a:pt x="53340" y="83820"/>
                  </a:cubicBezTo>
                  <a:cubicBezTo>
                    <a:pt x="53340" y="87630"/>
                    <a:pt x="55880" y="91440"/>
                    <a:pt x="59690" y="92710"/>
                  </a:cubicBezTo>
                  <a:cubicBezTo>
                    <a:pt x="63500" y="92710"/>
                    <a:pt x="66040" y="92710"/>
                    <a:pt x="69850" y="92710"/>
                  </a:cubicBezTo>
                  <a:cubicBezTo>
                    <a:pt x="87630" y="92710"/>
                    <a:pt x="104140" y="88900"/>
                    <a:pt x="116840" y="81280"/>
                  </a:cubicBezTo>
                  <a:cubicBezTo>
                    <a:pt x="118110" y="80010"/>
                    <a:pt x="119380" y="80010"/>
                    <a:pt x="120650" y="78740"/>
                  </a:cubicBezTo>
                  <a:lnTo>
                    <a:pt x="120650" y="85090"/>
                  </a:lnTo>
                  <a:cubicBezTo>
                    <a:pt x="120650" y="90170"/>
                    <a:pt x="116840" y="96520"/>
                    <a:pt x="107950" y="102870"/>
                  </a:cubicBezTo>
                  <a:cubicBezTo>
                    <a:pt x="99060" y="107950"/>
                    <a:pt x="85090" y="111760"/>
                    <a:pt x="69850" y="111760"/>
                  </a:cubicBezTo>
                  <a:cubicBezTo>
                    <a:pt x="54610" y="111760"/>
                    <a:pt x="40640" y="107950"/>
                    <a:pt x="31750" y="102870"/>
                  </a:cubicBezTo>
                  <a:cubicBezTo>
                    <a:pt x="22860" y="97790"/>
                    <a:pt x="19050" y="90170"/>
                    <a:pt x="19050" y="85090"/>
                  </a:cubicBezTo>
                  <a:lnTo>
                    <a:pt x="19050" y="78740"/>
                  </a:lnTo>
                  <a:cubicBezTo>
                    <a:pt x="20320" y="80010"/>
                    <a:pt x="21590" y="81280"/>
                    <a:pt x="24130" y="81280"/>
                  </a:cubicBezTo>
                  <a:cubicBezTo>
                    <a:pt x="27940" y="83820"/>
                    <a:pt x="31750" y="82550"/>
                    <a:pt x="34290" y="78740"/>
                  </a:cubicBezTo>
                  <a:cubicBezTo>
                    <a:pt x="36830" y="74930"/>
                    <a:pt x="35560" y="69850"/>
                    <a:pt x="31750" y="68580"/>
                  </a:cubicBezTo>
                  <a:cubicBezTo>
                    <a:pt x="25400" y="64770"/>
                    <a:pt x="21590" y="60960"/>
                    <a:pt x="19050" y="57150"/>
                  </a:cubicBezTo>
                  <a:lnTo>
                    <a:pt x="19050" y="469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73" name="Полилиния: фигура 853">
              <a:extLst>
                <a:ext uri="{FF2B5EF4-FFF2-40B4-BE49-F238E27FC236}">
                  <a16:creationId xmlns:a16="http://schemas.microsoft.com/office/drawing/2014/main" id="{4B496366-11D8-7193-89D7-1901F04CA709}"/>
                </a:ext>
              </a:extLst>
            </p:cNvPr>
            <p:cNvSpPr/>
            <p:nvPr/>
          </p:nvSpPr>
          <p:spPr>
            <a:xfrm>
              <a:off x="8489950" y="5120640"/>
              <a:ext cx="142240" cy="133350"/>
            </a:xfrm>
            <a:custGeom>
              <a:avLst/>
              <a:gdLst>
                <a:gd name="connsiteX0" fmla="*/ 22860 w 142240"/>
                <a:gd name="connsiteY0" fmla="*/ 12700 h 133350"/>
                <a:gd name="connsiteX1" fmla="*/ 71120 w 142240"/>
                <a:gd name="connsiteY1" fmla="*/ 0 h 133350"/>
                <a:gd name="connsiteX2" fmla="*/ 119380 w 142240"/>
                <a:gd name="connsiteY2" fmla="*/ 12700 h 133350"/>
                <a:gd name="connsiteX3" fmla="*/ 142240 w 142240"/>
                <a:gd name="connsiteY3" fmla="*/ 48260 h 133350"/>
                <a:gd name="connsiteX4" fmla="*/ 142240 w 142240"/>
                <a:gd name="connsiteY4" fmla="*/ 85090 h 133350"/>
                <a:gd name="connsiteX5" fmla="*/ 119380 w 142240"/>
                <a:gd name="connsiteY5" fmla="*/ 120650 h 133350"/>
                <a:gd name="connsiteX6" fmla="*/ 71120 w 142240"/>
                <a:gd name="connsiteY6" fmla="*/ 133350 h 133350"/>
                <a:gd name="connsiteX7" fmla="*/ 22860 w 142240"/>
                <a:gd name="connsiteY7" fmla="*/ 120650 h 133350"/>
                <a:gd name="connsiteX8" fmla="*/ 0 w 142240"/>
                <a:gd name="connsiteY8" fmla="*/ 85090 h 133350"/>
                <a:gd name="connsiteX9" fmla="*/ 0 w 142240"/>
                <a:gd name="connsiteY9" fmla="*/ 48260 h 133350"/>
                <a:gd name="connsiteX10" fmla="*/ 22860 w 142240"/>
                <a:gd name="connsiteY10" fmla="*/ 12700 h 133350"/>
                <a:gd name="connsiteX11" fmla="*/ 33020 w 142240"/>
                <a:gd name="connsiteY11" fmla="*/ 30480 h 133350"/>
                <a:gd name="connsiteX12" fmla="*/ 20320 w 142240"/>
                <a:gd name="connsiteY12" fmla="*/ 48260 h 133350"/>
                <a:gd name="connsiteX13" fmla="*/ 20320 w 142240"/>
                <a:gd name="connsiteY13" fmla="*/ 57150 h 133350"/>
                <a:gd name="connsiteX14" fmla="*/ 33020 w 142240"/>
                <a:gd name="connsiteY14" fmla="*/ 68580 h 133350"/>
                <a:gd name="connsiteX15" fmla="*/ 35560 w 142240"/>
                <a:gd name="connsiteY15" fmla="*/ 78740 h 133350"/>
                <a:gd name="connsiteX16" fmla="*/ 25400 w 142240"/>
                <a:gd name="connsiteY16" fmla="*/ 81280 h 133350"/>
                <a:gd name="connsiteX17" fmla="*/ 20320 w 142240"/>
                <a:gd name="connsiteY17" fmla="*/ 78740 h 133350"/>
                <a:gd name="connsiteX18" fmla="*/ 20320 w 142240"/>
                <a:gd name="connsiteY18" fmla="*/ 85090 h 133350"/>
                <a:gd name="connsiteX19" fmla="*/ 33020 w 142240"/>
                <a:gd name="connsiteY19" fmla="*/ 102870 h 133350"/>
                <a:gd name="connsiteX20" fmla="*/ 71120 w 142240"/>
                <a:gd name="connsiteY20" fmla="*/ 111760 h 133350"/>
                <a:gd name="connsiteX21" fmla="*/ 109220 w 142240"/>
                <a:gd name="connsiteY21" fmla="*/ 102870 h 133350"/>
                <a:gd name="connsiteX22" fmla="*/ 121920 w 142240"/>
                <a:gd name="connsiteY22" fmla="*/ 85090 h 133350"/>
                <a:gd name="connsiteX23" fmla="*/ 121920 w 142240"/>
                <a:gd name="connsiteY23" fmla="*/ 78740 h 133350"/>
                <a:gd name="connsiteX24" fmla="*/ 118110 w 142240"/>
                <a:gd name="connsiteY24" fmla="*/ 81280 h 133350"/>
                <a:gd name="connsiteX25" fmla="*/ 71120 w 142240"/>
                <a:gd name="connsiteY25" fmla="*/ 92710 h 133350"/>
                <a:gd name="connsiteX26" fmla="*/ 60960 w 142240"/>
                <a:gd name="connsiteY26" fmla="*/ 92710 h 133350"/>
                <a:gd name="connsiteX27" fmla="*/ 54610 w 142240"/>
                <a:gd name="connsiteY27" fmla="*/ 83820 h 133350"/>
                <a:gd name="connsiteX28" fmla="*/ 63500 w 142240"/>
                <a:gd name="connsiteY28" fmla="*/ 77470 h 133350"/>
                <a:gd name="connsiteX29" fmla="*/ 72390 w 142240"/>
                <a:gd name="connsiteY29" fmla="*/ 77470 h 133350"/>
                <a:gd name="connsiteX30" fmla="*/ 111760 w 142240"/>
                <a:gd name="connsiteY30" fmla="*/ 67310 h 133350"/>
                <a:gd name="connsiteX31" fmla="*/ 123190 w 142240"/>
                <a:gd name="connsiteY31" fmla="*/ 55880 h 133350"/>
                <a:gd name="connsiteX32" fmla="*/ 123190 w 142240"/>
                <a:gd name="connsiteY32" fmla="*/ 48260 h 133350"/>
                <a:gd name="connsiteX33" fmla="*/ 110490 w 142240"/>
                <a:gd name="connsiteY33" fmla="*/ 30480 h 133350"/>
                <a:gd name="connsiteX34" fmla="*/ 72390 w 142240"/>
                <a:gd name="connsiteY34" fmla="*/ 21590 h 133350"/>
                <a:gd name="connsiteX35" fmla="*/ 33020 w 142240"/>
                <a:gd name="connsiteY35" fmla="*/ 3048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40" h="133350">
                  <a:moveTo>
                    <a:pt x="22860" y="12700"/>
                  </a:moveTo>
                  <a:cubicBezTo>
                    <a:pt x="35560" y="5080"/>
                    <a:pt x="53340" y="0"/>
                    <a:pt x="71120" y="0"/>
                  </a:cubicBezTo>
                  <a:cubicBezTo>
                    <a:pt x="88900" y="0"/>
                    <a:pt x="106680" y="5080"/>
                    <a:pt x="119380" y="12700"/>
                  </a:cubicBezTo>
                  <a:cubicBezTo>
                    <a:pt x="132080" y="20320"/>
                    <a:pt x="142240" y="33020"/>
                    <a:pt x="142240" y="48260"/>
                  </a:cubicBezTo>
                  <a:lnTo>
                    <a:pt x="142240" y="85090"/>
                  </a:lnTo>
                  <a:cubicBezTo>
                    <a:pt x="142240" y="100330"/>
                    <a:pt x="132080" y="111760"/>
                    <a:pt x="119380" y="120650"/>
                  </a:cubicBezTo>
                  <a:cubicBezTo>
                    <a:pt x="106680" y="128270"/>
                    <a:pt x="88900" y="133350"/>
                    <a:pt x="71120" y="133350"/>
                  </a:cubicBezTo>
                  <a:cubicBezTo>
                    <a:pt x="53340" y="133350"/>
                    <a:pt x="35560" y="128270"/>
                    <a:pt x="22860" y="120650"/>
                  </a:cubicBezTo>
                  <a:cubicBezTo>
                    <a:pt x="10160" y="113030"/>
                    <a:pt x="0" y="100330"/>
                    <a:pt x="0" y="85090"/>
                  </a:cubicBezTo>
                  <a:lnTo>
                    <a:pt x="0" y="48260"/>
                  </a:lnTo>
                  <a:cubicBezTo>
                    <a:pt x="0" y="33020"/>
                    <a:pt x="10160" y="20320"/>
                    <a:pt x="22860" y="12700"/>
                  </a:cubicBezTo>
                  <a:close/>
                  <a:moveTo>
                    <a:pt x="33020" y="30480"/>
                  </a:moveTo>
                  <a:cubicBezTo>
                    <a:pt x="24130" y="35560"/>
                    <a:pt x="20320" y="43180"/>
                    <a:pt x="20320" y="48260"/>
                  </a:cubicBezTo>
                  <a:lnTo>
                    <a:pt x="20320" y="57150"/>
                  </a:lnTo>
                  <a:cubicBezTo>
                    <a:pt x="22860" y="60960"/>
                    <a:pt x="26670" y="64770"/>
                    <a:pt x="33020" y="68580"/>
                  </a:cubicBezTo>
                  <a:cubicBezTo>
                    <a:pt x="36830" y="71120"/>
                    <a:pt x="38100" y="74930"/>
                    <a:pt x="35560" y="78740"/>
                  </a:cubicBezTo>
                  <a:cubicBezTo>
                    <a:pt x="33020" y="82550"/>
                    <a:pt x="29210" y="83820"/>
                    <a:pt x="25400" y="81280"/>
                  </a:cubicBezTo>
                  <a:cubicBezTo>
                    <a:pt x="24130" y="80010"/>
                    <a:pt x="21590" y="78740"/>
                    <a:pt x="20320" y="78740"/>
                  </a:cubicBezTo>
                  <a:lnTo>
                    <a:pt x="20320" y="85090"/>
                  </a:lnTo>
                  <a:cubicBezTo>
                    <a:pt x="20320" y="90170"/>
                    <a:pt x="24130" y="96520"/>
                    <a:pt x="33020" y="102870"/>
                  </a:cubicBezTo>
                  <a:cubicBezTo>
                    <a:pt x="41910" y="107950"/>
                    <a:pt x="55880" y="111760"/>
                    <a:pt x="71120" y="111760"/>
                  </a:cubicBezTo>
                  <a:cubicBezTo>
                    <a:pt x="86360" y="111760"/>
                    <a:pt x="100330" y="107950"/>
                    <a:pt x="109220" y="102870"/>
                  </a:cubicBezTo>
                  <a:cubicBezTo>
                    <a:pt x="118110" y="97790"/>
                    <a:pt x="121920" y="90170"/>
                    <a:pt x="121920" y="85090"/>
                  </a:cubicBezTo>
                  <a:lnTo>
                    <a:pt x="121920" y="78740"/>
                  </a:lnTo>
                  <a:cubicBezTo>
                    <a:pt x="120650" y="80010"/>
                    <a:pt x="119380" y="80010"/>
                    <a:pt x="118110" y="81280"/>
                  </a:cubicBezTo>
                  <a:cubicBezTo>
                    <a:pt x="105410" y="88900"/>
                    <a:pt x="88900" y="92710"/>
                    <a:pt x="71120" y="92710"/>
                  </a:cubicBezTo>
                  <a:cubicBezTo>
                    <a:pt x="67310" y="92710"/>
                    <a:pt x="64770" y="92710"/>
                    <a:pt x="60960" y="92710"/>
                  </a:cubicBezTo>
                  <a:cubicBezTo>
                    <a:pt x="57150" y="92710"/>
                    <a:pt x="53340" y="88900"/>
                    <a:pt x="54610" y="83820"/>
                  </a:cubicBezTo>
                  <a:cubicBezTo>
                    <a:pt x="54610" y="80010"/>
                    <a:pt x="58420" y="76200"/>
                    <a:pt x="63500" y="77470"/>
                  </a:cubicBezTo>
                  <a:cubicBezTo>
                    <a:pt x="66040" y="77470"/>
                    <a:pt x="68580" y="77470"/>
                    <a:pt x="72390" y="77470"/>
                  </a:cubicBezTo>
                  <a:cubicBezTo>
                    <a:pt x="87630" y="77470"/>
                    <a:pt x="101600" y="73660"/>
                    <a:pt x="111760" y="67310"/>
                  </a:cubicBezTo>
                  <a:cubicBezTo>
                    <a:pt x="116840" y="63500"/>
                    <a:pt x="120650" y="59690"/>
                    <a:pt x="123190" y="55880"/>
                  </a:cubicBezTo>
                  <a:lnTo>
                    <a:pt x="123190" y="48260"/>
                  </a:lnTo>
                  <a:cubicBezTo>
                    <a:pt x="123190" y="43180"/>
                    <a:pt x="119380" y="36830"/>
                    <a:pt x="110490" y="30480"/>
                  </a:cubicBezTo>
                  <a:cubicBezTo>
                    <a:pt x="101600" y="25400"/>
                    <a:pt x="87630" y="21590"/>
                    <a:pt x="72390" y="21590"/>
                  </a:cubicBezTo>
                  <a:cubicBezTo>
                    <a:pt x="55880" y="20320"/>
                    <a:pt x="41910" y="24130"/>
                    <a:pt x="3302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74" name="Полилиния: фигура 854">
              <a:extLst>
                <a:ext uri="{FF2B5EF4-FFF2-40B4-BE49-F238E27FC236}">
                  <a16:creationId xmlns:a16="http://schemas.microsoft.com/office/drawing/2014/main" id="{6C241523-6CAC-C13D-7EC1-F554F399713A}"/>
                </a:ext>
              </a:extLst>
            </p:cNvPr>
            <p:cNvSpPr/>
            <p:nvPr/>
          </p:nvSpPr>
          <p:spPr>
            <a:xfrm>
              <a:off x="8641080" y="5049520"/>
              <a:ext cx="142239" cy="133350"/>
            </a:xfrm>
            <a:custGeom>
              <a:avLst/>
              <a:gdLst>
                <a:gd name="connsiteX0" fmla="*/ 22860 w 142239"/>
                <a:gd name="connsiteY0" fmla="*/ 12700 h 133350"/>
                <a:gd name="connsiteX1" fmla="*/ 71120 w 142239"/>
                <a:gd name="connsiteY1" fmla="*/ 0 h 133350"/>
                <a:gd name="connsiteX2" fmla="*/ 119380 w 142239"/>
                <a:gd name="connsiteY2" fmla="*/ 12700 h 133350"/>
                <a:gd name="connsiteX3" fmla="*/ 142239 w 142239"/>
                <a:gd name="connsiteY3" fmla="*/ 48260 h 133350"/>
                <a:gd name="connsiteX4" fmla="*/ 142239 w 142239"/>
                <a:gd name="connsiteY4" fmla="*/ 85090 h 133350"/>
                <a:gd name="connsiteX5" fmla="*/ 119380 w 142239"/>
                <a:gd name="connsiteY5" fmla="*/ 120650 h 133350"/>
                <a:gd name="connsiteX6" fmla="*/ 71120 w 142239"/>
                <a:gd name="connsiteY6" fmla="*/ 133350 h 133350"/>
                <a:gd name="connsiteX7" fmla="*/ 22860 w 142239"/>
                <a:gd name="connsiteY7" fmla="*/ 120650 h 133350"/>
                <a:gd name="connsiteX8" fmla="*/ 0 w 142239"/>
                <a:gd name="connsiteY8" fmla="*/ 85090 h 133350"/>
                <a:gd name="connsiteX9" fmla="*/ 0 w 142239"/>
                <a:gd name="connsiteY9" fmla="*/ 48260 h 133350"/>
                <a:gd name="connsiteX10" fmla="*/ 22860 w 142239"/>
                <a:gd name="connsiteY10" fmla="*/ 12700 h 133350"/>
                <a:gd name="connsiteX11" fmla="*/ 34289 w 142239"/>
                <a:gd name="connsiteY11" fmla="*/ 30480 h 133350"/>
                <a:gd name="connsiteX12" fmla="*/ 21589 w 142239"/>
                <a:gd name="connsiteY12" fmla="*/ 48260 h 133350"/>
                <a:gd name="connsiteX13" fmla="*/ 21589 w 142239"/>
                <a:gd name="connsiteY13" fmla="*/ 57150 h 133350"/>
                <a:gd name="connsiteX14" fmla="*/ 34289 w 142239"/>
                <a:gd name="connsiteY14" fmla="*/ 68580 h 133350"/>
                <a:gd name="connsiteX15" fmla="*/ 36830 w 142239"/>
                <a:gd name="connsiteY15" fmla="*/ 78740 h 133350"/>
                <a:gd name="connsiteX16" fmla="*/ 26670 w 142239"/>
                <a:gd name="connsiteY16" fmla="*/ 81280 h 133350"/>
                <a:gd name="connsiteX17" fmla="*/ 21589 w 142239"/>
                <a:gd name="connsiteY17" fmla="*/ 78740 h 133350"/>
                <a:gd name="connsiteX18" fmla="*/ 21589 w 142239"/>
                <a:gd name="connsiteY18" fmla="*/ 85090 h 133350"/>
                <a:gd name="connsiteX19" fmla="*/ 34289 w 142239"/>
                <a:gd name="connsiteY19" fmla="*/ 102870 h 133350"/>
                <a:gd name="connsiteX20" fmla="*/ 72389 w 142239"/>
                <a:gd name="connsiteY20" fmla="*/ 111760 h 133350"/>
                <a:gd name="connsiteX21" fmla="*/ 110489 w 142239"/>
                <a:gd name="connsiteY21" fmla="*/ 102870 h 133350"/>
                <a:gd name="connsiteX22" fmla="*/ 123189 w 142239"/>
                <a:gd name="connsiteY22" fmla="*/ 85090 h 133350"/>
                <a:gd name="connsiteX23" fmla="*/ 123189 w 142239"/>
                <a:gd name="connsiteY23" fmla="*/ 78740 h 133350"/>
                <a:gd name="connsiteX24" fmla="*/ 119380 w 142239"/>
                <a:gd name="connsiteY24" fmla="*/ 81280 h 133350"/>
                <a:gd name="connsiteX25" fmla="*/ 72389 w 142239"/>
                <a:gd name="connsiteY25" fmla="*/ 92710 h 133350"/>
                <a:gd name="connsiteX26" fmla="*/ 62230 w 142239"/>
                <a:gd name="connsiteY26" fmla="*/ 92710 h 133350"/>
                <a:gd name="connsiteX27" fmla="*/ 55880 w 142239"/>
                <a:gd name="connsiteY27" fmla="*/ 83820 h 133350"/>
                <a:gd name="connsiteX28" fmla="*/ 64770 w 142239"/>
                <a:gd name="connsiteY28" fmla="*/ 77470 h 133350"/>
                <a:gd name="connsiteX29" fmla="*/ 73660 w 142239"/>
                <a:gd name="connsiteY29" fmla="*/ 77470 h 133350"/>
                <a:gd name="connsiteX30" fmla="*/ 113030 w 142239"/>
                <a:gd name="connsiteY30" fmla="*/ 67310 h 133350"/>
                <a:gd name="connsiteX31" fmla="*/ 124460 w 142239"/>
                <a:gd name="connsiteY31" fmla="*/ 55880 h 133350"/>
                <a:gd name="connsiteX32" fmla="*/ 124460 w 142239"/>
                <a:gd name="connsiteY32" fmla="*/ 46990 h 133350"/>
                <a:gd name="connsiteX33" fmla="*/ 111760 w 142239"/>
                <a:gd name="connsiteY33" fmla="*/ 29210 h 133350"/>
                <a:gd name="connsiteX34" fmla="*/ 73660 w 142239"/>
                <a:gd name="connsiteY34" fmla="*/ 20320 h 133350"/>
                <a:gd name="connsiteX35" fmla="*/ 34289 w 142239"/>
                <a:gd name="connsiteY35" fmla="*/ 3048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39" h="133350">
                  <a:moveTo>
                    <a:pt x="22860" y="12700"/>
                  </a:moveTo>
                  <a:cubicBezTo>
                    <a:pt x="35560" y="5080"/>
                    <a:pt x="53339" y="0"/>
                    <a:pt x="71120" y="0"/>
                  </a:cubicBezTo>
                  <a:cubicBezTo>
                    <a:pt x="88900" y="0"/>
                    <a:pt x="106680" y="5080"/>
                    <a:pt x="119380" y="12700"/>
                  </a:cubicBezTo>
                  <a:cubicBezTo>
                    <a:pt x="132080" y="20320"/>
                    <a:pt x="142239" y="33020"/>
                    <a:pt x="142239" y="48260"/>
                  </a:cubicBezTo>
                  <a:lnTo>
                    <a:pt x="142239" y="85090"/>
                  </a:lnTo>
                  <a:cubicBezTo>
                    <a:pt x="142239" y="100330"/>
                    <a:pt x="132080" y="111760"/>
                    <a:pt x="119380" y="120650"/>
                  </a:cubicBezTo>
                  <a:cubicBezTo>
                    <a:pt x="106680" y="128270"/>
                    <a:pt x="88900" y="133350"/>
                    <a:pt x="71120" y="133350"/>
                  </a:cubicBezTo>
                  <a:cubicBezTo>
                    <a:pt x="53339" y="133350"/>
                    <a:pt x="35560" y="128270"/>
                    <a:pt x="22860" y="120650"/>
                  </a:cubicBezTo>
                  <a:cubicBezTo>
                    <a:pt x="10160" y="113030"/>
                    <a:pt x="0" y="100330"/>
                    <a:pt x="0" y="85090"/>
                  </a:cubicBezTo>
                  <a:lnTo>
                    <a:pt x="0" y="48260"/>
                  </a:lnTo>
                  <a:cubicBezTo>
                    <a:pt x="0" y="33020"/>
                    <a:pt x="10160" y="20320"/>
                    <a:pt x="22860" y="12700"/>
                  </a:cubicBezTo>
                  <a:close/>
                  <a:moveTo>
                    <a:pt x="34289" y="30480"/>
                  </a:moveTo>
                  <a:cubicBezTo>
                    <a:pt x="25400" y="35560"/>
                    <a:pt x="21589" y="43180"/>
                    <a:pt x="21589" y="48260"/>
                  </a:cubicBezTo>
                  <a:lnTo>
                    <a:pt x="21589" y="57150"/>
                  </a:lnTo>
                  <a:cubicBezTo>
                    <a:pt x="24130" y="60960"/>
                    <a:pt x="27939" y="64770"/>
                    <a:pt x="34289" y="68580"/>
                  </a:cubicBezTo>
                  <a:cubicBezTo>
                    <a:pt x="38100" y="71120"/>
                    <a:pt x="39370" y="74930"/>
                    <a:pt x="36830" y="78740"/>
                  </a:cubicBezTo>
                  <a:cubicBezTo>
                    <a:pt x="34289" y="82550"/>
                    <a:pt x="30480" y="83820"/>
                    <a:pt x="26670" y="81280"/>
                  </a:cubicBezTo>
                  <a:cubicBezTo>
                    <a:pt x="25400" y="80010"/>
                    <a:pt x="22860" y="78740"/>
                    <a:pt x="21589" y="78740"/>
                  </a:cubicBezTo>
                  <a:lnTo>
                    <a:pt x="21589" y="85090"/>
                  </a:lnTo>
                  <a:cubicBezTo>
                    <a:pt x="21589" y="90170"/>
                    <a:pt x="25400" y="96520"/>
                    <a:pt x="34289" y="102870"/>
                  </a:cubicBezTo>
                  <a:cubicBezTo>
                    <a:pt x="43180" y="107950"/>
                    <a:pt x="57150" y="111760"/>
                    <a:pt x="72389" y="111760"/>
                  </a:cubicBezTo>
                  <a:cubicBezTo>
                    <a:pt x="87630" y="111760"/>
                    <a:pt x="101600" y="107950"/>
                    <a:pt x="110489" y="102870"/>
                  </a:cubicBezTo>
                  <a:cubicBezTo>
                    <a:pt x="119380" y="97790"/>
                    <a:pt x="123189" y="90170"/>
                    <a:pt x="123189" y="85090"/>
                  </a:cubicBezTo>
                  <a:lnTo>
                    <a:pt x="123189" y="78740"/>
                  </a:lnTo>
                  <a:cubicBezTo>
                    <a:pt x="121920" y="80010"/>
                    <a:pt x="120650" y="80010"/>
                    <a:pt x="119380" y="81280"/>
                  </a:cubicBezTo>
                  <a:cubicBezTo>
                    <a:pt x="106680" y="88900"/>
                    <a:pt x="90170" y="92710"/>
                    <a:pt x="72389" y="92710"/>
                  </a:cubicBezTo>
                  <a:cubicBezTo>
                    <a:pt x="68580" y="92710"/>
                    <a:pt x="66039" y="92710"/>
                    <a:pt x="62230" y="92710"/>
                  </a:cubicBezTo>
                  <a:cubicBezTo>
                    <a:pt x="58420" y="92710"/>
                    <a:pt x="54610" y="88900"/>
                    <a:pt x="55880" y="83820"/>
                  </a:cubicBezTo>
                  <a:cubicBezTo>
                    <a:pt x="55880" y="80010"/>
                    <a:pt x="59689" y="76200"/>
                    <a:pt x="64770" y="77470"/>
                  </a:cubicBezTo>
                  <a:cubicBezTo>
                    <a:pt x="67310" y="77470"/>
                    <a:pt x="69850" y="77470"/>
                    <a:pt x="73660" y="77470"/>
                  </a:cubicBezTo>
                  <a:cubicBezTo>
                    <a:pt x="88900" y="77470"/>
                    <a:pt x="102870" y="73660"/>
                    <a:pt x="113030" y="67310"/>
                  </a:cubicBezTo>
                  <a:cubicBezTo>
                    <a:pt x="118110" y="63500"/>
                    <a:pt x="121920" y="59690"/>
                    <a:pt x="124460" y="55880"/>
                  </a:cubicBezTo>
                  <a:lnTo>
                    <a:pt x="124460" y="46990"/>
                  </a:lnTo>
                  <a:cubicBezTo>
                    <a:pt x="124460" y="41910"/>
                    <a:pt x="120650" y="35560"/>
                    <a:pt x="111760" y="29210"/>
                  </a:cubicBezTo>
                  <a:cubicBezTo>
                    <a:pt x="102870" y="24130"/>
                    <a:pt x="88900" y="20320"/>
                    <a:pt x="73660" y="20320"/>
                  </a:cubicBezTo>
                  <a:cubicBezTo>
                    <a:pt x="55880" y="20320"/>
                    <a:pt x="43180" y="24130"/>
                    <a:pt x="34289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75" name="Рисунок 2">
            <a:extLst>
              <a:ext uri="{FF2B5EF4-FFF2-40B4-BE49-F238E27FC236}">
                <a16:creationId xmlns:a16="http://schemas.microsoft.com/office/drawing/2014/main" id="{5FF44CF1-AF0C-D177-669D-C9500ED02836}"/>
              </a:ext>
            </a:extLst>
          </p:cNvPr>
          <p:cNvGrpSpPr/>
          <p:nvPr/>
        </p:nvGrpSpPr>
        <p:grpSpPr>
          <a:xfrm>
            <a:off x="8968662" y="4431229"/>
            <a:ext cx="301488" cy="315114"/>
            <a:chOff x="9044320" y="4953226"/>
            <a:chExt cx="301488" cy="315114"/>
          </a:xfrm>
          <a:solidFill>
            <a:schemeClr val="bg1"/>
          </a:solidFill>
        </p:grpSpPr>
        <p:sp>
          <p:nvSpPr>
            <p:cNvPr id="476" name="Полилиния: фигура 861">
              <a:extLst>
                <a:ext uri="{FF2B5EF4-FFF2-40B4-BE49-F238E27FC236}">
                  <a16:creationId xmlns:a16="http://schemas.microsoft.com/office/drawing/2014/main" id="{25AA2BC1-E823-28CA-EA5B-ABA8A1FA2ED4}"/>
                </a:ext>
              </a:extLst>
            </p:cNvPr>
            <p:cNvSpPr/>
            <p:nvPr/>
          </p:nvSpPr>
          <p:spPr>
            <a:xfrm>
              <a:off x="9094146" y="4953226"/>
              <a:ext cx="113057" cy="125276"/>
            </a:xfrm>
            <a:custGeom>
              <a:avLst/>
              <a:gdLst>
                <a:gd name="connsiteX0" fmla="*/ 105734 w 113057"/>
                <a:gd name="connsiteY0" fmla="*/ 41683 h 125276"/>
                <a:gd name="connsiteX1" fmla="*/ 80334 w 113057"/>
                <a:gd name="connsiteY1" fmla="*/ 8663 h 125276"/>
                <a:gd name="connsiteX2" fmla="*/ 46044 w 113057"/>
                <a:gd name="connsiteY2" fmla="*/ 2313 h 125276"/>
                <a:gd name="connsiteX3" fmla="*/ 19373 w 113057"/>
                <a:gd name="connsiteY3" fmla="*/ 13743 h 125276"/>
                <a:gd name="connsiteX4" fmla="*/ 323 w 113057"/>
                <a:gd name="connsiteY4" fmla="*/ 42953 h 125276"/>
                <a:gd name="connsiteX5" fmla="*/ 6673 w 113057"/>
                <a:gd name="connsiteY5" fmla="*/ 83593 h 125276"/>
                <a:gd name="connsiteX6" fmla="*/ 32073 w 113057"/>
                <a:gd name="connsiteY6" fmla="*/ 116613 h 125276"/>
                <a:gd name="connsiteX7" fmla="*/ 66364 w 113057"/>
                <a:gd name="connsiteY7" fmla="*/ 122963 h 125276"/>
                <a:gd name="connsiteX8" fmla="*/ 93034 w 113057"/>
                <a:gd name="connsiteY8" fmla="*/ 111533 h 125276"/>
                <a:gd name="connsiteX9" fmla="*/ 112084 w 113057"/>
                <a:gd name="connsiteY9" fmla="*/ 82323 h 125276"/>
                <a:gd name="connsiteX10" fmla="*/ 105734 w 113057"/>
                <a:gd name="connsiteY10" fmla="*/ 41683 h 125276"/>
                <a:gd name="connsiteX11" fmla="*/ 54934 w 113057"/>
                <a:gd name="connsiteY11" fmla="*/ 20093 h 125276"/>
                <a:gd name="connsiteX12" fmla="*/ 68904 w 113057"/>
                <a:gd name="connsiteY12" fmla="*/ 23903 h 125276"/>
                <a:gd name="connsiteX13" fmla="*/ 86684 w 113057"/>
                <a:gd name="connsiteY13" fmla="*/ 49303 h 125276"/>
                <a:gd name="connsiteX14" fmla="*/ 91764 w 113057"/>
                <a:gd name="connsiteY14" fmla="*/ 79783 h 125276"/>
                <a:gd name="connsiteX15" fmla="*/ 84144 w 113057"/>
                <a:gd name="connsiteY15" fmla="*/ 93753 h 125276"/>
                <a:gd name="connsiteX16" fmla="*/ 77794 w 113057"/>
                <a:gd name="connsiteY16" fmla="*/ 96293 h 125276"/>
                <a:gd name="connsiteX17" fmla="*/ 67634 w 113057"/>
                <a:gd name="connsiteY17" fmla="*/ 91213 h 125276"/>
                <a:gd name="connsiteX18" fmla="*/ 48584 w 113057"/>
                <a:gd name="connsiteY18" fmla="*/ 64543 h 125276"/>
                <a:gd name="connsiteX19" fmla="*/ 46044 w 113057"/>
                <a:gd name="connsiteY19" fmla="*/ 58193 h 125276"/>
                <a:gd name="connsiteX20" fmla="*/ 35884 w 113057"/>
                <a:gd name="connsiteY20" fmla="*/ 53113 h 125276"/>
                <a:gd name="connsiteX21" fmla="*/ 30804 w 113057"/>
                <a:gd name="connsiteY21" fmla="*/ 63273 h 125276"/>
                <a:gd name="connsiteX22" fmla="*/ 33344 w 113057"/>
                <a:gd name="connsiteY22" fmla="*/ 70893 h 125276"/>
                <a:gd name="connsiteX23" fmla="*/ 57473 w 113057"/>
                <a:gd name="connsiteY23" fmla="*/ 102643 h 125276"/>
                <a:gd name="connsiteX24" fmla="*/ 57473 w 113057"/>
                <a:gd name="connsiteY24" fmla="*/ 102643 h 125276"/>
                <a:gd name="connsiteX25" fmla="*/ 54934 w 113057"/>
                <a:gd name="connsiteY25" fmla="*/ 103913 h 125276"/>
                <a:gd name="connsiteX26" fmla="*/ 40964 w 113057"/>
                <a:gd name="connsiteY26" fmla="*/ 100103 h 125276"/>
                <a:gd name="connsiteX27" fmla="*/ 21914 w 113057"/>
                <a:gd name="connsiteY27" fmla="*/ 74703 h 125276"/>
                <a:gd name="connsiteX28" fmla="*/ 16834 w 113057"/>
                <a:gd name="connsiteY28" fmla="*/ 44223 h 125276"/>
                <a:gd name="connsiteX29" fmla="*/ 24454 w 113057"/>
                <a:gd name="connsiteY29" fmla="*/ 30253 h 125276"/>
                <a:gd name="connsiteX30" fmla="*/ 26994 w 113057"/>
                <a:gd name="connsiteY30" fmla="*/ 28983 h 125276"/>
                <a:gd name="connsiteX31" fmla="*/ 26994 w 113057"/>
                <a:gd name="connsiteY31" fmla="*/ 30253 h 125276"/>
                <a:gd name="connsiteX32" fmla="*/ 33344 w 113057"/>
                <a:gd name="connsiteY32" fmla="*/ 39143 h 125276"/>
                <a:gd name="connsiteX33" fmla="*/ 42234 w 113057"/>
                <a:gd name="connsiteY33" fmla="*/ 32793 h 125276"/>
                <a:gd name="connsiteX34" fmla="*/ 46044 w 113057"/>
                <a:gd name="connsiteY34" fmla="*/ 21363 h 125276"/>
                <a:gd name="connsiteX35" fmla="*/ 54934 w 113057"/>
                <a:gd name="connsiteY35" fmla="*/ 20093 h 125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13057" h="125276">
                  <a:moveTo>
                    <a:pt x="105734" y="41683"/>
                  </a:moveTo>
                  <a:cubicBezTo>
                    <a:pt x="99384" y="27713"/>
                    <a:pt x="90494" y="16283"/>
                    <a:pt x="80334" y="8663"/>
                  </a:cubicBezTo>
                  <a:cubicBezTo>
                    <a:pt x="70173" y="1043"/>
                    <a:pt x="57473" y="-2767"/>
                    <a:pt x="46044" y="2313"/>
                  </a:cubicBezTo>
                  <a:lnTo>
                    <a:pt x="19373" y="13743"/>
                  </a:lnTo>
                  <a:cubicBezTo>
                    <a:pt x="6673" y="18823"/>
                    <a:pt x="1594" y="31523"/>
                    <a:pt x="323" y="42953"/>
                  </a:cubicBezTo>
                  <a:cubicBezTo>
                    <a:pt x="-946" y="55653"/>
                    <a:pt x="1594" y="69623"/>
                    <a:pt x="6673" y="83593"/>
                  </a:cubicBezTo>
                  <a:cubicBezTo>
                    <a:pt x="13023" y="97563"/>
                    <a:pt x="21914" y="108993"/>
                    <a:pt x="32073" y="116613"/>
                  </a:cubicBezTo>
                  <a:cubicBezTo>
                    <a:pt x="42234" y="124233"/>
                    <a:pt x="54934" y="128043"/>
                    <a:pt x="66364" y="122963"/>
                  </a:cubicBezTo>
                  <a:lnTo>
                    <a:pt x="93034" y="111533"/>
                  </a:lnTo>
                  <a:cubicBezTo>
                    <a:pt x="105734" y="106453"/>
                    <a:pt x="110814" y="93753"/>
                    <a:pt x="112084" y="82323"/>
                  </a:cubicBezTo>
                  <a:cubicBezTo>
                    <a:pt x="114623" y="70893"/>
                    <a:pt x="112084" y="55653"/>
                    <a:pt x="105734" y="41683"/>
                  </a:cubicBezTo>
                  <a:close/>
                  <a:moveTo>
                    <a:pt x="54934" y="20093"/>
                  </a:moveTo>
                  <a:cubicBezTo>
                    <a:pt x="57473" y="18823"/>
                    <a:pt x="62554" y="18823"/>
                    <a:pt x="68904" y="23903"/>
                  </a:cubicBezTo>
                  <a:cubicBezTo>
                    <a:pt x="75254" y="28983"/>
                    <a:pt x="82873" y="37873"/>
                    <a:pt x="86684" y="49303"/>
                  </a:cubicBezTo>
                  <a:cubicBezTo>
                    <a:pt x="91764" y="60733"/>
                    <a:pt x="93034" y="72163"/>
                    <a:pt x="91764" y="79783"/>
                  </a:cubicBezTo>
                  <a:cubicBezTo>
                    <a:pt x="90494" y="88673"/>
                    <a:pt x="87954" y="92483"/>
                    <a:pt x="84144" y="93753"/>
                  </a:cubicBezTo>
                  <a:lnTo>
                    <a:pt x="77794" y="96293"/>
                  </a:lnTo>
                  <a:cubicBezTo>
                    <a:pt x="75254" y="95023"/>
                    <a:pt x="71444" y="93753"/>
                    <a:pt x="67634" y="91213"/>
                  </a:cubicBezTo>
                  <a:cubicBezTo>
                    <a:pt x="60014" y="86133"/>
                    <a:pt x="53664" y="77243"/>
                    <a:pt x="48584" y="64543"/>
                  </a:cubicBezTo>
                  <a:cubicBezTo>
                    <a:pt x="47314" y="62003"/>
                    <a:pt x="47314" y="60733"/>
                    <a:pt x="46044" y="58193"/>
                  </a:cubicBezTo>
                  <a:cubicBezTo>
                    <a:pt x="44773" y="54383"/>
                    <a:pt x="40964" y="51843"/>
                    <a:pt x="35884" y="53113"/>
                  </a:cubicBezTo>
                  <a:cubicBezTo>
                    <a:pt x="32073" y="54383"/>
                    <a:pt x="29534" y="58193"/>
                    <a:pt x="30804" y="63273"/>
                  </a:cubicBezTo>
                  <a:cubicBezTo>
                    <a:pt x="32073" y="65813"/>
                    <a:pt x="32073" y="68353"/>
                    <a:pt x="33344" y="70893"/>
                  </a:cubicBezTo>
                  <a:cubicBezTo>
                    <a:pt x="39694" y="84863"/>
                    <a:pt x="47314" y="96293"/>
                    <a:pt x="57473" y="102643"/>
                  </a:cubicBezTo>
                  <a:cubicBezTo>
                    <a:pt x="57473" y="102643"/>
                    <a:pt x="57473" y="102643"/>
                    <a:pt x="57473" y="102643"/>
                  </a:cubicBezTo>
                  <a:lnTo>
                    <a:pt x="54934" y="103913"/>
                  </a:lnTo>
                  <a:cubicBezTo>
                    <a:pt x="52394" y="105183"/>
                    <a:pt x="47314" y="105183"/>
                    <a:pt x="40964" y="100103"/>
                  </a:cubicBezTo>
                  <a:cubicBezTo>
                    <a:pt x="34614" y="95023"/>
                    <a:pt x="26994" y="86133"/>
                    <a:pt x="21914" y="74703"/>
                  </a:cubicBezTo>
                  <a:cubicBezTo>
                    <a:pt x="16834" y="63273"/>
                    <a:pt x="15564" y="51843"/>
                    <a:pt x="16834" y="44223"/>
                  </a:cubicBezTo>
                  <a:cubicBezTo>
                    <a:pt x="18104" y="35333"/>
                    <a:pt x="20644" y="31523"/>
                    <a:pt x="24454" y="30253"/>
                  </a:cubicBezTo>
                  <a:lnTo>
                    <a:pt x="26994" y="28983"/>
                  </a:lnTo>
                  <a:cubicBezTo>
                    <a:pt x="26994" y="28983"/>
                    <a:pt x="26994" y="30253"/>
                    <a:pt x="26994" y="30253"/>
                  </a:cubicBezTo>
                  <a:cubicBezTo>
                    <a:pt x="26994" y="34063"/>
                    <a:pt x="29534" y="37873"/>
                    <a:pt x="33344" y="39143"/>
                  </a:cubicBezTo>
                  <a:cubicBezTo>
                    <a:pt x="37154" y="39143"/>
                    <a:pt x="40964" y="36603"/>
                    <a:pt x="42234" y="32793"/>
                  </a:cubicBezTo>
                  <a:cubicBezTo>
                    <a:pt x="42234" y="27713"/>
                    <a:pt x="43504" y="23903"/>
                    <a:pt x="46044" y="21363"/>
                  </a:cubicBezTo>
                  <a:lnTo>
                    <a:pt x="54934" y="200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77" name="Полилиния: фигура 862">
              <a:extLst>
                <a:ext uri="{FF2B5EF4-FFF2-40B4-BE49-F238E27FC236}">
                  <a16:creationId xmlns:a16="http://schemas.microsoft.com/office/drawing/2014/main" id="{5FFACF3A-20FE-856A-FDFE-BB8E6A9AA8C5}"/>
                </a:ext>
              </a:extLst>
            </p:cNvPr>
            <p:cNvSpPr/>
            <p:nvPr/>
          </p:nvSpPr>
          <p:spPr>
            <a:xfrm>
              <a:off x="9044320" y="5099136"/>
              <a:ext cx="168879" cy="169204"/>
            </a:xfrm>
            <a:custGeom>
              <a:avLst/>
              <a:gdLst>
                <a:gd name="connsiteX0" fmla="*/ 88250 w 168879"/>
                <a:gd name="connsiteY0" fmla="*/ 2453 h 169204"/>
                <a:gd name="connsiteX1" fmla="*/ 137780 w 168879"/>
                <a:gd name="connsiteY1" fmla="*/ 31663 h 169204"/>
                <a:gd name="connsiteX2" fmla="*/ 166990 w 168879"/>
                <a:gd name="connsiteY2" fmla="*/ 81193 h 169204"/>
                <a:gd name="connsiteX3" fmla="*/ 156830 w 168879"/>
                <a:gd name="connsiteY3" fmla="*/ 126913 h 169204"/>
                <a:gd name="connsiteX4" fmla="*/ 126350 w 168879"/>
                <a:gd name="connsiteY4" fmla="*/ 157393 h 169204"/>
                <a:gd name="connsiteX5" fmla="*/ 80630 w 168879"/>
                <a:gd name="connsiteY5" fmla="*/ 167553 h 169204"/>
                <a:gd name="connsiteX6" fmla="*/ 31100 w 168879"/>
                <a:gd name="connsiteY6" fmla="*/ 138343 h 169204"/>
                <a:gd name="connsiteX7" fmla="*/ 1890 w 168879"/>
                <a:gd name="connsiteY7" fmla="*/ 88813 h 169204"/>
                <a:gd name="connsiteX8" fmla="*/ 12050 w 168879"/>
                <a:gd name="connsiteY8" fmla="*/ 43093 h 169204"/>
                <a:gd name="connsiteX9" fmla="*/ 42530 w 168879"/>
                <a:gd name="connsiteY9" fmla="*/ 12613 h 169204"/>
                <a:gd name="connsiteX10" fmla="*/ 88250 w 168879"/>
                <a:gd name="connsiteY10" fmla="*/ 2453 h 169204"/>
                <a:gd name="connsiteX11" fmla="*/ 84440 w 168879"/>
                <a:gd name="connsiteY11" fmla="*/ 21503 h 169204"/>
                <a:gd name="connsiteX12" fmla="*/ 57770 w 168879"/>
                <a:gd name="connsiteY12" fmla="*/ 26583 h 169204"/>
                <a:gd name="connsiteX13" fmla="*/ 51420 w 168879"/>
                <a:gd name="connsiteY13" fmla="*/ 32933 h 169204"/>
                <a:gd name="connsiteX14" fmla="*/ 51420 w 168879"/>
                <a:gd name="connsiteY14" fmla="*/ 54523 h 169204"/>
                <a:gd name="connsiteX15" fmla="*/ 46340 w 168879"/>
                <a:gd name="connsiteY15" fmla="*/ 63413 h 169204"/>
                <a:gd name="connsiteX16" fmla="*/ 37450 w 168879"/>
                <a:gd name="connsiteY16" fmla="*/ 58333 h 169204"/>
                <a:gd name="connsiteX17" fmla="*/ 36180 w 168879"/>
                <a:gd name="connsiteY17" fmla="*/ 49443 h 169204"/>
                <a:gd name="connsiteX18" fmla="*/ 28560 w 168879"/>
                <a:gd name="connsiteY18" fmla="*/ 57063 h 169204"/>
                <a:gd name="connsiteX19" fmla="*/ 24750 w 168879"/>
                <a:gd name="connsiteY19" fmla="*/ 83733 h 169204"/>
                <a:gd name="connsiteX20" fmla="*/ 48880 w 168879"/>
                <a:gd name="connsiteY20" fmla="*/ 123103 h 169204"/>
                <a:gd name="connsiteX21" fmla="*/ 89520 w 168879"/>
                <a:gd name="connsiteY21" fmla="*/ 147233 h 169204"/>
                <a:gd name="connsiteX22" fmla="*/ 116190 w 168879"/>
                <a:gd name="connsiteY22" fmla="*/ 142153 h 169204"/>
                <a:gd name="connsiteX23" fmla="*/ 123810 w 168879"/>
                <a:gd name="connsiteY23" fmla="*/ 134533 h 169204"/>
                <a:gd name="connsiteX24" fmla="*/ 116190 w 168879"/>
                <a:gd name="connsiteY24" fmla="*/ 133263 h 169204"/>
                <a:gd name="connsiteX25" fmla="*/ 67930 w 168879"/>
                <a:gd name="connsiteY25" fmla="*/ 105323 h 169204"/>
                <a:gd name="connsiteX26" fmla="*/ 60310 w 168879"/>
                <a:gd name="connsiteY26" fmla="*/ 96433 h 169204"/>
                <a:gd name="connsiteX27" fmla="*/ 61580 w 168879"/>
                <a:gd name="connsiteY27" fmla="*/ 86273 h 169204"/>
                <a:gd name="connsiteX28" fmla="*/ 71740 w 168879"/>
                <a:gd name="connsiteY28" fmla="*/ 87543 h 169204"/>
                <a:gd name="connsiteX29" fmla="*/ 79360 w 168879"/>
                <a:gd name="connsiteY29" fmla="*/ 95163 h 169204"/>
                <a:gd name="connsiteX30" fmla="*/ 121270 w 168879"/>
                <a:gd name="connsiteY30" fmla="*/ 119293 h 169204"/>
                <a:gd name="connsiteX31" fmla="*/ 141590 w 168879"/>
                <a:gd name="connsiteY31" fmla="*/ 119293 h 169204"/>
                <a:gd name="connsiteX32" fmla="*/ 147940 w 168879"/>
                <a:gd name="connsiteY32" fmla="*/ 112943 h 169204"/>
                <a:gd name="connsiteX33" fmla="*/ 151750 w 168879"/>
                <a:gd name="connsiteY33" fmla="*/ 86273 h 169204"/>
                <a:gd name="connsiteX34" fmla="*/ 127620 w 168879"/>
                <a:gd name="connsiteY34" fmla="*/ 46903 h 169204"/>
                <a:gd name="connsiteX35" fmla="*/ 84440 w 168879"/>
                <a:gd name="connsiteY35" fmla="*/ 21503 h 16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68879" h="169204">
                  <a:moveTo>
                    <a:pt x="88250" y="2453"/>
                  </a:moveTo>
                  <a:cubicBezTo>
                    <a:pt x="104760" y="6263"/>
                    <a:pt x="122540" y="16423"/>
                    <a:pt x="137780" y="31663"/>
                  </a:cubicBezTo>
                  <a:cubicBezTo>
                    <a:pt x="153020" y="46903"/>
                    <a:pt x="163180" y="64683"/>
                    <a:pt x="166990" y="81193"/>
                  </a:cubicBezTo>
                  <a:cubicBezTo>
                    <a:pt x="170800" y="97703"/>
                    <a:pt x="169530" y="115483"/>
                    <a:pt x="156830" y="126913"/>
                  </a:cubicBezTo>
                  <a:lnTo>
                    <a:pt x="126350" y="157393"/>
                  </a:lnTo>
                  <a:cubicBezTo>
                    <a:pt x="114920" y="168823"/>
                    <a:pt x="97140" y="171363"/>
                    <a:pt x="80630" y="167553"/>
                  </a:cubicBezTo>
                  <a:cubicBezTo>
                    <a:pt x="64120" y="163743"/>
                    <a:pt x="46340" y="153583"/>
                    <a:pt x="31100" y="138343"/>
                  </a:cubicBezTo>
                  <a:cubicBezTo>
                    <a:pt x="15860" y="123103"/>
                    <a:pt x="5700" y="105323"/>
                    <a:pt x="1890" y="88813"/>
                  </a:cubicBezTo>
                  <a:cubicBezTo>
                    <a:pt x="-1920" y="72303"/>
                    <a:pt x="-650" y="54523"/>
                    <a:pt x="12050" y="43093"/>
                  </a:cubicBezTo>
                  <a:lnTo>
                    <a:pt x="42530" y="12613"/>
                  </a:lnTo>
                  <a:cubicBezTo>
                    <a:pt x="53960" y="-87"/>
                    <a:pt x="71740" y="-2627"/>
                    <a:pt x="88250" y="2453"/>
                  </a:cubicBezTo>
                  <a:close/>
                  <a:moveTo>
                    <a:pt x="84440" y="21503"/>
                  </a:moveTo>
                  <a:cubicBezTo>
                    <a:pt x="71740" y="18963"/>
                    <a:pt x="62850" y="20233"/>
                    <a:pt x="57770" y="26583"/>
                  </a:cubicBezTo>
                  <a:lnTo>
                    <a:pt x="51420" y="32933"/>
                  </a:lnTo>
                  <a:cubicBezTo>
                    <a:pt x="50150" y="39283"/>
                    <a:pt x="50150" y="45633"/>
                    <a:pt x="51420" y="54523"/>
                  </a:cubicBezTo>
                  <a:cubicBezTo>
                    <a:pt x="52690" y="58333"/>
                    <a:pt x="50150" y="62143"/>
                    <a:pt x="46340" y="63413"/>
                  </a:cubicBezTo>
                  <a:cubicBezTo>
                    <a:pt x="42530" y="64683"/>
                    <a:pt x="38720" y="62143"/>
                    <a:pt x="37450" y="58333"/>
                  </a:cubicBezTo>
                  <a:cubicBezTo>
                    <a:pt x="36180" y="55793"/>
                    <a:pt x="36180" y="51983"/>
                    <a:pt x="36180" y="49443"/>
                  </a:cubicBezTo>
                  <a:lnTo>
                    <a:pt x="28560" y="57063"/>
                  </a:lnTo>
                  <a:cubicBezTo>
                    <a:pt x="23480" y="62143"/>
                    <a:pt x="20940" y="71033"/>
                    <a:pt x="24750" y="83733"/>
                  </a:cubicBezTo>
                  <a:cubicBezTo>
                    <a:pt x="27290" y="96433"/>
                    <a:pt x="36180" y="110403"/>
                    <a:pt x="48880" y="123103"/>
                  </a:cubicBezTo>
                  <a:cubicBezTo>
                    <a:pt x="61580" y="135803"/>
                    <a:pt x="76820" y="143423"/>
                    <a:pt x="89520" y="147233"/>
                  </a:cubicBezTo>
                  <a:cubicBezTo>
                    <a:pt x="102220" y="149773"/>
                    <a:pt x="111110" y="148503"/>
                    <a:pt x="116190" y="142153"/>
                  </a:cubicBezTo>
                  <a:lnTo>
                    <a:pt x="123810" y="134533"/>
                  </a:lnTo>
                  <a:cubicBezTo>
                    <a:pt x="121270" y="134533"/>
                    <a:pt x="118730" y="133263"/>
                    <a:pt x="116190" y="133263"/>
                  </a:cubicBezTo>
                  <a:cubicBezTo>
                    <a:pt x="99680" y="129453"/>
                    <a:pt x="81900" y="119293"/>
                    <a:pt x="67930" y="105323"/>
                  </a:cubicBezTo>
                  <a:cubicBezTo>
                    <a:pt x="65390" y="102783"/>
                    <a:pt x="62850" y="100243"/>
                    <a:pt x="60310" y="96433"/>
                  </a:cubicBezTo>
                  <a:cubicBezTo>
                    <a:pt x="57770" y="92623"/>
                    <a:pt x="57770" y="88813"/>
                    <a:pt x="61580" y="86273"/>
                  </a:cubicBezTo>
                  <a:cubicBezTo>
                    <a:pt x="65390" y="83733"/>
                    <a:pt x="69200" y="83733"/>
                    <a:pt x="71740" y="87543"/>
                  </a:cubicBezTo>
                  <a:cubicBezTo>
                    <a:pt x="74280" y="90083"/>
                    <a:pt x="76820" y="92623"/>
                    <a:pt x="79360" y="95163"/>
                  </a:cubicBezTo>
                  <a:cubicBezTo>
                    <a:pt x="92060" y="107863"/>
                    <a:pt x="107300" y="116753"/>
                    <a:pt x="121270" y="119293"/>
                  </a:cubicBezTo>
                  <a:cubicBezTo>
                    <a:pt x="128890" y="121833"/>
                    <a:pt x="136510" y="120563"/>
                    <a:pt x="141590" y="119293"/>
                  </a:cubicBezTo>
                  <a:lnTo>
                    <a:pt x="147940" y="112943"/>
                  </a:lnTo>
                  <a:cubicBezTo>
                    <a:pt x="153020" y="107863"/>
                    <a:pt x="155560" y="98973"/>
                    <a:pt x="151750" y="86273"/>
                  </a:cubicBezTo>
                  <a:cubicBezTo>
                    <a:pt x="149210" y="73573"/>
                    <a:pt x="140320" y="59603"/>
                    <a:pt x="127620" y="46903"/>
                  </a:cubicBezTo>
                  <a:cubicBezTo>
                    <a:pt x="111110" y="32933"/>
                    <a:pt x="97140" y="25313"/>
                    <a:pt x="84440" y="2150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78" name="Полилиния: фигура 863">
              <a:extLst>
                <a:ext uri="{FF2B5EF4-FFF2-40B4-BE49-F238E27FC236}">
                  <a16:creationId xmlns:a16="http://schemas.microsoft.com/office/drawing/2014/main" id="{E22BCAB7-5A86-C5D9-204E-E0C88131ED86}"/>
                </a:ext>
              </a:extLst>
            </p:cNvPr>
            <p:cNvSpPr/>
            <p:nvPr/>
          </p:nvSpPr>
          <p:spPr>
            <a:xfrm>
              <a:off x="9206351" y="5034787"/>
              <a:ext cx="139457" cy="137414"/>
            </a:xfrm>
            <a:custGeom>
              <a:avLst/>
              <a:gdLst>
                <a:gd name="connsiteX0" fmla="*/ 2418 w 139457"/>
                <a:gd name="connsiteY0" fmla="*/ 59182 h 137414"/>
                <a:gd name="connsiteX1" fmla="*/ 30358 w 139457"/>
                <a:gd name="connsiteY1" fmla="*/ 21082 h 137414"/>
                <a:gd name="connsiteX2" fmla="*/ 72268 w 139457"/>
                <a:gd name="connsiteY2" fmla="*/ 762 h 137414"/>
                <a:gd name="connsiteX3" fmla="*/ 110368 w 139457"/>
                <a:gd name="connsiteY3" fmla="*/ 12192 h 137414"/>
                <a:gd name="connsiteX4" fmla="*/ 131958 w 139457"/>
                <a:gd name="connsiteY4" fmla="*/ 38862 h 137414"/>
                <a:gd name="connsiteX5" fmla="*/ 137039 w 139457"/>
                <a:gd name="connsiteY5" fmla="*/ 78232 h 137414"/>
                <a:gd name="connsiteX6" fmla="*/ 109099 w 139457"/>
                <a:gd name="connsiteY6" fmla="*/ 116332 h 137414"/>
                <a:gd name="connsiteX7" fmla="*/ 67189 w 139457"/>
                <a:gd name="connsiteY7" fmla="*/ 136652 h 137414"/>
                <a:gd name="connsiteX8" fmla="*/ 29089 w 139457"/>
                <a:gd name="connsiteY8" fmla="*/ 125222 h 137414"/>
                <a:gd name="connsiteX9" fmla="*/ 7499 w 139457"/>
                <a:gd name="connsiteY9" fmla="*/ 98552 h 137414"/>
                <a:gd name="connsiteX10" fmla="*/ 2418 w 139457"/>
                <a:gd name="connsiteY10" fmla="*/ 59182 h 137414"/>
                <a:gd name="connsiteX11" fmla="*/ 22739 w 139457"/>
                <a:gd name="connsiteY11" fmla="*/ 65532 h 137414"/>
                <a:gd name="connsiteX12" fmla="*/ 24008 w 139457"/>
                <a:gd name="connsiteY12" fmla="*/ 85852 h 137414"/>
                <a:gd name="connsiteX13" fmla="*/ 29089 w 139457"/>
                <a:gd name="connsiteY13" fmla="*/ 92202 h 137414"/>
                <a:gd name="connsiteX14" fmla="*/ 44329 w 139457"/>
                <a:gd name="connsiteY14" fmla="*/ 93472 h 137414"/>
                <a:gd name="connsiteX15" fmla="*/ 53218 w 139457"/>
                <a:gd name="connsiteY15" fmla="*/ 99822 h 137414"/>
                <a:gd name="connsiteX16" fmla="*/ 46868 w 139457"/>
                <a:gd name="connsiteY16" fmla="*/ 108712 h 137414"/>
                <a:gd name="connsiteX17" fmla="*/ 43058 w 139457"/>
                <a:gd name="connsiteY17" fmla="*/ 108712 h 137414"/>
                <a:gd name="connsiteX18" fmla="*/ 46868 w 139457"/>
                <a:gd name="connsiteY18" fmla="*/ 112522 h 137414"/>
                <a:gd name="connsiteX19" fmla="*/ 65918 w 139457"/>
                <a:gd name="connsiteY19" fmla="*/ 117602 h 137414"/>
                <a:gd name="connsiteX20" fmla="*/ 98939 w 139457"/>
                <a:gd name="connsiteY20" fmla="*/ 102362 h 137414"/>
                <a:gd name="connsiteX21" fmla="*/ 120529 w 139457"/>
                <a:gd name="connsiteY21" fmla="*/ 73152 h 137414"/>
                <a:gd name="connsiteX22" fmla="*/ 119258 w 139457"/>
                <a:gd name="connsiteY22" fmla="*/ 52832 h 137414"/>
                <a:gd name="connsiteX23" fmla="*/ 115449 w 139457"/>
                <a:gd name="connsiteY23" fmla="*/ 49022 h 137414"/>
                <a:gd name="connsiteX24" fmla="*/ 114179 w 139457"/>
                <a:gd name="connsiteY24" fmla="*/ 51562 h 137414"/>
                <a:gd name="connsiteX25" fmla="*/ 87508 w 139457"/>
                <a:gd name="connsiteY25" fmla="*/ 88392 h 137414"/>
                <a:gd name="connsiteX26" fmla="*/ 79889 w 139457"/>
                <a:gd name="connsiteY26" fmla="*/ 93472 h 137414"/>
                <a:gd name="connsiteX27" fmla="*/ 69729 w 139457"/>
                <a:gd name="connsiteY27" fmla="*/ 90932 h 137414"/>
                <a:gd name="connsiteX28" fmla="*/ 72268 w 139457"/>
                <a:gd name="connsiteY28" fmla="*/ 80772 h 137414"/>
                <a:gd name="connsiteX29" fmla="*/ 78618 w 139457"/>
                <a:gd name="connsiteY29" fmla="*/ 75692 h 137414"/>
                <a:gd name="connsiteX30" fmla="*/ 100208 w 139457"/>
                <a:gd name="connsiteY30" fmla="*/ 45212 h 137414"/>
                <a:gd name="connsiteX31" fmla="*/ 102749 w 139457"/>
                <a:gd name="connsiteY31" fmla="*/ 31242 h 137414"/>
                <a:gd name="connsiteX32" fmla="*/ 97668 w 139457"/>
                <a:gd name="connsiteY32" fmla="*/ 24892 h 137414"/>
                <a:gd name="connsiteX33" fmla="*/ 78618 w 139457"/>
                <a:gd name="connsiteY33" fmla="*/ 19812 h 137414"/>
                <a:gd name="connsiteX34" fmla="*/ 45599 w 139457"/>
                <a:gd name="connsiteY34" fmla="*/ 35052 h 137414"/>
                <a:gd name="connsiteX35" fmla="*/ 22739 w 139457"/>
                <a:gd name="connsiteY35" fmla="*/ 65532 h 13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39457" h="137414">
                  <a:moveTo>
                    <a:pt x="2418" y="59182"/>
                  </a:moveTo>
                  <a:cubicBezTo>
                    <a:pt x="7499" y="45212"/>
                    <a:pt x="16389" y="32512"/>
                    <a:pt x="30358" y="21082"/>
                  </a:cubicBezTo>
                  <a:cubicBezTo>
                    <a:pt x="43058" y="9652"/>
                    <a:pt x="58299" y="3302"/>
                    <a:pt x="72268" y="762"/>
                  </a:cubicBezTo>
                  <a:cubicBezTo>
                    <a:pt x="86239" y="-1778"/>
                    <a:pt x="100208" y="2032"/>
                    <a:pt x="110368" y="12192"/>
                  </a:cubicBezTo>
                  <a:lnTo>
                    <a:pt x="131958" y="38862"/>
                  </a:lnTo>
                  <a:cubicBezTo>
                    <a:pt x="140849" y="50292"/>
                    <a:pt x="140849" y="65532"/>
                    <a:pt x="137039" y="78232"/>
                  </a:cubicBezTo>
                  <a:cubicBezTo>
                    <a:pt x="131958" y="92202"/>
                    <a:pt x="123068" y="104902"/>
                    <a:pt x="109099" y="116332"/>
                  </a:cubicBezTo>
                  <a:cubicBezTo>
                    <a:pt x="96399" y="127762"/>
                    <a:pt x="81158" y="134112"/>
                    <a:pt x="67189" y="136652"/>
                  </a:cubicBezTo>
                  <a:cubicBezTo>
                    <a:pt x="53218" y="139192"/>
                    <a:pt x="39249" y="135382"/>
                    <a:pt x="29089" y="125222"/>
                  </a:cubicBezTo>
                  <a:lnTo>
                    <a:pt x="7499" y="98552"/>
                  </a:lnTo>
                  <a:cubicBezTo>
                    <a:pt x="-1392" y="87122"/>
                    <a:pt x="-1392" y="71882"/>
                    <a:pt x="2418" y="59182"/>
                  </a:cubicBezTo>
                  <a:close/>
                  <a:moveTo>
                    <a:pt x="22739" y="65532"/>
                  </a:moveTo>
                  <a:cubicBezTo>
                    <a:pt x="18929" y="75692"/>
                    <a:pt x="20199" y="82042"/>
                    <a:pt x="24008" y="85852"/>
                  </a:cubicBezTo>
                  <a:lnTo>
                    <a:pt x="29089" y="92202"/>
                  </a:lnTo>
                  <a:cubicBezTo>
                    <a:pt x="32899" y="93472"/>
                    <a:pt x="37979" y="93472"/>
                    <a:pt x="44329" y="93472"/>
                  </a:cubicBezTo>
                  <a:cubicBezTo>
                    <a:pt x="48139" y="92202"/>
                    <a:pt x="51949" y="96012"/>
                    <a:pt x="53218" y="99822"/>
                  </a:cubicBezTo>
                  <a:cubicBezTo>
                    <a:pt x="53218" y="103632"/>
                    <a:pt x="50679" y="107442"/>
                    <a:pt x="46868" y="108712"/>
                  </a:cubicBezTo>
                  <a:cubicBezTo>
                    <a:pt x="45599" y="108712"/>
                    <a:pt x="44329" y="108712"/>
                    <a:pt x="43058" y="108712"/>
                  </a:cubicBezTo>
                  <a:lnTo>
                    <a:pt x="46868" y="112522"/>
                  </a:lnTo>
                  <a:cubicBezTo>
                    <a:pt x="49408" y="116332"/>
                    <a:pt x="55758" y="118872"/>
                    <a:pt x="65918" y="117602"/>
                  </a:cubicBezTo>
                  <a:cubicBezTo>
                    <a:pt x="76079" y="116332"/>
                    <a:pt x="87508" y="111252"/>
                    <a:pt x="98939" y="102362"/>
                  </a:cubicBezTo>
                  <a:cubicBezTo>
                    <a:pt x="110368" y="93472"/>
                    <a:pt x="116718" y="83312"/>
                    <a:pt x="120529" y="73152"/>
                  </a:cubicBezTo>
                  <a:cubicBezTo>
                    <a:pt x="124339" y="62992"/>
                    <a:pt x="123068" y="56642"/>
                    <a:pt x="119258" y="52832"/>
                  </a:cubicBezTo>
                  <a:lnTo>
                    <a:pt x="115449" y="49022"/>
                  </a:lnTo>
                  <a:cubicBezTo>
                    <a:pt x="115449" y="50292"/>
                    <a:pt x="115449" y="51562"/>
                    <a:pt x="114179" y="51562"/>
                  </a:cubicBezTo>
                  <a:cubicBezTo>
                    <a:pt x="110368" y="64262"/>
                    <a:pt x="100208" y="78232"/>
                    <a:pt x="87508" y="88392"/>
                  </a:cubicBezTo>
                  <a:cubicBezTo>
                    <a:pt x="84968" y="90932"/>
                    <a:pt x="82429" y="92202"/>
                    <a:pt x="79889" y="93472"/>
                  </a:cubicBezTo>
                  <a:cubicBezTo>
                    <a:pt x="76079" y="96012"/>
                    <a:pt x="72268" y="94742"/>
                    <a:pt x="69729" y="90932"/>
                  </a:cubicBezTo>
                  <a:cubicBezTo>
                    <a:pt x="67189" y="87122"/>
                    <a:pt x="68458" y="83312"/>
                    <a:pt x="72268" y="80772"/>
                  </a:cubicBezTo>
                  <a:cubicBezTo>
                    <a:pt x="74808" y="79502"/>
                    <a:pt x="76079" y="78232"/>
                    <a:pt x="78618" y="75692"/>
                  </a:cubicBezTo>
                  <a:cubicBezTo>
                    <a:pt x="90049" y="66802"/>
                    <a:pt x="97668" y="55372"/>
                    <a:pt x="100208" y="45212"/>
                  </a:cubicBezTo>
                  <a:cubicBezTo>
                    <a:pt x="102749" y="40132"/>
                    <a:pt x="102749" y="35052"/>
                    <a:pt x="102749" y="31242"/>
                  </a:cubicBezTo>
                  <a:lnTo>
                    <a:pt x="97668" y="24892"/>
                  </a:lnTo>
                  <a:cubicBezTo>
                    <a:pt x="95129" y="21082"/>
                    <a:pt x="88779" y="18542"/>
                    <a:pt x="78618" y="19812"/>
                  </a:cubicBezTo>
                  <a:cubicBezTo>
                    <a:pt x="68458" y="21082"/>
                    <a:pt x="57029" y="26162"/>
                    <a:pt x="45599" y="35052"/>
                  </a:cubicBezTo>
                  <a:cubicBezTo>
                    <a:pt x="32899" y="45212"/>
                    <a:pt x="25279" y="55372"/>
                    <a:pt x="22739" y="6553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79" name="Рисунок 2">
            <a:extLst>
              <a:ext uri="{FF2B5EF4-FFF2-40B4-BE49-F238E27FC236}">
                <a16:creationId xmlns:a16="http://schemas.microsoft.com/office/drawing/2014/main" id="{EC02C0D5-09D8-53B2-F570-AB75144D2581}"/>
              </a:ext>
            </a:extLst>
          </p:cNvPr>
          <p:cNvGrpSpPr/>
          <p:nvPr/>
        </p:nvGrpSpPr>
        <p:grpSpPr>
          <a:xfrm>
            <a:off x="3966751" y="4456403"/>
            <a:ext cx="243840" cy="264159"/>
            <a:chOff x="4042409" y="4978400"/>
            <a:chExt cx="243840" cy="264159"/>
          </a:xfrm>
          <a:solidFill>
            <a:schemeClr val="bg1"/>
          </a:solidFill>
        </p:grpSpPr>
        <p:sp>
          <p:nvSpPr>
            <p:cNvPr id="480" name="Полилиния: фигура 871">
              <a:extLst>
                <a:ext uri="{FF2B5EF4-FFF2-40B4-BE49-F238E27FC236}">
                  <a16:creationId xmlns:a16="http://schemas.microsoft.com/office/drawing/2014/main" id="{7107BE3B-9115-EC86-672A-14C0833BBE1E}"/>
                </a:ext>
              </a:extLst>
            </p:cNvPr>
            <p:cNvSpPr/>
            <p:nvPr/>
          </p:nvSpPr>
          <p:spPr>
            <a:xfrm>
              <a:off x="4083050" y="5171440"/>
              <a:ext cx="30479" cy="30479"/>
            </a:xfrm>
            <a:custGeom>
              <a:avLst/>
              <a:gdLst>
                <a:gd name="connsiteX0" fmla="*/ 30480 w 30479"/>
                <a:gd name="connsiteY0" fmla="*/ 15240 h 30479"/>
                <a:gd name="connsiteX1" fmla="*/ 15240 w 30479"/>
                <a:gd name="connsiteY1" fmla="*/ 30480 h 30479"/>
                <a:gd name="connsiteX2" fmla="*/ 0 w 30479"/>
                <a:gd name="connsiteY2" fmla="*/ 15240 h 30479"/>
                <a:gd name="connsiteX3" fmla="*/ 15240 w 30479"/>
                <a:gd name="connsiteY3" fmla="*/ 0 h 30479"/>
                <a:gd name="connsiteX4" fmla="*/ 30480 w 30479"/>
                <a:gd name="connsiteY4" fmla="*/ 1524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79" h="30479">
                  <a:moveTo>
                    <a:pt x="30480" y="15240"/>
                  </a:moveTo>
                  <a:cubicBezTo>
                    <a:pt x="30480" y="24130"/>
                    <a:pt x="24130" y="30480"/>
                    <a:pt x="15240" y="30480"/>
                  </a:cubicBezTo>
                  <a:cubicBezTo>
                    <a:pt x="6350" y="30480"/>
                    <a:pt x="0" y="24130"/>
                    <a:pt x="0" y="15240"/>
                  </a:cubicBezTo>
                  <a:cubicBezTo>
                    <a:pt x="0" y="6350"/>
                    <a:pt x="6350" y="0"/>
                    <a:pt x="15240" y="0"/>
                  </a:cubicBezTo>
                  <a:cubicBezTo>
                    <a:pt x="24130" y="0"/>
                    <a:pt x="30480" y="7620"/>
                    <a:pt x="30480" y="152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81" name="Полилиния: фигура 872">
              <a:extLst>
                <a:ext uri="{FF2B5EF4-FFF2-40B4-BE49-F238E27FC236}">
                  <a16:creationId xmlns:a16="http://schemas.microsoft.com/office/drawing/2014/main" id="{0E534C9B-4099-EFEE-6EA6-A0647C1E0BE4}"/>
                </a:ext>
              </a:extLst>
            </p:cNvPr>
            <p:cNvSpPr/>
            <p:nvPr/>
          </p:nvSpPr>
          <p:spPr>
            <a:xfrm>
              <a:off x="4042409" y="4978400"/>
              <a:ext cx="243840" cy="264159"/>
            </a:xfrm>
            <a:custGeom>
              <a:avLst/>
              <a:gdLst>
                <a:gd name="connsiteX0" fmla="*/ 0 w 243840"/>
                <a:gd name="connsiteY0" fmla="*/ 208280 h 264159"/>
                <a:gd name="connsiteX1" fmla="*/ 55880 w 243840"/>
                <a:gd name="connsiteY1" fmla="*/ 264160 h 264159"/>
                <a:gd name="connsiteX2" fmla="*/ 111760 w 243840"/>
                <a:gd name="connsiteY2" fmla="*/ 208280 h 264159"/>
                <a:gd name="connsiteX3" fmla="*/ 111760 w 243840"/>
                <a:gd name="connsiteY3" fmla="*/ 101600 h 264159"/>
                <a:gd name="connsiteX4" fmla="*/ 223520 w 243840"/>
                <a:gd name="connsiteY4" fmla="*/ 101600 h 264159"/>
                <a:gd name="connsiteX5" fmla="*/ 223520 w 243840"/>
                <a:gd name="connsiteY5" fmla="*/ 243840 h 264159"/>
                <a:gd name="connsiteX6" fmla="*/ 119380 w 243840"/>
                <a:gd name="connsiteY6" fmla="*/ 243840 h 264159"/>
                <a:gd name="connsiteX7" fmla="*/ 102870 w 243840"/>
                <a:gd name="connsiteY7" fmla="*/ 264160 h 264159"/>
                <a:gd name="connsiteX8" fmla="*/ 228600 w 243840"/>
                <a:gd name="connsiteY8" fmla="*/ 264160 h 264159"/>
                <a:gd name="connsiteX9" fmla="*/ 243840 w 243840"/>
                <a:gd name="connsiteY9" fmla="*/ 248920 h 264159"/>
                <a:gd name="connsiteX10" fmla="*/ 243840 w 243840"/>
                <a:gd name="connsiteY10" fmla="*/ 96520 h 264159"/>
                <a:gd name="connsiteX11" fmla="*/ 228600 w 243840"/>
                <a:gd name="connsiteY11" fmla="*/ 81280 h 264159"/>
                <a:gd name="connsiteX12" fmla="*/ 111760 w 243840"/>
                <a:gd name="connsiteY12" fmla="*/ 81280 h 264159"/>
                <a:gd name="connsiteX13" fmla="*/ 111760 w 243840"/>
                <a:gd name="connsiteY13" fmla="*/ 55880 h 264159"/>
                <a:gd name="connsiteX14" fmla="*/ 55880 w 243840"/>
                <a:gd name="connsiteY14" fmla="*/ 0 h 264159"/>
                <a:gd name="connsiteX15" fmla="*/ 0 w 243840"/>
                <a:gd name="connsiteY15" fmla="*/ 55880 h 264159"/>
                <a:gd name="connsiteX16" fmla="*/ 0 w 243840"/>
                <a:gd name="connsiteY16" fmla="*/ 208280 h 264159"/>
                <a:gd name="connsiteX17" fmla="*/ 91440 w 243840"/>
                <a:gd name="connsiteY17" fmla="*/ 165100 h 264159"/>
                <a:gd name="connsiteX18" fmla="*/ 91440 w 243840"/>
                <a:gd name="connsiteY18" fmla="*/ 55880 h 264159"/>
                <a:gd name="connsiteX19" fmla="*/ 55880 w 243840"/>
                <a:gd name="connsiteY19" fmla="*/ 20320 h 264159"/>
                <a:gd name="connsiteX20" fmla="*/ 20320 w 243840"/>
                <a:gd name="connsiteY20" fmla="*/ 55880 h 264159"/>
                <a:gd name="connsiteX21" fmla="*/ 20320 w 243840"/>
                <a:gd name="connsiteY21" fmla="*/ 165100 h 264159"/>
                <a:gd name="connsiteX22" fmla="*/ 55880 w 243840"/>
                <a:gd name="connsiteY22" fmla="*/ 152400 h 264159"/>
                <a:gd name="connsiteX23" fmla="*/ 91440 w 243840"/>
                <a:gd name="connsiteY23" fmla="*/ 165100 h 264159"/>
                <a:gd name="connsiteX24" fmla="*/ 52070 w 243840"/>
                <a:gd name="connsiteY24" fmla="*/ 243840 h 264159"/>
                <a:gd name="connsiteX25" fmla="*/ 20320 w 243840"/>
                <a:gd name="connsiteY25" fmla="*/ 208280 h 264159"/>
                <a:gd name="connsiteX26" fmla="*/ 55880 w 243840"/>
                <a:gd name="connsiteY26" fmla="*/ 172720 h 264159"/>
                <a:gd name="connsiteX27" fmla="*/ 91440 w 243840"/>
                <a:gd name="connsiteY27" fmla="*/ 208280 h 264159"/>
                <a:gd name="connsiteX28" fmla="*/ 55880 w 243840"/>
                <a:gd name="connsiteY28" fmla="*/ 243840 h 264159"/>
                <a:gd name="connsiteX29" fmla="*/ 52070 w 243840"/>
                <a:gd name="connsiteY29" fmla="*/ 24384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3840" h="264159">
                  <a:moveTo>
                    <a:pt x="0" y="208280"/>
                  </a:moveTo>
                  <a:cubicBezTo>
                    <a:pt x="0" y="238760"/>
                    <a:pt x="25400" y="264160"/>
                    <a:pt x="55880" y="264160"/>
                  </a:cubicBezTo>
                  <a:cubicBezTo>
                    <a:pt x="86360" y="264160"/>
                    <a:pt x="111760" y="238760"/>
                    <a:pt x="111760" y="208280"/>
                  </a:cubicBezTo>
                  <a:lnTo>
                    <a:pt x="111760" y="101600"/>
                  </a:lnTo>
                  <a:lnTo>
                    <a:pt x="223520" y="101600"/>
                  </a:lnTo>
                  <a:lnTo>
                    <a:pt x="223520" y="243840"/>
                  </a:lnTo>
                  <a:lnTo>
                    <a:pt x="119380" y="243840"/>
                  </a:lnTo>
                  <a:cubicBezTo>
                    <a:pt x="115570" y="251460"/>
                    <a:pt x="109220" y="259080"/>
                    <a:pt x="102870" y="264160"/>
                  </a:cubicBezTo>
                  <a:lnTo>
                    <a:pt x="228600" y="264160"/>
                  </a:lnTo>
                  <a:cubicBezTo>
                    <a:pt x="237490" y="264160"/>
                    <a:pt x="243840" y="257810"/>
                    <a:pt x="243840" y="248920"/>
                  </a:cubicBezTo>
                  <a:lnTo>
                    <a:pt x="243840" y="96520"/>
                  </a:lnTo>
                  <a:cubicBezTo>
                    <a:pt x="243840" y="87630"/>
                    <a:pt x="237490" y="81280"/>
                    <a:pt x="228600" y="81280"/>
                  </a:cubicBezTo>
                  <a:lnTo>
                    <a:pt x="111760" y="81280"/>
                  </a:lnTo>
                  <a:lnTo>
                    <a:pt x="111760" y="55880"/>
                  </a:lnTo>
                  <a:cubicBezTo>
                    <a:pt x="111760" y="25400"/>
                    <a:pt x="86360" y="0"/>
                    <a:pt x="55880" y="0"/>
                  </a:cubicBezTo>
                  <a:cubicBezTo>
                    <a:pt x="25400" y="0"/>
                    <a:pt x="0" y="25400"/>
                    <a:pt x="0" y="55880"/>
                  </a:cubicBezTo>
                  <a:lnTo>
                    <a:pt x="0" y="208280"/>
                  </a:lnTo>
                  <a:close/>
                  <a:moveTo>
                    <a:pt x="91440" y="165100"/>
                  </a:moveTo>
                  <a:lnTo>
                    <a:pt x="91440" y="55880"/>
                  </a:lnTo>
                  <a:cubicBezTo>
                    <a:pt x="91440" y="36830"/>
                    <a:pt x="74930" y="20320"/>
                    <a:pt x="55880" y="20320"/>
                  </a:cubicBezTo>
                  <a:cubicBezTo>
                    <a:pt x="36830" y="20320"/>
                    <a:pt x="20320" y="36830"/>
                    <a:pt x="20320" y="55880"/>
                  </a:cubicBezTo>
                  <a:lnTo>
                    <a:pt x="20320" y="165100"/>
                  </a:lnTo>
                  <a:cubicBezTo>
                    <a:pt x="30480" y="157480"/>
                    <a:pt x="41910" y="152400"/>
                    <a:pt x="55880" y="152400"/>
                  </a:cubicBezTo>
                  <a:cubicBezTo>
                    <a:pt x="69850" y="152400"/>
                    <a:pt x="81280" y="157480"/>
                    <a:pt x="91440" y="165100"/>
                  </a:cubicBezTo>
                  <a:close/>
                  <a:moveTo>
                    <a:pt x="52070" y="243840"/>
                  </a:moveTo>
                  <a:cubicBezTo>
                    <a:pt x="34290" y="242570"/>
                    <a:pt x="20320" y="227330"/>
                    <a:pt x="20320" y="208280"/>
                  </a:cubicBezTo>
                  <a:cubicBezTo>
                    <a:pt x="20320" y="189230"/>
                    <a:pt x="36830" y="172720"/>
                    <a:pt x="55880" y="172720"/>
                  </a:cubicBezTo>
                  <a:cubicBezTo>
                    <a:pt x="74930" y="172720"/>
                    <a:pt x="91440" y="189230"/>
                    <a:pt x="91440" y="208280"/>
                  </a:cubicBezTo>
                  <a:cubicBezTo>
                    <a:pt x="91440" y="227330"/>
                    <a:pt x="74930" y="243840"/>
                    <a:pt x="55880" y="243840"/>
                  </a:cubicBezTo>
                  <a:cubicBezTo>
                    <a:pt x="54610" y="243840"/>
                    <a:pt x="53340" y="243840"/>
                    <a:pt x="52070" y="2438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82" name="Полилиния: фигура 880">
            <a:extLst>
              <a:ext uri="{FF2B5EF4-FFF2-40B4-BE49-F238E27FC236}">
                <a16:creationId xmlns:a16="http://schemas.microsoft.com/office/drawing/2014/main" id="{F5DDE292-FAA3-216D-93D8-D699489321A8}"/>
              </a:ext>
            </a:extLst>
          </p:cNvPr>
          <p:cNvSpPr/>
          <p:nvPr/>
        </p:nvSpPr>
        <p:spPr>
          <a:xfrm>
            <a:off x="4505232" y="4461482"/>
            <a:ext cx="284479" cy="254000"/>
          </a:xfrm>
          <a:custGeom>
            <a:avLst/>
            <a:gdLst>
              <a:gd name="connsiteX0" fmla="*/ 243840 w 284479"/>
              <a:gd name="connsiteY0" fmla="*/ 71120 h 254000"/>
              <a:gd name="connsiteX1" fmla="*/ 172720 w 284479"/>
              <a:gd name="connsiteY1" fmla="*/ 0 h 254000"/>
              <a:gd name="connsiteX2" fmla="*/ 111760 w 284479"/>
              <a:gd name="connsiteY2" fmla="*/ 0 h 254000"/>
              <a:gd name="connsiteX3" fmla="*/ 40640 w 284479"/>
              <a:gd name="connsiteY3" fmla="*/ 71120 h 254000"/>
              <a:gd name="connsiteX4" fmla="*/ 40640 w 284479"/>
              <a:gd name="connsiteY4" fmla="*/ 92710 h 254000"/>
              <a:gd name="connsiteX5" fmla="*/ 0 w 284479"/>
              <a:gd name="connsiteY5" fmla="*/ 142240 h 254000"/>
              <a:gd name="connsiteX6" fmla="*/ 20320 w 284479"/>
              <a:gd name="connsiteY6" fmla="*/ 182880 h 254000"/>
              <a:gd name="connsiteX7" fmla="*/ 20320 w 284479"/>
              <a:gd name="connsiteY7" fmla="*/ 223520 h 254000"/>
              <a:gd name="connsiteX8" fmla="*/ 50800 w 284479"/>
              <a:gd name="connsiteY8" fmla="*/ 254000 h 254000"/>
              <a:gd name="connsiteX9" fmla="*/ 233680 w 284479"/>
              <a:gd name="connsiteY9" fmla="*/ 254000 h 254000"/>
              <a:gd name="connsiteX10" fmla="*/ 264160 w 284479"/>
              <a:gd name="connsiteY10" fmla="*/ 223520 h 254000"/>
              <a:gd name="connsiteX11" fmla="*/ 264160 w 284479"/>
              <a:gd name="connsiteY11" fmla="*/ 182880 h 254000"/>
              <a:gd name="connsiteX12" fmla="*/ 284480 w 284479"/>
              <a:gd name="connsiteY12" fmla="*/ 142240 h 254000"/>
              <a:gd name="connsiteX13" fmla="*/ 243840 w 284479"/>
              <a:gd name="connsiteY13" fmla="*/ 92710 h 254000"/>
              <a:gd name="connsiteX14" fmla="*/ 243840 w 284479"/>
              <a:gd name="connsiteY14" fmla="*/ 71120 h 254000"/>
              <a:gd name="connsiteX15" fmla="*/ 223520 w 284479"/>
              <a:gd name="connsiteY15" fmla="*/ 92710 h 254000"/>
              <a:gd name="connsiteX16" fmla="*/ 223520 w 284479"/>
              <a:gd name="connsiteY16" fmla="*/ 71120 h 254000"/>
              <a:gd name="connsiteX17" fmla="*/ 172720 w 284479"/>
              <a:gd name="connsiteY17" fmla="*/ 20320 h 254000"/>
              <a:gd name="connsiteX18" fmla="*/ 111760 w 284479"/>
              <a:gd name="connsiteY18" fmla="*/ 20320 h 254000"/>
              <a:gd name="connsiteX19" fmla="*/ 60960 w 284479"/>
              <a:gd name="connsiteY19" fmla="*/ 71120 h 254000"/>
              <a:gd name="connsiteX20" fmla="*/ 60960 w 284479"/>
              <a:gd name="connsiteY20" fmla="*/ 92710 h 254000"/>
              <a:gd name="connsiteX21" fmla="*/ 100330 w 284479"/>
              <a:gd name="connsiteY21" fmla="*/ 132080 h 254000"/>
              <a:gd name="connsiteX22" fmla="*/ 182880 w 284479"/>
              <a:gd name="connsiteY22" fmla="*/ 132080 h 254000"/>
              <a:gd name="connsiteX23" fmla="*/ 223520 w 284479"/>
              <a:gd name="connsiteY23" fmla="*/ 92710 h 254000"/>
              <a:gd name="connsiteX24" fmla="*/ 101600 w 284479"/>
              <a:gd name="connsiteY24" fmla="*/ 172720 h 254000"/>
              <a:gd name="connsiteX25" fmla="*/ 101600 w 284479"/>
              <a:gd name="connsiteY25" fmla="*/ 162560 h 254000"/>
              <a:gd name="connsiteX26" fmla="*/ 111760 w 284479"/>
              <a:gd name="connsiteY26" fmla="*/ 152400 h 254000"/>
              <a:gd name="connsiteX27" fmla="*/ 172720 w 284479"/>
              <a:gd name="connsiteY27" fmla="*/ 152400 h 254000"/>
              <a:gd name="connsiteX28" fmla="*/ 182880 w 284479"/>
              <a:gd name="connsiteY28" fmla="*/ 162560 h 254000"/>
              <a:gd name="connsiteX29" fmla="*/ 182880 w 284479"/>
              <a:gd name="connsiteY29" fmla="*/ 172720 h 254000"/>
              <a:gd name="connsiteX30" fmla="*/ 172720 w 284479"/>
              <a:gd name="connsiteY30" fmla="*/ 182880 h 254000"/>
              <a:gd name="connsiteX31" fmla="*/ 111760 w 284479"/>
              <a:gd name="connsiteY31" fmla="*/ 182880 h 254000"/>
              <a:gd name="connsiteX32" fmla="*/ 101600 w 284479"/>
              <a:gd name="connsiteY32" fmla="*/ 172720 h 254000"/>
              <a:gd name="connsiteX33" fmla="*/ 203200 w 284479"/>
              <a:gd name="connsiteY33" fmla="*/ 142240 h 254000"/>
              <a:gd name="connsiteX34" fmla="*/ 203200 w 284479"/>
              <a:gd name="connsiteY34" fmla="*/ 139700 h 254000"/>
              <a:gd name="connsiteX35" fmla="*/ 233680 w 284479"/>
              <a:gd name="connsiteY35" fmla="*/ 111760 h 254000"/>
              <a:gd name="connsiteX36" fmla="*/ 264160 w 284479"/>
              <a:gd name="connsiteY36" fmla="*/ 142240 h 254000"/>
              <a:gd name="connsiteX37" fmla="*/ 250190 w 284479"/>
              <a:gd name="connsiteY37" fmla="*/ 167640 h 254000"/>
              <a:gd name="connsiteX38" fmla="*/ 243840 w 284479"/>
              <a:gd name="connsiteY38" fmla="*/ 177800 h 254000"/>
              <a:gd name="connsiteX39" fmla="*/ 243840 w 284479"/>
              <a:gd name="connsiteY39" fmla="*/ 223520 h 254000"/>
              <a:gd name="connsiteX40" fmla="*/ 233680 w 284479"/>
              <a:gd name="connsiteY40" fmla="*/ 233680 h 254000"/>
              <a:gd name="connsiteX41" fmla="*/ 213360 w 284479"/>
              <a:gd name="connsiteY41" fmla="*/ 233680 h 254000"/>
              <a:gd name="connsiteX42" fmla="*/ 209550 w 284479"/>
              <a:gd name="connsiteY42" fmla="*/ 232410 h 254000"/>
              <a:gd name="connsiteX43" fmla="*/ 204470 w 284479"/>
              <a:gd name="connsiteY43" fmla="*/ 227330 h 254000"/>
              <a:gd name="connsiteX44" fmla="*/ 203200 w 284479"/>
              <a:gd name="connsiteY44" fmla="*/ 222250 h 254000"/>
              <a:gd name="connsiteX45" fmla="*/ 203200 w 284479"/>
              <a:gd name="connsiteY45" fmla="*/ 142240 h 254000"/>
              <a:gd name="connsiteX46" fmla="*/ 50800 w 284479"/>
              <a:gd name="connsiteY46" fmla="*/ 233680 h 254000"/>
              <a:gd name="connsiteX47" fmla="*/ 71120 w 284479"/>
              <a:gd name="connsiteY47" fmla="*/ 233680 h 254000"/>
              <a:gd name="connsiteX48" fmla="*/ 74930 w 284479"/>
              <a:gd name="connsiteY48" fmla="*/ 232410 h 254000"/>
              <a:gd name="connsiteX49" fmla="*/ 80010 w 284479"/>
              <a:gd name="connsiteY49" fmla="*/ 227330 h 254000"/>
              <a:gd name="connsiteX50" fmla="*/ 81280 w 284479"/>
              <a:gd name="connsiteY50" fmla="*/ 222250 h 254000"/>
              <a:gd name="connsiteX51" fmla="*/ 81280 w 284479"/>
              <a:gd name="connsiteY51" fmla="*/ 140970 h 254000"/>
              <a:gd name="connsiteX52" fmla="*/ 81280 w 284479"/>
              <a:gd name="connsiteY52" fmla="*/ 139700 h 254000"/>
              <a:gd name="connsiteX53" fmla="*/ 50800 w 284479"/>
              <a:gd name="connsiteY53" fmla="*/ 110490 h 254000"/>
              <a:gd name="connsiteX54" fmla="*/ 20320 w 284479"/>
              <a:gd name="connsiteY54" fmla="*/ 140970 h 254000"/>
              <a:gd name="connsiteX55" fmla="*/ 34290 w 284479"/>
              <a:gd name="connsiteY55" fmla="*/ 166370 h 254000"/>
              <a:gd name="connsiteX56" fmla="*/ 40640 w 284479"/>
              <a:gd name="connsiteY56" fmla="*/ 176530 h 254000"/>
              <a:gd name="connsiteX57" fmla="*/ 40640 w 284479"/>
              <a:gd name="connsiteY57" fmla="*/ 222250 h 254000"/>
              <a:gd name="connsiteX58" fmla="*/ 50800 w 284479"/>
              <a:gd name="connsiteY58" fmla="*/ 233680 h 254000"/>
              <a:gd name="connsiteX59" fmla="*/ 172720 w 284479"/>
              <a:gd name="connsiteY59" fmla="*/ 203200 h 254000"/>
              <a:gd name="connsiteX60" fmla="*/ 182880 w 284479"/>
              <a:gd name="connsiteY60" fmla="*/ 213360 h 254000"/>
              <a:gd name="connsiteX61" fmla="*/ 182880 w 284479"/>
              <a:gd name="connsiteY61" fmla="*/ 223520 h 254000"/>
              <a:gd name="connsiteX62" fmla="*/ 172720 w 284479"/>
              <a:gd name="connsiteY62" fmla="*/ 233680 h 254000"/>
              <a:gd name="connsiteX63" fmla="*/ 111760 w 284479"/>
              <a:gd name="connsiteY63" fmla="*/ 233680 h 254000"/>
              <a:gd name="connsiteX64" fmla="*/ 101600 w 284479"/>
              <a:gd name="connsiteY64" fmla="*/ 223520 h 254000"/>
              <a:gd name="connsiteX65" fmla="*/ 101600 w 284479"/>
              <a:gd name="connsiteY65" fmla="*/ 213360 h 254000"/>
              <a:gd name="connsiteX66" fmla="*/ 111760 w 284479"/>
              <a:gd name="connsiteY66" fmla="*/ 203200 h 254000"/>
              <a:gd name="connsiteX67" fmla="*/ 172720 w 284479"/>
              <a:gd name="connsiteY67" fmla="*/ 20320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284479" h="254000">
                <a:moveTo>
                  <a:pt x="243840" y="71120"/>
                </a:moveTo>
                <a:cubicBezTo>
                  <a:pt x="243840" y="31750"/>
                  <a:pt x="212090" y="0"/>
                  <a:pt x="172720" y="0"/>
                </a:cubicBezTo>
                <a:lnTo>
                  <a:pt x="111760" y="0"/>
                </a:lnTo>
                <a:cubicBezTo>
                  <a:pt x="72390" y="0"/>
                  <a:pt x="40640" y="31750"/>
                  <a:pt x="40640" y="71120"/>
                </a:cubicBezTo>
                <a:lnTo>
                  <a:pt x="40640" y="92710"/>
                </a:lnTo>
                <a:cubicBezTo>
                  <a:pt x="17780" y="97790"/>
                  <a:pt x="0" y="118110"/>
                  <a:pt x="0" y="142240"/>
                </a:cubicBezTo>
                <a:cubicBezTo>
                  <a:pt x="0" y="158750"/>
                  <a:pt x="7620" y="173990"/>
                  <a:pt x="20320" y="182880"/>
                </a:cubicBezTo>
                <a:lnTo>
                  <a:pt x="20320" y="223520"/>
                </a:lnTo>
                <a:cubicBezTo>
                  <a:pt x="20320" y="240030"/>
                  <a:pt x="34290" y="254000"/>
                  <a:pt x="50800" y="254000"/>
                </a:cubicBezTo>
                <a:lnTo>
                  <a:pt x="233680" y="254000"/>
                </a:lnTo>
                <a:cubicBezTo>
                  <a:pt x="250190" y="254000"/>
                  <a:pt x="264160" y="240030"/>
                  <a:pt x="264160" y="223520"/>
                </a:cubicBezTo>
                <a:lnTo>
                  <a:pt x="264160" y="182880"/>
                </a:lnTo>
                <a:cubicBezTo>
                  <a:pt x="276860" y="173990"/>
                  <a:pt x="284480" y="158750"/>
                  <a:pt x="284480" y="142240"/>
                </a:cubicBezTo>
                <a:cubicBezTo>
                  <a:pt x="284480" y="118110"/>
                  <a:pt x="266700" y="97790"/>
                  <a:pt x="243840" y="92710"/>
                </a:cubicBezTo>
                <a:lnTo>
                  <a:pt x="243840" y="71120"/>
                </a:lnTo>
                <a:close/>
                <a:moveTo>
                  <a:pt x="223520" y="92710"/>
                </a:moveTo>
                <a:lnTo>
                  <a:pt x="223520" y="71120"/>
                </a:lnTo>
                <a:cubicBezTo>
                  <a:pt x="223520" y="43180"/>
                  <a:pt x="200660" y="20320"/>
                  <a:pt x="172720" y="20320"/>
                </a:cubicBezTo>
                <a:lnTo>
                  <a:pt x="111760" y="20320"/>
                </a:lnTo>
                <a:cubicBezTo>
                  <a:pt x="83820" y="20320"/>
                  <a:pt x="60960" y="43180"/>
                  <a:pt x="60960" y="71120"/>
                </a:cubicBezTo>
                <a:lnTo>
                  <a:pt x="60960" y="92710"/>
                </a:lnTo>
                <a:cubicBezTo>
                  <a:pt x="81280" y="96520"/>
                  <a:pt x="96520" y="113030"/>
                  <a:pt x="100330" y="132080"/>
                </a:cubicBezTo>
                <a:lnTo>
                  <a:pt x="182880" y="132080"/>
                </a:lnTo>
                <a:cubicBezTo>
                  <a:pt x="187960" y="113030"/>
                  <a:pt x="203200" y="96520"/>
                  <a:pt x="223520" y="92710"/>
                </a:cubicBezTo>
                <a:close/>
                <a:moveTo>
                  <a:pt x="101600" y="172720"/>
                </a:moveTo>
                <a:lnTo>
                  <a:pt x="101600" y="162560"/>
                </a:lnTo>
                <a:cubicBezTo>
                  <a:pt x="101600" y="157480"/>
                  <a:pt x="106680" y="152400"/>
                  <a:pt x="111760" y="152400"/>
                </a:cubicBezTo>
                <a:lnTo>
                  <a:pt x="172720" y="152400"/>
                </a:lnTo>
                <a:cubicBezTo>
                  <a:pt x="177800" y="152400"/>
                  <a:pt x="182880" y="157480"/>
                  <a:pt x="182880" y="162560"/>
                </a:cubicBezTo>
                <a:lnTo>
                  <a:pt x="182880" y="172720"/>
                </a:lnTo>
                <a:cubicBezTo>
                  <a:pt x="182880" y="177800"/>
                  <a:pt x="177800" y="182880"/>
                  <a:pt x="172720" y="182880"/>
                </a:cubicBezTo>
                <a:lnTo>
                  <a:pt x="111760" y="182880"/>
                </a:lnTo>
                <a:cubicBezTo>
                  <a:pt x="106680" y="182880"/>
                  <a:pt x="101600" y="179070"/>
                  <a:pt x="101600" y="172720"/>
                </a:cubicBezTo>
                <a:close/>
                <a:moveTo>
                  <a:pt x="203200" y="142240"/>
                </a:moveTo>
                <a:cubicBezTo>
                  <a:pt x="203200" y="140970"/>
                  <a:pt x="203200" y="140970"/>
                  <a:pt x="203200" y="139700"/>
                </a:cubicBezTo>
                <a:cubicBezTo>
                  <a:pt x="204470" y="124460"/>
                  <a:pt x="217170" y="111760"/>
                  <a:pt x="233680" y="111760"/>
                </a:cubicBezTo>
                <a:cubicBezTo>
                  <a:pt x="250190" y="111760"/>
                  <a:pt x="264160" y="125730"/>
                  <a:pt x="264160" y="142240"/>
                </a:cubicBezTo>
                <a:cubicBezTo>
                  <a:pt x="264160" y="152400"/>
                  <a:pt x="259080" y="162560"/>
                  <a:pt x="250190" y="167640"/>
                </a:cubicBezTo>
                <a:cubicBezTo>
                  <a:pt x="246380" y="170180"/>
                  <a:pt x="243840" y="173990"/>
                  <a:pt x="243840" y="177800"/>
                </a:cubicBezTo>
                <a:lnTo>
                  <a:pt x="243840" y="223520"/>
                </a:lnTo>
                <a:cubicBezTo>
                  <a:pt x="243840" y="228600"/>
                  <a:pt x="238760" y="233680"/>
                  <a:pt x="233680" y="233680"/>
                </a:cubicBezTo>
                <a:lnTo>
                  <a:pt x="213360" y="233680"/>
                </a:lnTo>
                <a:cubicBezTo>
                  <a:pt x="212090" y="233680"/>
                  <a:pt x="210820" y="233680"/>
                  <a:pt x="209550" y="232410"/>
                </a:cubicBezTo>
                <a:cubicBezTo>
                  <a:pt x="207010" y="231140"/>
                  <a:pt x="205740" y="229870"/>
                  <a:pt x="204470" y="227330"/>
                </a:cubicBezTo>
                <a:cubicBezTo>
                  <a:pt x="203200" y="226060"/>
                  <a:pt x="203200" y="224790"/>
                  <a:pt x="203200" y="222250"/>
                </a:cubicBezTo>
                <a:lnTo>
                  <a:pt x="203200" y="142240"/>
                </a:lnTo>
                <a:close/>
                <a:moveTo>
                  <a:pt x="50800" y="233680"/>
                </a:moveTo>
                <a:lnTo>
                  <a:pt x="71120" y="233680"/>
                </a:lnTo>
                <a:cubicBezTo>
                  <a:pt x="72390" y="233680"/>
                  <a:pt x="73660" y="233680"/>
                  <a:pt x="74930" y="232410"/>
                </a:cubicBezTo>
                <a:cubicBezTo>
                  <a:pt x="77470" y="231140"/>
                  <a:pt x="78740" y="229870"/>
                  <a:pt x="80010" y="227330"/>
                </a:cubicBezTo>
                <a:cubicBezTo>
                  <a:pt x="81280" y="226060"/>
                  <a:pt x="81280" y="224790"/>
                  <a:pt x="81280" y="222250"/>
                </a:cubicBezTo>
                <a:lnTo>
                  <a:pt x="81280" y="140970"/>
                </a:lnTo>
                <a:cubicBezTo>
                  <a:pt x="81280" y="140970"/>
                  <a:pt x="81280" y="139700"/>
                  <a:pt x="81280" y="139700"/>
                </a:cubicBezTo>
                <a:cubicBezTo>
                  <a:pt x="80010" y="123190"/>
                  <a:pt x="67310" y="110490"/>
                  <a:pt x="50800" y="110490"/>
                </a:cubicBezTo>
                <a:cubicBezTo>
                  <a:pt x="34290" y="110490"/>
                  <a:pt x="20320" y="124460"/>
                  <a:pt x="20320" y="140970"/>
                </a:cubicBezTo>
                <a:cubicBezTo>
                  <a:pt x="20320" y="151130"/>
                  <a:pt x="25400" y="161290"/>
                  <a:pt x="34290" y="166370"/>
                </a:cubicBezTo>
                <a:cubicBezTo>
                  <a:pt x="38100" y="168910"/>
                  <a:pt x="40640" y="172720"/>
                  <a:pt x="40640" y="176530"/>
                </a:cubicBezTo>
                <a:lnTo>
                  <a:pt x="40640" y="222250"/>
                </a:lnTo>
                <a:cubicBezTo>
                  <a:pt x="40640" y="229870"/>
                  <a:pt x="45720" y="233680"/>
                  <a:pt x="50800" y="233680"/>
                </a:cubicBezTo>
                <a:close/>
                <a:moveTo>
                  <a:pt x="172720" y="203200"/>
                </a:moveTo>
                <a:cubicBezTo>
                  <a:pt x="177800" y="203200"/>
                  <a:pt x="182880" y="208280"/>
                  <a:pt x="182880" y="213360"/>
                </a:cubicBezTo>
                <a:lnTo>
                  <a:pt x="182880" y="223520"/>
                </a:lnTo>
                <a:cubicBezTo>
                  <a:pt x="182880" y="228600"/>
                  <a:pt x="177800" y="233680"/>
                  <a:pt x="172720" y="233680"/>
                </a:cubicBezTo>
                <a:lnTo>
                  <a:pt x="111760" y="233680"/>
                </a:lnTo>
                <a:cubicBezTo>
                  <a:pt x="106680" y="233680"/>
                  <a:pt x="101600" y="228600"/>
                  <a:pt x="101600" y="223520"/>
                </a:cubicBezTo>
                <a:lnTo>
                  <a:pt x="101600" y="213360"/>
                </a:lnTo>
                <a:cubicBezTo>
                  <a:pt x="101600" y="208280"/>
                  <a:pt x="106680" y="203200"/>
                  <a:pt x="111760" y="203200"/>
                </a:cubicBezTo>
                <a:lnTo>
                  <a:pt x="172720" y="20320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83" name="Полилиния: фигура 881">
            <a:extLst>
              <a:ext uri="{FF2B5EF4-FFF2-40B4-BE49-F238E27FC236}">
                <a16:creationId xmlns:a16="http://schemas.microsoft.com/office/drawing/2014/main" id="{41845633-1908-D2B5-56EB-F868692CC65F}"/>
              </a:ext>
            </a:extLst>
          </p:cNvPr>
          <p:cNvSpPr/>
          <p:nvPr/>
        </p:nvSpPr>
        <p:spPr>
          <a:xfrm>
            <a:off x="5064032" y="4514823"/>
            <a:ext cx="284479" cy="147320"/>
          </a:xfrm>
          <a:custGeom>
            <a:avLst/>
            <a:gdLst>
              <a:gd name="connsiteX0" fmla="*/ 20320 w 284479"/>
              <a:gd name="connsiteY0" fmla="*/ 10160 h 147320"/>
              <a:gd name="connsiteX1" fmla="*/ 10160 w 284479"/>
              <a:gd name="connsiteY1" fmla="*/ 0 h 147320"/>
              <a:gd name="connsiteX2" fmla="*/ 0 w 284479"/>
              <a:gd name="connsiteY2" fmla="*/ 10160 h 147320"/>
              <a:gd name="connsiteX3" fmla="*/ 0 w 284479"/>
              <a:gd name="connsiteY3" fmla="*/ 111760 h 147320"/>
              <a:gd name="connsiteX4" fmla="*/ 2540 w 284479"/>
              <a:gd name="connsiteY4" fmla="*/ 119380 h 147320"/>
              <a:gd name="connsiteX5" fmla="*/ 17780 w 284479"/>
              <a:gd name="connsiteY5" fmla="*/ 134620 h 147320"/>
              <a:gd name="connsiteX6" fmla="*/ 25400 w 284479"/>
              <a:gd name="connsiteY6" fmla="*/ 137160 h 147320"/>
              <a:gd name="connsiteX7" fmla="*/ 40640 w 284479"/>
              <a:gd name="connsiteY7" fmla="*/ 137160 h 147320"/>
              <a:gd name="connsiteX8" fmla="*/ 66040 w 284479"/>
              <a:gd name="connsiteY8" fmla="*/ 147320 h 147320"/>
              <a:gd name="connsiteX9" fmla="*/ 91440 w 284479"/>
              <a:gd name="connsiteY9" fmla="*/ 137160 h 147320"/>
              <a:gd name="connsiteX10" fmla="*/ 194310 w 284479"/>
              <a:gd name="connsiteY10" fmla="*/ 137160 h 147320"/>
              <a:gd name="connsiteX11" fmla="*/ 219710 w 284479"/>
              <a:gd name="connsiteY11" fmla="*/ 147320 h 147320"/>
              <a:gd name="connsiteX12" fmla="*/ 245110 w 284479"/>
              <a:gd name="connsiteY12" fmla="*/ 137160 h 147320"/>
              <a:gd name="connsiteX13" fmla="*/ 252730 w 284479"/>
              <a:gd name="connsiteY13" fmla="*/ 137160 h 147320"/>
              <a:gd name="connsiteX14" fmla="*/ 279400 w 284479"/>
              <a:gd name="connsiteY14" fmla="*/ 120650 h 147320"/>
              <a:gd name="connsiteX15" fmla="*/ 279400 w 284479"/>
              <a:gd name="connsiteY15" fmla="*/ 120650 h 147320"/>
              <a:gd name="connsiteX16" fmla="*/ 284480 w 284479"/>
              <a:gd name="connsiteY16" fmla="*/ 97790 h 147320"/>
              <a:gd name="connsiteX17" fmla="*/ 284480 w 284479"/>
              <a:gd name="connsiteY17" fmla="*/ 87630 h 147320"/>
              <a:gd name="connsiteX18" fmla="*/ 264160 w 284479"/>
              <a:gd name="connsiteY18" fmla="*/ 57150 h 147320"/>
              <a:gd name="connsiteX19" fmla="*/ 241300 w 284479"/>
              <a:gd name="connsiteY19" fmla="*/ 48260 h 147320"/>
              <a:gd name="connsiteX20" fmla="*/ 229870 w 284479"/>
              <a:gd name="connsiteY20" fmla="*/ 45720 h 147320"/>
              <a:gd name="connsiteX21" fmla="*/ 214630 w 284479"/>
              <a:gd name="connsiteY21" fmla="*/ 45720 h 147320"/>
              <a:gd name="connsiteX22" fmla="*/ 199390 w 284479"/>
              <a:gd name="connsiteY22" fmla="*/ 41910 h 147320"/>
              <a:gd name="connsiteX23" fmla="*/ 139700 w 284479"/>
              <a:gd name="connsiteY23" fmla="*/ 6350 h 147320"/>
              <a:gd name="connsiteX24" fmla="*/ 119380 w 284479"/>
              <a:gd name="connsiteY24" fmla="*/ 0 h 147320"/>
              <a:gd name="connsiteX25" fmla="*/ 87630 w 284479"/>
              <a:gd name="connsiteY25" fmla="*/ 0 h 147320"/>
              <a:gd name="connsiteX26" fmla="*/ 87630 w 284479"/>
              <a:gd name="connsiteY26" fmla="*/ 0 h 147320"/>
              <a:gd name="connsiteX27" fmla="*/ 87630 w 284479"/>
              <a:gd name="connsiteY27" fmla="*/ 0 h 147320"/>
              <a:gd name="connsiteX28" fmla="*/ 71120 w 284479"/>
              <a:gd name="connsiteY28" fmla="*/ 0 h 147320"/>
              <a:gd name="connsiteX29" fmla="*/ 40640 w 284479"/>
              <a:gd name="connsiteY29" fmla="*/ 13970 h 147320"/>
              <a:gd name="connsiteX30" fmla="*/ 21590 w 284479"/>
              <a:gd name="connsiteY30" fmla="*/ 35560 h 147320"/>
              <a:gd name="connsiteX31" fmla="*/ 21590 w 284479"/>
              <a:gd name="connsiteY31" fmla="*/ 10160 h 147320"/>
              <a:gd name="connsiteX32" fmla="*/ 254000 w 284479"/>
              <a:gd name="connsiteY32" fmla="*/ 116840 h 147320"/>
              <a:gd name="connsiteX33" fmla="*/ 261620 w 284479"/>
              <a:gd name="connsiteY33" fmla="*/ 111760 h 147320"/>
              <a:gd name="connsiteX34" fmla="*/ 261620 w 284479"/>
              <a:gd name="connsiteY34" fmla="*/ 111760 h 147320"/>
              <a:gd name="connsiteX35" fmla="*/ 265430 w 284479"/>
              <a:gd name="connsiteY35" fmla="*/ 97790 h 147320"/>
              <a:gd name="connsiteX36" fmla="*/ 265430 w 284479"/>
              <a:gd name="connsiteY36" fmla="*/ 87630 h 147320"/>
              <a:gd name="connsiteX37" fmla="*/ 257810 w 284479"/>
              <a:gd name="connsiteY37" fmla="*/ 76200 h 147320"/>
              <a:gd name="connsiteX38" fmla="*/ 234950 w 284479"/>
              <a:gd name="connsiteY38" fmla="*/ 67310 h 147320"/>
              <a:gd name="connsiteX39" fmla="*/ 229870 w 284479"/>
              <a:gd name="connsiteY39" fmla="*/ 66040 h 147320"/>
              <a:gd name="connsiteX40" fmla="*/ 21590 w 284479"/>
              <a:gd name="connsiteY40" fmla="*/ 66040 h 147320"/>
              <a:gd name="connsiteX41" fmla="*/ 21590 w 284479"/>
              <a:gd name="connsiteY41" fmla="*/ 107950 h 147320"/>
              <a:gd name="connsiteX42" fmla="*/ 30480 w 284479"/>
              <a:gd name="connsiteY42" fmla="*/ 116840 h 147320"/>
              <a:gd name="connsiteX43" fmla="*/ 31750 w 284479"/>
              <a:gd name="connsiteY43" fmla="*/ 116840 h 147320"/>
              <a:gd name="connsiteX44" fmla="*/ 31750 w 284479"/>
              <a:gd name="connsiteY44" fmla="*/ 111760 h 147320"/>
              <a:gd name="connsiteX45" fmla="*/ 67310 w 284479"/>
              <a:gd name="connsiteY45" fmla="*/ 76200 h 147320"/>
              <a:gd name="connsiteX46" fmla="*/ 102870 w 284479"/>
              <a:gd name="connsiteY46" fmla="*/ 111760 h 147320"/>
              <a:gd name="connsiteX47" fmla="*/ 102870 w 284479"/>
              <a:gd name="connsiteY47" fmla="*/ 116840 h 147320"/>
              <a:gd name="connsiteX48" fmla="*/ 184150 w 284479"/>
              <a:gd name="connsiteY48" fmla="*/ 116840 h 147320"/>
              <a:gd name="connsiteX49" fmla="*/ 184150 w 284479"/>
              <a:gd name="connsiteY49" fmla="*/ 111760 h 147320"/>
              <a:gd name="connsiteX50" fmla="*/ 219710 w 284479"/>
              <a:gd name="connsiteY50" fmla="*/ 76200 h 147320"/>
              <a:gd name="connsiteX51" fmla="*/ 255270 w 284479"/>
              <a:gd name="connsiteY51" fmla="*/ 111760 h 147320"/>
              <a:gd name="connsiteX52" fmla="*/ 254000 w 284479"/>
              <a:gd name="connsiteY52" fmla="*/ 116840 h 147320"/>
              <a:gd name="connsiteX53" fmla="*/ 204470 w 284479"/>
              <a:gd name="connsiteY53" fmla="*/ 116840 h 147320"/>
              <a:gd name="connsiteX54" fmla="*/ 218440 w 284479"/>
              <a:gd name="connsiteY54" fmla="*/ 127000 h 147320"/>
              <a:gd name="connsiteX55" fmla="*/ 232410 w 284479"/>
              <a:gd name="connsiteY55" fmla="*/ 116840 h 147320"/>
              <a:gd name="connsiteX56" fmla="*/ 233680 w 284479"/>
              <a:gd name="connsiteY56" fmla="*/ 111760 h 147320"/>
              <a:gd name="connsiteX57" fmla="*/ 218440 w 284479"/>
              <a:gd name="connsiteY57" fmla="*/ 96520 h 147320"/>
              <a:gd name="connsiteX58" fmla="*/ 203200 w 284479"/>
              <a:gd name="connsiteY58" fmla="*/ 111760 h 147320"/>
              <a:gd name="connsiteX59" fmla="*/ 204470 w 284479"/>
              <a:gd name="connsiteY59" fmla="*/ 116840 h 147320"/>
              <a:gd name="connsiteX60" fmla="*/ 81280 w 284479"/>
              <a:gd name="connsiteY60" fmla="*/ 116840 h 147320"/>
              <a:gd name="connsiteX61" fmla="*/ 82550 w 284479"/>
              <a:gd name="connsiteY61" fmla="*/ 111760 h 147320"/>
              <a:gd name="connsiteX62" fmla="*/ 67310 w 284479"/>
              <a:gd name="connsiteY62" fmla="*/ 96520 h 147320"/>
              <a:gd name="connsiteX63" fmla="*/ 52070 w 284479"/>
              <a:gd name="connsiteY63" fmla="*/ 111760 h 147320"/>
              <a:gd name="connsiteX64" fmla="*/ 53340 w 284479"/>
              <a:gd name="connsiteY64" fmla="*/ 116840 h 147320"/>
              <a:gd name="connsiteX65" fmla="*/ 67310 w 284479"/>
              <a:gd name="connsiteY65" fmla="*/ 127000 h 147320"/>
              <a:gd name="connsiteX66" fmla="*/ 81280 w 284479"/>
              <a:gd name="connsiteY66" fmla="*/ 116840 h 147320"/>
              <a:gd name="connsiteX67" fmla="*/ 39370 w 284479"/>
              <a:gd name="connsiteY67" fmla="*/ 45720 h 147320"/>
              <a:gd name="connsiteX68" fmla="*/ 77470 w 284479"/>
              <a:gd name="connsiteY68" fmla="*/ 45720 h 147320"/>
              <a:gd name="connsiteX69" fmla="*/ 77470 w 284479"/>
              <a:gd name="connsiteY69" fmla="*/ 20320 h 147320"/>
              <a:gd name="connsiteX70" fmla="*/ 71120 w 284479"/>
              <a:gd name="connsiteY70" fmla="*/ 20320 h 147320"/>
              <a:gd name="connsiteX71" fmla="*/ 55880 w 284479"/>
              <a:gd name="connsiteY71" fmla="*/ 26670 h 147320"/>
              <a:gd name="connsiteX72" fmla="*/ 39370 w 284479"/>
              <a:gd name="connsiteY72" fmla="*/ 45720 h 147320"/>
              <a:gd name="connsiteX73" fmla="*/ 96520 w 284479"/>
              <a:gd name="connsiteY73" fmla="*/ 20320 h 147320"/>
              <a:gd name="connsiteX74" fmla="*/ 96520 w 284479"/>
              <a:gd name="connsiteY74" fmla="*/ 45720 h 147320"/>
              <a:gd name="connsiteX75" fmla="*/ 166370 w 284479"/>
              <a:gd name="connsiteY75" fmla="*/ 45720 h 147320"/>
              <a:gd name="connsiteX76" fmla="*/ 129540 w 284479"/>
              <a:gd name="connsiteY76" fmla="*/ 22860 h 147320"/>
              <a:gd name="connsiteX77" fmla="*/ 119380 w 284479"/>
              <a:gd name="connsiteY77" fmla="*/ 20320 h 147320"/>
              <a:gd name="connsiteX78" fmla="*/ 96520 w 284479"/>
              <a:gd name="connsiteY78" fmla="*/ 20320 h 147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</a:cxnLst>
            <a:rect l="l" t="t" r="r" b="b"/>
            <a:pathLst>
              <a:path w="284479" h="147320">
                <a:moveTo>
                  <a:pt x="20320" y="10160"/>
                </a:moveTo>
                <a:cubicBezTo>
                  <a:pt x="20320" y="5080"/>
                  <a:pt x="15240" y="0"/>
                  <a:pt x="10160" y="0"/>
                </a:cubicBezTo>
                <a:cubicBezTo>
                  <a:pt x="5080" y="0"/>
                  <a:pt x="0" y="5080"/>
                  <a:pt x="0" y="10160"/>
                </a:cubicBezTo>
                <a:lnTo>
                  <a:pt x="0" y="111760"/>
                </a:lnTo>
                <a:cubicBezTo>
                  <a:pt x="0" y="114300"/>
                  <a:pt x="1270" y="116840"/>
                  <a:pt x="2540" y="119380"/>
                </a:cubicBezTo>
                <a:lnTo>
                  <a:pt x="17780" y="134620"/>
                </a:lnTo>
                <a:cubicBezTo>
                  <a:pt x="20320" y="137160"/>
                  <a:pt x="22860" y="137160"/>
                  <a:pt x="25400" y="137160"/>
                </a:cubicBezTo>
                <a:lnTo>
                  <a:pt x="40640" y="137160"/>
                </a:lnTo>
                <a:cubicBezTo>
                  <a:pt x="46990" y="143510"/>
                  <a:pt x="55880" y="147320"/>
                  <a:pt x="66040" y="147320"/>
                </a:cubicBezTo>
                <a:cubicBezTo>
                  <a:pt x="76200" y="147320"/>
                  <a:pt x="85090" y="143510"/>
                  <a:pt x="91440" y="137160"/>
                </a:cubicBezTo>
                <a:lnTo>
                  <a:pt x="194310" y="137160"/>
                </a:lnTo>
                <a:cubicBezTo>
                  <a:pt x="200660" y="143510"/>
                  <a:pt x="209550" y="147320"/>
                  <a:pt x="219710" y="147320"/>
                </a:cubicBezTo>
                <a:cubicBezTo>
                  <a:pt x="229870" y="147320"/>
                  <a:pt x="238760" y="143510"/>
                  <a:pt x="245110" y="137160"/>
                </a:cubicBezTo>
                <a:lnTo>
                  <a:pt x="252730" y="137160"/>
                </a:lnTo>
                <a:cubicBezTo>
                  <a:pt x="264160" y="137160"/>
                  <a:pt x="274320" y="130810"/>
                  <a:pt x="279400" y="120650"/>
                </a:cubicBezTo>
                <a:lnTo>
                  <a:pt x="279400" y="120650"/>
                </a:lnTo>
                <a:cubicBezTo>
                  <a:pt x="283210" y="113030"/>
                  <a:pt x="284480" y="105410"/>
                  <a:pt x="284480" y="97790"/>
                </a:cubicBezTo>
                <a:lnTo>
                  <a:pt x="284480" y="87630"/>
                </a:lnTo>
                <a:cubicBezTo>
                  <a:pt x="284480" y="73660"/>
                  <a:pt x="275590" y="62230"/>
                  <a:pt x="264160" y="57150"/>
                </a:cubicBezTo>
                <a:lnTo>
                  <a:pt x="241300" y="48260"/>
                </a:lnTo>
                <a:cubicBezTo>
                  <a:pt x="237490" y="46990"/>
                  <a:pt x="233680" y="45720"/>
                  <a:pt x="229870" y="45720"/>
                </a:cubicBezTo>
                <a:lnTo>
                  <a:pt x="214630" y="45720"/>
                </a:lnTo>
                <a:cubicBezTo>
                  <a:pt x="209550" y="45720"/>
                  <a:pt x="203200" y="44450"/>
                  <a:pt x="199390" y="41910"/>
                </a:cubicBezTo>
                <a:lnTo>
                  <a:pt x="139700" y="6350"/>
                </a:lnTo>
                <a:cubicBezTo>
                  <a:pt x="133350" y="2540"/>
                  <a:pt x="125730" y="0"/>
                  <a:pt x="119380" y="0"/>
                </a:cubicBezTo>
                <a:lnTo>
                  <a:pt x="87630" y="0"/>
                </a:lnTo>
                <a:lnTo>
                  <a:pt x="87630" y="0"/>
                </a:lnTo>
                <a:lnTo>
                  <a:pt x="87630" y="0"/>
                </a:lnTo>
                <a:lnTo>
                  <a:pt x="71120" y="0"/>
                </a:lnTo>
                <a:cubicBezTo>
                  <a:pt x="59690" y="0"/>
                  <a:pt x="48260" y="5080"/>
                  <a:pt x="40640" y="13970"/>
                </a:cubicBezTo>
                <a:lnTo>
                  <a:pt x="21590" y="35560"/>
                </a:lnTo>
                <a:lnTo>
                  <a:pt x="21590" y="10160"/>
                </a:lnTo>
                <a:close/>
                <a:moveTo>
                  <a:pt x="254000" y="116840"/>
                </a:moveTo>
                <a:cubicBezTo>
                  <a:pt x="256540" y="116840"/>
                  <a:pt x="259080" y="114300"/>
                  <a:pt x="261620" y="111760"/>
                </a:cubicBezTo>
                <a:lnTo>
                  <a:pt x="261620" y="111760"/>
                </a:lnTo>
                <a:cubicBezTo>
                  <a:pt x="264160" y="107950"/>
                  <a:pt x="265430" y="102870"/>
                  <a:pt x="265430" y="97790"/>
                </a:cubicBezTo>
                <a:lnTo>
                  <a:pt x="265430" y="87630"/>
                </a:lnTo>
                <a:cubicBezTo>
                  <a:pt x="265430" y="82550"/>
                  <a:pt x="262890" y="78740"/>
                  <a:pt x="257810" y="76200"/>
                </a:cubicBezTo>
                <a:lnTo>
                  <a:pt x="234950" y="67310"/>
                </a:lnTo>
                <a:cubicBezTo>
                  <a:pt x="233680" y="67310"/>
                  <a:pt x="232410" y="66040"/>
                  <a:pt x="229870" y="66040"/>
                </a:cubicBezTo>
                <a:lnTo>
                  <a:pt x="21590" y="66040"/>
                </a:lnTo>
                <a:lnTo>
                  <a:pt x="21590" y="107950"/>
                </a:lnTo>
                <a:lnTo>
                  <a:pt x="30480" y="116840"/>
                </a:lnTo>
                <a:lnTo>
                  <a:pt x="31750" y="116840"/>
                </a:lnTo>
                <a:cubicBezTo>
                  <a:pt x="31750" y="115570"/>
                  <a:pt x="31750" y="113030"/>
                  <a:pt x="31750" y="111760"/>
                </a:cubicBezTo>
                <a:cubicBezTo>
                  <a:pt x="31750" y="92710"/>
                  <a:pt x="48260" y="76200"/>
                  <a:pt x="67310" y="76200"/>
                </a:cubicBezTo>
                <a:cubicBezTo>
                  <a:pt x="86360" y="76200"/>
                  <a:pt x="102870" y="92710"/>
                  <a:pt x="102870" y="111760"/>
                </a:cubicBezTo>
                <a:cubicBezTo>
                  <a:pt x="102870" y="113030"/>
                  <a:pt x="102870" y="115570"/>
                  <a:pt x="102870" y="116840"/>
                </a:cubicBezTo>
                <a:lnTo>
                  <a:pt x="184150" y="116840"/>
                </a:lnTo>
                <a:cubicBezTo>
                  <a:pt x="184150" y="115570"/>
                  <a:pt x="184150" y="113030"/>
                  <a:pt x="184150" y="111760"/>
                </a:cubicBezTo>
                <a:cubicBezTo>
                  <a:pt x="184150" y="92710"/>
                  <a:pt x="200660" y="76200"/>
                  <a:pt x="219710" y="76200"/>
                </a:cubicBezTo>
                <a:cubicBezTo>
                  <a:pt x="238760" y="76200"/>
                  <a:pt x="255270" y="92710"/>
                  <a:pt x="255270" y="111760"/>
                </a:cubicBezTo>
                <a:cubicBezTo>
                  <a:pt x="254000" y="114300"/>
                  <a:pt x="254000" y="115570"/>
                  <a:pt x="254000" y="116840"/>
                </a:cubicBezTo>
                <a:close/>
                <a:moveTo>
                  <a:pt x="204470" y="116840"/>
                </a:moveTo>
                <a:cubicBezTo>
                  <a:pt x="207010" y="123190"/>
                  <a:pt x="212090" y="127000"/>
                  <a:pt x="218440" y="127000"/>
                </a:cubicBezTo>
                <a:cubicBezTo>
                  <a:pt x="224790" y="127000"/>
                  <a:pt x="231140" y="123190"/>
                  <a:pt x="232410" y="116840"/>
                </a:cubicBezTo>
                <a:cubicBezTo>
                  <a:pt x="232410" y="115570"/>
                  <a:pt x="233680" y="113030"/>
                  <a:pt x="233680" y="111760"/>
                </a:cubicBezTo>
                <a:cubicBezTo>
                  <a:pt x="233680" y="102870"/>
                  <a:pt x="227330" y="96520"/>
                  <a:pt x="218440" y="96520"/>
                </a:cubicBezTo>
                <a:cubicBezTo>
                  <a:pt x="209550" y="96520"/>
                  <a:pt x="203200" y="102870"/>
                  <a:pt x="203200" y="111760"/>
                </a:cubicBezTo>
                <a:cubicBezTo>
                  <a:pt x="203200" y="114300"/>
                  <a:pt x="203200" y="115570"/>
                  <a:pt x="204470" y="116840"/>
                </a:cubicBezTo>
                <a:close/>
                <a:moveTo>
                  <a:pt x="81280" y="116840"/>
                </a:moveTo>
                <a:cubicBezTo>
                  <a:pt x="81280" y="115570"/>
                  <a:pt x="82550" y="113030"/>
                  <a:pt x="82550" y="111760"/>
                </a:cubicBezTo>
                <a:cubicBezTo>
                  <a:pt x="82550" y="102870"/>
                  <a:pt x="76200" y="96520"/>
                  <a:pt x="67310" y="96520"/>
                </a:cubicBezTo>
                <a:cubicBezTo>
                  <a:pt x="58420" y="96520"/>
                  <a:pt x="52070" y="102870"/>
                  <a:pt x="52070" y="111760"/>
                </a:cubicBezTo>
                <a:cubicBezTo>
                  <a:pt x="52070" y="113030"/>
                  <a:pt x="52070" y="115570"/>
                  <a:pt x="53340" y="116840"/>
                </a:cubicBezTo>
                <a:cubicBezTo>
                  <a:pt x="55880" y="123190"/>
                  <a:pt x="60960" y="127000"/>
                  <a:pt x="67310" y="127000"/>
                </a:cubicBezTo>
                <a:cubicBezTo>
                  <a:pt x="73660" y="127000"/>
                  <a:pt x="78740" y="123190"/>
                  <a:pt x="81280" y="116840"/>
                </a:cubicBezTo>
                <a:close/>
                <a:moveTo>
                  <a:pt x="39370" y="45720"/>
                </a:moveTo>
                <a:lnTo>
                  <a:pt x="77470" y="45720"/>
                </a:lnTo>
                <a:lnTo>
                  <a:pt x="77470" y="20320"/>
                </a:lnTo>
                <a:lnTo>
                  <a:pt x="71120" y="20320"/>
                </a:lnTo>
                <a:cubicBezTo>
                  <a:pt x="64770" y="20320"/>
                  <a:pt x="59690" y="22860"/>
                  <a:pt x="55880" y="26670"/>
                </a:cubicBezTo>
                <a:lnTo>
                  <a:pt x="39370" y="45720"/>
                </a:lnTo>
                <a:close/>
                <a:moveTo>
                  <a:pt x="96520" y="20320"/>
                </a:moveTo>
                <a:lnTo>
                  <a:pt x="96520" y="45720"/>
                </a:lnTo>
                <a:lnTo>
                  <a:pt x="166370" y="45720"/>
                </a:lnTo>
                <a:lnTo>
                  <a:pt x="129540" y="22860"/>
                </a:lnTo>
                <a:cubicBezTo>
                  <a:pt x="127000" y="21590"/>
                  <a:pt x="123190" y="20320"/>
                  <a:pt x="119380" y="20320"/>
                </a:cubicBezTo>
                <a:lnTo>
                  <a:pt x="96520" y="203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84" name="Рисунок 2">
            <a:extLst>
              <a:ext uri="{FF2B5EF4-FFF2-40B4-BE49-F238E27FC236}">
                <a16:creationId xmlns:a16="http://schemas.microsoft.com/office/drawing/2014/main" id="{6D87772C-E6C7-4FC9-DE17-E5D601CAC07E}"/>
              </a:ext>
            </a:extLst>
          </p:cNvPr>
          <p:cNvGrpSpPr/>
          <p:nvPr/>
        </p:nvGrpSpPr>
        <p:grpSpPr>
          <a:xfrm>
            <a:off x="5625371" y="4476723"/>
            <a:ext cx="279970" cy="223520"/>
            <a:chOff x="5701029" y="4998720"/>
            <a:chExt cx="279970" cy="223520"/>
          </a:xfrm>
          <a:solidFill>
            <a:schemeClr val="bg1"/>
          </a:solidFill>
        </p:grpSpPr>
        <p:sp>
          <p:nvSpPr>
            <p:cNvPr id="485" name="Полилиния: фигура 893">
              <a:extLst>
                <a:ext uri="{FF2B5EF4-FFF2-40B4-BE49-F238E27FC236}">
                  <a16:creationId xmlns:a16="http://schemas.microsoft.com/office/drawing/2014/main" id="{12F6D138-DBE4-95A1-3DC1-75701EF323E5}"/>
                </a:ext>
              </a:extLst>
            </p:cNvPr>
            <p:cNvSpPr/>
            <p:nvPr/>
          </p:nvSpPr>
          <p:spPr>
            <a:xfrm>
              <a:off x="5712459" y="4998720"/>
              <a:ext cx="213360" cy="132079"/>
            </a:xfrm>
            <a:custGeom>
              <a:avLst/>
              <a:gdLst>
                <a:gd name="connsiteX0" fmla="*/ 50800 w 213360"/>
                <a:gd name="connsiteY0" fmla="*/ 0 h 132079"/>
                <a:gd name="connsiteX1" fmla="*/ 60960 w 213360"/>
                <a:gd name="connsiteY1" fmla="*/ 10160 h 132079"/>
                <a:gd name="connsiteX2" fmla="*/ 60960 w 213360"/>
                <a:gd name="connsiteY2" fmla="*/ 40640 h 132079"/>
                <a:gd name="connsiteX3" fmla="*/ 105410 w 213360"/>
                <a:gd name="connsiteY3" fmla="*/ 40640 h 132079"/>
                <a:gd name="connsiteX4" fmla="*/ 135890 w 213360"/>
                <a:gd name="connsiteY4" fmla="*/ 50800 h 132079"/>
                <a:gd name="connsiteX5" fmla="*/ 176530 w 213360"/>
                <a:gd name="connsiteY5" fmla="*/ 81280 h 132079"/>
                <a:gd name="connsiteX6" fmla="*/ 203200 w 213360"/>
                <a:gd name="connsiteY6" fmla="*/ 81280 h 132079"/>
                <a:gd name="connsiteX7" fmla="*/ 213360 w 213360"/>
                <a:gd name="connsiteY7" fmla="*/ 91440 h 132079"/>
                <a:gd name="connsiteX8" fmla="*/ 203200 w 213360"/>
                <a:gd name="connsiteY8" fmla="*/ 101600 h 132079"/>
                <a:gd name="connsiteX9" fmla="*/ 203200 w 213360"/>
                <a:gd name="connsiteY9" fmla="*/ 101600 h 132079"/>
                <a:gd name="connsiteX10" fmla="*/ 203200 w 213360"/>
                <a:gd name="connsiteY10" fmla="*/ 101600 h 132079"/>
                <a:gd name="connsiteX11" fmla="*/ 81280 w 213360"/>
                <a:gd name="connsiteY11" fmla="*/ 101600 h 132079"/>
                <a:gd name="connsiteX12" fmla="*/ 71120 w 213360"/>
                <a:gd name="connsiteY12" fmla="*/ 91440 h 132079"/>
                <a:gd name="connsiteX13" fmla="*/ 81280 w 213360"/>
                <a:gd name="connsiteY13" fmla="*/ 81280 h 132079"/>
                <a:gd name="connsiteX14" fmla="*/ 142240 w 213360"/>
                <a:gd name="connsiteY14" fmla="*/ 81280 h 132079"/>
                <a:gd name="connsiteX15" fmla="*/ 123190 w 213360"/>
                <a:gd name="connsiteY15" fmla="*/ 67310 h 132079"/>
                <a:gd name="connsiteX16" fmla="*/ 105410 w 213360"/>
                <a:gd name="connsiteY16" fmla="*/ 60960 h 132079"/>
                <a:gd name="connsiteX17" fmla="*/ 40640 w 213360"/>
                <a:gd name="connsiteY17" fmla="*/ 60960 h 132079"/>
                <a:gd name="connsiteX18" fmla="*/ 40640 w 213360"/>
                <a:gd name="connsiteY18" fmla="*/ 111760 h 132079"/>
                <a:gd name="connsiteX19" fmla="*/ 66040 w 213360"/>
                <a:gd name="connsiteY19" fmla="*/ 111760 h 132079"/>
                <a:gd name="connsiteX20" fmla="*/ 76200 w 213360"/>
                <a:gd name="connsiteY20" fmla="*/ 121920 h 132079"/>
                <a:gd name="connsiteX21" fmla="*/ 66040 w 213360"/>
                <a:gd name="connsiteY21" fmla="*/ 132080 h 132079"/>
                <a:gd name="connsiteX22" fmla="*/ 10160 w 213360"/>
                <a:gd name="connsiteY22" fmla="*/ 132080 h 132079"/>
                <a:gd name="connsiteX23" fmla="*/ 0 w 213360"/>
                <a:gd name="connsiteY23" fmla="*/ 121920 h 132079"/>
                <a:gd name="connsiteX24" fmla="*/ 10160 w 213360"/>
                <a:gd name="connsiteY24" fmla="*/ 111760 h 132079"/>
                <a:gd name="connsiteX25" fmla="*/ 20320 w 213360"/>
                <a:gd name="connsiteY25" fmla="*/ 111760 h 132079"/>
                <a:gd name="connsiteX26" fmla="*/ 20320 w 213360"/>
                <a:gd name="connsiteY26" fmla="*/ 60960 h 132079"/>
                <a:gd name="connsiteX27" fmla="*/ 40640 w 213360"/>
                <a:gd name="connsiteY27" fmla="*/ 40640 h 132079"/>
                <a:gd name="connsiteX28" fmla="*/ 40640 w 213360"/>
                <a:gd name="connsiteY28" fmla="*/ 10160 h 132079"/>
                <a:gd name="connsiteX29" fmla="*/ 50800 w 213360"/>
                <a:gd name="connsiteY29" fmla="*/ 0 h 132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3360" h="132079">
                  <a:moveTo>
                    <a:pt x="50800" y="0"/>
                  </a:moveTo>
                  <a:cubicBezTo>
                    <a:pt x="55880" y="0"/>
                    <a:pt x="60960" y="5080"/>
                    <a:pt x="60960" y="10160"/>
                  </a:cubicBezTo>
                  <a:lnTo>
                    <a:pt x="60960" y="40640"/>
                  </a:lnTo>
                  <a:lnTo>
                    <a:pt x="105410" y="40640"/>
                  </a:lnTo>
                  <a:cubicBezTo>
                    <a:pt x="116840" y="40640"/>
                    <a:pt x="127000" y="44450"/>
                    <a:pt x="135890" y="50800"/>
                  </a:cubicBezTo>
                  <a:lnTo>
                    <a:pt x="176530" y="81280"/>
                  </a:lnTo>
                  <a:lnTo>
                    <a:pt x="203200" y="81280"/>
                  </a:lnTo>
                  <a:cubicBezTo>
                    <a:pt x="208280" y="81280"/>
                    <a:pt x="213360" y="86360"/>
                    <a:pt x="213360" y="91440"/>
                  </a:cubicBezTo>
                  <a:cubicBezTo>
                    <a:pt x="213360" y="96520"/>
                    <a:pt x="208280" y="101600"/>
                    <a:pt x="203200" y="101600"/>
                  </a:cubicBezTo>
                  <a:lnTo>
                    <a:pt x="203200" y="101600"/>
                  </a:lnTo>
                  <a:lnTo>
                    <a:pt x="203200" y="101600"/>
                  </a:lnTo>
                  <a:lnTo>
                    <a:pt x="81280" y="101600"/>
                  </a:lnTo>
                  <a:cubicBezTo>
                    <a:pt x="76200" y="101600"/>
                    <a:pt x="71120" y="96520"/>
                    <a:pt x="71120" y="91440"/>
                  </a:cubicBezTo>
                  <a:cubicBezTo>
                    <a:pt x="71120" y="86360"/>
                    <a:pt x="76200" y="81280"/>
                    <a:pt x="81280" y="81280"/>
                  </a:cubicBezTo>
                  <a:lnTo>
                    <a:pt x="142240" y="81280"/>
                  </a:lnTo>
                  <a:lnTo>
                    <a:pt x="123190" y="67310"/>
                  </a:lnTo>
                  <a:cubicBezTo>
                    <a:pt x="118110" y="63500"/>
                    <a:pt x="111760" y="60960"/>
                    <a:pt x="105410" y="60960"/>
                  </a:cubicBezTo>
                  <a:lnTo>
                    <a:pt x="40640" y="60960"/>
                  </a:lnTo>
                  <a:lnTo>
                    <a:pt x="40640" y="111760"/>
                  </a:lnTo>
                  <a:lnTo>
                    <a:pt x="66040" y="111760"/>
                  </a:lnTo>
                  <a:cubicBezTo>
                    <a:pt x="71120" y="111760"/>
                    <a:pt x="76200" y="116840"/>
                    <a:pt x="76200" y="121920"/>
                  </a:cubicBezTo>
                  <a:cubicBezTo>
                    <a:pt x="76200" y="127000"/>
                    <a:pt x="71120" y="132080"/>
                    <a:pt x="66040" y="132080"/>
                  </a:cubicBezTo>
                  <a:lnTo>
                    <a:pt x="10160" y="132080"/>
                  </a:lnTo>
                  <a:cubicBezTo>
                    <a:pt x="5080" y="132080"/>
                    <a:pt x="0" y="127000"/>
                    <a:pt x="0" y="121920"/>
                  </a:cubicBezTo>
                  <a:cubicBezTo>
                    <a:pt x="0" y="116840"/>
                    <a:pt x="5080" y="111760"/>
                    <a:pt x="10160" y="111760"/>
                  </a:cubicBezTo>
                  <a:lnTo>
                    <a:pt x="20320" y="111760"/>
                  </a:lnTo>
                  <a:lnTo>
                    <a:pt x="20320" y="60960"/>
                  </a:lnTo>
                  <a:cubicBezTo>
                    <a:pt x="20320" y="49530"/>
                    <a:pt x="29210" y="40640"/>
                    <a:pt x="40640" y="40640"/>
                  </a:cubicBezTo>
                  <a:lnTo>
                    <a:pt x="40640" y="10160"/>
                  </a:lnTo>
                  <a:cubicBezTo>
                    <a:pt x="40640" y="5080"/>
                    <a:pt x="44450" y="0"/>
                    <a:pt x="5080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86" name="Полилиния: фигура 894">
              <a:extLst>
                <a:ext uri="{FF2B5EF4-FFF2-40B4-BE49-F238E27FC236}">
                  <a16:creationId xmlns:a16="http://schemas.microsoft.com/office/drawing/2014/main" id="{FBEB6CF0-CCAA-5347-BBD1-0D454C2E7326}"/>
                </a:ext>
              </a:extLst>
            </p:cNvPr>
            <p:cNvSpPr/>
            <p:nvPr/>
          </p:nvSpPr>
          <p:spPr>
            <a:xfrm>
              <a:off x="5701029" y="5120640"/>
              <a:ext cx="279970" cy="101600"/>
            </a:xfrm>
            <a:custGeom>
              <a:avLst/>
              <a:gdLst>
                <a:gd name="connsiteX0" fmla="*/ 1270 w 279970"/>
                <a:gd name="connsiteY0" fmla="*/ 50800 h 101600"/>
                <a:gd name="connsiteX1" fmla="*/ 21590 w 279970"/>
                <a:gd name="connsiteY1" fmla="*/ 30480 h 101600"/>
                <a:gd name="connsiteX2" fmla="*/ 31750 w 279970"/>
                <a:gd name="connsiteY2" fmla="*/ 30480 h 101600"/>
                <a:gd name="connsiteX3" fmla="*/ 31750 w 279970"/>
                <a:gd name="connsiteY3" fmla="*/ 30480 h 101600"/>
                <a:gd name="connsiteX4" fmla="*/ 52070 w 279970"/>
                <a:gd name="connsiteY4" fmla="*/ 30480 h 101600"/>
                <a:gd name="connsiteX5" fmla="*/ 52070 w 279970"/>
                <a:gd name="connsiteY5" fmla="*/ 30480 h 101600"/>
                <a:gd name="connsiteX6" fmla="*/ 87630 w 279970"/>
                <a:gd name="connsiteY6" fmla="*/ 30480 h 101600"/>
                <a:gd name="connsiteX7" fmla="*/ 95250 w 279970"/>
                <a:gd name="connsiteY7" fmla="*/ 26670 h 101600"/>
                <a:gd name="connsiteX8" fmla="*/ 110490 w 279970"/>
                <a:gd name="connsiteY8" fmla="*/ 7620 h 101600"/>
                <a:gd name="connsiteX9" fmla="*/ 127000 w 279970"/>
                <a:gd name="connsiteY9" fmla="*/ 0 h 101600"/>
                <a:gd name="connsiteX10" fmla="*/ 208280 w 279970"/>
                <a:gd name="connsiteY10" fmla="*/ 0 h 101600"/>
                <a:gd name="connsiteX11" fmla="*/ 208280 w 279970"/>
                <a:gd name="connsiteY11" fmla="*/ 0 h 101600"/>
                <a:gd name="connsiteX12" fmla="*/ 233680 w 279970"/>
                <a:gd name="connsiteY12" fmla="*/ 0 h 101600"/>
                <a:gd name="connsiteX13" fmla="*/ 233680 w 279970"/>
                <a:gd name="connsiteY13" fmla="*/ 0 h 101600"/>
                <a:gd name="connsiteX14" fmla="*/ 256540 w 279970"/>
                <a:gd name="connsiteY14" fmla="*/ 0 h 101600"/>
                <a:gd name="connsiteX15" fmla="*/ 271780 w 279970"/>
                <a:gd name="connsiteY15" fmla="*/ 40640 h 101600"/>
                <a:gd name="connsiteX16" fmla="*/ 212090 w 279970"/>
                <a:gd name="connsiteY16" fmla="*/ 91440 h 101600"/>
                <a:gd name="connsiteX17" fmla="*/ 185420 w 279970"/>
                <a:gd name="connsiteY17" fmla="*/ 101600 h 101600"/>
                <a:gd name="connsiteX18" fmla="*/ 20320 w 279970"/>
                <a:gd name="connsiteY18" fmla="*/ 101600 h 101600"/>
                <a:gd name="connsiteX19" fmla="*/ 0 w 279970"/>
                <a:gd name="connsiteY19" fmla="*/ 81280 h 101600"/>
                <a:gd name="connsiteX20" fmla="*/ 0 w 279970"/>
                <a:gd name="connsiteY20" fmla="*/ 50800 h 101600"/>
                <a:gd name="connsiteX21" fmla="*/ 125730 w 279970"/>
                <a:gd name="connsiteY21" fmla="*/ 20320 h 101600"/>
                <a:gd name="connsiteX22" fmla="*/ 110490 w 279970"/>
                <a:gd name="connsiteY22" fmla="*/ 39370 h 101600"/>
                <a:gd name="connsiteX23" fmla="*/ 86360 w 279970"/>
                <a:gd name="connsiteY23" fmla="*/ 50800 h 101600"/>
                <a:gd name="connsiteX24" fmla="*/ 20320 w 279970"/>
                <a:gd name="connsiteY24" fmla="*/ 50800 h 101600"/>
                <a:gd name="connsiteX25" fmla="*/ 20320 w 279970"/>
                <a:gd name="connsiteY25" fmla="*/ 81280 h 101600"/>
                <a:gd name="connsiteX26" fmla="*/ 185420 w 279970"/>
                <a:gd name="connsiteY26" fmla="*/ 81280 h 101600"/>
                <a:gd name="connsiteX27" fmla="*/ 194310 w 279970"/>
                <a:gd name="connsiteY27" fmla="*/ 80010 h 101600"/>
                <a:gd name="connsiteX28" fmla="*/ 199390 w 279970"/>
                <a:gd name="connsiteY28" fmla="*/ 77470 h 101600"/>
                <a:gd name="connsiteX29" fmla="*/ 257810 w 279970"/>
                <a:gd name="connsiteY29" fmla="*/ 26670 h 101600"/>
                <a:gd name="connsiteX30" fmla="*/ 255270 w 279970"/>
                <a:gd name="connsiteY30" fmla="*/ 21590 h 101600"/>
                <a:gd name="connsiteX31" fmla="*/ 125730 w 279970"/>
                <a:gd name="connsiteY31" fmla="*/ 2032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9970" h="101600">
                  <a:moveTo>
                    <a:pt x="1270" y="50800"/>
                  </a:moveTo>
                  <a:cubicBezTo>
                    <a:pt x="1270" y="39370"/>
                    <a:pt x="10160" y="30480"/>
                    <a:pt x="21590" y="30480"/>
                  </a:cubicBezTo>
                  <a:lnTo>
                    <a:pt x="31750" y="30480"/>
                  </a:lnTo>
                  <a:lnTo>
                    <a:pt x="31750" y="30480"/>
                  </a:lnTo>
                  <a:lnTo>
                    <a:pt x="52070" y="30480"/>
                  </a:lnTo>
                  <a:lnTo>
                    <a:pt x="52070" y="30480"/>
                  </a:lnTo>
                  <a:lnTo>
                    <a:pt x="87630" y="30480"/>
                  </a:lnTo>
                  <a:cubicBezTo>
                    <a:pt x="90170" y="30480"/>
                    <a:pt x="93980" y="29210"/>
                    <a:pt x="95250" y="26670"/>
                  </a:cubicBezTo>
                  <a:lnTo>
                    <a:pt x="110490" y="7620"/>
                  </a:lnTo>
                  <a:cubicBezTo>
                    <a:pt x="114300" y="2540"/>
                    <a:pt x="120650" y="0"/>
                    <a:pt x="127000" y="0"/>
                  </a:cubicBezTo>
                  <a:lnTo>
                    <a:pt x="208280" y="0"/>
                  </a:lnTo>
                  <a:cubicBezTo>
                    <a:pt x="208280" y="0"/>
                    <a:pt x="208280" y="0"/>
                    <a:pt x="208280" y="0"/>
                  </a:cubicBezTo>
                  <a:lnTo>
                    <a:pt x="233680" y="0"/>
                  </a:lnTo>
                  <a:cubicBezTo>
                    <a:pt x="233680" y="0"/>
                    <a:pt x="233680" y="0"/>
                    <a:pt x="233680" y="0"/>
                  </a:cubicBezTo>
                  <a:lnTo>
                    <a:pt x="256540" y="0"/>
                  </a:lnTo>
                  <a:cubicBezTo>
                    <a:pt x="278130" y="0"/>
                    <a:pt x="288290" y="26670"/>
                    <a:pt x="271780" y="40640"/>
                  </a:cubicBezTo>
                  <a:lnTo>
                    <a:pt x="212090" y="91440"/>
                  </a:lnTo>
                  <a:cubicBezTo>
                    <a:pt x="204470" y="97790"/>
                    <a:pt x="195580" y="101600"/>
                    <a:pt x="185420" y="101600"/>
                  </a:cubicBezTo>
                  <a:lnTo>
                    <a:pt x="20320" y="101600"/>
                  </a:lnTo>
                  <a:cubicBezTo>
                    <a:pt x="8890" y="101600"/>
                    <a:pt x="0" y="92710"/>
                    <a:pt x="0" y="81280"/>
                  </a:cubicBezTo>
                  <a:lnTo>
                    <a:pt x="0" y="50800"/>
                  </a:lnTo>
                  <a:close/>
                  <a:moveTo>
                    <a:pt x="125730" y="20320"/>
                  </a:moveTo>
                  <a:lnTo>
                    <a:pt x="110490" y="39370"/>
                  </a:lnTo>
                  <a:cubicBezTo>
                    <a:pt x="104140" y="46990"/>
                    <a:pt x="95250" y="50800"/>
                    <a:pt x="86360" y="50800"/>
                  </a:cubicBezTo>
                  <a:lnTo>
                    <a:pt x="20320" y="50800"/>
                  </a:lnTo>
                  <a:lnTo>
                    <a:pt x="20320" y="81280"/>
                  </a:lnTo>
                  <a:lnTo>
                    <a:pt x="185420" y="81280"/>
                  </a:lnTo>
                  <a:cubicBezTo>
                    <a:pt x="187960" y="81280"/>
                    <a:pt x="191770" y="80010"/>
                    <a:pt x="194310" y="80010"/>
                  </a:cubicBezTo>
                  <a:cubicBezTo>
                    <a:pt x="195580" y="78740"/>
                    <a:pt x="198120" y="78740"/>
                    <a:pt x="199390" y="77470"/>
                  </a:cubicBezTo>
                  <a:lnTo>
                    <a:pt x="257810" y="26670"/>
                  </a:lnTo>
                  <a:cubicBezTo>
                    <a:pt x="260350" y="25400"/>
                    <a:pt x="259080" y="21590"/>
                    <a:pt x="255270" y="21590"/>
                  </a:cubicBezTo>
                  <a:lnTo>
                    <a:pt x="12573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87" name="Полилиния: фигура 895">
            <a:extLst>
              <a:ext uri="{FF2B5EF4-FFF2-40B4-BE49-F238E27FC236}">
                <a16:creationId xmlns:a16="http://schemas.microsoft.com/office/drawing/2014/main" id="{EBAEA2ED-48F8-623E-5254-07676206511C}"/>
              </a:ext>
            </a:extLst>
          </p:cNvPr>
          <p:cNvSpPr/>
          <p:nvPr/>
        </p:nvSpPr>
        <p:spPr>
          <a:xfrm>
            <a:off x="6182901" y="4491962"/>
            <a:ext cx="284145" cy="193040"/>
          </a:xfrm>
          <a:custGeom>
            <a:avLst/>
            <a:gdLst>
              <a:gd name="connsiteX0" fmla="*/ 135890 w 284145"/>
              <a:gd name="connsiteY0" fmla="*/ 91440 h 193040"/>
              <a:gd name="connsiteX1" fmla="*/ 113030 w 284145"/>
              <a:gd name="connsiteY1" fmla="*/ 20320 h 193040"/>
              <a:gd name="connsiteX2" fmla="*/ 152400 w 284145"/>
              <a:gd name="connsiteY2" fmla="*/ 20320 h 193040"/>
              <a:gd name="connsiteX3" fmla="*/ 162560 w 284145"/>
              <a:gd name="connsiteY3" fmla="*/ 10160 h 193040"/>
              <a:gd name="connsiteX4" fmla="*/ 152400 w 284145"/>
              <a:gd name="connsiteY4" fmla="*/ 0 h 193040"/>
              <a:gd name="connsiteX5" fmla="*/ 10160 w 284145"/>
              <a:gd name="connsiteY5" fmla="*/ 0 h 193040"/>
              <a:gd name="connsiteX6" fmla="*/ 0 w 284145"/>
              <a:gd name="connsiteY6" fmla="*/ 10160 h 193040"/>
              <a:gd name="connsiteX7" fmla="*/ 10160 w 284145"/>
              <a:gd name="connsiteY7" fmla="*/ 20320 h 193040"/>
              <a:gd name="connsiteX8" fmla="*/ 55880 w 284145"/>
              <a:gd name="connsiteY8" fmla="*/ 20320 h 193040"/>
              <a:gd name="connsiteX9" fmla="*/ 55880 w 284145"/>
              <a:gd name="connsiteY9" fmla="*/ 93980 h 193040"/>
              <a:gd name="connsiteX10" fmla="*/ 50800 w 284145"/>
              <a:gd name="connsiteY10" fmla="*/ 96520 h 193040"/>
              <a:gd name="connsiteX11" fmla="*/ 39370 w 284145"/>
              <a:gd name="connsiteY11" fmla="*/ 107950 h 193040"/>
              <a:gd name="connsiteX12" fmla="*/ 36830 w 284145"/>
              <a:gd name="connsiteY12" fmla="*/ 125730 h 193040"/>
              <a:gd name="connsiteX13" fmla="*/ 49530 w 284145"/>
              <a:gd name="connsiteY13" fmla="*/ 146050 h 193040"/>
              <a:gd name="connsiteX14" fmla="*/ 68580 w 284145"/>
              <a:gd name="connsiteY14" fmla="*/ 160020 h 193040"/>
              <a:gd name="connsiteX15" fmla="*/ 80010 w 284145"/>
              <a:gd name="connsiteY15" fmla="*/ 166370 h 193040"/>
              <a:gd name="connsiteX16" fmla="*/ 85090 w 284145"/>
              <a:gd name="connsiteY16" fmla="*/ 168910 h 193040"/>
              <a:gd name="connsiteX17" fmla="*/ 95250 w 284145"/>
              <a:gd name="connsiteY17" fmla="*/ 172720 h 193040"/>
              <a:gd name="connsiteX18" fmla="*/ 33020 w 284145"/>
              <a:gd name="connsiteY18" fmla="*/ 172720 h 193040"/>
              <a:gd name="connsiteX19" fmla="*/ 22860 w 284145"/>
              <a:gd name="connsiteY19" fmla="*/ 162560 h 193040"/>
              <a:gd name="connsiteX20" fmla="*/ 22860 w 284145"/>
              <a:gd name="connsiteY20" fmla="*/ 142240 h 193040"/>
              <a:gd name="connsiteX21" fmla="*/ 12700 w 284145"/>
              <a:gd name="connsiteY21" fmla="*/ 132080 h 193040"/>
              <a:gd name="connsiteX22" fmla="*/ 2540 w 284145"/>
              <a:gd name="connsiteY22" fmla="*/ 142240 h 193040"/>
              <a:gd name="connsiteX23" fmla="*/ 2540 w 284145"/>
              <a:gd name="connsiteY23" fmla="*/ 162560 h 193040"/>
              <a:gd name="connsiteX24" fmla="*/ 33020 w 284145"/>
              <a:gd name="connsiteY24" fmla="*/ 193040 h 193040"/>
              <a:gd name="connsiteX25" fmla="*/ 243840 w 284145"/>
              <a:gd name="connsiteY25" fmla="*/ 193040 h 193040"/>
              <a:gd name="connsiteX26" fmla="*/ 262890 w 284145"/>
              <a:gd name="connsiteY26" fmla="*/ 190500 h 193040"/>
              <a:gd name="connsiteX27" fmla="*/ 280670 w 284145"/>
              <a:gd name="connsiteY27" fmla="*/ 177800 h 193040"/>
              <a:gd name="connsiteX28" fmla="*/ 280670 w 284145"/>
              <a:gd name="connsiteY28" fmla="*/ 152400 h 193040"/>
              <a:gd name="connsiteX29" fmla="*/ 270510 w 284145"/>
              <a:gd name="connsiteY29" fmla="*/ 140970 h 193040"/>
              <a:gd name="connsiteX30" fmla="*/ 231140 w 284145"/>
              <a:gd name="connsiteY30" fmla="*/ 120650 h 193040"/>
              <a:gd name="connsiteX31" fmla="*/ 220980 w 284145"/>
              <a:gd name="connsiteY31" fmla="*/ 104140 h 193040"/>
              <a:gd name="connsiteX32" fmla="*/ 187960 w 284145"/>
              <a:gd name="connsiteY32" fmla="*/ 91440 h 193040"/>
              <a:gd name="connsiteX33" fmla="*/ 135890 w 284145"/>
              <a:gd name="connsiteY33" fmla="*/ 91440 h 193040"/>
              <a:gd name="connsiteX34" fmla="*/ 245110 w 284145"/>
              <a:gd name="connsiteY34" fmla="*/ 172720 h 193040"/>
              <a:gd name="connsiteX35" fmla="*/ 246380 w 284145"/>
              <a:gd name="connsiteY35" fmla="*/ 149860 h 193040"/>
              <a:gd name="connsiteX36" fmla="*/ 233680 w 284145"/>
              <a:gd name="connsiteY36" fmla="*/ 147320 h 193040"/>
              <a:gd name="connsiteX37" fmla="*/ 193040 w 284145"/>
              <a:gd name="connsiteY37" fmla="*/ 147320 h 193040"/>
              <a:gd name="connsiteX38" fmla="*/ 182880 w 284145"/>
              <a:gd name="connsiteY38" fmla="*/ 137160 h 193040"/>
              <a:gd name="connsiteX39" fmla="*/ 193040 w 284145"/>
              <a:gd name="connsiteY39" fmla="*/ 127000 h 193040"/>
              <a:gd name="connsiteX40" fmla="*/ 212090 w 284145"/>
              <a:gd name="connsiteY40" fmla="*/ 127000 h 193040"/>
              <a:gd name="connsiteX41" fmla="*/ 187960 w 284145"/>
              <a:gd name="connsiteY41" fmla="*/ 111760 h 193040"/>
              <a:gd name="connsiteX42" fmla="*/ 91440 w 284145"/>
              <a:gd name="connsiteY42" fmla="*/ 111760 h 193040"/>
              <a:gd name="connsiteX43" fmla="*/ 111760 w 284145"/>
              <a:gd name="connsiteY43" fmla="*/ 91440 h 193040"/>
              <a:gd name="connsiteX44" fmla="*/ 114300 w 284145"/>
              <a:gd name="connsiteY44" fmla="*/ 91440 h 193040"/>
              <a:gd name="connsiteX45" fmla="*/ 91440 w 284145"/>
              <a:gd name="connsiteY45" fmla="*/ 20320 h 193040"/>
              <a:gd name="connsiteX46" fmla="*/ 76200 w 284145"/>
              <a:gd name="connsiteY46" fmla="*/ 20320 h 193040"/>
              <a:gd name="connsiteX47" fmla="*/ 76200 w 284145"/>
              <a:gd name="connsiteY47" fmla="*/ 111760 h 193040"/>
              <a:gd name="connsiteX48" fmla="*/ 187960 w 284145"/>
              <a:gd name="connsiteY48" fmla="*/ 172720 h 193040"/>
              <a:gd name="connsiteX49" fmla="*/ 245110 w 284145"/>
              <a:gd name="connsiteY49" fmla="*/ 17272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84145" h="193040">
                <a:moveTo>
                  <a:pt x="135890" y="91440"/>
                </a:moveTo>
                <a:lnTo>
                  <a:pt x="113030" y="20320"/>
                </a:lnTo>
                <a:lnTo>
                  <a:pt x="152400" y="20320"/>
                </a:lnTo>
                <a:cubicBezTo>
                  <a:pt x="157480" y="20320"/>
                  <a:pt x="162560" y="15240"/>
                  <a:pt x="162560" y="10160"/>
                </a:cubicBezTo>
                <a:cubicBezTo>
                  <a:pt x="162560" y="5080"/>
                  <a:pt x="157480" y="0"/>
                  <a:pt x="15240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55880" y="20320"/>
                </a:lnTo>
                <a:lnTo>
                  <a:pt x="55880" y="93980"/>
                </a:lnTo>
                <a:cubicBezTo>
                  <a:pt x="54610" y="93980"/>
                  <a:pt x="52070" y="95250"/>
                  <a:pt x="50800" y="96520"/>
                </a:cubicBezTo>
                <a:cubicBezTo>
                  <a:pt x="46990" y="99060"/>
                  <a:pt x="41910" y="101600"/>
                  <a:pt x="39370" y="107950"/>
                </a:cubicBezTo>
                <a:cubicBezTo>
                  <a:pt x="35560" y="114300"/>
                  <a:pt x="35560" y="120650"/>
                  <a:pt x="36830" y="125730"/>
                </a:cubicBezTo>
                <a:cubicBezTo>
                  <a:pt x="38100" y="134620"/>
                  <a:pt x="44450" y="142240"/>
                  <a:pt x="49530" y="146050"/>
                </a:cubicBezTo>
                <a:cubicBezTo>
                  <a:pt x="54610" y="151130"/>
                  <a:pt x="60960" y="156210"/>
                  <a:pt x="68580" y="160020"/>
                </a:cubicBezTo>
                <a:cubicBezTo>
                  <a:pt x="72390" y="162560"/>
                  <a:pt x="76200" y="163830"/>
                  <a:pt x="80010" y="166370"/>
                </a:cubicBezTo>
                <a:cubicBezTo>
                  <a:pt x="81280" y="167640"/>
                  <a:pt x="83820" y="167640"/>
                  <a:pt x="85090" y="168910"/>
                </a:cubicBezTo>
                <a:cubicBezTo>
                  <a:pt x="87630" y="170180"/>
                  <a:pt x="91440" y="171450"/>
                  <a:pt x="95250" y="172720"/>
                </a:cubicBezTo>
                <a:lnTo>
                  <a:pt x="33020" y="172720"/>
                </a:lnTo>
                <a:cubicBezTo>
                  <a:pt x="27940" y="172720"/>
                  <a:pt x="22860" y="167640"/>
                  <a:pt x="22860" y="162560"/>
                </a:cubicBezTo>
                <a:lnTo>
                  <a:pt x="22860" y="142240"/>
                </a:lnTo>
                <a:cubicBezTo>
                  <a:pt x="22860" y="137160"/>
                  <a:pt x="17780" y="132080"/>
                  <a:pt x="12700" y="132080"/>
                </a:cubicBezTo>
                <a:cubicBezTo>
                  <a:pt x="7620" y="132080"/>
                  <a:pt x="2540" y="137160"/>
                  <a:pt x="2540" y="142240"/>
                </a:cubicBezTo>
                <a:lnTo>
                  <a:pt x="2540" y="162560"/>
                </a:lnTo>
                <a:cubicBezTo>
                  <a:pt x="2540" y="179070"/>
                  <a:pt x="16510" y="193040"/>
                  <a:pt x="33020" y="193040"/>
                </a:cubicBezTo>
                <a:lnTo>
                  <a:pt x="243840" y="193040"/>
                </a:lnTo>
                <a:cubicBezTo>
                  <a:pt x="250190" y="193040"/>
                  <a:pt x="256540" y="193040"/>
                  <a:pt x="262890" y="190500"/>
                </a:cubicBezTo>
                <a:cubicBezTo>
                  <a:pt x="267970" y="189230"/>
                  <a:pt x="275590" y="186690"/>
                  <a:pt x="280670" y="177800"/>
                </a:cubicBezTo>
                <a:cubicBezTo>
                  <a:pt x="287020" y="167640"/>
                  <a:pt x="283210" y="158750"/>
                  <a:pt x="280670" y="152400"/>
                </a:cubicBezTo>
                <a:cubicBezTo>
                  <a:pt x="278130" y="147320"/>
                  <a:pt x="274320" y="143510"/>
                  <a:pt x="270510" y="140970"/>
                </a:cubicBezTo>
                <a:cubicBezTo>
                  <a:pt x="260350" y="133350"/>
                  <a:pt x="245110" y="124460"/>
                  <a:pt x="231140" y="120650"/>
                </a:cubicBezTo>
                <a:cubicBezTo>
                  <a:pt x="228600" y="114300"/>
                  <a:pt x="226060" y="109220"/>
                  <a:pt x="220980" y="104140"/>
                </a:cubicBezTo>
                <a:cubicBezTo>
                  <a:pt x="212090" y="95250"/>
                  <a:pt x="199390" y="91440"/>
                  <a:pt x="187960" y="91440"/>
                </a:cubicBezTo>
                <a:lnTo>
                  <a:pt x="135890" y="91440"/>
                </a:lnTo>
                <a:close/>
                <a:moveTo>
                  <a:pt x="245110" y="172720"/>
                </a:moveTo>
                <a:cubicBezTo>
                  <a:pt x="274320" y="172720"/>
                  <a:pt x="261620" y="157480"/>
                  <a:pt x="246380" y="149860"/>
                </a:cubicBezTo>
                <a:cubicBezTo>
                  <a:pt x="241300" y="147320"/>
                  <a:pt x="238760" y="147320"/>
                  <a:pt x="233680" y="147320"/>
                </a:cubicBezTo>
                <a:lnTo>
                  <a:pt x="193040" y="147320"/>
                </a:lnTo>
                <a:cubicBezTo>
                  <a:pt x="187960" y="147320"/>
                  <a:pt x="182880" y="142240"/>
                  <a:pt x="182880" y="137160"/>
                </a:cubicBezTo>
                <a:cubicBezTo>
                  <a:pt x="182880" y="132080"/>
                  <a:pt x="187960" y="127000"/>
                  <a:pt x="193040" y="127000"/>
                </a:cubicBezTo>
                <a:lnTo>
                  <a:pt x="212090" y="127000"/>
                </a:lnTo>
                <a:cubicBezTo>
                  <a:pt x="209550" y="118110"/>
                  <a:pt x="200660" y="111760"/>
                  <a:pt x="187960" y="111760"/>
                </a:cubicBezTo>
                <a:lnTo>
                  <a:pt x="91440" y="111760"/>
                </a:lnTo>
                <a:cubicBezTo>
                  <a:pt x="91440" y="100330"/>
                  <a:pt x="100330" y="91440"/>
                  <a:pt x="111760" y="91440"/>
                </a:cubicBezTo>
                <a:lnTo>
                  <a:pt x="114300" y="91440"/>
                </a:lnTo>
                <a:lnTo>
                  <a:pt x="91440" y="20320"/>
                </a:lnTo>
                <a:lnTo>
                  <a:pt x="76200" y="20320"/>
                </a:lnTo>
                <a:lnTo>
                  <a:pt x="76200" y="111760"/>
                </a:lnTo>
                <a:cubicBezTo>
                  <a:pt x="15240" y="111760"/>
                  <a:pt x="104140" y="172720"/>
                  <a:pt x="187960" y="172720"/>
                </a:cubicBezTo>
                <a:lnTo>
                  <a:pt x="245110" y="1727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88" name="Рисунок 2">
            <a:extLst>
              <a:ext uri="{FF2B5EF4-FFF2-40B4-BE49-F238E27FC236}">
                <a16:creationId xmlns:a16="http://schemas.microsoft.com/office/drawing/2014/main" id="{9F83A753-D276-7FD2-4CF2-6E7FE06209BD}"/>
              </a:ext>
            </a:extLst>
          </p:cNvPr>
          <p:cNvGrpSpPr/>
          <p:nvPr/>
        </p:nvGrpSpPr>
        <p:grpSpPr>
          <a:xfrm>
            <a:off x="10125621" y="4437353"/>
            <a:ext cx="226051" cy="303529"/>
            <a:chOff x="10201279" y="4959350"/>
            <a:chExt cx="226051" cy="303529"/>
          </a:xfrm>
          <a:solidFill>
            <a:schemeClr val="bg1"/>
          </a:solidFill>
        </p:grpSpPr>
        <p:sp>
          <p:nvSpPr>
            <p:cNvPr id="489" name="Полилиния: фигура 899">
              <a:extLst>
                <a:ext uri="{FF2B5EF4-FFF2-40B4-BE49-F238E27FC236}">
                  <a16:creationId xmlns:a16="http://schemas.microsoft.com/office/drawing/2014/main" id="{F20AA240-C875-7501-6ECD-2A49D404F5D7}"/>
                </a:ext>
              </a:extLst>
            </p:cNvPr>
            <p:cNvSpPr/>
            <p:nvPr/>
          </p:nvSpPr>
          <p:spPr>
            <a:xfrm>
              <a:off x="10222665" y="4959350"/>
              <a:ext cx="184240" cy="162559"/>
            </a:xfrm>
            <a:custGeom>
              <a:avLst/>
              <a:gdLst>
                <a:gd name="connsiteX0" fmla="*/ 91004 w 184240"/>
                <a:gd name="connsiteY0" fmla="*/ 0 h 162559"/>
                <a:gd name="connsiteX1" fmla="*/ 47824 w 184240"/>
                <a:gd name="connsiteY1" fmla="*/ 8890 h 162559"/>
                <a:gd name="connsiteX2" fmla="*/ 16074 w 184240"/>
                <a:gd name="connsiteY2" fmla="*/ 55880 h 162559"/>
                <a:gd name="connsiteX3" fmla="*/ 2104 w 184240"/>
                <a:gd name="connsiteY3" fmla="*/ 115570 h 162559"/>
                <a:gd name="connsiteX4" fmla="*/ 834 w 184240"/>
                <a:gd name="connsiteY4" fmla="*/ 133350 h 162559"/>
                <a:gd name="connsiteX5" fmla="*/ 12264 w 184240"/>
                <a:gd name="connsiteY5" fmla="*/ 151130 h 162559"/>
                <a:gd name="connsiteX6" fmla="*/ 26234 w 184240"/>
                <a:gd name="connsiteY6" fmla="*/ 156210 h 162559"/>
                <a:gd name="connsiteX7" fmla="*/ 42744 w 184240"/>
                <a:gd name="connsiteY7" fmla="*/ 160020 h 162559"/>
                <a:gd name="connsiteX8" fmla="*/ 71954 w 184240"/>
                <a:gd name="connsiteY8" fmla="*/ 162560 h 162559"/>
                <a:gd name="connsiteX9" fmla="*/ 83384 w 184240"/>
                <a:gd name="connsiteY9" fmla="*/ 151130 h 162559"/>
                <a:gd name="connsiteX10" fmla="*/ 83384 w 184240"/>
                <a:gd name="connsiteY10" fmla="*/ 127000 h 162559"/>
                <a:gd name="connsiteX11" fmla="*/ 77034 w 184240"/>
                <a:gd name="connsiteY11" fmla="*/ 116840 h 162559"/>
                <a:gd name="connsiteX12" fmla="*/ 74494 w 184240"/>
                <a:gd name="connsiteY12" fmla="*/ 115570 h 162559"/>
                <a:gd name="connsiteX13" fmla="*/ 69414 w 184240"/>
                <a:gd name="connsiteY13" fmla="*/ 113030 h 162559"/>
                <a:gd name="connsiteX14" fmla="*/ 66874 w 184240"/>
                <a:gd name="connsiteY14" fmla="*/ 105410 h 162559"/>
                <a:gd name="connsiteX15" fmla="*/ 66874 w 184240"/>
                <a:gd name="connsiteY15" fmla="*/ 74930 h 162559"/>
                <a:gd name="connsiteX16" fmla="*/ 92274 w 184240"/>
                <a:gd name="connsiteY16" fmla="*/ 67310 h 162559"/>
                <a:gd name="connsiteX17" fmla="*/ 117674 w 184240"/>
                <a:gd name="connsiteY17" fmla="*/ 74930 h 162559"/>
                <a:gd name="connsiteX18" fmla="*/ 117674 w 184240"/>
                <a:gd name="connsiteY18" fmla="*/ 104140 h 162559"/>
                <a:gd name="connsiteX19" fmla="*/ 115134 w 184240"/>
                <a:gd name="connsiteY19" fmla="*/ 111760 h 162559"/>
                <a:gd name="connsiteX20" fmla="*/ 110054 w 184240"/>
                <a:gd name="connsiteY20" fmla="*/ 114300 h 162559"/>
                <a:gd name="connsiteX21" fmla="*/ 107514 w 184240"/>
                <a:gd name="connsiteY21" fmla="*/ 115570 h 162559"/>
                <a:gd name="connsiteX22" fmla="*/ 101164 w 184240"/>
                <a:gd name="connsiteY22" fmla="*/ 125730 h 162559"/>
                <a:gd name="connsiteX23" fmla="*/ 101164 w 184240"/>
                <a:gd name="connsiteY23" fmla="*/ 149860 h 162559"/>
                <a:gd name="connsiteX24" fmla="*/ 112594 w 184240"/>
                <a:gd name="connsiteY24" fmla="*/ 161290 h 162559"/>
                <a:gd name="connsiteX25" fmla="*/ 141804 w 184240"/>
                <a:gd name="connsiteY25" fmla="*/ 158750 h 162559"/>
                <a:gd name="connsiteX26" fmla="*/ 158314 w 184240"/>
                <a:gd name="connsiteY26" fmla="*/ 154940 h 162559"/>
                <a:gd name="connsiteX27" fmla="*/ 172284 w 184240"/>
                <a:gd name="connsiteY27" fmla="*/ 149860 h 162559"/>
                <a:gd name="connsiteX28" fmla="*/ 183714 w 184240"/>
                <a:gd name="connsiteY28" fmla="*/ 132080 h 162559"/>
                <a:gd name="connsiteX29" fmla="*/ 182444 w 184240"/>
                <a:gd name="connsiteY29" fmla="*/ 114300 h 162559"/>
                <a:gd name="connsiteX30" fmla="*/ 168474 w 184240"/>
                <a:gd name="connsiteY30" fmla="*/ 54610 h 162559"/>
                <a:gd name="connsiteX31" fmla="*/ 136724 w 184240"/>
                <a:gd name="connsiteY31" fmla="*/ 7620 h 162559"/>
                <a:gd name="connsiteX32" fmla="*/ 91004 w 184240"/>
                <a:gd name="connsiteY32" fmla="*/ 0 h 162559"/>
                <a:gd name="connsiteX33" fmla="*/ 35124 w 184240"/>
                <a:gd name="connsiteY33" fmla="*/ 54610 h 162559"/>
                <a:gd name="connsiteX34" fmla="*/ 55444 w 184240"/>
                <a:gd name="connsiteY34" fmla="*/ 26670 h 162559"/>
                <a:gd name="connsiteX35" fmla="*/ 91004 w 184240"/>
                <a:gd name="connsiteY35" fmla="*/ 19050 h 162559"/>
                <a:gd name="connsiteX36" fmla="*/ 126564 w 184240"/>
                <a:gd name="connsiteY36" fmla="*/ 26670 h 162559"/>
                <a:gd name="connsiteX37" fmla="*/ 146884 w 184240"/>
                <a:gd name="connsiteY37" fmla="*/ 54610 h 162559"/>
                <a:gd name="connsiteX38" fmla="*/ 163394 w 184240"/>
                <a:gd name="connsiteY38" fmla="*/ 121920 h 162559"/>
                <a:gd name="connsiteX39" fmla="*/ 163394 w 184240"/>
                <a:gd name="connsiteY39" fmla="*/ 128270 h 162559"/>
                <a:gd name="connsiteX40" fmla="*/ 162124 w 184240"/>
                <a:gd name="connsiteY40" fmla="*/ 130810 h 162559"/>
                <a:gd name="connsiteX41" fmla="*/ 162124 w 184240"/>
                <a:gd name="connsiteY41" fmla="*/ 130810 h 162559"/>
                <a:gd name="connsiteX42" fmla="*/ 153234 w 184240"/>
                <a:gd name="connsiteY42" fmla="*/ 133350 h 162559"/>
                <a:gd name="connsiteX43" fmla="*/ 137994 w 184240"/>
                <a:gd name="connsiteY43" fmla="*/ 135890 h 162559"/>
                <a:gd name="connsiteX44" fmla="*/ 120214 w 184240"/>
                <a:gd name="connsiteY44" fmla="*/ 138430 h 162559"/>
                <a:gd name="connsiteX45" fmla="*/ 120214 w 184240"/>
                <a:gd name="connsiteY45" fmla="*/ 130810 h 162559"/>
                <a:gd name="connsiteX46" fmla="*/ 126564 w 184240"/>
                <a:gd name="connsiteY46" fmla="*/ 125730 h 162559"/>
                <a:gd name="connsiteX47" fmla="*/ 135454 w 184240"/>
                <a:gd name="connsiteY47" fmla="*/ 104140 h 162559"/>
                <a:gd name="connsiteX48" fmla="*/ 135454 w 184240"/>
                <a:gd name="connsiteY48" fmla="*/ 64770 h 162559"/>
                <a:gd name="connsiteX49" fmla="*/ 121484 w 184240"/>
                <a:gd name="connsiteY49" fmla="*/ 53340 h 162559"/>
                <a:gd name="connsiteX50" fmla="*/ 97354 w 184240"/>
                <a:gd name="connsiteY50" fmla="*/ 46990 h 162559"/>
                <a:gd name="connsiteX51" fmla="*/ 80844 w 184240"/>
                <a:gd name="connsiteY51" fmla="*/ 46990 h 162559"/>
                <a:gd name="connsiteX52" fmla="*/ 56714 w 184240"/>
                <a:gd name="connsiteY52" fmla="*/ 52070 h 162559"/>
                <a:gd name="connsiteX53" fmla="*/ 42744 w 184240"/>
                <a:gd name="connsiteY53" fmla="*/ 63500 h 162559"/>
                <a:gd name="connsiteX54" fmla="*/ 42744 w 184240"/>
                <a:gd name="connsiteY54" fmla="*/ 104140 h 162559"/>
                <a:gd name="connsiteX55" fmla="*/ 51634 w 184240"/>
                <a:gd name="connsiteY55" fmla="*/ 125730 h 162559"/>
                <a:gd name="connsiteX56" fmla="*/ 57984 w 184240"/>
                <a:gd name="connsiteY56" fmla="*/ 130810 h 162559"/>
                <a:gd name="connsiteX57" fmla="*/ 57984 w 184240"/>
                <a:gd name="connsiteY57" fmla="*/ 138430 h 162559"/>
                <a:gd name="connsiteX58" fmla="*/ 40204 w 184240"/>
                <a:gd name="connsiteY58" fmla="*/ 135890 h 162559"/>
                <a:gd name="connsiteX59" fmla="*/ 24964 w 184240"/>
                <a:gd name="connsiteY59" fmla="*/ 133350 h 162559"/>
                <a:gd name="connsiteX60" fmla="*/ 16074 w 184240"/>
                <a:gd name="connsiteY60" fmla="*/ 130810 h 162559"/>
                <a:gd name="connsiteX61" fmla="*/ 16074 w 184240"/>
                <a:gd name="connsiteY61" fmla="*/ 130810 h 162559"/>
                <a:gd name="connsiteX62" fmla="*/ 14804 w 184240"/>
                <a:gd name="connsiteY62" fmla="*/ 128270 h 162559"/>
                <a:gd name="connsiteX63" fmla="*/ 14804 w 184240"/>
                <a:gd name="connsiteY63" fmla="*/ 121920 h 162559"/>
                <a:gd name="connsiteX64" fmla="*/ 14804 w 184240"/>
                <a:gd name="connsiteY64" fmla="*/ 121920 h 162559"/>
                <a:gd name="connsiteX65" fmla="*/ 14804 w 184240"/>
                <a:gd name="connsiteY65" fmla="*/ 121920 h 162559"/>
                <a:gd name="connsiteX66" fmla="*/ 35124 w 184240"/>
                <a:gd name="connsiteY66" fmla="*/ 54610 h 162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84240" h="162559">
                  <a:moveTo>
                    <a:pt x="91004" y="0"/>
                  </a:moveTo>
                  <a:cubicBezTo>
                    <a:pt x="80844" y="0"/>
                    <a:pt x="63064" y="1270"/>
                    <a:pt x="47824" y="8890"/>
                  </a:cubicBezTo>
                  <a:cubicBezTo>
                    <a:pt x="31314" y="16510"/>
                    <a:pt x="16074" y="30480"/>
                    <a:pt x="16074" y="55880"/>
                  </a:cubicBezTo>
                  <a:cubicBezTo>
                    <a:pt x="16074" y="76200"/>
                    <a:pt x="9724" y="95250"/>
                    <a:pt x="2104" y="115570"/>
                  </a:cubicBezTo>
                  <a:cubicBezTo>
                    <a:pt x="-436" y="120650"/>
                    <a:pt x="-436" y="128270"/>
                    <a:pt x="834" y="133350"/>
                  </a:cubicBezTo>
                  <a:cubicBezTo>
                    <a:pt x="2104" y="139700"/>
                    <a:pt x="4644" y="146050"/>
                    <a:pt x="12264" y="151130"/>
                  </a:cubicBezTo>
                  <a:cubicBezTo>
                    <a:pt x="16074" y="153670"/>
                    <a:pt x="21154" y="154940"/>
                    <a:pt x="26234" y="156210"/>
                  </a:cubicBezTo>
                  <a:cubicBezTo>
                    <a:pt x="31314" y="157480"/>
                    <a:pt x="36394" y="158750"/>
                    <a:pt x="42744" y="160020"/>
                  </a:cubicBezTo>
                  <a:cubicBezTo>
                    <a:pt x="54174" y="161290"/>
                    <a:pt x="65604" y="162560"/>
                    <a:pt x="71954" y="162560"/>
                  </a:cubicBezTo>
                  <a:cubicBezTo>
                    <a:pt x="78304" y="162560"/>
                    <a:pt x="83384" y="157480"/>
                    <a:pt x="83384" y="151130"/>
                  </a:cubicBezTo>
                  <a:lnTo>
                    <a:pt x="83384" y="127000"/>
                  </a:lnTo>
                  <a:cubicBezTo>
                    <a:pt x="83384" y="123190"/>
                    <a:pt x="80844" y="119380"/>
                    <a:pt x="77034" y="116840"/>
                  </a:cubicBezTo>
                  <a:cubicBezTo>
                    <a:pt x="75764" y="116840"/>
                    <a:pt x="75764" y="115570"/>
                    <a:pt x="74494" y="115570"/>
                  </a:cubicBezTo>
                  <a:cubicBezTo>
                    <a:pt x="71954" y="114300"/>
                    <a:pt x="70684" y="114300"/>
                    <a:pt x="69414" y="113030"/>
                  </a:cubicBezTo>
                  <a:cubicBezTo>
                    <a:pt x="69414" y="111760"/>
                    <a:pt x="66874" y="110490"/>
                    <a:pt x="66874" y="105410"/>
                  </a:cubicBezTo>
                  <a:lnTo>
                    <a:pt x="66874" y="74930"/>
                  </a:lnTo>
                  <a:cubicBezTo>
                    <a:pt x="74494" y="74930"/>
                    <a:pt x="83384" y="73660"/>
                    <a:pt x="92274" y="67310"/>
                  </a:cubicBezTo>
                  <a:cubicBezTo>
                    <a:pt x="101164" y="73660"/>
                    <a:pt x="110054" y="74930"/>
                    <a:pt x="117674" y="74930"/>
                  </a:cubicBezTo>
                  <a:lnTo>
                    <a:pt x="117674" y="104140"/>
                  </a:lnTo>
                  <a:cubicBezTo>
                    <a:pt x="117674" y="109220"/>
                    <a:pt x="116404" y="110490"/>
                    <a:pt x="115134" y="111760"/>
                  </a:cubicBezTo>
                  <a:cubicBezTo>
                    <a:pt x="113864" y="113030"/>
                    <a:pt x="112594" y="113030"/>
                    <a:pt x="110054" y="114300"/>
                  </a:cubicBezTo>
                  <a:cubicBezTo>
                    <a:pt x="110054" y="114300"/>
                    <a:pt x="108784" y="114300"/>
                    <a:pt x="107514" y="115570"/>
                  </a:cubicBezTo>
                  <a:cubicBezTo>
                    <a:pt x="103704" y="116840"/>
                    <a:pt x="101164" y="121920"/>
                    <a:pt x="101164" y="125730"/>
                  </a:cubicBezTo>
                  <a:lnTo>
                    <a:pt x="101164" y="149860"/>
                  </a:lnTo>
                  <a:cubicBezTo>
                    <a:pt x="101164" y="156210"/>
                    <a:pt x="106244" y="161290"/>
                    <a:pt x="112594" y="161290"/>
                  </a:cubicBezTo>
                  <a:cubicBezTo>
                    <a:pt x="118944" y="161290"/>
                    <a:pt x="130374" y="160020"/>
                    <a:pt x="141804" y="158750"/>
                  </a:cubicBezTo>
                  <a:cubicBezTo>
                    <a:pt x="146884" y="157480"/>
                    <a:pt x="153234" y="156210"/>
                    <a:pt x="158314" y="154940"/>
                  </a:cubicBezTo>
                  <a:cubicBezTo>
                    <a:pt x="163394" y="153670"/>
                    <a:pt x="168474" y="152400"/>
                    <a:pt x="172284" y="149860"/>
                  </a:cubicBezTo>
                  <a:cubicBezTo>
                    <a:pt x="179904" y="146050"/>
                    <a:pt x="182444" y="138430"/>
                    <a:pt x="183714" y="132080"/>
                  </a:cubicBezTo>
                  <a:cubicBezTo>
                    <a:pt x="184984" y="125730"/>
                    <a:pt x="183714" y="119380"/>
                    <a:pt x="182444" y="114300"/>
                  </a:cubicBezTo>
                  <a:cubicBezTo>
                    <a:pt x="173554" y="93980"/>
                    <a:pt x="168474" y="74930"/>
                    <a:pt x="168474" y="54610"/>
                  </a:cubicBezTo>
                  <a:cubicBezTo>
                    <a:pt x="168474" y="29210"/>
                    <a:pt x="151964" y="15240"/>
                    <a:pt x="136724" y="7620"/>
                  </a:cubicBezTo>
                  <a:cubicBezTo>
                    <a:pt x="118944" y="1270"/>
                    <a:pt x="101164" y="0"/>
                    <a:pt x="91004" y="0"/>
                  </a:cubicBezTo>
                  <a:close/>
                  <a:moveTo>
                    <a:pt x="35124" y="54610"/>
                  </a:moveTo>
                  <a:cubicBezTo>
                    <a:pt x="35124" y="40640"/>
                    <a:pt x="44014" y="31750"/>
                    <a:pt x="55444" y="26670"/>
                  </a:cubicBezTo>
                  <a:cubicBezTo>
                    <a:pt x="68144" y="20320"/>
                    <a:pt x="83384" y="19050"/>
                    <a:pt x="91004" y="19050"/>
                  </a:cubicBezTo>
                  <a:cubicBezTo>
                    <a:pt x="98624" y="19050"/>
                    <a:pt x="113864" y="20320"/>
                    <a:pt x="126564" y="26670"/>
                  </a:cubicBezTo>
                  <a:cubicBezTo>
                    <a:pt x="139264" y="31750"/>
                    <a:pt x="146884" y="40640"/>
                    <a:pt x="146884" y="54610"/>
                  </a:cubicBezTo>
                  <a:cubicBezTo>
                    <a:pt x="146884" y="78740"/>
                    <a:pt x="153234" y="100330"/>
                    <a:pt x="163394" y="121920"/>
                  </a:cubicBezTo>
                  <a:cubicBezTo>
                    <a:pt x="163394" y="123190"/>
                    <a:pt x="164664" y="125730"/>
                    <a:pt x="163394" y="128270"/>
                  </a:cubicBezTo>
                  <a:cubicBezTo>
                    <a:pt x="163394" y="130810"/>
                    <a:pt x="162124" y="130810"/>
                    <a:pt x="162124" y="130810"/>
                  </a:cubicBezTo>
                  <a:lnTo>
                    <a:pt x="162124" y="130810"/>
                  </a:lnTo>
                  <a:cubicBezTo>
                    <a:pt x="160854" y="132080"/>
                    <a:pt x="157044" y="132080"/>
                    <a:pt x="153234" y="133350"/>
                  </a:cubicBezTo>
                  <a:cubicBezTo>
                    <a:pt x="149424" y="134620"/>
                    <a:pt x="144344" y="135890"/>
                    <a:pt x="137994" y="135890"/>
                  </a:cubicBezTo>
                  <a:cubicBezTo>
                    <a:pt x="131644" y="137160"/>
                    <a:pt x="125294" y="137160"/>
                    <a:pt x="120214" y="138430"/>
                  </a:cubicBezTo>
                  <a:lnTo>
                    <a:pt x="120214" y="130810"/>
                  </a:lnTo>
                  <a:cubicBezTo>
                    <a:pt x="122754" y="129540"/>
                    <a:pt x="125294" y="128270"/>
                    <a:pt x="126564" y="125730"/>
                  </a:cubicBezTo>
                  <a:cubicBezTo>
                    <a:pt x="131644" y="120650"/>
                    <a:pt x="135454" y="113030"/>
                    <a:pt x="135454" y="104140"/>
                  </a:cubicBezTo>
                  <a:lnTo>
                    <a:pt x="135454" y="64770"/>
                  </a:lnTo>
                  <a:cubicBezTo>
                    <a:pt x="135454" y="57150"/>
                    <a:pt x="129104" y="52070"/>
                    <a:pt x="121484" y="53340"/>
                  </a:cubicBezTo>
                  <a:cubicBezTo>
                    <a:pt x="116404" y="54610"/>
                    <a:pt x="104974" y="54610"/>
                    <a:pt x="97354" y="46990"/>
                  </a:cubicBezTo>
                  <a:cubicBezTo>
                    <a:pt x="92274" y="41910"/>
                    <a:pt x="84654" y="41910"/>
                    <a:pt x="80844" y="46990"/>
                  </a:cubicBezTo>
                  <a:cubicBezTo>
                    <a:pt x="74494" y="54610"/>
                    <a:pt x="64334" y="53340"/>
                    <a:pt x="56714" y="52070"/>
                  </a:cubicBezTo>
                  <a:cubicBezTo>
                    <a:pt x="50364" y="50800"/>
                    <a:pt x="42744" y="55880"/>
                    <a:pt x="42744" y="63500"/>
                  </a:cubicBezTo>
                  <a:lnTo>
                    <a:pt x="42744" y="104140"/>
                  </a:lnTo>
                  <a:cubicBezTo>
                    <a:pt x="42744" y="114300"/>
                    <a:pt x="45284" y="120650"/>
                    <a:pt x="51634" y="125730"/>
                  </a:cubicBezTo>
                  <a:cubicBezTo>
                    <a:pt x="54174" y="128270"/>
                    <a:pt x="56714" y="129540"/>
                    <a:pt x="57984" y="130810"/>
                  </a:cubicBezTo>
                  <a:lnTo>
                    <a:pt x="57984" y="138430"/>
                  </a:lnTo>
                  <a:cubicBezTo>
                    <a:pt x="52904" y="138430"/>
                    <a:pt x="46554" y="137160"/>
                    <a:pt x="40204" y="135890"/>
                  </a:cubicBezTo>
                  <a:cubicBezTo>
                    <a:pt x="35124" y="134620"/>
                    <a:pt x="30044" y="134620"/>
                    <a:pt x="24964" y="133350"/>
                  </a:cubicBezTo>
                  <a:cubicBezTo>
                    <a:pt x="19884" y="132080"/>
                    <a:pt x="17344" y="130810"/>
                    <a:pt x="16074" y="130810"/>
                  </a:cubicBezTo>
                  <a:lnTo>
                    <a:pt x="16074" y="130810"/>
                  </a:lnTo>
                  <a:cubicBezTo>
                    <a:pt x="16074" y="130810"/>
                    <a:pt x="14804" y="129540"/>
                    <a:pt x="14804" y="128270"/>
                  </a:cubicBezTo>
                  <a:cubicBezTo>
                    <a:pt x="14804" y="125730"/>
                    <a:pt x="14804" y="123190"/>
                    <a:pt x="14804" y="121920"/>
                  </a:cubicBezTo>
                  <a:lnTo>
                    <a:pt x="14804" y="121920"/>
                  </a:lnTo>
                  <a:lnTo>
                    <a:pt x="14804" y="121920"/>
                  </a:lnTo>
                  <a:cubicBezTo>
                    <a:pt x="27504" y="101600"/>
                    <a:pt x="35124" y="80010"/>
                    <a:pt x="35124" y="5461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0" name="Полилиния: фигура 900">
              <a:extLst>
                <a:ext uri="{FF2B5EF4-FFF2-40B4-BE49-F238E27FC236}">
                  <a16:creationId xmlns:a16="http://schemas.microsoft.com/office/drawing/2014/main" id="{A53BE854-86A6-A603-18F3-1116DDEB7410}"/>
                </a:ext>
              </a:extLst>
            </p:cNvPr>
            <p:cNvSpPr/>
            <p:nvPr/>
          </p:nvSpPr>
          <p:spPr>
            <a:xfrm>
              <a:off x="10201279" y="5137150"/>
              <a:ext cx="226051" cy="125729"/>
            </a:xfrm>
            <a:custGeom>
              <a:avLst/>
              <a:gdLst>
                <a:gd name="connsiteX0" fmla="*/ 69211 w 226051"/>
                <a:gd name="connsiteY0" fmla="*/ 3810 h 125729"/>
                <a:gd name="connsiteX1" fmla="*/ 61590 w 226051"/>
                <a:gd name="connsiteY1" fmla="*/ 0 h 125729"/>
                <a:gd name="connsiteX2" fmla="*/ 8251 w 226051"/>
                <a:gd name="connsiteY2" fmla="*/ 38100 h 125729"/>
                <a:gd name="connsiteX3" fmla="*/ 3171 w 226051"/>
                <a:gd name="connsiteY3" fmla="*/ 52070 h 125729"/>
                <a:gd name="connsiteX4" fmla="*/ 19680 w 226051"/>
                <a:gd name="connsiteY4" fmla="*/ 119380 h 125729"/>
                <a:gd name="connsiteX5" fmla="*/ 36190 w 226051"/>
                <a:gd name="connsiteY5" fmla="*/ 125730 h 125729"/>
                <a:gd name="connsiteX6" fmla="*/ 189861 w 226051"/>
                <a:gd name="connsiteY6" fmla="*/ 125730 h 125729"/>
                <a:gd name="connsiteX7" fmla="*/ 206371 w 226051"/>
                <a:gd name="connsiteY7" fmla="*/ 119380 h 125729"/>
                <a:gd name="connsiteX8" fmla="*/ 222880 w 226051"/>
                <a:gd name="connsiteY8" fmla="*/ 52070 h 125729"/>
                <a:gd name="connsiteX9" fmla="*/ 217801 w 226051"/>
                <a:gd name="connsiteY9" fmla="*/ 38100 h 125729"/>
                <a:gd name="connsiteX10" fmla="*/ 164461 w 226051"/>
                <a:gd name="connsiteY10" fmla="*/ 0 h 125729"/>
                <a:gd name="connsiteX11" fmla="*/ 156840 w 226051"/>
                <a:gd name="connsiteY11" fmla="*/ 3810 h 125729"/>
                <a:gd name="connsiteX12" fmla="*/ 140330 w 226051"/>
                <a:gd name="connsiteY12" fmla="*/ 29210 h 125729"/>
                <a:gd name="connsiteX13" fmla="*/ 133980 w 226051"/>
                <a:gd name="connsiteY13" fmla="*/ 7620 h 125729"/>
                <a:gd name="connsiteX14" fmla="*/ 123821 w 226051"/>
                <a:gd name="connsiteY14" fmla="*/ 0 h 125729"/>
                <a:gd name="connsiteX15" fmla="*/ 104771 w 226051"/>
                <a:gd name="connsiteY15" fmla="*/ 0 h 125729"/>
                <a:gd name="connsiteX16" fmla="*/ 94611 w 226051"/>
                <a:gd name="connsiteY16" fmla="*/ 7620 h 125729"/>
                <a:gd name="connsiteX17" fmla="*/ 88261 w 226051"/>
                <a:gd name="connsiteY17" fmla="*/ 29210 h 125729"/>
                <a:gd name="connsiteX18" fmla="*/ 69211 w 226051"/>
                <a:gd name="connsiteY18" fmla="*/ 3810 h 125729"/>
                <a:gd name="connsiteX19" fmla="*/ 56511 w 226051"/>
                <a:gd name="connsiteY19" fmla="*/ 20320 h 125729"/>
                <a:gd name="connsiteX20" fmla="*/ 28571 w 226051"/>
                <a:gd name="connsiteY20" fmla="*/ 44450 h 125729"/>
                <a:gd name="connsiteX21" fmla="*/ 23490 w 226051"/>
                <a:gd name="connsiteY21" fmla="*/ 58420 h 125729"/>
                <a:gd name="connsiteX22" fmla="*/ 34921 w 226051"/>
                <a:gd name="connsiteY22" fmla="*/ 105410 h 125729"/>
                <a:gd name="connsiteX23" fmla="*/ 36190 w 226051"/>
                <a:gd name="connsiteY23" fmla="*/ 106680 h 125729"/>
                <a:gd name="connsiteX24" fmla="*/ 189861 w 226051"/>
                <a:gd name="connsiteY24" fmla="*/ 106680 h 125729"/>
                <a:gd name="connsiteX25" fmla="*/ 191130 w 226051"/>
                <a:gd name="connsiteY25" fmla="*/ 105410 h 125729"/>
                <a:gd name="connsiteX26" fmla="*/ 202561 w 226051"/>
                <a:gd name="connsiteY26" fmla="*/ 58420 h 125729"/>
                <a:gd name="connsiteX27" fmla="*/ 197480 w 226051"/>
                <a:gd name="connsiteY27" fmla="*/ 44450 h 125729"/>
                <a:gd name="connsiteX28" fmla="*/ 169540 w 226051"/>
                <a:gd name="connsiteY28" fmla="*/ 20320 h 125729"/>
                <a:gd name="connsiteX29" fmla="*/ 131440 w 226051"/>
                <a:gd name="connsiteY29" fmla="*/ 80010 h 125729"/>
                <a:gd name="connsiteX30" fmla="*/ 95880 w 226051"/>
                <a:gd name="connsiteY30" fmla="*/ 80010 h 125729"/>
                <a:gd name="connsiteX31" fmla="*/ 56511 w 226051"/>
                <a:gd name="connsiteY31" fmla="*/ 20320 h 125729"/>
                <a:gd name="connsiteX32" fmla="*/ 122551 w 226051"/>
                <a:gd name="connsiteY32" fmla="*/ 46990 h 125729"/>
                <a:gd name="connsiteX33" fmla="*/ 123821 w 226051"/>
                <a:gd name="connsiteY33" fmla="*/ 50800 h 125729"/>
                <a:gd name="connsiteX34" fmla="*/ 112390 w 226051"/>
                <a:gd name="connsiteY34" fmla="*/ 68580 h 125729"/>
                <a:gd name="connsiteX35" fmla="*/ 111121 w 226051"/>
                <a:gd name="connsiteY35" fmla="*/ 68580 h 125729"/>
                <a:gd name="connsiteX36" fmla="*/ 99690 w 226051"/>
                <a:gd name="connsiteY36" fmla="*/ 50800 h 125729"/>
                <a:gd name="connsiteX37" fmla="*/ 100961 w 226051"/>
                <a:gd name="connsiteY37" fmla="*/ 46990 h 125729"/>
                <a:gd name="connsiteX38" fmla="*/ 108580 w 226051"/>
                <a:gd name="connsiteY38" fmla="*/ 19050 h 125729"/>
                <a:gd name="connsiteX39" fmla="*/ 113661 w 226051"/>
                <a:gd name="connsiteY39" fmla="*/ 19050 h 125729"/>
                <a:gd name="connsiteX40" fmla="*/ 122551 w 226051"/>
                <a:gd name="connsiteY40" fmla="*/ 46990 h 125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26051" h="125729">
                  <a:moveTo>
                    <a:pt x="69211" y="3810"/>
                  </a:moveTo>
                  <a:cubicBezTo>
                    <a:pt x="67940" y="1270"/>
                    <a:pt x="64130" y="0"/>
                    <a:pt x="61590" y="0"/>
                  </a:cubicBezTo>
                  <a:cubicBezTo>
                    <a:pt x="37461" y="0"/>
                    <a:pt x="15871" y="15240"/>
                    <a:pt x="8251" y="38100"/>
                  </a:cubicBezTo>
                  <a:lnTo>
                    <a:pt x="3171" y="52070"/>
                  </a:lnTo>
                  <a:cubicBezTo>
                    <a:pt x="-4449" y="76200"/>
                    <a:pt x="1901" y="101600"/>
                    <a:pt x="19680" y="119380"/>
                  </a:cubicBezTo>
                  <a:cubicBezTo>
                    <a:pt x="23490" y="123190"/>
                    <a:pt x="29840" y="125730"/>
                    <a:pt x="36190" y="125730"/>
                  </a:cubicBezTo>
                  <a:lnTo>
                    <a:pt x="189861" y="125730"/>
                  </a:lnTo>
                  <a:cubicBezTo>
                    <a:pt x="196211" y="125730"/>
                    <a:pt x="201290" y="123190"/>
                    <a:pt x="206371" y="119380"/>
                  </a:cubicBezTo>
                  <a:cubicBezTo>
                    <a:pt x="224151" y="101600"/>
                    <a:pt x="230501" y="74930"/>
                    <a:pt x="222880" y="52070"/>
                  </a:cubicBezTo>
                  <a:lnTo>
                    <a:pt x="217801" y="38100"/>
                  </a:lnTo>
                  <a:cubicBezTo>
                    <a:pt x="210180" y="15240"/>
                    <a:pt x="188590" y="0"/>
                    <a:pt x="164461" y="0"/>
                  </a:cubicBezTo>
                  <a:cubicBezTo>
                    <a:pt x="161921" y="0"/>
                    <a:pt x="158111" y="1270"/>
                    <a:pt x="156840" y="3810"/>
                  </a:cubicBezTo>
                  <a:lnTo>
                    <a:pt x="140330" y="29210"/>
                  </a:lnTo>
                  <a:lnTo>
                    <a:pt x="133980" y="7620"/>
                  </a:lnTo>
                  <a:cubicBezTo>
                    <a:pt x="132711" y="2540"/>
                    <a:pt x="128901" y="0"/>
                    <a:pt x="123821" y="0"/>
                  </a:cubicBezTo>
                  <a:lnTo>
                    <a:pt x="104771" y="0"/>
                  </a:lnTo>
                  <a:cubicBezTo>
                    <a:pt x="99690" y="0"/>
                    <a:pt x="95880" y="3810"/>
                    <a:pt x="94611" y="7620"/>
                  </a:cubicBezTo>
                  <a:lnTo>
                    <a:pt x="88261" y="29210"/>
                  </a:lnTo>
                  <a:lnTo>
                    <a:pt x="69211" y="3810"/>
                  </a:lnTo>
                  <a:close/>
                  <a:moveTo>
                    <a:pt x="56511" y="20320"/>
                  </a:moveTo>
                  <a:cubicBezTo>
                    <a:pt x="43811" y="22860"/>
                    <a:pt x="32380" y="31750"/>
                    <a:pt x="28571" y="44450"/>
                  </a:cubicBezTo>
                  <a:lnTo>
                    <a:pt x="23490" y="58420"/>
                  </a:lnTo>
                  <a:cubicBezTo>
                    <a:pt x="18411" y="74930"/>
                    <a:pt x="22221" y="92710"/>
                    <a:pt x="34921" y="105410"/>
                  </a:cubicBezTo>
                  <a:cubicBezTo>
                    <a:pt x="34921" y="105410"/>
                    <a:pt x="36190" y="106680"/>
                    <a:pt x="36190" y="106680"/>
                  </a:cubicBezTo>
                  <a:lnTo>
                    <a:pt x="189861" y="106680"/>
                  </a:lnTo>
                  <a:cubicBezTo>
                    <a:pt x="189861" y="106680"/>
                    <a:pt x="191130" y="106680"/>
                    <a:pt x="191130" y="105410"/>
                  </a:cubicBezTo>
                  <a:cubicBezTo>
                    <a:pt x="203830" y="92710"/>
                    <a:pt x="207640" y="74930"/>
                    <a:pt x="202561" y="58420"/>
                  </a:cubicBezTo>
                  <a:lnTo>
                    <a:pt x="197480" y="44450"/>
                  </a:lnTo>
                  <a:cubicBezTo>
                    <a:pt x="193671" y="31750"/>
                    <a:pt x="182240" y="22860"/>
                    <a:pt x="169540" y="20320"/>
                  </a:cubicBezTo>
                  <a:lnTo>
                    <a:pt x="131440" y="80010"/>
                  </a:lnTo>
                  <a:cubicBezTo>
                    <a:pt x="122551" y="92710"/>
                    <a:pt x="103501" y="92710"/>
                    <a:pt x="95880" y="80010"/>
                  </a:cubicBezTo>
                  <a:lnTo>
                    <a:pt x="56511" y="20320"/>
                  </a:lnTo>
                  <a:close/>
                  <a:moveTo>
                    <a:pt x="122551" y="46990"/>
                  </a:moveTo>
                  <a:cubicBezTo>
                    <a:pt x="122551" y="48260"/>
                    <a:pt x="123821" y="49530"/>
                    <a:pt x="123821" y="50800"/>
                  </a:cubicBezTo>
                  <a:lnTo>
                    <a:pt x="112390" y="68580"/>
                  </a:lnTo>
                  <a:cubicBezTo>
                    <a:pt x="112390" y="68580"/>
                    <a:pt x="111121" y="68580"/>
                    <a:pt x="111121" y="68580"/>
                  </a:cubicBezTo>
                  <a:lnTo>
                    <a:pt x="99690" y="50800"/>
                  </a:lnTo>
                  <a:cubicBezTo>
                    <a:pt x="100961" y="49530"/>
                    <a:pt x="100961" y="48260"/>
                    <a:pt x="100961" y="46990"/>
                  </a:cubicBezTo>
                  <a:lnTo>
                    <a:pt x="108580" y="19050"/>
                  </a:lnTo>
                  <a:lnTo>
                    <a:pt x="113661" y="19050"/>
                  </a:lnTo>
                  <a:lnTo>
                    <a:pt x="122551" y="469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491" name="Рисунок 2">
            <a:extLst>
              <a:ext uri="{FF2B5EF4-FFF2-40B4-BE49-F238E27FC236}">
                <a16:creationId xmlns:a16="http://schemas.microsoft.com/office/drawing/2014/main" id="{122197B8-C11B-3880-40A2-476A775481A2}"/>
              </a:ext>
            </a:extLst>
          </p:cNvPr>
          <p:cNvGrpSpPr/>
          <p:nvPr/>
        </p:nvGrpSpPr>
        <p:grpSpPr>
          <a:xfrm>
            <a:off x="11251512" y="4432273"/>
            <a:ext cx="210738" cy="312420"/>
            <a:chOff x="11327170" y="4954270"/>
            <a:chExt cx="210738" cy="312420"/>
          </a:xfrm>
          <a:solidFill>
            <a:schemeClr val="bg1"/>
          </a:solidFill>
        </p:grpSpPr>
        <p:sp>
          <p:nvSpPr>
            <p:cNvPr id="492" name="Полилиния: фигура 908">
              <a:extLst>
                <a:ext uri="{FF2B5EF4-FFF2-40B4-BE49-F238E27FC236}">
                  <a16:creationId xmlns:a16="http://schemas.microsoft.com/office/drawing/2014/main" id="{0F578A8D-EE7B-5253-A5D5-BAC2AF20DB25}"/>
                </a:ext>
              </a:extLst>
            </p:cNvPr>
            <p:cNvSpPr/>
            <p:nvPr/>
          </p:nvSpPr>
          <p:spPr>
            <a:xfrm>
              <a:off x="11341100" y="4954270"/>
              <a:ext cx="182880" cy="172720"/>
            </a:xfrm>
            <a:custGeom>
              <a:avLst/>
              <a:gdLst>
                <a:gd name="connsiteX0" fmla="*/ 21590 w 182880"/>
                <a:gd name="connsiteY0" fmla="*/ 30480 h 172720"/>
                <a:gd name="connsiteX1" fmla="*/ 91440 w 182880"/>
                <a:gd name="connsiteY1" fmla="*/ 0 h 172720"/>
                <a:gd name="connsiteX2" fmla="*/ 161290 w 182880"/>
                <a:gd name="connsiteY2" fmla="*/ 30480 h 172720"/>
                <a:gd name="connsiteX3" fmla="*/ 182880 w 182880"/>
                <a:gd name="connsiteY3" fmla="*/ 91440 h 172720"/>
                <a:gd name="connsiteX4" fmla="*/ 140970 w 182880"/>
                <a:gd name="connsiteY4" fmla="*/ 142240 h 172720"/>
                <a:gd name="connsiteX5" fmla="*/ 91440 w 182880"/>
                <a:gd name="connsiteY5" fmla="*/ 172720 h 172720"/>
                <a:gd name="connsiteX6" fmla="*/ 41910 w 182880"/>
                <a:gd name="connsiteY6" fmla="*/ 142240 h 172720"/>
                <a:gd name="connsiteX7" fmla="*/ 0 w 182880"/>
                <a:gd name="connsiteY7" fmla="*/ 91440 h 172720"/>
                <a:gd name="connsiteX8" fmla="*/ 21590 w 182880"/>
                <a:gd name="connsiteY8" fmla="*/ 30480 h 172720"/>
                <a:gd name="connsiteX9" fmla="*/ 36830 w 182880"/>
                <a:gd name="connsiteY9" fmla="*/ 43180 h 172720"/>
                <a:gd name="connsiteX10" fmla="*/ 19050 w 182880"/>
                <a:gd name="connsiteY10" fmla="*/ 90170 h 172720"/>
                <a:gd name="connsiteX11" fmla="*/ 34290 w 182880"/>
                <a:gd name="connsiteY11" fmla="*/ 118110 h 172720"/>
                <a:gd name="connsiteX12" fmla="*/ 34290 w 182880"/>
                <a:gd name="connsiteY12" fmla="*/ 81280 h 172720"/>
                <a:gd name="connsiteX13" fmla="*/ 45720 w 182880"/>
                <a:gd name="connsiteY13" fmla="*/ 69850 h 172720"/>
                <a:gd name="connsiteX14" fmla="*/ 78740 w 182880"/>
                <a:gd name="connsiteY14" fmla="*/ 67310 h 172720"/>
                <a:gd name="connsiteX15" fmla="*/ 101600 w 182880"/>
                <a:gd name="connsiteY15" fmla="*/ 54610 h 172720"/>
                <a:gd name="connsiteX16" fmla="*/ 119380 w 182880"/>
                <a:gd name="connsiteY16" fmla="*/ 54610 h 172720"/>
                <a:gd name="connsiteX17" fmla="*/ 123190 w 182880"/>
                <a:gd name="connsiteY17" fmla="*/ 62230 h 172720"/>
                <a:gd name="connsiteX18" fmla="*/ 134620 w 182880"/>
                <a:gd name="connsiteY18" fmla="*/ 68580 h 172720"/>
                <a:gd name="connsiteX19" fmla="*/ 146050 w 182880"/>
                <a:gd name="connsiteY19" fmla="*/ 80010 h 172720"/>
                <a:gd name="connsiteX20" fmla="*/ 146050 w 182880"/>
                <a:gd name="connsiteY20" fmla="*/ 115570 h 172720"/>
                <a:gd name="connsiteX21" fmla="*/ 161290 w 182880"/>
                <a:gd name="connsiteY21" fmla="*/ 87630 h 172720"/>
                <a:gd name="connsiteX22" fmla="*/ 143510 w 182880"/>
                <a:gd name="connsiteY22" fmla="*/ 40640 h 172720"/>
                <a:gd name="connsiteX23" fmla="*/ 90170 w 182880"/>
                <a:gd name="connsiteY23" fmla="*/ 16510 h 172720"/>
                <a:gd name="connsiteX24" fmla="*/ 36830 w 182880"/>
                <a:gd name="connsiteY24" fmla="*/ 43180 h 172720"/>
                <a:gd name="connsiteX25" fmla="*/ 125730 w 182880"/>
                <a:gd name="connsiteY25" fmla="*/ 88900 h 172720"/>
                <a:gd name="connsiteX26" fmla="*/ 125730 w 182880"/>
                <a:gd name="connsiteY26" fmla="*/ 115570 h 172720"/>
                <a:gd name="connsiteX27" fmla="*/ 90170 w 182880"/>
                <a:gd name="connsiteY27" fmla="*/ 151130 h 172720"/>
                <a:gd name="connsiteX28" fmla="*/ 54610 w 182880"/>
                <a:gd name="connsiteY28" fmla="*/ 115570 h 172720"/>
                <a:gd name="connsiteX29" fmla="*/ 54610 w 182880"/>
                <a:gd name="connsiteY29" fmla="*/ 90170 h 172720"/>
                <a:gd name="connsiteX30" fmla="*/ 82550 w 182880"/>
                <a:gd name="connsiteY30" fmla="*/ 87630 h 172720"/>
                <a:gd name="connsiteX31" fmla="*/ 109220 w 182880"/>
                <a:gd name="connsiteY31" fmla="*/ 77470 h 172720"/>
                <a:gd name="connsiteX32" fmla="*/ 125730 w 182880"/>
                <a:gd name="connsiteY32" fmla="*/ 88900 h 1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2880" h="172720">
                  <a:moveTo>
                    <a:pt x="21590" y="30480"/>
                  </a:moveTo>
                  <a:cubicBezTo>
                    <a:pt x="36830" y="12700"/>
                    <a:pt x="59690" y="0"/>
                    <a:pt x="91440" y="0"/>
                  </a:cubicBezTo>
                  <a:cubicBezTo>
                    <a:pt x="121920" y="0"/>
                    <a:pt x="146050" y="12700"/>
                    <a:pt x="161290" y="30480"/>
                  </a:cubicBezTo>
                  <a:cubicBezTo>
                    <a:pt x="176530" y="48260"/>
                    <a:pt x="182880" y="71120"/>
                    <a:pt x="182880" y="91440"/>
                  </a:cubicBezTo>
                  <a:cubicBezTo>
                    <a:pt x="182880" y="120650"/>
                    <a:pt x="161290" y="139700"/>
                    <a:pt x="140970" y="142240"/>
                  </a:cubicBezTo>
                  <a:cubicBezTo>
                    <a:pt x="132080" y="160020"/>
                    <a:pt x="113030" y="172720"/>
                    <a:pt x="91440" y="172720"/>
                  </a:cubicBezTo>
                  <a:cubicBezTo>
                    <a:pt x="69850" y="172720"/>
                    <a:pt x="50800" y="160020"/>
                    <a:pt x="41910" y="142240"/>
                  </a:cubicBezTo>
                  <a:cubicBezTo>
                    <a:pt x="21590" y="139700"/>
                    <a:pt x="0" y="120650"/>
                    <a:pt x="0" y="91440"/>
                  </a:cubicBezTo>
                  <a:cubicBezTo>
                    <a:pt x="0" y="71120"/>
                    <a:pt x="6350" y="48260"/>
                    <a:pt x="21590" y="30480"/>
                  </a:cubicBezTo>
                  <a:close/>
                  <a:moveTo>
                    <a:pt x="36830" y="43180"/>
                  </a:moveTo>
                  <a:cubicBezTo>
                    <a:pt x="25400" y="57150"/>
                    <a:pt x="19050" y="74930"/>
                    <a:pt x="19050" y="90170"/>
                  </a:cubicBezTo>
                  <a:cubicBezTo>
                    <a:pt x="19050" y="104140"/>
                    <a:pt x="26670" y="113030"/>
                    <a:pt x="34290" y="118110"/>
                  </a:cubicBezTo>
                  <a:lnTo>
                    <a:pt x="34290" y="81280"/>
                  </a:lnTo>
                  <a:cubicBezTo>
                    <a:pt x="34290" y="74930"/>
                    <a:pt x="39370" y="69850"/>
                    <a:pt x="45720" y="69850"/>
                  </a:cubicBezTo>
                  <a:cubicBezTo>
                    <a:pt x="53340" y="69850"/>
                    <a:pt x="66040" y="69850"/>
                    <a:pt x="78740" y="67310"/>
                  </a:cubicBezTo>
                  <a:cubicBezTo>
                    <a:pt x="91440" y="64770"/>
                    <a:pt x="99060" y="60960"/>
                    <a:pt x="101600" y="54610"/>
                  </a:cubicBezTo>
                  <a:cubicBezTo>
                    <a:pt x="105410" y="46990"/>
                    <a:pt x="115570" y="46990"/>
                    <a:pt x="119380" y="54610"/>
                  </a:cubicBezTo>
                  <a:lnTo>
                    <a:pt x="123190" y="62230"/>
                  </a:lnTo>
                  <a:cubicBezTo>
                    <a:pt x="125730" y="66040"/>
                    <a:pt x="129540" y="68580"/>
                    <a:pt x="134620" y="68580"/>
                  </a:cubicBezTo>
                  <a:cubicBezTo>
                    <a:pt x="140970" y="68580"/>
                    <a:pt x="146050" y="73660"/>
                    <a:pt x="146050" y="80010"/>
                  </a:cubicBezTo>
                  <a:lnTo>
                    <a:pt x="146050" y="115570"/>
                  </a:lnTo>
                  <a:cubicBezTo>
                    <a:pt x="153670" y="110490"/>
                    <a:pt x="161290" y="101600"/>
                    <a:pt x="161290" y="87630"/>
                  </a:cubicBezTo>
                  <a:cubicBezTo>
                    <a:pt x="161290" y="72390"/>
                    <a:pt x="156210" y="54610"/>
                    <a:pt x="143510" y="40640"/>
                  </a:cubicBezTo>
                  <a:cubicBezTo>
                    <a:pt x="132080" y="26670"/>
                    <a:pt x="114300" y="16510"/>
                    <a:pt x="90170" y="16510"/>
                  </a:cubicBezTo>
                  <a:cubicBezTo>
                    <a:pt x="66040" y="20320"/>
                    <a:pt x="48260" y="29210"/>
                    <a:pt x="36830" y="43180"/>
                  </a:cubicBezTo>
                  <a:close/>
                  <a:moveTo>
                    <a:pt x="125730" y="88900"/>
                  </a:moveTo>
                  <a:lnTo>
                    <a:pt x="125730" y="115570"/>
                  </a:lnTo>
                  <a:cubicBezTo>
                    <a:pt x="125730" y="134620"/>
                    <a:pt x="109220" y="151130"/>
                    <a:pt x="90170" y="151130"/>
                  </a:cubicBezTo>
                  <a:cubicBezTo>
                    <a:pt x="71120" y="151130"/>
                    <a:pt x="54610" y="134620"/>
                    <a:pt x="54610" y="115570"/>
                  </a:cubicBezTo>
                  <a:lnTo>
                    <a:pt x="54610" y="90170"/>
                  </a:lnTo>
                  <a:cubicBezTo>
                    <a:pt x="62230" y="90170"/>
                    <a:pt x="72390" y="88900"/>
                    <a:pt x="82550" y="87630"/>
                  </a:cubicBezTo>
                  <a:cubicBezTo>
                    <a:pt x="91440" y="86360"/>
                    <a:pt x="100330" y="82550"/>
                    <a:pt x="109220" y="77470"/>
                  </a:cubicBezTo>
                  <a:cubicBezTo>
                    <a:pt x="113030" y="83820"/>
                    <a:pt x="119380" y="87630"/>
                    <a:pt x="125730" y="889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3" name="Полилиния: фигура 909">
              <a:extLst>
                <a:ext uri="{FF2B5EF4-FFF2-40B4-BE49-F238E27FC236}">
                  <a16:creationId xmlns:a16="http://schemas.microsoft.com/office/drawing/2014/main" id="{4402256F-E12A-B29A-F0AE-0CA27899C9C2}"/>
                </a:ext>
              </a:extLst>
            </p:cNvPr>
            <p:cNvSpPr/>
            <p:nvPr/>
          </p:nvSpPr>
          <p:spPr>
            <a:xfrm>
              <a:off x="11327170" y="5140959"/>
              <a:ext cx="210738" cy="125730"/>
            </a:xfrm>
            <a:custGeom>
              <a:avLst/>
              <a:gdLst>
                <a:gd name="connsiteX0" fmla="*/ 21549 w 210738"/>
                <a:gd name="connsiteY0" fmla="*/ 72390 h 125730"/>
                <a:gd name="connsiteX1" fmla="*/ 60919 w 210738"/>
                <a:gd name="connsiteY1" fmla="*/ 20320 h 125730"/>
                <a:gd name="connsiteX2" fmla="*/ 64729 w 210738"/>
                <a:gd name="connsiteY2" fmla="*/ 20320 h 125730"/>
                <a:gd name="connsiteX3" fmla="*/ 74889 w 210738"/>
                <a:gd name="connsiteY3" fmla="*/ 10160 h 125730"/>
                <a:gd name="connsiteX4" fmla="*/ 64729 w 210738"/>
                <a:gd name="connsiteY4" fmla="*/ 0 h 125730"/>
                <a:gd name="connsiteX5" fmla="*/ 60919 w 210738"/>
                <a:gd name="connsiteY5" fmla="*/ 0 h 125730"/>
                <a:gd name="connsiteX6" fmla="*/ 2499 w 210738"/>
                <a:gd name="connsiteY6" fmla="*/ 77470 h 125730"/>
                <a:gd name="connsiteX7" fmla="*/ 10119 w 210738"/>
                <a:gd name="connsiteY7" fmla="*/ 104140 h 125730"/>
                <a:gd name="connsiteX8" fmla="*/ 39329 w 210738"/>
                <a:gd name="connsiteY8" fmla="*/ 125730 h 125730"/>
                <a:gd name="connsiteX9" fmla="*/ 171410 w 210738"/>
                <a:gd name="connsiteY9" fmla="*/ 125730 h 125730"/>
                <a:gd name="connsiteX10" fmla="*/ 200619 w 210738"/>
                <a:gd name="connsiteY10" fmla="*/ 104140 h 125730"/>
                <a:gd name="connsiteX11" fmla="*/ 208239 w 210738"/>
                <a:gd name="connsiteY11" fmla="*/ 77470 h 125730"/>
                <a:gd name="connsiteX12" fmla="*/ 149819 w 210738"/>
                <a:gd name="connsiteY12" fmla="*/ 0 h 125730"/>
                <a:gd name="connsiteX13" fmla="*/ 146010 w 210738"/>
                <a:gd name="connsiteY13" fmla="*/ 0 h 125730"/>
                <a:gd name="connsiteX14" fmla="*/ 135849 w 210738"/>
                <a:gd name="connsiteY14" fmla="*/ 10160 h 125730"/>
                <a:gd name="connsiteX15" fmla="*/ 146010 w 210738"/>
                <a:gd name="connsiteY15" fmla="*/ 20320 h 125730"/>
                <a:gd name="connsiteX16" fmla="*/ 149819 w 210738"/>
                <a:gd name="connsiteY16" fmla="*/ 20320 h 125730"/>
                <a:gd name="connsiteX17" fmla="*/ 189189 w 210738"/>
                <a:gd name="connsiteY17" fmla="*/ 72390 h 125730"/>
                <a:gd name="connsiteX18" fmla="*/ 181569 w 210738"/>
                <a:gd name="connsiteY18" fmla="*/ 99060 h 125730"/>
                <a:gd name="connsiteX19" fmla="*/ 171410 w 210738"/>
                <a:gd name="connsiteY19" fmla="*/ 106680 h 125730"/>
                <a:gd name="connsiteX20" fmla="*/ 39329 w 210738"/>
                <a:gd name="connsiteY20" fmla="*/ 106680 h 125730"/>
                <a:gd name="connsiteX21" fmla="*/ 29169 w 210738"/>
                <a:gd name="connsiteY21" fmla="*/ 99060 h 125730"/>
                <a:gd name="connsiteX22" fmla="*/ 21549 w 210738"/>
                <a:gd name="connsiteY22" fmla="*/ 72390 h 12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0738" h="125730">
                  <a:moveTo>
                    <a:pt x="21549" y="72390"/>
                  </a:moveTo>
                  <a:cubicBezTo>
                    <a:pt x="13929" y="46990"/>
                    <a:pt x="34249" y="20320"/>
                    <a:pt x="60919" y="20320"/>
                  </a:cubicBezTo>
                  <a:lnTo>
                    <a:pt x="64729" y="20320"/>
                  </a:lnTo>
                  <a:cubicBezTo>
                    <a:pt x="69810" y="20320"/>
                    <a:pt x="74889" y="15240"/>
                    <a:pt x="74889" y="10160"/>
                  </a:cubicBezTo>
                  <a:cubicBezTo>
                    <a:pt x="74889" y="5080"/>
                    <a:pt x="69810" y="0"/>
                    <a:pt x="64729" y="0"/>
                  </a:cubicBezTo>
                  <a:lnTo>
                    <a:pt x="60919" y="0"/>
                  </a:lnTo>
                  <a:cubicBezTo>
                    <a:pt x="20279" y="0"/>
                    <a:pt x="-8931" y="38100"/>
                    <a:pt x="2499" y="77470"/>
                  </a:cubicBezTo>
                  <a:lnTo>
                    <a:pt x="10119" y="104140"/>
                  </a:lnTo>
                  <a:cubicBezTo>
                    <a:pt x="13929" y="116840"/>
                    <a:pt x="25360" y="125730"/>
                    <a:pt x="39329" y="125730"/>
                  </a:cubicBezTo>
                  <a:lnTo>
                    <a:pt x="171410" y="125730"/>
                  </a:lnTo>
                  <a:cubicBezTo>
                    <a:pt x="185379" y="125730"/>
                    <a:pt x="196810" y="116840"/>
                    <a:pt x="200619" y="104140"/>
                  </a:cubicBezTo>
                  <a:lnTo>
                    <a:pt x="208239" y="77470"/>
                  </a:lnTo>
                  <a:cubicBezTo>
                    <a:pt x="219669" y="38100"/>
                    <a:pt x="190460" y="0"/>
                    <a:pt x="149819" y="0"/>
                  </a:cubicBezTo>
                  <a:lnTo>
                    <a:pt x="146010" y="0"/>
                  </a:lnTo>
                  <a:cubicBezTo>
                    <a:pt x="140929" y="0"/>
                    <a:pt x="135849" y="5080"/>
                    <a:pt x="135849" y="10160"/>
                  </a:cubicBezTo>
                  <a:cubicBezTo>
                    <a:pt x="135849" y="15240"/>
                    <a:pt x="140929" y="20320"/>
                    <a:pt x="146010" y="20320"/>
                  </a:cubicBezTo>
                  <a:lnTo>
                    <a:pt x="149819" y="20320"/>
                  </a:lnTo>
                  <a:cubicBezTo>
                    <a:pt x="176489" y="20320"/>
                    <a:pt x="196810" y="45720"/>
                    <a:pt x="189189" y="72390"/>
                  </a:cubicBezTo>
                  <a:lnTo>
                    <a:pt x="181569" y="99060"/>
                  </a:lnTo>
                  <a:cubicBezTo>
                    <a:pt x="180299" y="102870"/>
                    <a:pt x="176489" y="106680"/>
                    <a:pt x="171410" y="106680"/>
                  </a:cubicBezTo>
                  <a:lnTo>
                    <a:pt x="39329" y="106680"/>
                  </a:lnTo>
                  <a:cubicBezTo>
                    <a:pt x="34249" y="106680"/>
                    <a:pt x="30439" y="104140"/>
                    <a:pt x="29169" y="99060"/>
                  </a:cubicBezTo>
                  <a:lnTo>
                    <a:pt x="21549" y="723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4" name="Полилиния: фигура 910">
              <a:extLst>
                <a:ext uri="{FF2B5EF4-FFF2-40B4-BE49-F238E27FC236}">
                  <a16:creationId xmlns:a16="http://schemas.microsoft.com/office/drawing/2014/main" id="{6F2D6386-6A90-0D7A-8E64-05C4DA39D3CD}"/>
                </a:ext>
              </a:extLst>
            </p:cNvPr>
            <p:cNvSpPr/>
            <p:nvPr/>
          </p:nvSpPr>
          <p:spPr>
            <a:xfrm>
              <a:off x="11397253" y="5143182"/>
              <a:ext cx="70074" cy="74973"/>
            </a:xfrm>
            <a:custGeom>
              <a:avLst/>
              <a:gdLst>
                <a:gd name="connsiteX0" fmla="*/ 69577 w 70074"/>
                <a:gd name="connsiteY0" fmla="*/ 60008 h 74973"/>
                <a:gd name="connsiteX1" fmla="*/ 45447 w 70074"/>
                <a:gd name="connsiteY1" fmla="*/ 6668 h 74973"/>
                <a:gd name="connsiteX2" fmla="*/ 25127 w 70074"/>
                <a:gd name="connsiteY2" fmla="*/ 6668 h 74973"/>
                <a:gd name="connsiteX3" fmla="*/ 997 w 70074"/>
                <a:gd name="connsiteY3" fmla="*/ 60008 h 74973"/>
                <a:gd name="connsiteX4" fmla="*/ 6077 w 70074"/>
                <a:gd name="connsiteY4" fmla="*/ 73977 h 74973"/>
                <a:gd name="connsiteX5" fmla="*/ 20047 w 70074"/>
                <a:gd name="connsiteY5" fmla="*/ 68898 h 74973"/>
                <a:gd name="connsiteX6" fmla="*/ 36556 w 70074"/>
                <a:gd name="connsiteY6" fmla="*/ 33338 h 74973"/>
                <a:gd name="connsiteX7" fmla="*/ 53066 w 70074"/>
                <a:gd name="connsiteY7" fmla="*/ 68898 h 74973"/>
                <a:gd name="connsiteX8" fmla="*/ 67037 w 70074"/>
                <a:gd name="connsiteY8" fmla="*/ 73977 h 74973"/>
                <a:gd name="connsiteX9" fmla="*/ 69577 w 70074"/>
                <a:gd name="connsiteY9" fmla="*/ 60008 h 74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074" h="74973">
                  <a:moveTo>
                    <a:pt x="69577" y="60008"/>
                  </a:moveTo>
                  <a:lnTo>
                    <a:pt x="45447" y="6668"/>
                  </a:lnTo>
                  <a:cubicBezTo>
                    <a:pt x="41637" y="-2223"/>
                    <a:pt x="28937" y="-2223"/>
                    <a:pt x="25127" y="6668"/>
                  </a:cubicBezTo>
                  <a:lnTo>
                    <a:pt x="997" y="60008"/>
                  </a:lnTo>
                  <a:cubicBezTo>
                    <a:pt x="-1544" y="65088"/>
                    <a:pt x="997" y="71438"/>
                    <a:pt x="6077" y="73977"/>
                  </a:cubicBezTo>
                  <a:cubicBezTo>
                    <a:pt x="11156" y="76518"/>
                    <a:pt x="17506" y="73977"/>
                    <a:pt x="20047" y="68898"/>
                  </a:cubicBezTo>
                  <a:lnTo>
                    <a:pt x="36556" y="33338"/>
                  </a:lnTo>
                  <a:lnTo>
                    <a:pt x="53066" y="68898"/>
                  </a:lnTo>
                  <a:cubicBezTo>
                    <a:pt x="55606" y="73977"/>
                    <a:pt x="61956" y="76518"/>
                    <a:pt x="67037" y="73977"/>
                  </a:cubicBezTo>
                  <a:cubicBezTo>
                    <a:pt x="69577" y="71438"/>
                    <a:pt x="70847" y="65088"/>
                    <a:pt x="69577" y="6000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95" name="Полилиния: фигура 916">
            <a:extLst>
              <a:ext uri="{FF2B5EF4-FFF2-40B4-BE49-F238E27FC236}">
                <a16:creationId xmlns:a16="http://schemas.microsoft.com/office/drawing/2014/main" id="{6B1B097A-2CF7-3827-6A3A-3C8D086DB7A3}"/>
              </a:ext>
            </a:extLst>
          </p:cNvPr>
          <p:cNvSpPr/>
          <p:nvPr/>
        </p:nvSpPr>
        <p:spPr>
          <a:xfrm>
            <a:off x="7872001" y="4456403"/>
            <a:ext cx="259080" cy="266700"/>
          </a:xfrm>
          <a:custGeom>
            <a:avLst/>
            <a:gdLst>
              <a:gd name="connsiteX0" fmla="*/ 259080 w 259080"/>
              <a:gd name="connsiteY0" fmla="*/ 68580 h 266700"/>
              <a:gd name="connsiteX1" fmla="*/ 259080 w 259080"/>
              <a:gd name="connsiteY1" fmla="*/ 35560 h 266700"/>
              <a:gd name="connsiteX2" fmla="*/ 246380 w 259080"/>
              <a:gd name="connsiteY2" fmla="*/ 12700 h 266700"/>
              <a:gd name="connsiteX3" fmla="*/ 229870 w 259080"/>
              <a:gd name="connsiteY3" fmla="*/ 5080 h 266700"/>
              <a:gd name="connsiteX4" fmla="*/ 187960 w 259080"/>
              <a:gd name="connsiteY4" fmla="*/ 0 h 266700"/>
              <a:gd name="connsiteX5" fmla="*/ 146050 w 259080"/>
              <a:gd name="connsiteY5" fmla="*/ 5080 h 266700"/>
              <a:gd name="connsiteX6" fmla="*/ 129540 w 259080"/>
              <a:gd name="connsiteY6" fmla="*/ 12700 h 266700"/>
              <a:gd name="connsiteX7" fmla="*/ 116840 w 259080"/>
              <a:gd name="connsiteY7" fmla="*/ 35560 h 266700"/>
              <a:gd name="connsiteX8" fmla="*/ 116840 w 259080"/>
              <a:gd name="connsiteY8" fmla="*/ 69850 h 266700"/>
              <a:gd name="connsiteX9" fmla="*/ 116840 w 259080"/>
              <a:gd name="connsiteY9" fmla="*/ 71120 h 266700"/>
              <a:gd name="connsiteX10" fmla="*/ 116840 w 259080"/>
              <a:gd name="connsiteY10" fmla="*/ 71120 h 266700"/>
              <a:gd name="connsiteX11" fmla="*/ 116840 w 259080"/>
              <a:gd name="connsiteY11" fmla="*/ 76200 h 266700"/>
              <a:gd name="connsiteX12" fmla="*/ 85090 w 259080"/>
              <a:gd name="connsiteY12" fmla="*/ 81280 h 266700"/>
              <a:gd name="connsiteX13" fmla="*/ 68580 w 259080"/>
              <a:gd name="connsiteY13" fmla="*/ 88900 h 266700"/>
              <a:gd name="connsiteX14" fmla="*/ 55880 w 259080"/>
              <a:gd name="connsiteY14" fmla="*/ 111760 h 266700"/>
              <a:gd name="connsiteX15" fmla="*/ 55880 w 259080"/>
              <a:gd name="connsiteY15" fmla="*/ 146050 h 266700"/>
              <a:gd name="connsiteX16" fmla="*/ 55880 w 259080"/>
              <a:gd name="connsiteY16" fmla="*/ 147320 h 266700"/>
              <a:gd name="connsiteX17" fmla="*/ 55880 w 259080"/>
              <a:gd name="connsiteY17" fmla="*/ 147320 h 266700"/>
              <a:gd name="connsiteX18" fmla="*/ 55880 w 259080"/>
              <a:gd name="connsiteY18" fmla="*/ 153670 h 266700"/>
              <a:gd name="connsiteX19" fmla="*/ 29210 w 259080"/>
              <a:gd name="connsiteY19" fmla="*/ 158750 h 266700"/>
              <a:gd name="connsiteX20" fmla="*/ 12700 w 259080"/>
              <a:gd name="connsiteY20" fmla="*/ 166370 h 266700"/>
              <a:gd name="connsiteX21" fmla="*/ 0 w 259080"/>
              <a:gd name="connsiteY21" fmla="*/ 189230 h 266700"/>
              <a:gd name="connsiteX22" fmla="*/ 0 w 259080"/>
              <a:gd name="connsiteY22" fmla="*/ 228600 h 266700"/>
              <a:gd name="connsiteX23" fmla="*/ 11430 w 259080"/>
              <a:gd name="connsiteY23" fmla="*/ 251460 h 266700"/>
              <a:gd name="connsiteX24" fmla="*/ 27940 w 259080"/>
              <a:gd name="connsiteY24" fmla="*/ 260350 h 266700"/>
              <a:gd name="connsiteX25" fmla="*/ 69850 w 259080"/>
              <a:gd name="connsiteY25" fmla="*/ 266700 h 266700"/>
              <a:gd name="connsiteX26" fmla="*/ 113030 w 259080"/>
              <a:gd name="connsiteY26" fmla="*/ 259080 h 266700"/>
              <a:gd name="connsiteX27" fmla="*/ 129540 w 259080"/>
              <a:gd name="connsiteY27" fmla="*/ 250190 h 266700"/>
              <a:gd name="connsiteX28" fmla="*/ 140970 w 259080"/>
              <a:gd name="connsiteY28" fmla="*/ 228600 h 266700"/>
              <a:gd name="connsiteX29" fmla="*/ 140970 w 259080"/>
              <a:gd name="connsiteY29" fmla="*/ 224790 h 266700"/>
              <a:gd name="connsiteX30" fmla="*/ 168910 w 259080"/>
              <a:gd name="connsiteY30" fmla="*/ 218440 h 266700"/>
              <a:gd name="connsiteX31" fmla="*/ 185420 w 259080"/>
              <a:gd name="connsiteY31" fmla="*/ 209550 h 266700"/>
              <a:gd name="connsiteX32" fmla="*/ 196850 w 259080"/>
              <a:gd name="connsiteY32" fmla="*/ 191770 h 266700"/>
              <a:gd name="connsiteX33" fmla="*/ 229870 w 259080"/>
              <a:gd name="connsiteY33" fmla="*/ 184150 h 266700"/>
              <a:gd name="connsiteX34" fmla="*/ 246380 w 259080"/>
              <a:gd name="connsiteY34" fmla="*/ 175260 h 266700"/>
              <a:gd name="connsiteX35" fmla="*/ 257810 w 259080"/>
              <a:gd name="connsiteY35" fmla="*/ 153670 h 266700"/>
              <a:gd name="connsiteX36" fmla="*/ 257810 w 259080"/>
              <a:gd name="connsiteY36" fmla="*/ 115570 h 266700"/>
              <a:gd name="connsiteX37" fmla="*/ 257810 w 259080"/>
              <a:gd name="connsiteY37" fmla="*/ 115570 h 266700"/>
              <a:gd name="connsiteX38" fmla="*/ 257810 w 259080"/>
              <a:gd name="connsiteY38" fmla="*/ 113030 h 266700"/>
              <a:gd name="connsiteX39" fmla="*/ 257810 w 259080"/>
              <a:gd name="connsiteY39" fmla="*/ 74930 h 266700"/>
              <a:gd name="connsiteX40" fmla="*/ 257810 w 259080"/>
              <a:gd name="connsiteY40" fmla="*/ 74930 h 266700"/>
              <a:gd name="connsiteX41" fmla="*/ 259080 w 259080"/>
              <a:gd name="connsiteY41" fmla="*/ 68580 h 266700"/>
              <a:gd name="connsiteX42" fmla="*/ 198120 w 259080"/>
              <a:gd name="connsiteY42" fmla="*/ 167640 h 266700"/>
              <a:gd name="connsiteX43" fmla="*/ 238760 w 259080"/>
              <a:gd name="connsiteY43" fmla="*/ 149860 h 266700"/>
              <a:gd name="connsiteX44" fmla="*/ 238760 w 259080"/>
              <a:gd name="connsiteY44" fmla="*/ 137160 h 266700"/>
              <a:gd name="connsiteX45" fmla="*/ 231140 w 259080"/>
              <a:gd name="connsiteY45" fmla="*/ 140970 h 266700"/>
              <a:gd name="connsiteX46" fmla="*/ 198120 w 259080"/>
              <a:gd name="connsiteY46" fmla="*/ 148590 h 266700"/>
              <a:gd name="connsiteX47" fmla="*/ 198120 w 259080"/>
              <a:gd name="connsiteY47" fmla="*/ 167640 h 266700"/>
              <a:gd name="connsiteX48" fmla="*/ 198120 w 259080"/>
              <a:gd name="connsiteY48" fmla="*/ 127000 h 266700"/>
              <a:gd name="connsiteX49" fmla="*/ 238760 w 259080"/>
              <a:gd name="connsiteY49" fmla="*/ 109220 h 266700"/>
              <a:gd name="connsiteX50" fmla="*/ 238760 w 259080"/>
              <a:gd name="connsiteY50" fmla="*/ 96520 h 266700"/>
              <a:gd name="connsiteX51" fmla="*/ 231140 w 259080"/>
              <a:gd name="connsiteY51" fmla="*/ 100330 h 266700"/>
              <a:gd name="connsiteX52" fmla="*/ 198120 w 259080"/>
              <a:gd name="connsiteY52" fmla="*/ 107950 h 266700"/>
              <a:gd name="connsiteX53" fmla="*/ 198120 w 259080"/>
              <a:gd name="connsiteY53" fmla="*/ 111760 h 266700"/>
              <a:gd name="connsiteX54" fmla="*/ 198120 w 259080"/>
              <a:gd name="connsiteY54" fmla="*/ 127000 h 266700"/>
              <a:gd name="connsiteX55" fmla="*/ 184150 w 259080"/>
              <a:gd name="connsiteY55" fmla="*/ 87630 h 266700"/>
              <a:gd name="connsiteX56" fmla="*/ 187960 w 259080"/>
              <a:gd name="connsiteY56" fmla="*/ 87630 h 266700"/>
              <a:gd name="connsiteX57" fmla="*/ 238760 w 259080"/>
              <a:gd name="connsiteY57" fmla="*/ 68580 h 266700"/>
              <a:gd name="connsiteX58" fmla="*/ 238760 w 259080"/>
              <a:gd name="connsiteY58" fmla="*/ 57150 h 266700"/>
              <a:gd name="connsiteX59" fmla="*/ 236220 w 259080"/>
              <a:gd name="connsiteY59" fmla="*/ 58420 h 266700"/>
              <a:gd name="connsiteX60" fmla="*/ 228600 w 259080"/>
              <a:gd name="connsiteY60" fmla="*/ 60960 h 266700"/>
              <a:gd name="connsiteX61" fmla="*/ 201930 w 259080"/>
              <a:gd name="connsiteY61" fmla="*/ 66040 h 266700"/>
              <a:gd name="connsiteX62" fmla="*/ 200660 w 259080"/>
              <a:gd name="connsiteY62" fmla="*/ 66040 h 266700"/>
              <a:gd name="connsiteX63" fmla="*/ 193040 w 259080"/>
              <a:gd name="connsiteY63" fmla="*/ 58420 h 266700"/>
              <a:gd name="connsiteX64" fmla="*/ 200660 w 259080"/>
              <a:gd name="connsiteY64" fmla="*/ 50800 h 266700"/>
              <a:gd name="connsiteX65" fmla="*/ 200660 w 259080"/>
              <a:gd name="connsiteY65" fmla="*/ 50800 h 266700"/>
              <a:gd name="connsiteX66" fmla="*/ 238760 w 259080"/>
              <a:gd name="connsiteY66" fmla="*/ 35560 h 266700"/>
              <a:gd name="connsiteX67" fmla="*/ 187960 w 259080"/>
              <a:gd name="connsiteY67" fmla="*/ 20320 h 266700"/>
              <a:gd name="connsiteX68" fmla="*/ 137160 w 259080"/>
              <a:gd name="connsiteY68" fmla="*/ 35560 h 266700"/>
              <a:gd name="connsiteX69" fmla="*/ 151130 w 259080"/>
              <a:gd name="connsiteY69" fmla="*/ 45720 h 266700"/>
              <a:gd name="connsiteX70" fmla="*/ 151130 w 259080"/>
              <a:gd name="connsiteY70" fmla="*/ 45720 h 266700"/>
              <a:gd name="connsiteX71" fmla="*/ 157480 w 259080"/>
              <a:gd name="connsiteY71" fmla="*/ 53340 h 266700"/>
              <a:gd name="connsiteX72" fmla="*/ 149860 w 259080"/>
              <a:gd name="connsiteY72" fmla="*/ 60960 h 266700"/>
              <a:gd name="connsiteX73" fmla="*/ 147320 w 259080"/>
              <a:gd name="connsiteY73" fmla="*/ 60960 h 266700"/>
              <a:gd name="connsiteX74" fmla="*/ 137160 w 259080"/>
              <a:gd name="connsiteY74" fmla="*/ 57150 h 266700"/>
              <a:gd name="connsiteX75" fmla="*/ 137160 w 259080"/>
              <a:gd name="connsiteY75" fmla="*/ 69850 h 266700"/>
              <a:gd name="connsiteX76" fmla="*/ 139700 w 259080"/>
              <a:gd name="connsiteY76" fmla="*/ 74930 h 266700"/>
              <a:gd name="connsiteX77" fmla="*/ 167640 w 259080"/>
              <a:gd name="connsiteY77" fmla="*/ 80010 h 266700"/>
              <a:gd name="connsiteX78" fmla="*/ 184150 w 259080"/>
              <a:gd name="connsiteY78" fmla="*/ 87630 h 266700"/>
              <a:gd name="connsiteX79" fmla="*/ 76200 w 259080"/>
              <a:gd name="connsiteY79" fmla="*/ 146050 h 266700"/>
              <a:gd name="connsiteX80" fmla="*/ 81280 w 259080"/>
              <a:gd name="connsiteY80" fmla="*/ 153670 h 266700"/>
              <a:gd name="connsiteX81" fmla="*/ 113030 w 259080"/>
              <a:gd name="connsiteY81" fmla="*/ 158750 h 266700"/>
              <a:gd name="connsiteX82" fmla="*/ 125730 w 259080"/>
              <a:gd name="connsiteY82" fmla="*/ 163830 h 266700"/>
              <a:gd name="connsiteX83" fmla="*/ 128270 w 259080"/>
              <a:gd name="connsiteY83" fmla="*/ 163830 h 266700"/>
              <a:gd name="connsiteX84" fmla="*/ 179070 w 259080"/>
              <a:gd name="connsiteY84" fmla="*/ 144780 h 266700"/>
              <a:gd name="connsiteX85" fmla="*/ 179070 w 259080"/>
              <a:gd name="connsiteY85" fmla="*/ 133350 h 266700"/>
              <a:gd name="connsiteX86" fmla="*/ 176530 w 259080"/>
              <a:gd name="connsiteY86" fmla="*/ 134620 h 266700"/>
              <a:gd name="connsiteX87" fmla="*/ 168910 w 259080"/>
              <a:gd name="connsiteY87" fmla="*/ 137160 h 266700"/>
              <a:gd name="connsiteX88" fmla="*/ 142240 w 259080"/>
              <a:gd name="connsiteY88" fmla="*/ 142240 h 266700"/>
              <a:gd name="connsiteX89" fmla="*/ 140970 w 259080"/>
              <a:gd name="connsiteY89" fmla="*/ 142240 h 266700"/>
              <a:gd name="connsiteX90" fmla="*/ 133350 w 259080"/>
              <a:gd name="connsiteY90" fmla="*/ 134620 h 266700"/>
              <a:gd name="connsiteX91" fmla="*/ 140970 w 259080"/>
              <a:gd name="connsiteY91" fmla="*/ 127000 h 266700"/>
              <a:gd name="connsiteX92" fmla="*/ 140970 w 259080"/>
              <a:gd name="connsiteY92" fmla="*/ 127000 h 266700"/>
              <a:gd name="connsiteX93" fmla="*/ 179070 w 259080"/>
              <a:gd name="connsiteY93" fmla="*/ 111760 h 266700"/>
              <a:gd name="connsiteX94" fmla="*/ 128270 w 259080"/>
              <a:gd name="connsiteY94" fmla="*/ 96520 h 266700"/>
              <a:gd name="connsiteX95" fmla="*/ 77470 w 259080"/>
              <a:gd name="connsiteY95" fmla="*/ 111760 h 266700"/>
              <a:gd name="connsiteX96" fmla="*/ 91440 w 259080"/>
              <a:gd name="connsiteY96" fmla="*/ 121920 h 266700"/>
              <a:gd name="connsiteX97" fmla="*/ 91440 w 259080"/>
              <a:gd name="connsiteY97" fmla="*/ 121920 h 266700"/>
              <a:gd name="connsiteX98" fmla="*/ 97790 w 259080"/>
              <a:gd name="connsiteY98" fmla="*/ 129540 h 266700"/>
              <a:gd name="connsiteX99" fmla="*/ 90170 w 259080"/>
              <a:gd name="connsiteY99" fmla="*/ 137160 h 266700"/>
              <a:gd name="connsiteX100" fmla="*/ 87630 w 259080"/>
              <a:gd name="connsiteY100" fmla="*/ 137160 h 266700"/>
              <a:gd name="connsiteX101" fmla="*/ 77470 w 259080"/>
              <a:gd name="connsiteY101" fmla="*/ 133350 h 266700"/>
              <a:gd name="connsiteX102" fmla="*/ 77470 w 259080"/>
              <a:gd name="connsiteY102" fmla="*/ 146050 h 266700"/>
              <a:gd name="connsiteX103" fmla="*/ 142240 w 259080"/>
              <a:gd name="connsiteY103" fmla="*/ 187960 h 266700"/>
              <a:gd name="connsiteX104" fmla="*/ 140970 w 259080"/>
              <a:gd name="connsiteY104" fmla="*/ 181610 h 266700"/>
              <a:gd name="connsiteX105" fmla="*/ 170180 w 259080"/>
              <a:gd name="connsiteY105" fmla="*/ 175260 h 266700"/>
              <a:gd name="connsiteX106" fmla="*/ 177800 w 259080"/>
              <a:gd name="connsiteY106" fmla="*/ 171450 h 266700"/>
              <a:gd name="connsiteX107" fmla="*/ 177800 w 259080"/>
              <a:gd name="connsiteY107" fmla="*/ 184150 h 266700"/>
              <a:gd name="connsiteX108" fmla="*/ 142240 w 259080"/>
              <a:gd name="connsiteY108" fmla="*/ 201930 h 266700"/>
              <a:gd name="connsiteX109" fmla="*/ 142240 w 259080"/>
              <a:gd name="connsiteY109" fmla="*/ 187960 h 266700"/>
              <a:gd name="connsiteX110" fmla="*/ 121920 w 259080"/>
              <a:gd name="connsiteY110" fmla="*/ 208280 h 266700"/>
              <a:gd name="connsiteX111" fmla="*/ 119380 w 259080"/>
              <a:gd name="connsiteY111" fmla="*/ 209550 h 266700"/>
              <a:gd name="connsiteX112" fmla="*/ 111760 w 259080"/>
              <a:gd name="connsiteY112" fmla="*/ 212090 h 266700"/>
              <a:gd name="connsiteX113" fmla="*/ 85090 w 259080"/>
              <a:gd name="connsiteY113" fmla="*/ 217170 h 266700"/>
              <a:gd name="connsiteX114" fmla="*/ 85090 w 259080"/>
              <a:gd name="connsiteY114" fmla="*/ 217170 h 266700"/>
              <a:gd name="connsiteX115" fmla="*/ 85090 w 259080"/>
              <a:gd name="connsiteY115" fmla="*/ 217170 h 266700"/>
              <a:gd name="connsiteX116" fmla="*/ 77470 w 259080"/>
              <a:gd name="connsiteY116" fmla="*/ 209550 h 266700"/>
              <a:gd name="connsiteX117" fmla="*/ 85090 w 259080"/>
              <a:gd name="connsiteY117" fmla="*/ 201930 h 266700"/>
              <a:gd name="connsiteX118" fmla="*/ 85090 w 259080"/>
              <a:gd name="connsiteY118" fmla="*/ 201930 h 266700"/>
              <a:gd name="connsiteX119" fmla="*/ 123190 w 259080"/>
              <a:gd name="connsiteY119" fmla="*/ 186690 h 266700"/>
              <a:gd name="connsiteX120" fmla="*/ 72390 w 259080"/>
              <a:gd name="connsiteY120" fmla="*/ 171450 h 266700"/>
              <a:gd name="connsiteX121" fmla="*/ 21590 w 259080"/>
              <a:gd name="connsiteY121" fmla="*/ 186690 h 266700"/>
              <a:gd name="connsiteX122" fmla="*/ 35560 w 259080"/>
              <a:gd name="connsiteY122" fmla="*/ 196850 h 266700"/>
              <a:gd name="connsiteX123" fmla="*/ 35560 w 259080"/>
              <a:gd name="connsiteY123" fmla="*/ 196850 h 266700"/>
              <a:gd name="connsiteX124" fmla="*/ 41910 w 259080"/>
              <a:gd name="connsiteY124" fmla="*/ 204470 h 266700"/>
              <a:gd name="connsiteX125" fmla="*/ 34290 w 259080"/>
              <a:gd name="connsiteY125" fmla="*/ 212090 h 266700"/>
              <a:gd name="connsiteX126" fmla="*/ 33020 w 259080"/>
              <a:gd name="connsiteY126" fmla="*/ 212090 h 266700"/>
              <a:gd name="connsiteX127" fmla="*/ 31750 w 259080"/>
              <a:gd name="connsiteY127" fmla="*/ 212090 h 266700"/>
              <a:gd name="connsiteX128" fmla="*/ 21590 w 259080"/>
              <a:gd name="connsiteY128" fmla="*/ 208280 h 266700"/>
              <a:gd name="connsiteX129" fmla="*/ 21590 w 259080"/>
              <a:gd name="connsiteY129" fmla="*/ 227330 h 266700"/>
              <a:gd name="connsiteX130" fmla="*/ 72390 w 259080"/>
              <a:gd name="connsiteY130" fmla="*/ 243840 h 266700"/>
              <a:gd name="connsiteX131" fmla="*/ 123190 w 259080"/>
              <a:gd name="connsiteY131" fmla="*/ 224790 h 266700"/>
              <a:gd name="connsiteX132" fmla="*/ 123190 w 259080"/>
              <a:gd name="connsiteY132" fmla="*/ 208280 h 266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259080" h="266700">
                <a:moveTo>
                  <a:pt x="259080" y="68580"/>
                </a:moveTo>
                <a:lnTo>
                  <a:pt x="259080" y="35560"/>
                </a:lnTo>
                <a:cubicBezTo>
                  <a:pt x="259080" y="24130"/>
                  <a:pt x="251460" y="16510"/>
                  <a:pt x="246380" y="12700"/>
                </a:cubicBezTo>
                <a:cubicBezTo>
                  <a:pt x="241300" y="8890"/>
                  <a:pt x="234950" y="6350"/>
                  <a:pt x="229870" y="5080"/>
                </a:cubicBezTo>
                <a:cubicBezTo>
                  <a:pt x="218440" y="1270"/>
                  <a:pt x="203200" y="0"/>
                  <a:pt x="187960" y="0"/>
                </a:cubicBezTo>
                <a:cubicBezTo>
                  <a:pt x="172720" y="0"/>
                  <a:pt x="157480" y="1270"/>
                  <a:pt x="146050" y="5080"/>
                </a:cubicBezTo>
                <a:cubicBezTo>
                  <a:pt x="140970" y="6350"/>
                  <a:pt x="134620" y="8890"/>
                  <a:pt x="129540" y="12700"/>
                </a:cubicBezTo>
                <a:cubicBezTo>
                  <a:pt x="124460" y="16510"/>
                  <a:pt x="116840" y="22860"/>
                  <a:pt x="116840" y="35560"/>
                </a:cubicBezTo>
                <a:lnTo>
                  <a:pt x="116840" y="69850"/>
                </a:lnTo>
                <a:cubicBezTo>
                  <a:pt x="116840" y="69850"/>
                  <a:pt x="116840" y="69850"/>
                  <a:pt x="116840" y="71120"/>
                </a:cubicBezTo>
                <a:lnTo>
                  <a:pt x="116840" y="71120"/>
                </a:lnTo>
                <a:lnTo>
                  <a:pt x="116840" y="76200"/>
                </a:lnTo>
                <a:cubicBezTo>
                  <a:pt x="105410" y="76200"/>
                  <a:pt x="93980" y="78740"/>
                  <a:pt x="85090" y="81280"/>
                </a:cubicBezTo>
                <a:cubicBezTo>
                  <a:pt x="80010" y="82550"/>
                  <a:pt x="73660" y="85090"/>
                  <a:pt x="68580" y="88900"/>
                </a:cubicBezTo>
                <a:cubicBezTo>
                  <a:pt x="63500" y="92710"/>
                  <a:pt x="55880" y="99060"/>
                  <a:pt x="55880" y="111760"/>
                </a:cubicBezTo>
                <a:lnTo>
                  <a:pt x="55880" y="146050"/>
                </a:lnTo>
                <a:cubicBezTo>
                  <a:pt x="55880" y="146050"/>
                  <a:pt x="55880" y="146050"/>
                  <a:pt x="55880" y="147320"/>
                </a:cubicBezTo>
                <a:lnTo>
                  <a:pt x="55880" y="147320"/>
                </a:lnTo>
                <a:lnTo>
                  <a:pt x="55880" y="153670"/>
                </a:lnTo>
                <a:cubicBezTo>
                  <a:pt x="45720" y="154940"/>
                  <a:pt x="36830" y="156210"/>
                  <a:pt x="29210" y="158750"/>
                </a:cubicBezTo>
                <a:cubicBezTo>
                  <a:pt x="24130" y="160020"/>
                  <a:pt x="17780" y="162560"/>
                  <a:pt x="12700" y="166370"/>
                </a:cubicBezTo>
                <a:cubicBezTo>
                  <a:pt x="7620" y="170180"/>
                  <a:pt x="0" y="176530"/>
                  <a:pt x="0" y="189230"/>
                </a:cubicBezTo>
                <a:lnTo>
                  <a:pt x="0" y="228600"/>
                </a:lnTo>
                <a:cubicBezTo>
                  <a:pt x="0" y="240030"/>
                  <a:pt x="7620" y="247650"/>
                  <a:pt x="11430" y="251460"/>
                </a:cubicBezTo>
                <a:cubicBezTo>
                  <a:pt x="16510" y="255270"/>
                  <a:pt x="22860" y="257810"/>
                  <a:pt x="27940" y="260350"/>
                </a:cubicBezTo>
                <a:cubicBezTo>
                  <a:pt x="39370" y="264160"/>
                  <a:pt x="54610" y="266700"/>
                  <a:pt x="69850" y="266700"/>
                </a:cubicBezTo>
                <a:cubicBezTo>
                  <a:pt x="86360" y="266700"/>
                  <a:pt x="101600" y="264160"/>
                  <a:pt x="113030" y="259080"/>
                </a:cubicBezTo>
                <a:cubicBezTo>
                  <a:pt x="119380" y="256540"/>
                  <a:pt x="124460" y="254000"/>
                  <a:pt x="129540" y="250190"/>
                </a:cubicBezTo>
                <a:cubicBezTo>
                  <a:pt x="133350" y="246380"/>
                  <a:pt x="140970" y="238760"/>
                  <a:pt x="140970" y="228600"/>
                </a:cubicBezTo>
                <a:lnTo>
                  <a:pt x="140970" y="224790"/>
                </a:lnTo>
                <a:cubicBezTo>
                  <a:pt x="151130" y="223520"/>
                  <a:pt x="161290" y="220980"/>
                  <a:pt x="168910" y="218440"/>
                </a:cubicBezTo>
                <a:cubicBezTo>
                  <a:pt x="175260" y="215900"/>
                  <a:pt x="180340" y="213360"/>
                  <a:pt x="185420" y="209550"/>
                </a:cubicBezTo>
                <a:cubicBezTo>
                  <a:pt x="189230" y="207010"/>
                  <a:pt x="195580" y="200660"/>
                  <a:pt x="196850" y="191770"/>
                </a:cubicBezTo>
                <a:cubicBezTo>
                  <a:pt x="209550" y="190500"/>
                  <a:pt x="220980" y="187960"/>
                  <a:pt x="229870" y="184150"/>
                </a:cubicBezTo>
                <a:cubicBezTo>
                  <a:pt x="236220" y="181610"/>
                  <a:pt x="241300" y="179070"/>
                  <a:pt x="246380" y="175260"/>
                </a:cubicBezTo>
                <a:cubicBezTo>
                  <a:pt x="250190" y="171450"/>
                  <a:pt x="257810" y="163830"/>
                  <a:pt x="257810" y="153670"/>
                </a:cubicBezTo>
                <a:lnTo>
                  <a:pt x="257810" y="115570"/>
                </a:lnTo>
                <a:lnTo>
                  <a:pt x="257810" y="115570"/>
                </a:lnTo>
                <a:cubicBezTo>
                  <a:pt x="257810" y="114300"/>
                  <a:pt x="257810" y="114300"/>
                  <a:pt x="257810" y="113030"/>
                </a:cubicBezTo>
                <a:lnTo>
                  <a:pt x="257810" y="74930"/>
                </a:lnTo>
                <a:lnTo>
                  <a:pt x="257810" y="74930"/>
                </a:lnTo>
                <a:cubicBezTo>
                  <a:pt x="259080" y="71120"/>
                  <a:pt x="259080" y="69850"/>
                  <a:pt x="259080" y="68580"/>
                </a:cubicBezTo>
                <a:close/>
                <a:moveTo>
                  <a:pt x="198120" y="167640"/>
                </a:moveTo>
                <a:cubicBezTo>
                  <a:pt x="220980" y="165100"/>
                  <a:pt x="238760" y="157480"/>
                  <a:pt x="238760" y="149860"/>
                </a:cubicBezTo>
                <a:lnTo>
                  <a:pt x="238760" y="137160"/>
                </a:lnTo>
                <a:cubicBezTo>
                  <a:pt x="236220" y="138430"/>
                  <a:pt x="233680" y="139700"/>
                  <a:pt x="231140" y="140970"/>
                </a:cubicBezTo>
                <a:cubicBezTo>
                  <a:pt x="222250" y="144780"/>
                  <a:pt x="210820" y="147320"/>
                  <a:pt x="198120" y="148590"/>
                </a:cubicBezTo>
                <a:lnTo>
                  <a:pt x="198120" y="167640"/>
                </a:lnTo>
                <a:close/>
                <a:moveTo>
                  <a:pt x="198120" y="127000"/>
                </a:moveTo>
                <a:cubicBezTo>
                  <a:pt x="220980" y="124460"/>
                  <a:pt x="238760" y="116840"/>
                  <a:pt x="238760" y="109220"/>
                </a:cubicBezTo>
                <a:lnTo>
                  <a:pt x="238760" y="96520"/>
                </a:lnTo>
                <a:cubicBezTo>
                  <a:pt x="236220" y="97790"/>
                  <a:pt x="233680" y="99060"/>
                  <a:pt x="231140" y="100330"/>
                </a:cubicBezTo>
                <a:cubicBezTo>
                  <a:pt x="222250" y="104140"/>
                  <a:pt x="210820" y="106680"/>
                  <a:pt x="198120" y="107950"/>
                </a:cubicBezTo>
                <a:cubicBezTo>
                  <a:pt x="198120" y="109220"/>
                  <a:pt x="198120" y="110490"/>
                  <a:pt x="198120" y="111760"/>
                </a:cubicBezTo>
                <a:lnTo>
                  <a:pt x="198120" y="127000"/>
                </a:lnTo>
                <a:close/>
                <a:moveTo>
                  <a:pt x="184150" y="87630"/>
                </a:moveTo>
                <a:cubicBezTo>
                  <a:pt x="185420" y="87630"/>
                  <a:pt x="186690" y="87630"/>
                  <a:pt x="187960" y="87630"/>
                </a:cubicBezTo>
                <a:cubicBezTo>
                  <a:pt x="215900" y="87630"/>
                  <a:pt x="238760" y="77470"/>
                  <a:pt x="238760" y="68580"/>
                </a:cubicBezTo>
                <a:lnTo>
                  <a:pt x="238760" y="57150"/>
                </a:lnTo>
                <a:cubicBezTo>
                  <a:pt x="237490" y="57150"/>
                  <a:pt x="237490" y="58420"/>
                  <a:pt x="236220" y="58420"/>
                </a:cubicBezTo>
                <a:cubicBezTo>
                  <a:pt x="233680" y="59690"/>
                  <a:pt x="231140" y="60960"/>
                  <a:pt x="228600" y="60960"/>
                </a:cubicBezTo>
                <a:cubicBezTo>
                  <a:pt x="220980" y="63500"/>
                  <a:pt x="212090" y="64770"/>
                  <a:pt x="201930" y="66040"/>
                </a:cubicBezTo>
                <a:cubicBezTo>
                  <a:pt x="201930" y="66040"/>
                  <a:pt x="200660" y="66040"/>
                  <a:pt x="200660" y="66040"/>
                </a:cubicBezTo>
                <a:cubicBezTo>
                  <a:pt x="196850" y="66040"/>
                  <a:pt x="193040" y="62230"/>
                  <a:pt x="193040" y="58420"/>
                </a:cubicBezTo>
                <a:cubicBezTo>
                  <a:pt x="193040" y="54610"/>
                  <a:pt x="196850" y="50800"/>
                  <a:pt x="200660" y="50800"/>
                </a:cubicBezTo>
                <a:lnTo>
                  <a:pt x="200660" y="50800"/>
                </a:lnTo>
                <a:cubicBezTo>
                  <a:pt x="222250" y="49530"/>
                  <a:pt x="238760" y="43180"/>
                  <a:pt x="238760" y="35560"/>
                </a:cubicBezTo>
                <a:cubicBezTo>
                  <a:pt x="238760" y="27940"/>
                  <a:pt x="215900" y="20320"/>
                  <a:pt x="187960" y="20320"/>
                </a:cubicBezTo>
                <a:cubicBezTo>
                  <a:pt x="160020" y="20320"/>
                  <a:pt x="137160" y="27940"/>
                  <a:pt x="137160" y="35560"/>
                </a:cubicBezTo>
                <a:cubicBezTo>
                  <a:pt x="137160" y="39370"/>
                  <a:pt x="142240" y="43180"/>
                  <a:pt x="151130" y="45720"/>
                </a:cubicBezTo>
                <a:lnTo>
                  <a:pt x="151130" y="45720"/>
                </a:lnTo>
                <a:cubicBezTo>
                  <a:pt x="154940" y="46990"/>
                  <a:pt x="157480" y="49530"/>
                  <a:pt x="157480" y="53340"/>
                </a:cubicBezTo>
                <a:cubicBezTo>
                  <a:pt x="157480" y="57150"/>
                  <a:pt x="153670" y="60960"/>
                  <a:pt x="149860" y="60960"/>
                </a:cubicBezTo>
                <a:cubicBezTo>
                  <a:pt x="148590" y="60960"/>
                  <a:pt x="148590" y="60960"/>
                  <a:pt x="147320" y="60960"/>
                </a:cubicBezTo>
                <a:cubicBezTo>
                  <a:pt x="143510" y="59690"/>
                  <a:pt x="139700" y="58420"/>
                  <a:pt x="137160" y="57150"/>
                </a:cubicBezTo>
                <a:lnTo>
                  <a:pt x="137160" y="69850"/>
                </a:lnTo>
                <a:cubicBezTo>
                  <a:pt x="137160" y="71120"/>
                  <a:pt x="138430" y="73660"/>
                  <a:pt x="139700" y="74930"/>
                </a:cubicBezTo>
                <a:cubicBezTo>
                  <a:pt x="149860" y="76200"/>
                  <a:pt x="160020" y="77470"/>
                  <a:pt x="167640" y="80010"/>
                </a:cubicBezTo>
                <a:cubicBezTo>
                  <a:pt x="173990" y="82550"/>
                  <a:pt x="179070" y="83820"/>
                  <a:pt x="184150" y="87630"/>
                </a:cubicBezTo>
                <a:close/>
                <a:moveTo>
                  <a:pt x="76200" y="146050"/>
                </a:moveTo>
                <a:cubicBezTo>
                  <a:pt x="76200" y="148590"/>
                  <a:pt x="77470" y="151130"/>
                  <a:pt x="81280" y="153670"/>
                </a:cubicBezTo>
                <a:cubicBezTo>
                  <a:pt x="92710" y="153670"/>
                  <a:pt x="104140" y="156210"/>
                  <a:pt x="113030" y="158750"/>
                </a:cubicBezTo>
                <a:cubicBezTo>
                  <a:pt x="116840" y="160020"/>
                  <a:pt x="120650" y="161290"/>
                  <a:pt x="125730" y="163830"/>
                </a:cubicBezTo>
                <a:cubicBezTo>
                  <a:pt x="125730" y="163830"/>
                  <a:pt x="127000" y="163830"/>
                  <a:pt x="128270" y="163830"/>
                </a:cubicBezTo>
                <a:cubicBezTo>
                  <a:pt x="156210" y="163830"/>
                  <a:pt x="179070" y="153670"/>
                  <a:pt x="179070" y="144780"/>
                </a:cubicBezTo>
                <a:lnTo>
                  <a:pt x="179070" y="133350"/>
                </a:lnTo>
                <a:cubicBezTo>
                  <a:pt x="177800" y="133350"/>
                  <a:pt x="177800" y="134620"/>
                  <a:pt x="176530" y="134620"/>
                </a:cubicBezTo>
                <a:cubicBezTo>
                  <a:pt x="173990" y="135890"/>
                  <a:pt x="171450" y="137160"/>
                  <a:pt x="168910" y="137160"/>
                </a:cubicBezTo>
                <a:cubicBezTo>
                  <a:pt x="161290" y="139700"/>
                  <a:pt x="152400" y="140970"/>
                  <a:pt x="142240" y="142240"/>
                </a:cubicBezTo>
                <a:cubicBezTo>
                  <a:pt x="142240" y="142240"/>
                  <a:pt x="140970" y="142240"/>
                  <a:pt x="140970" y="142240"/>
                </a:cubicBezTo>
                <a:cubicBezTo>
                  <a:pt x="137160" y="142240"/>
                  <a:pt x="133350" y="138430"/>
                  <a:pt x="133350" y="134620"/>
                </a:cubicBezTo>
                <a:cubicBezTo>
                  <a:pt x="133350" y="130810"/>
                  <a:pt x="137160" y="127000"/>
                  <a:pt x="140970" y="127000"/>
                </a:cubicBezTo>
                <a:lnTo>
                  <a:pt x="140970" y="127000"/>
                </a:lnTo>
                <a:cubicBezTo>
                  <a:pt x="162560" y="125730"/>
                  <a:pt x="179070" y="119380"/>
                  <a:pt x="179070" y="111760"/>
                </a:cubicBezTo>
                <a:cubicBezTo>
                  <a:pt x="179070" y="104140"/>
                  <a:pt x="156210" y="96520"/>
                  <a:pt x="128270" y="96520"/>
                </a:cubicBezTo>
                <a:cubicBezTo>
                  <a:pt x="100330" y="96520"/>
                  <a:pt x="77470" y="104140"/>
                  <a:pt x="77470" y="111760"/>
                </a:cubicBezTo>
                <a:cubicBezTo>
                  <a:pt x="77470" y="115570"/>
                  <a:pt x="82550" y="119380"/>
                  <a:pt x="91440" y="121920"/>
                </a:cubicBezTo>
                <a:lnTo>
                  <a:pt x="91440" y="121920"/>
                </a:lnTo>
                <a:cubicBezTo>
                  <a:pt x="95250" y="123190"/>
                  <a:pt x="97790" y="125730"/>
                  <a:pt x="97790" y="129540"/>
                </a:cubicBezTo>
                <a:cubicBezTo>
                  <a:pt x="97790" y="133350"/>
                  <a:pt x="93980" y="137160"/>
                  <a:pt x="90170" y="137160"/>
                </a:cubicBezTo>
                <a:cubicBezTo>
                  <a:pt x="88900" y="137160"/>
                  <a:pt x="88900" y="137160"/>
                  <a:pt x="87630" y="137160"/>
                </a:cubicBezTo>
                <a:cubicBezTo>
                  <a:pt x="83820" y="135890"/>
                  <a:pt x="80010" y="134620"/>
                  <a:pt x="77470" y="133350"/>
                </a:cubicBezTo>
                <a:lnTo>
                  <a:pt x="77470" y="146050"/>
                </a:lnTo>
                <a:close/>
                <a:moveTo>
                  <a:pt x="142240" y="187960"/>
                </a:moveTo>
                <a:cubicBezTo>
                  <a:pt x="142240" y="185420"/>
                  <a:pt x="142240" y="184150"/>
                  <a:pt x="140970" y="181610"/>
                </a:cubicBezTo>
                <a:cubicBezTo>
                  <a:pt x="151130" y="180340"/>
                  <a:pt x="161290" y="177800"/>
                  <a:pt x="170180" y="175260"/>
                </a:cubicBezTo>
                <a:cubicBezTo>
                  <a:pt x="172720" y="173990"/>
                  <a:pt x="175260" y="172720"/>
                  <a:pt x="177800" y="171450"/>
                </a:cubicBezTo>
                <a:lnTo>
                  <a:pt x="177800" y="184150"/>
                </a:lnTo>
                <a:cubicBezTo>
                  <a:pt x="177800" y="190500"/>
                  <a:pt x="162560" y="199390"/>
                  <a:pt x="142240" y="201930"/>
                </a:cubicBezTo>
                <a:lnTo>
                  <a:pt x="142240" y="187960"/>
                </a:lnTo>
                <a:close/>
                <a:moveTo>
                  <a:pt x="121920" y="208280"/>
                </a:moveTo>
                <a:cubicBezTo>
                  <a:pt x="120650" y="208280"/>
                  <a:pt x="120650" y="209550"/>
                  <a:pt x="119380" y="209550"/>
                </a:cubicBezTo>
                <a:cubicBezTo>
                  <a:pt x="116840" y="210820"/>
                  <a:pt x="114300" y="212090"/>
                  <a:pt x="111760" y="212090"/>
                </a:cubicBezTo>
                <a:cubicBezTo>
                  <a:pt x="104140" y="214630"/>
                  <a:pt x="95250" y="215900"/>
                  <a:pt x="85090" y="217170"/>
                </a:cubicBezTo>
                <a:cubicBezTo>
                  <a:pt x="85090" y="217170"/>
                  <a:pt x="85090" y="217170"/>
                  <a:pt x="85090" y="217170"/>
                </a:cubicBezTo>
                <a:cubicBezTo>
                  <a:pt x="85090" y="217170"/>
                  <a:pt x="85090" y="217170"/>
                  <a:pt x="85090" y="217170"/>
                </a:cubicBezTo>
                <a:cubicBezTo>
                  <a:pt x="81280" y="217170"/>
                  <a:pt x="77470" y="213360"/>
                  <a:pt x="77470" y="209550"/>
                </a:cubicBezTo>
                <a:cubicBezTo>
                  <a:pt x="77470" y="205740"/>
                  <a:pt x="81280" y="201930"/>
                  <a:pt x="85090" y="201930"/>
                </a:cubicBezTo>
                <a:lnTo>
                  <a:pt x="85090" y="201930"/>
                </a:lnTo>
                <a:cubicBezTo>
                  <a:pt x="106680" y="200660"/>
                  <a:pt x="123190" y="194310"/>
                  <a:pt x="123190" y="186690"/>
                </a:cubicBezTo>
                <a:cubicBezTo>
                  <a:pt x="123190" y="179070"/>
                  <a:pt x="100330" y="171450"/>
                  <a:pt x="72390" y="171450"/>
                </a:cubicBezTo>
                <a:cubicBezTo>
                  <a:pt x="44450" y="171450"/>
                  <a:pt x="21590" y="179070"/>
                  <a:pt x="21590" y="186690"/>
                </a:cubicBezTo>
                <a:cubicBezTo>
                  <a:pt x="21590" y="190500"/>
                  <a:pt x="26670" y="194310"/>
                  <a:pt x="35560" y="196850"/>
                </a:cubicBezTo>
                <a:lnTo>
                  <a:pt x="35560" y="196850"/>
                </a:lnTo>
                <a:cubicBezTo>
                  <a:pt x="39370" y="198120"/>
                  <a:pt x="41910" y="200660"/>
                  <a:pt x="41910" y="204470"/>
                </a:cubicBezTo>
                <a:cubicBezTo>
                  <a:pt x="41910" y="208280"/>
                  <a:pt x="38100" y="212090"/>
                  <a:pt x="34290" y="212090"/>
                </a:cubicBezTo>
                <a:cubicBezTo>
                  <a:pt x="34290" y="212090"/>
                  <a:pt x="33020" y="212090"/>
                  <a:pt x="33020" y="212090"/>
                </a:cubicBezTo>
                <a:cubicBezTo>
                  <a:pt x="33020" y="212090"/>
                  <a:pt x="33020" y="212090"/>
                  <a:pt x="31750" y="212090"/>
                </a:cubicBezTo>
                <a:cubicBezTo>
                  <a:pt x="27940" y="210820"/>
                  <a:pt x="24130" y="209550"/>
                  <a:pt x="21590" y="208280"/>
                </a:cubicBezTo>
                <a:lnTo>
                  <a:pt x="21590" y="227330"/>
                </a:lnTo>
                <a:cubicBezTo>
                  <a:pt x="21590" y="236220"/>
                  <a:pt x="44450" y="243840"/>
                  <a:pt x="72390" y="243840"/>
                </a:cubicBezTo>
                <a:cubicBezTo>
                  <a:pt x="100330" y="243840"/>
                  <a:pt x="123190" y="233680"/>
                  <a:pt x="123190" y="224790"/>
                </a:cubicBezTo>
                <a:lnTo>
                  <a:pt x="123190" y="2082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96" name="Рисунок 2">
            <a:extLst>
              <a:ext uri="{FF2B5EF4-FFF2-40B4-BE49-F238E27FC236}">
                <a16:creationId xmlns:a16="http://schemas.microsoft.com/office/drawing/2014/main" id="{3869EB42-CBE3-3D4F-DF1B-7E7252D90385}"/>
              </a:ext>
            </a:extLst>
          </p:cNvPr>
          <p:cNvGrpSpPr/>
          <p:nvPr/>
        </p:nvGrpSpPr>
        <p:grpSpPr>
          <a:xfrm>
            <a:off x="7823963" y="3545701"/>
            <a:ext cx="243839" cy="325120"/>
            <a:chOff x="7955280" y="3036570"/>
            <a:chExt cx="243839" cy="325120"/>
          </a:xfrm>
          <a:solidFill>
            <a:schemeClr val="bg1"/>
          </a:solidFill>
        </p:grpSpPr>
        <p:sp>
          <p:nvSpPr>
            <p:cNvPr id="497" name="Полилиния: фигура 726">
              <a:extLst>
                <a:ext uri="{FF2B5EF4-FFF2-40B4-BE49-F238E27FC236}">
                  <a16:creationId xmlns:a16="http://schemas.microsoft.com/office/drawing/2014/main" id="{2BBD00A3-6A87-7FAB-53E2-B4BDEE980EAE}"/>
                </a:ext>
              </a:extLst>
            </p:cNvPr>
            <p:cNvSpPr/>
            <p:nvPr/>
          </p:nvSpPr>
          <p:spPr>
            <a:xfrm>
              <a:off x="8006079" y="3036570"/>
              <a:ext cx="142240" cy="36829"/>
            </a:xfrm>
            <a:custGeom>
              <a:avLst/>
              <a:gdLst>
                <a:gd name="connsiteX0" fmla="*/ 71120 w 142240"/>
                <a:gd name="connsiteY0" fmla="*/ 20320 h 36829"/>
                <a:gd name="connsiteX1" fmla="*/ 15240 w 142240"/>
                <a:gd name="connsiteY1" fmla="*/ 35560 h 36829"/>
                <a:gd name="connsiteX2" fmla="*/ 1270 w 142240"/>
                <a:gd name="connsiteY2" fmla="*/ 31750 h 36829"/>
                <a:gd name="connsiteX3" fmla="*/ 5080 w 142240"/>
                <a:gd name="connsiteY3" fmla="*/ 17780 h 36829"/>
                <a:gd name="connsiteX4" fmla="*/ 71120 w 142240"/>
                <a:gd name="connsiteY4" fmla="*/ 0 h 36829"/>
                <a:gd name="connsiteX5" fmla="*/ 137160 w 142240"/>
                <a:gd name="connsiteY5" fmla="*/ 17780 h 36829"/>
                <a:gd name="connsiteX6" fmla="*/ 140970 w 142240"/>
                <a:gd name="connsiteY6" fmla="*/ 31750 h 36829"/>
                <a:gd name="connsiteX7" fmla="*/ 127000 w 142240"/>
                <a:gd name="connsiteY7" fmla="*/ 35560 h 36829"/>
                <a:gd name="connsiteX8" fmla="*/ 71120 w 142240"/>
                <a:gd name="connsiteY8" fmla="*/ 20320 h 3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40" h="36829">
                  <a:moveTo>
                    <a:pt x="71120" y="20320"/>
                  </a:moveTo>
                  <a:cubicBezTo>
                    <a:pt x="50800" y="20320"/>
                    <a:pt x="31750" y="25400"/>
                    <a:pt x="15240" y="35560"/>
                  </a:cubicBezTo>
                  <a:cubicBezTo>
                    <a:pt x="10160" y="38100"/>
                    <a:pt x="3810" y="36830"/>
                    <a:pt x="1270" y="31750"/>
                  </a:cubicBezTo>
                  <a:cubicBezTo>
                    <a:pt x="-1270" y="26670"/>
                    <a:pt x="0" y="20320"/>
                    <a:pt x="5080" y="17780"/>
                  </a:cubicBezTo>
                  <a:cubicBezTo>
                    <a:pt x="24130" y="6350"/>
                    <a:pt x="46990" y="0"/>
                    <a:pt x="71120" y="0"/>
                  </a:cubicBezTo>
                  <a:cubicBezTo>
                    <a:pt x="95250" y="0"/>
                    <a:pt x="118110" y="6350"/>
                    <a:pt x="137160" y="17780"/>
                  </a:cubicBezTo>
                  <a:cubicBezTo>
                    <a:pt x="142240" y="20320"/>
                    <a:pt x="143510" y="26670"/>
                    <a:pt x="140970" y="31750"/>
                  </a:cubicBezTo>
                  <a:cubicBezTo>
                    <a:pt x="138430" y="36830"/>
                    <a:pt x="132080" y="38100"/>
                    <a:pt x="127000" y="35560"/>
                  </a:cubicBezTo>
                  <a:cubicBezTo>
                    <a:pt x="111760" y="26670"/>
                    <a:pt x="91440" y="20320"/>
                    <a:pt x="7112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8" name="Полилиния: фигура 727">
              <a:extLst>
                <a:ext uri="{FF2B5EF4-FFF2-40B4-BE49-F238E27FC236}">
                  <a16:creationId xmlns:a16="http://schemas.microsoft.com/office/drawing/2014/main" id="{D6C98D3D-CDAF-3547-5948-63F71451C519}"/>
                </a:ext>
              </a:extLst>
            </p:cNvPr>
            <p:cNvSpPr/>
            <p:nvPr/>
          </p:nvSpPr>
          <p:spPr>
            <a:xfrm>
              <a:off x="8138159" y="3178810"/>
              <a:ext cx="20320" cy="20319"/>
            </a:xfrm>
            <a:custGeom>
              <a:avLst/>
              <a:gdLst>
                <a:gd name="connsiteX0" fmla="*/ 0 w 20320"/>
                <a:gd name="connsiteY0" fmla="*/ 0 h 20319"/>
                <a:gd name="connsiteX1" fmla="*/ 0 w 20320"/>
                <a:gd name="connsiteY1" fmla="*/ 20320 h 20319"/>
                <a:gd name="connsiteX2" fmla="*/ 20320 w 20320"/>
                <a:gd name="connsiteY2" fmla="*/ 20320 h 20319"/>
                <a:gd name="connsiteX3" fmla="*/ 20320 w 20320"/>
                <a:gd name="connsiteY3" fmla="*/ 0 h 20319"/>
                <a:gd name="connsiteX4" fmla="*/ 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0"/>
                  </a:moveTo>
                  <a:lnTo>
                    <a:pt x="0" y="20320"/>
                  </a:lnTo>
                  <a:lnTo>
                    <a:pt x="20320" y="20320"/>
                  </a:lnTo>
                  <a:lnTo>
                    <a:pt x="203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99" name="Полилиния: фигура 728">
              <a:extLst>
                <a:ext uri="{FF2B5EF4-FFF2-40B4-BE49-F238E27FC236}">
                  <a16:creationId xmlns:a16="http://schemas.microsoft.com/office/drawing/2014/main" id="{F96CDC21-9C60-31E3-F881-2114B59C7256}"/>
                </a:ext>
              </a:extLst>
            </p:cNvPr>
            <p:cNvSpPr/>
            <p:nvPr/>
          </p:nvSpPr>
          <p:spPr>
            <a:xfrm>
              <a:off x="8026400" y="3158489"/>
              <a:ext cx="101600" cy="101600"/>
            </a:xfrm>
            <a:custGeom>
              <a:avLst/>
              <a:gdLst>
                <a:gd name="connsiteX0" fmla="*/ 101600 w 101600"/>
                <a:gd name="connsiteY0" fmla="*/ 50800 h 101600"/>
                <a:gd name="connsiteX1" fmla="*/ 50800 w 101600"/>
                <a:gd name="connsiteY1" fmla="*/ 101600 h 101600"/>
                <a:gd name="connsiteX2" fmla="*/ 0 w 101600"/>
                <a:gd name="connsiteY2" fmla="*/ 50800 h 101600"/>
                <a:gd name="connsiteX3" fmla="*/ 50800 w 101600"/>
                <a:gd name="connsiteY3" fmla="*/ 0 h 101600"/>
                <a:gd name="connsiteX4" fmla="*/ 101600 w 101600"/>
                <a:gd name="connsiteY4" fmla="*/ 50800 h 101600"/>
                <a:gd name="connsiteX5" fmla="*/ 81280 w 101600"/>
                <a:gd name="connsiteY5" fmla="*/ 50800 h 101600"/>
                <a:gd name="connsiteX6" fmla="*/ 50800 w 101600"/>
                <a:gd name="connsiteY6" fmla="*/ 81280 h 101600"/>
                <a:gd name="connsiteX7" fmla="*/ 20320 w 101600"/>
                <a:gd name="connsiteY7" fmla="*/ 50800 h 101600"/>
                <a:gd name="connsiteX8" fmla="*/ 50800 w 101600"/>
                <a:gd name="connsiteY8" fmla="*/ 20320 h 101600"/>
                <a:gd name="connsiteX9" fmla="*/ 81280 w 101600"/>
                <a:gd name="connsiteY9" fmla="*/ 508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600" h="101600">
                  <a:moveTo>
                    <a:pt x="101600" y="50800"/>
                  </a:moveTo>
                  <a:cubicBezTo>
                    <a:pt x="101600" y="78740"/>
                    <a:pt x="78740" y="101600"/>
                    <a:pt x="50800" y="101600"/>
                  </a:cubicBezTo>
                  <a:cubicBezTo>
                    <a:pt x="22860" y="101600"/>
                    <a:pt x="0" y="78740"/>
                    <a:pt x="0" y="50800"/>
                  </a:cubicBezTo>
                  <a:cubicBezTo>
                    <a:pt x="0" y="22860"/>
                    <a:pt x="22860" y="0"/>
                    <a:pt x="50800" y="0"/>
                  </a:cubicBezTo>
                  <a:cubicBezTo>
                    <a:pt x="78740" y="0"/>
                    <a:pt x="101600" y="22860"/>
                    <a:pt x="101600" y="50800"/>
                  </a:cubicBezTo>
                  <a:close/>
                  <a:moveTo>
                    <a:pt x="81280" y="50800"/>
                  </a:moveTo>
                  <a:cubicBezTo>
                    <a:pt x="81280" y="67310"/>
                    <a:pt x="67310" y="81280"/>
                    <a:pt x="50800" y="81280"/>
                  </a:cubicBezTo>
                  <a:cubicBezTo>
                    <a:pt x="34290" y="81280"/>
                    <a:pt x="20320" y="67310"/>
                    <a:pt x="20320" y="50800"/>
                  </a:cubicBezTo>
                  <a:cubicBezTo>
                    <a:pt x="20320" y="34290"/>
                    <a:pt x="34290" y="20320"/>
                    <a:pt x="50800" y="20320"/>
                  </a:cubicBezTo>
                  <a:cubicBezTo>
                    <a:pt x="67310" y="20320"/>
                    <a:pt x="81280" y="34290"/>
                    <a:pt x="81280" y="508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0" name="Полилиния: фигура 729">
              <a:extLst>
                <a:ext uri="{FF2B5EF4-FFF2-40B4-BE49-F238E27FC236}">
                  <a16:creationId xmlns:a16="http://schemas.microsoft.com/office/drawing/2014/main" id="{B033F132-A918-A6B2-FF06-2D7E37A40EB5}"/>
                </a:ext>
              </a:extLst>
            </p:cNvPr>
            <p:cNvSpPr/>
            <p:nvPr/>
          </p:nvSpPr>
          <p:spPr>
            <a:xfrm>
              <a:off x="7955280" y="3117850"/>
              <a:ext cx="243839" cy="172720"/>
            </a:xfrm>
            <a:custGeom>
              <a:avLst/>
              <a:gdLst>
                <a:gd name="connsiteX0" fmla="*/ 71120 w 243839"/>
                <a:gd name="connsiteY0" fmla="*/ 0 h 172720"/>
                <a:gd name="connsiteX1" fmla="*/ 41910 w 243839"/>
                <a:gd name="connsiteY1" fmla="*/ 20320 h 172720"/>
                <a:gd name="connsiteX2" fmla="*/ 30480 w 243839"/>
                <a:gd name="connsiteY2" fmla="*/ 20320 h 172720"/>
                <a:gd name="connsiteX3" fmla="*/ 0 w 243839"/>
                <a:gd name="connsiteY3" fmla="*/ 50800 h 172720"/>
                <a:gd name="connsiteX4" fmla="*/ 0 w 243839"/>
                <a:gd name="connsiteY4" fmla="*/ 142240 h 172720"/>
                <a:gd name="connsiteX5" fmla="*/ 30480 w 243839"/>
                <a:gd name="connsiteY5" fmla="*/ 172720 h 172720"/>
                <a:gd name="connsiteX6" fmla="*/ 213360 w 243839"/>
                <a:gd name="connsiteY6" fmla="*/ 172720 h 172720"/>
                <a:gd name="connsiteX7" fmla="*/ 243839 w 243839"/>
                <a:gd name="connsiteY7" fmla="*/ 142240 h 172720"/>
                <a:gd name="connsiteX8" fmla="*/ 243839 w 243839"/>
                <a:gd name="connsiteY8" fmla="*/ 50800 h 172720"/>
                <a:gd name="connsiteX9" fmla="*/ 213360 w 243839"/>
                <a:gd name="connsiteY9" fmla="*/ 20320 h 172720"/>
                <a:gd name="connsiteX10" fmla="*/ 201930 w 243839"/>
                <a:gd name="connsiteY10" fmla="*/ 20320 h 172720"/>
                <a:gd name="connsiteX11" fmla="*/ 172720 w 243839"/>
                <a:gd name="connsiteY11" fmla="*/ 0 h 172720"/>
                <a:gd name="connsiteX12" fmla="*/ 71120 w 243839"/>
                <a:gd name="connsiteY12" fmla="*/ 0 h 172720"/>
                <a:gd name="connsiteX13" fmla="*/ 60960 w 243839"/>
                <a:gd name="connsiteY13" fmla="*/ 30480 h 172720"/>
                <a:gd name="connsiteX14" fmla="*/ 71120 w 243839"/>
                <a:gd name="connsiteY14" fmla="*/ 20320 h 172720"/>
                <a:gd name="connsiteX15" fmla="*/ 172720 w 243839"/>
                <a:gd name="connsiteY15" fmla="*/ 20320 h 172720"/>
                <a:gd name="connsiteX16" fmla="*/ 182880 w 243839"/>
                <a:gd name="connsiteY16" fmla="*/ 30480 h 172720"/>
                <a:gd name="connsiteX17" fmla="*/ 182880 w 243839"/>
                <a:gd name="connsiteY17" fmla="*/ 40640 h 172720"/>
                <a:gd name="connsiteX18" fmla="*/ 213360 w 243839"/>
                <a:gd name="connsiteY18" fmla="*/ 40640 h 172720"/>
                <a:gd name="connsiteX19" fmla="*/ 223520 w 243839"/>
                <a:gd name="connsiteY19" fmla="*/ 50800 h 172720"/>
                <a:gd name="connsiteX20" fmla="*/ 223520 w 243839"/>
                <a:gd name="connsiteY20" fmla="*/ 142240 h 172720"/>
                <a:gd name="connsiteX21" fmla="*/ 213360 w 243839"/>
                <a:gd name="connsiteY21" fmla="*/ 152400 h 172720"/>
                <a:gd name="connsiteX22" fmla="*/ 30480 w 243839"/>
                <a:gd name="connsiteY22" fmla="*/ 152400 h 172720"/>
                <a:gd name="connsiteX23" fmla="*/ 20320 w 243839"/>
                <a:gd name="connsiteY23" fmla="*/ 142240 h 172720"/>
                <a:gd name="connsiteX24" fmla="*/ 20320 w 243839"/>
                <a:gd name="connsiteY24" fmla="*/ 50800 h 172720"/>
                <a:gd name="connsiteX25" fmla="*/ 30480 w 243839"/>
                <a:gd name="connsiteY25" fmla="*/ 40640 h 172720"/>
                <a:gd name="connsiteX26" fmla="*/ 60960 w 243839"/>
                <a:gd name="connsiteY26" fmla="*/ 40640 h 172720"/>
                <a:gd name="connsiteX27" fmla="*/ 60960 w 243839"/>
                <a:gd name="connsiteY27" fmla="*/ 30480 h 1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43839" h="172720">
                  <a:moveTo>
                    <a:pt x="71120" y="0"/>
                  </a:moveTo>
                  <a:cubicBezTo>
                    <a:pt x="58420" y="0"/>
                    <a:pt x="46989" y="8890"/>
                    <a:pt x="41910" y="20320"/>
                  </a:cubicBezTo>
                  <a:lnTo>
                    <a:pt x="30480" y="20320"/>
                  </a:lnTo>
                  <a:cubicBezTo>
                    <a:pt x="13970" y="20320"/>
                    <a:pt x="0" y="34290"/>
                    <a:pt x="0" y="50800"/>
                  </a:cubicBezTo>
                  <a:lnTo>
                    <a:pt x="0" y="142240"/>
                  </a:lnTo>
                  <a:cubicBezTo>
                    <a:pt x="0" y="158750"/>
                    <a:pt x="13970" y="172720"/>
                    <a:pt x="30480" y="172720"/>
                  </a:cubicBezTo>
                  <a:lnTo>
                    <a:pt x="213360" y="172720"/>
                  </a:lnTo>
                  <a:cubicBezTo>
                    <a:pt x="229870" y="172720"/>
                    <a:pt x="243839" y="158750"/>
                    <a:pt x="243839" y="142240"/>
                  </a:cubicBezTo>
                  <a:lnTo>
                    <a:pt x="243839" y="50800"/>
                  </a:lnTo>
                  <a:cubicBezTo>
                    <a:pt x="243839" y="34290"/>
                    <a:pt x="229870" y="20320"/>
                    <a:pt x="213360" y="20320"/>
                  </a:cubicBezTo>
                  <a:lnTo>
                    <a:pt x="201930" y="20320"/>
                  </a:lnTo>
                  <a:cubicBezTo>
                    <a:pt x="198120" y="8890"/>
                    <a:pt x="186689" y="0"/>
                    <a:pt x="172720" y="0"/>
                  </a:cubicBezTo>
                  <a:lnTo>
                    <a:pt x="71120" y="0"/>
                  </a:lnTo>
                  <a:close/>
                  <a:moveTo>
                    <a:pt x="60960" y="30480"/>
                  </a:moveTo>
                  <a:cubicBezTo>
                    <a:pt x="60960" y="25400"/>
                    <a:pt x="66039" y="20320"/>
                    <a:pt x="71120" y="20320"/>
                  </a:cubicBezTo>
                  <a:lnTo>
                    <a:pt x="172720" y="20320"/>
                  </a:lnTo>
                  <a:cubicBezTo>
                    <a:pt x="177800" y="20320"/>
                    <a:pt x="182880" y="25400"/>
                    <a:pt x="182880" y="30480"/>
                  </a:cubicBezTo>
                  <a:lnTo>
                    <a:pt x="182880" y="40640"/>
                  </a:lnTo>
                  <a:lnTo>
                    <a:pt x="213360" y="40640"/>
                  </a:lnTo>
                  <a:cubicBezTo>
                    <a:pt x="218439" y="40640"/>
                    <a:pt x="223520" y="45720"/>
                    <a:pt x="223520" y="50800"/>
                  </a:cubicBezTo>
                  <a:lnTo>
                    <a:pt x="223520" y="142240"/>
                  </a:lnTo>
                  <a:cubicBezTo>
                    <a:pt x="223520" y="147320"/>
                    <a:pt x="218439" y="152400"/>
                    <a:pt x="213360" y="152400"/>
                  </a:cubicBezTo>
                  <a:lnTo>
                    <a:pt x="30480" y="152400"/>
                  </a:lnTo>
                  <a:cubicBezTo>
                    <a:pt x="25400" y="152400"/>
                    <a:pt x="20320" y="147320"/>
                    <a:pt x="20320" y="142240"/>
                  </a:cubicBezTo>
                  <a:lnTo>
                    <a:pt x="20320" y="50800"/>
                  </a:lnTo>
                  <a:cubicBezTo>
                    <a:pt x="20320" y="45720"/>
                    <a:pt x="25400" y="40640"/>
                    <a:pt x="30480" y="40640"/>
                  </a:cubicBezTo>
                  <a:lnTo>
                    <a:pt x="60960" y="40640"/>
                  </a:lnTo>
                  <a:lnTo>
                    <a:pt x="6096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1" name="Полилиния: фигура 730">
              <a:extLst>
                <a:ext uri="{FF2B5EF4-FFF2-40B4-BE49-F238E27FC236}">
                  <a16:creationId xmlns:a16="http://schemas.microsoft.com/office/drawing/2014/main" id="{1957C363-F6E1-51C7-504E-DA173538D289}"/>
                </a:ext>
              </a:extLst>
            </p:cNvPr>
            <p:cNvSpPr/>
            <p:nvPr/>
          </p:nvSpPr>
          <p:spPr>
            <a:xfrm>
              <a:off x="8036560" y="3078479"/>
              <a:ext cx="81279" cy="27940"/>
            </a:xfrm>
            <a:custGeom>
              <a:avLst/>
              <a:gdLst>
                <a:gd name="connsiteX0" fmla="*/ 15240 w 81279"/>
                <a:gd name="connsiteY0" fmla="*/ 26670 h 27940"/>
                <a:gd name="connsiteX1" fmla="*/ 40640 w 81279"/>
                <a:gd name="connsiteY1" fmla="*/ 20320 h 27940"/>
                <a:gd name="connsiteX2" fmla="*/ 66040 w 81279"/>
                <a:gd name="connsiteY2" fmla="*/ 26670 h 27940"/>
                <a:gd name="connsiteX3" fmla="*/ 80010 w 81279"/>
                <a:gd name="connsiteY3" fmla="*/ 22860 h 27940"/>
                <a:gd name="connsiteX4" fmla="*/ 76200 w 81279"/>
                <a:gd name="connsiteY4" fmla="*/ 8890 h 27940"/>
                <a:gd name="connsiteX5" fmla="*/ 40640 w 81279"/>
                <a:gd name="connsiteY5" fmla="*/ 0 h 27940"/>
                <a:gd name="connsiteX6" fmla="*/ 5080 w 81279"/>
                <a:gd name="connsiteY6" fmla="*/ 8890 h 27940"/>
                <a:gd name="connsiteX7" fmla="*/ 1270 w 81279"/>
                <a:gd name="connsiteY7" fmla="*/ 22860 h 27940"/>
                <a:gd name="connsiteX8" fmla="*/ 15240 w 81279"/>
                <a:gd name="connsiteY8" fmla="*/ 26670 h 27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279" h="27940">
                  <a:moveTo>
                    <a:pt x="15240" y="26670"/>
                  </a:moveTo>
                  <a:cubicBezTo>
                    <a:pt x="22860" y="22860"/>
                    <a:pt x="31750" y="20320"/>
                    <a:pt x="40640" y="20320"/>
                  </a:cubicBezTo>
                  <a:cubicBezTo>
                    <a:pt x="49530" y="20320"/>
                    <a:pt x="58420" y="22860"/>
                    <a:pt x="66040" y="26670"/>
                  </a:cubicBezTo>
                  <a:cubicBezTo>
                    <a:pt x="71120" y="29210"/>
                    <a:pt x="77470" y="27940"/>
                    <a:pt x="80010" y="22860"/>
                  </a:cubicBezTo>
                  <a:cubicBezTo>
                    <a:pt x="82550" y="17780"/>
                    <a:pt x="81280" y="11430"/>
                    <a:pt x="76200" y="8890"/>
                  </a:cubicBezTo>
                  <a:cubicBezTo>
                    <a:pt x="66040" y="2540"/>
                    <a:pt x="53340" y="0"/>
                    <a:pt x="40640" y="0"/>
                  </a:cubicBezTo>
                  <a:cubicBezTo>
                    <a:pt x="27940" y="0"/>
                    <a:pt x="15240" y="3810"/>
                    <a:pt x="5080" y="8890"/>
                  </a:cubicBezTo>
                  <a:cubicBezTo>
                    <a:pt x="0" y="11430"/>
                    <a:pt x="-1270" y="17780"/>
                    <a:pt x="1270" y="22860"/>
                  </a:cubicBezTo>
                  <a:cubicBezTo>
                    <a:pt x="5080" y="27940"/>
                    <a:pt x="10160" y="29210"/>
                    <a:pt x="15240" y="266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2" name="Полилиния: фигура 731">
              <a:extLst>
                <a:ext uri="{FF2B5EF4-FFF2-40B4-BE49-F238E27FC236}">
                  <a16:creationId xmlns:a16="http://schemas.microsoft.com/office/drawing/2014/main" id="{0B6DE1D7-C552-E508-AD6E-BE929C205322}"/>
                </a:ext>
              </a:extLst>
            </p:cNvPr>
            <p:cNvSpPr/>
            <p:nvPr/>
          </p:nvSpPr>
          <p:spPr>
            <a:xfrm>
              <a:off x="8026639" y="3310890"/>
              <a:ext cx="101120" cy="50800"/>
            </a:xfrm>
            <a:custGeom>
              <a:avLst/>
              <a:gdLst>
                <a:gd name="connsiteX0" fmla="*/ 30241 w 101120"/>
                <a:gd name="connsiteY0" fmla="*/ 0 h 50800"/>
                <a:gd name="connsiteX1" fmla="*/ 2300 w 101120"/>
                <a:gd name="connsiteY1" fmla="*/ 34290 h 50800"/>
                <a:gd name="connsiteX2" fmla="*/ 3570 w 101120"/>
                <a:gd name="connsiteY2" fmla="*/ 48260 h 50800"/>
                <a:gd name="connsiteX3" fmla="*/ 17541 w 101120"/>
                <a:gd name="connsiteY3" fmla="*/ 46990 h 50800"/>
                <a:gd name="connsiteX4" fmla="*/ 40400 w 101120"/>
                <a:gd name="connsiteY4" fmla="*/ 19050 h 50800"/>
                <a:gd name="connsiteX5" fmla="*/ 40400 w 101120"/>
                <a:gd name="connsiteY5" fmla="*/ 40640 h 50800"/>
                <a:gd name="connsiteX6" fmla="*/ 50560 w 101120"/>
                <a:gd name="connsiteY6" fmla="*/ 50800 h 50800"/>
                <a:gd name="connsiteX7" fmla="*/ 60720 w 101120"/>
                <a:gd name="connsiteY7" fmla="*/ 40640 h 50800"/>
                <a:gd name="connsiteX8" fmla="*/ 60720 w 101120"/>
                <a:gd name="connsiteY8" fmla="*/ 19050 h 50800"/>
                <a:gd name="connsiteX9" fmla="*/ 83580 w 101120"/>
                <a:gd name="connsiteY9" fmla="*/ 46990 h 50800"/>
                <a:gd name="connsiteX10" fmla="*/ 97550 w 101120"/>
                <a:gd name="connsiteY10" fmla="*/ 48260 h 50800"/>
                <a:gd name="connsiteX11" fmla="*/ 98820 w 101120"/>
                <a:gd name="connsiteY11" fmla="*/ 34290 h 50800"/>
                <a:gd name="connsiteX12" fmla="*/ 70880 w 101120"/>
                <a:gd name="connsiteY12" fmla="*/ 0 h 50800"/>
                <a:gd name="connsiteX13" fmla="*/ 30241 w 101120"/>
                <a:gd name="connsiteY13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1120" h="50800">
                  <a:moveTo>
                    <a:pt x="30241" y="0"/>
                  </a:moveTo>
                  <a:lnTo>
                    <a:pt x="2300" y="34290"/>
                  </a:lnTo>
                  <a:cubicBezTo>
                    <a:pt x="-1509" y="38100"/>
                    <a:pt x="-240" y="44450"/>
                    <a:pt x="3570" y="48260"/>
                  </a:cubicBezTo>
                  <a:cubicBezTo>
                    <a:pt x="7380" y="52070"/>
                    <a:pt x="13730" y="50800"/>
                    <a:pt x="17541" y="46990"/>
                  </a:cubicBezTo>
                  <a:lnTo>
                    <a:pt x="40400" y="19050"/>
                  </a:lnTo>
                  <a:lnTo>
                    <a:pt x="40400" y="40640"/>
                  </a:lnTo>
                  <a:cubicBezTo>
                    <a:pt x="40400" y="45720"/>
                    <a:pt x="45480" y="50800"/>
                    <a:pt x="50560" y="50800"/>
                  </a:cubicBezTo>
                  <a:cubicBezTo>
                    <a:pt x="55641" y="50800"/>
                    <a:pt x="60720" y="45720"/>
                    <a:pt x="60720" y="40640"/>
                  </a:cubicBezTo>
                  <a:lnTo>
                    <a:pt x="60720" y="19050"/>
                  </a:lnTo>
                  <a:lnTo>
                    <a:pt x="83580" y="46990"/>
                  </a:lnTo>
                  <a:cubicBezTo>
                    <a:pt x="87391" y="50800"/>
                    <a:pt x="93741" y="52070"/>
                    <a:pt x="97550" y="48260"/>
                  </a:cubicBezTo>
                  <a:cubicBezTo>
                    <a:pt x="101360" y="44450"/>
                    <a:pt x="102630" y="38100"/>
                    <a:pt x="98820" y="34290"/>
                  </a:cubicBezTo>
                  <a:lnTo>
                    <a:pt x="70880" y="0"/>
                  </a:lnTo>
                  <a:lnTo>
                    <a:pt x="3024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03" name="Группа 502">
            <a:extLst>
              <a:ext uri="{FF2B5EF4-FFF2-40B4-BE49-F238E27FC236}">
                <a16:creationId xmlns:a16="http://schemas.microsoft.com/office/drawing/2014/main" id="{857A255E-08CF-CD3B-84C4-F687035A5BED}"/>
              </a:ext>
            </a:extLst>
          </p:cNvPr>
          <p:cNvGrpSpPr/>
          <p:nvPr/>
        </p:nvGrpSpPr>
        <p:grpSpPr>
          <a:xfrm>
            <a:off x="1711951" y="5017141"/>
            <a:ext cx="203200" cy="242252"/>
            <a:chOff x="1714457" y="5049010"/>
            <a:chExt cx="203200" cy="242252"/>
          </a:xfrm>
          <a:solidFill>
            <a:schemeClr val="bg1"/>
          </a:solidFill>
        </p:grpSpPr>
        <p:sp>
          <p:nvSpPr>
            <p:cNvPr id="504" name="Полилиния: фигура 552">
              <a:extLst>
                <a:ext uri="{FF2B5EF4-FFF2-40B4-BE49-F238E27FC236}">
                  <a16:creationId xmlns:a16="http://schemas.microsoft.com/office/drawing/2014/main" id="{94567F11-024A-3895-34D3-FD291B437AE0}"/>
                </a:ext>
              </a:extLst>
            </p:cNvPr>
            <p:cNvSpPr/>
            <p:nvPr/>
          </p:nvSpPr>
          <p:spPr>
            <a:xfrm>
              <a:off x="1776926" y="5125450"/>
              <a:ext cx="80800" cy="90960"/>
            </a:xfrm>
            <a:custGeom>
              <a:avLst/>
              <a:gdLst>
                <a:gd name="connsiteX0" fmla="*/ 78500 w 80800"/>
                <a:gd name="connsiteY0" fmla="*/ 16271 h 90960"/>
                <a:gd name="connsiteX1" fmla="*/ 77231 w 80800"/>
                <a:gd name="connsiteY1" fmla="*/ 2300 h 90960"/>
                <a:gd name="connsiteX2" fmla="*/ 63261 w 80800"/>
                <a:gd name="connsiteY2" fmla="*/ 3571 h 90960"/>
                <a:gd name="connsiteX3" fmla="*/ 2300 w 80800"/>
                <a:gd name="connsiteY3" fmla="*/ 74691 h 90960"/>
                <a:gd name="connsiteX4" fmla="*/ 3571 w 80800"/>
                <a:gd name="connsiteY4" fmla="*/ 88660 h 90960"/>
                <a:gd name="connsiteX5" fmla="*/ 17540 w 80800"/>
                <a:gd name="connsiteY5" fmla="*/ 87391 h 90960"/>
                <a:gd name="connsiteX6" fmla="*/ 78500 w 80800"/>
                <a:gd name="connsiteY6" fmla="*/ 16271 h 90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800" h="90960">
                  <a:moveTo>
                    <a:pt x="78500" y="16271"/>
                  </a:moveTo>
                  <a:cubicBezTo>
                    <a:pt x="82311" y="12460"/>
                    <a:pt x="81040" y="6110"/>
                    <a:pt x="77231" y="2300"/>
                  </a:cubicBezTo>
                  <a:cubicBezTo>
                    <a:pt x="73421" y="-1509"/>
                    <a:pt x="67071" y="-240"/>
                    <a:pt x="63261" y="3571"/>
                  </a:cubicBezTo>
                  <a:lnTo>
                    <a:pt x="2300" y="74691"/>
                  </a:lnTo>
                  <a:cubicBezTo>
                    <a:pt x="-1510" y="78500"/>
                    <a:pt x="-239" y="84850"/>
                    <a:pt x="3571" y="88660"/>
                  </a:cubicBezTo>
                  <a:cubicBezTo>
                    <a:pt x="7381" y="92471"/>
                    <a:pt x="13731" y="91200"/>
                    <a:pt x="17540" y="87391"/>
                  </a:cubicBezTo>
                  <a:lnTo>
                    <a:pt x="78500" y="16271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5" name="Полилиния: фигура 553">
              <a:extLst>
                <a:ext uri="{FF2B5EF4-FFF2-40B4-BE49-F238E27FC236}">
                  <a16:creationId xmlns:a16="http://schemas.microsoft.com/office/drawing/2014/main" id="{C29EA231-D156-19F3-1003-4EDD2E050284}"/>
                </a:ext>
              </a:extLst>
            </p:cNvPr>
            <p:cNvSpPr/>
            <p:nvPr/>
          </p:nvSpPr>
          <p:spPr>
            <a:xfrm>
              <a:off x="1800816" y="5155691"/>
              <a:ext cx="30480" cy="30479"/>
            </a:xfrm>
            <a:custGeom>
              <a:avLst/>
              <a:gdLst>
                <a:gd name="connsiteX0" fmla="*/ 30480 w 30480"/>
                <a:gd name="connsiteY0" fmla="*/ 15240 h 30479"/>
                <a:gd name="connsiteX1" fmla="*/ 15240 w 30480"/>
                <a:gd name="connsiteY1" fmla="*/ 30480 h 30479"/>
                <a:gd name="connsiteX2" fmla="*/ 0 w 30480"/>
                <a:gd name="connsiteY2" fmla="*/ 15240 h 30479"/>
                <a:gd name="connsiteX3" fmla="*/ 15240 w 30480"/>
                <a:gd name="connsiteY3" fmla="*/ 0 h 30479"/>
                <a:gd name="connsiteX4" fmla="*/ 30480 w 30480"/>
                <a:gd name="connsiteY4" fmla="*/ 1524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" h="30479">
                  <a:moveTo>
                    <a:pt x="30480" y="15240"/>
                  </a:moveTo>
                  <a:cubicBezTo>
                    <a:pt x="30480" y="24130"/>
                    <a:pt x="24130" y="30480"/>
                    <a:pt x="15240" y="30480"/>
                  </a:cubicBezTo>
                  <a:cubicBezTo>
                    <a:pt x="6350" y="30480"/>
                    <a:pt x="0" y="24130"/>
                    <a:pt x="0" y="15240"/>
                  </a:cubicBezTo>
                  <a:cubicBezTo>
                    <a:pt x="0" y="6350"/>
                    <a:pt x="6350" y="0"/>
                    <a:pt x="15240" y="0"/>
                  </a:cubicBezTo>
                  <a:cubicBezTo>
                    <a:pt x="24130" y="0"/>
                    <a:pt x="30480" y="6350"/>
                    <a:pt x="30480" y="152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6" name="Полилиния: фигура 554">
              <a:extLst>
                <a:ext uri="{FF2B5EF4-FFF2-40B4-BE49-F238E27FC236}">
                  <a16:creationId xmlns:a16="http://schemas.microsoft.com/office/drawing/2014/main" id="{160754EF-7ACA-177C-E681-A6B77EAE4FDD}"/>
                </a:ext>
              </a:extLst>
            </p:cNvPr>
            <p:cNvSpPr/>
            <p:nvPr/>
          </p:nvSpPr>
          <p:spPr>
            <a:xfrm>
              <a:off x="1802087" y="5155691"/>
              <a:ext cx="30479" cy="30479"/>
            </a:xfrm>
            <a:custGeom>
              <a:avLst/>
              <a:gdLst>
                <a:gd name="connsiteX0" fmla="*/ 15240 w 30479"/>
                <a:gd name="connsiteY0" fmla="*/ 30480 h 30479"/>
                <a:gd name="connsiteX1" fmla="*/ 30480 w 30479"/>
                <a:gd name="connsiteY1" fmla="*/ 15240 h 30479"/>
                <a:gd name="connsiteX2" fmla="*/ 15240 w 30479"/>
                <a:gd name="connsiteY2" fmla="*/ 0 h 30479"/>
                <a:gd name="connsiteX3" fmla="*/ 0 w 30479"/>
                <a:gd name="connsiteY3" fmla="*/ 15240 h 30479"/>
                <a:gd name="connsiteX4" fmla="*/ 15240 w 30479"/>
                <a:gd name="connsiteY4" fmla="*/ 3048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79" h="30479">
                  <a:moveTo>
                    <a:pt x="15240" y="30480"/>
                  </a:moveTo>
                  <a:cubicBezTo>
                    <a:pt x="24130" y="30480"/>
                    <a:pt x="30480" y="24130"/>
                    <a:pt x="30480" y="15240"/>
                  </a:cubicBezTo>
                  <a:cubicBezTo>
                    <a:pt x="30480" y="6350"/>
                    <a:pt x="24130" y="0"/>
                    <a:pt x="15240" y="0"/>
                  </a:cubicBezTo>
                  <a:cubicBezTo>
                    <a:pt x="6350" y="0"/>
                    <a:pt x="0" y="6350"/>
                    <a:pt x="0" y="15240"/>
                  </a:cubicBezTo>
                  <a:cubicBezTo>
                    <a:pt x="0" y="24130"/>
                    <a:pt x="6350" y="30480"/>
                    <a:pt x="1524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07" name="Полилиния: фигура 555">
              <a:extLst>
                <a:ext uri="{FF2B5EF4-FFF2-40B4-BE49-F238E27FC236}">
                  <a16:creationId xmlns:a16="http://schemas.microsoft.com/office/drawing/2014/main" id="{758524E1-1B6E-4BCF-14B5-425CCDCD37F6}"/>
                </a:ext>
              </a:extLst>
            </p:cNvPr>
            <p:cNvSpPr/>
            <p:nvPr/>
          </p:nvSpPr>
          <p:spPr>
            <a:xfrm>
              <a:off x="171445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2880 w 203200"/>
                <a:gd name="connsiteY17" fmla="*/ 20320 h 242252"/>
                <a:gd name="connsiteX18" fmla="*/ 182880 w 203200"/>
                <a:gd name="connsiteY18" fmla="*/ 134620 h 242252"/>
                <a:gd name="connsiteX19" fmla="*/ 182880 w 203200"/>
                <a:gd name="connsiteY19" fmla="*/ 139700 h 242252"/>
                <a:gd name="connsiteX20" fmla="*/ 181610 w 203200"/>
                <a:gd name="connsiteY20" fmla="*/ 146050 h 242252"/>
                <a:gd name="connsiteX21" fmla="*/ 181610 w 203200"/>
                <a:gd name="connsiteY21" fmla="*/ 148590 h 242252"/>
                <a:gd name="connsiteX22" fmla="*/ 148590 w 203200"/>
                <a:gd name="connsiteY22" fmla="*/ 195580 h 242252"/>
                <a:gd name="connsiteX23" fmla="*/ 102870 w 203200"/>
                <a:gd name="connsiteY23" fmla="*/ 220980 h 242252"/>
                <a:gd name="connsiteX24" fmla="*/ 57150 w 203200"/>
                <a:gd name="connsiteY24" fmla="*/ 195580 h 242252"/>
                <a:gd name="connsiteX25" fmla="*/ 24130 w 203200"/>
                <a:gd name="connsiteY25" fmla="*/ 148590 h 242252"/>
                <a:gd name="connsiteX26" fmla="*/ 24130 w 203200"/>
                <a:gd name="connsiteY26" fmla="*/ 146050 h 242252"/>
                <a:gd name="connsiteX27" fmla="*/ 22860 w 203200"/>
                <a:gd name="connsiteY27" fmla="*/ 139700 h 242252"/>
                <a:gd name="connsiteX28" fmla="*/ 21590 w 203200"/>
                <a:gd name="connsiteY28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034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2880" y="20320"/>
                  </a:lnTo>
                  <a:lnTo>
                    <a:pt x="182880" y="134620"/>
                  </a:lnTo>
                  <a:cubicBezTo>
                    <a:pt x="182880" y="135890"/>
                    <a:pt x="182880" y="138430"/>
                    <a:pt x="182880" y="139700"/>
                  </a:cubicBezTo>
                  <a:cubicBezTo>
                    <a:pt x="182880" y="142240"/>
                    <a:pt x="182880" y="143510"/>
                    <a:pt x="181610" y="146050"/>
                  </a:cubicBezTo>
                  <a:lnTo>
                    <a:pt x="181610" y="148590"/>
                  </a:lnTo>
                  <a:cubicBezTo>
                    <a:pt x="177800" y="167640"/>
                    <a:pt x="165100" y="185420"/>
                    <a:pt x="148590" y="195580"/>
                  </a:cubicBezTo>
                  <a:lnTo>
                    <a:pt x="102870" y="220980"/>
                  </a:lnTo>
                  <a:lnTo>
                    <a:pt x="57150" y="195580"/>
                  </a:lnTo>
                  <a:cubicBezTo>
                    <a:pt x="39370" y="185420"/>
                    <a:pt x="27940" y="168910"/>
                    <a:pt x="24130" y="148590"/>
                  </a:cubicBezTo>
                  <a:lnTo>
                    <a:pt x="24130" y="146050"/>
                  </a:lnTo>
                  <a:cubicBezTo>
                    <a:pt x="24130" y="143510"/>
                    <a:pt x="22860" y="142240"/>
                    <a:pt x="22860" y="139700"/>
                  </a:cubicBezTo>
                  <a:cubicBezTo>
                    <a:pt x="21590" y="138430"/>
                    <a:pt x="21590" y="135890"/>
                    <a:pt x="21590" y="1346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08" name="Полилиния: фигура 558">
            <a:extLst>
              <a:ext uri="{FF2B5EF4-FFF2-40B4-BE49-F238E27FC236}">
                <a16:creationId xmlns:a16="http://schemas.microsoft.com/office/drawing/2014/main" id="{1399C929-D9B4-2A29-F8C9-35B7FF1746D3}"/>
              </a:ext>
            </a:extLst>
          </p:cNvPr>
          <p:cNvSpPr/>
          <p:nvPr/>
        </p:nvSpPr>
        <p:spPr>
          <a:xfrm>
            <a:off x="601584" y="5017141"/>
            <a:ext cx="203200" cy="241617"/>
          </a:xfrm>
          <a:custGeom>
            <a:avLst/>
            <a:gdLst>
              <a:gd name="connsiteX0" fmla="*/ 20320 w 203200"/>
              <a:gd name="connsiteY0" fmla="*/ 0 h 241617"/>
              <a:gd name="connsiteX1" fmla="*/ 0 w 203200"/>
              <a:gd name="connsiteY1" fmla="*/ 20320 h 241617"/>
              <a:gd name="connsiteX2" fmla="*/ 0 w 203200"/>
              <a:gd name="connsiteY2" fmla="*/ 124460 h 241617"/>
              <a:gd name="connsiteX3" fmla="*/ 17780 w 203200"/>
              <a:gd name="connsiteY3" fmla="*/ 133350 h 241617"/>
              <a:gd name="connsiteX4" fmla="*/ 113030 w 203200"/>
              <a:gd name="connsiteY4" fmla="*/ 72390 h 241617"/>
              <a:gd name="connsiteX5" fmla="*/ 121920 w 203200"/>
              <a:gd name="connsiteY5" fmla="*/ 74930 h 241617"/>
              <a:gd name="connsiteX6" fmla="*/ 142240 w 203200"/>
              <a:gd name="connsiteY6" fmla="*/ 54610 h 241617"/>
              <a:gd name="connsiteX7" fmla="*/ 121920 w 203200"/>
              <a:gd name="connsiteY7" fmla="*/ 34290 h 241617"/>
              <a:gd name="connsiteX8" fmla="*/ 101600 w 203200"/>
              <a:gd name="connsiteY8" fmla="*/ 54610 h 241617"/>
              <a:gd name="connsiteX9" fmla="*/ 101600 w 203200"/>
              <a:gd name="connsiteY9" fmla="*/ 55880 h 241617"/>
              <a:gd name="connsiteX10" fmla="*/ 20320 w 203200"/>
              <a:gd name="connsiteY10" fmla="*/ 107950 h 241617"/>
              <a:gd name="connsiteX11" fmla="*/ 20320 w 203200"/>
              <a:gd name="connsiteY11" fmla="*/ 20320 h 241617"/>
              <a:gd name="connsiteX12" fmla="*/ 182880 w 203200"/>
              <a:gd name="connsiteY12" fmla="*/ 20320 h 241617"/>
              <a:gd name="connsiteX13" fmla="*/ 182880 w 203200"/>
              <a:gd name="connsiteY13" fmla="*/ 50800 h 241617"/>
              <a:gd name="connsiteX14" fmla="*/ 193040 w 203200"/>
              <a:gd name="connsiteY14" fmla="*/ 60960 h 241617"/>
              <a:gd name="connsiteX15" fmla="*/ 203200 w 203200"/>
              <a:gd name="connsiteY15" fmla="*/ 50800 h 241617"/>
              <a:gd name="connsiteX16" fmla="*/ 203200 w 203200"/>
              <a:gd name="connsiteY16" fmla="*/ 20320 h 241617"/>
              <a:gd name="connsiteX17" fmla="*/ 182880 w 203200"/>
              <a:gd name="connsiteY17" fmla="*/ 0 h 241617"/>
              <a:gd name="connsiteX18" fmla="*/ 20320 w 203200"/>
              <a:gd name="connsiteY18" fmla="*/ 0 h 241617"/>
              <a:gd name="connsiteX19" fmla="*/ 203200 w 203200"/>
              <a:gd name="connsiteY19" fmla="*/ 93980 h 241617"/>
              <a:gd name="connsiteX20" fmla="*/ 186690 w 203200"/>
              <a:gd name="connsiteY20" fmla="*/ 83820 h 241617"/>
              <a:gd name="connsiteX21" fmla="*/ 91440 w 203200"/>
              <a:gd name="connsiteY21" fmla="*/ 139700 h 241617"/>
              <a:gd name="connsiteX22" fmla="*/ 81280 w 203200"/>
              <a:gd name="connsiteY22" fmla="*/ 137160 h 241617"/>
              <a:gd name="connsiteX23" fmla="*/ 60960 w 203200"/>
              <a:gd name="connsiteY23" fmla="*/ 157480 h 241617"/>
              <a:gd name="connsiteX24" fmla="*/ 81280 w 203200"/>
              <a:gd name="connsiteY24" fmla="*/ 177800 h 241617"/>
              <a:gd name="connsiteX25" fmla="*/ 101600 w 203200"/>
              <a:gd name="connsiteY25" fmla="*/ 157480 h 241617"/>
              <a:gd name="connsiteX26" fmla="*/ 101600 w 203200"/>
              <a:gd name="connsiteY26" fmla="*/ 157480 h 241617"/>
              <a:gd name="connsiteX27" fmla="*/ 182880 w 203200"/>
              <a:gd name="connsiteY27" fmla="*/ 109220 h 241617"/>
              <a:gd name="connsiteX28" fmla="*/ 182880 w 203200"/>
              <a:gd name="connsiteY28" fmla="*/ 132080 h 241617"/>
              <a:gd name="connsiteX29" fmla="*/ 181610 w 203200"/>
              <a:gd name="connsiteY29" fmla="*/ 144780 h 241617"/>
              <a:gd name="connsiteX30" fmla="*/ 181610 w 203200"/>
              <a:gd name="connsiteY30" fmla="*/ 147320 h 241617"/>
              <a:gd name="connsiteX31" fmla="*/ 147320 w 203200"/>
              <a:gd name="connsiteY31" fmla="*/ 195580 h 241617"/>
              <a:gd name="connsiteX32" fmla="*/ 101600 w 203200"/>
              <a:gd name="connsiteY32" fmla="*/ 220980 h 241617"/>
              <a:gd name="connsiteX33" fmla="*/ 55880 w 203200"/>
              <a:gd name="connsiteY33" fmla="*/ 195580 h 241617"/>
              <a:gd name="connsiteX34" fmla="*/ 55880 w 203200"/>
              <a:gd name="connsiteY34" fmla="*/ 195580 h 241617"/>
              <a:gd name="connsiteX35" fmla="*/ 36830 w 203200"/>
              <a:gd name="connsiteY35" fmla="*/ 179070 h 241617"/>
              <a:gd name="connsiteX36" fmla="*/ 24130 w 203200"/>
              <a:gd name="connsiteY36" fmla="*/ 157480 h 241617"/>
              <a:gd name="connsiteX37" fmla="*/ 11430 w 203200"/>
              <a:gd name="connsiteY37" fmla="*/ 151130 h 241617"/>
              <a:gd name="connsiteX38" fmla="*/ 5080 w 203200"/>
              <a:gd name="connsiteY38" fmla="*/ 163830 h 241617"/>
              <a:gd name="connsiteX39" fmla="*/ 20320 w 203200"/>
              <a:gd name="connsiteY39" fmla="*/ 191770 h 241617"/>
              <a:gd name="connsiteX40" fmla="*/ 45720 w 203200"/>
              <a:gd name="connsiteY40" fmla="*/ 213360 h 241617"/>
              <a:gd name="connsiteX41" fmla="*/ 90170 w 203200"/>
              <a:gd name="connsiteY41" fmla="*/ 238760 h 241617"/>
              <a:gd name="connsiteX42" fmla="*/ 110490 w 203200"/>
              <a:gd name="connsiteY42" fmla="*/ 238760 h 241617"/>
              <a:gd name="connsiteX43" fmla="*/ 156210 w 203200"/>
              <a:gd name="connsiteY43" fmla="*/ 213360 h 241617"/>
              <a:gd name="connsiteX44" fmla="*/ 156210 w 203200"/>
              <a:gd name="connsiteY44" fmla="*/ 213360 h 241617"/>
              <a:gd name="connsiteX45" fmla="*/ 200660 w 203200"/>
              <a:gd name="connsiteY45" fmla="*/ 151130 h 241617"/>
              <a:gd name="connsiteX46" fmla="*/ 200660 w 203200"/>
              <a:gd name="connsiteY46" fmla="*/ 148590 h 241617"/>
              <a:gd name="connsiteX47" fmla="*/ 201930 w 203200"/>
              <a:gd name="connsiteY47" fmla="*/ 132080 h 241617"/>
              <a:gd name="connsiteX48" fmla="*/ 201930 w 203200"/>
              <a:gd name="connsiteY48" fmla="*/ 93980 h 241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03200" h="241617">
                <a:moveTo>
                  <a:pt x="20320" y="0"/>
                </a:moveTo>
                <a:cubicBezTo>
                  <a:pt x="8890" y="0"/>
                  <a:pt x="0" y="8890"/>
                  <a:pt x="0" y="20320"/>
                </a:cubicBezTo>
                <a:lnTo>
                  <a:pt x="0" y="124460"/>
                </a:lnTo>
                <a:cubicBezTo>
                  <a:pt x="0" y="133350"/>
                  <a:pt x="10160" y="138430"/>
                  <a:pt x="17780" y="133350"/>
                </a:cubicBezTo>
                <a:lnTo>
                  <a:pt x="113030" y="72390"/>
                </a:lnTo>
                <a:cubicBezTo>
                  <a:pt x="115570" y="73660"/>
                  <a:pt x="119380" y="74930"/>
                  <a:pt x="121920" y="74930"/>
                </a:cubicBezTo>
                <a:cubicBezTo>
                  <a:pt x="133350" y="74930"/>
                  <a:pt x="142240" y="66040"/>
                  <a:pt x="142240" y="54610"/>
                </a:cubicBezTo>
                <a:cubicBezTo>
                  <a:pt x="142240" y="43180"/>
                  <a:pt x="133350" y="34290"/>
                  <a:pt x="121920" y="34290"/>
                </a:cubicBezTo>
                <a:cubicBezTo>
                  <a:pt x="110490" y="34290"/>
                  <a:pt x="101600" y="43180"/>
                  <a:pt x="101600" y="54610"/>
                </a:cubicBezTo>
                <a:cubicBezTo>
                  <a:pt x="101600" y="54610"/>
                  <a:pt x="101600" y="54610"/>
                  <a:pt x="101600" y="55880"/>
                </a:cubicBezTo>
                <a:lnTo>
                  <a:pt x="20320" y="107950"/>
                </a:lnTo>
                <a:lnTo>
                  <a:pt x="20320" y="20320"/>
                </a:lnTo>
                <a:lnTo>
                  <a:pt x="182880" y="20320"/>
                </a:lnTo>
                <a:lnTo>
                  <a:pt x="182880" y="50800"/>
                </a:lnTo>
                <a:cubicBezTo>
                  <a:pt x="182880" y="55880"/>
                  <a:pt x="187960" y="60960"/>
                  <a:pt x="193040" y="60960"/>
                </a:cubicBezTo>
                <a:cubicBezTo>
                  <a:pt x="198120" y="60960"/>
                  <a:pt x="203200" y="55880"/>
                  <a:pt x="203200" y="50800"/>
                </a:cubicBezTo>
                <a:lnTo>
                  <a:pt x="203200" y="20320"/>
                </a:lnTo>
                <a:cubicBezTo>
                  <a:pt x="203200" y="8890"/>
                  <a:pt x="194310" y="0"/>
                  <a:pt x="182880" y="0"/>
                </a:cubicBezTo>
                <a:lnTo>
                  <a:pt x="20320" y="0"/>
                </a:lnTo>
                <a:close/>
                <a:moveTo>
                  <a:pt x="203200" y="93980"/>
                </a:moveTo>
                <a:cubicBezTo>
                  <a:pt x="203200" y="85090"/>
                  <a:pt x="194310" y="80010"/>
                  <a:pt x="186690" y="83820"/>
                </a:cubicBezTo>
                <a:lnTo>
                  <a:pt x="91440" y="139700"/>
                </a:lnTo>
                <a:cubicBezTo>
                  <a:pt x="88900" y="138430"/>
                  <a:pt x="85090" y="137160"/>
                  <a:pt x="81280" y="137160"/>
                </a:cubicBezTo>
                <a:cubicBezTo>
                  <a:pt x="69850" y="137160"/>
                  <a:pt x="60960" y="146050"/>
                  <a:pt x="60960" y="157480"/>
                </a:cubicBezTo>
                <a:cubicBezTo>
                  <a:pt x="60960" y="168910"/>
                  <a:pt x="69850" y="177800"/>
                  <a:pt x="81280" y="177800"/>
                </a:cubicBezTo>
                <a:cubicBezTo>
                  <a:pt x="92710" y="177800"/>
                  <a:pt x="101600" y="168910"/>
                  <a:pt x="101600" y="157480"/>
                </a:cubicBezTo>
                <a:cubicBezTo>
                  <a:pt x="101600" y="157480"/>
                  <a:pt x="101600" y="157480"/>
                  <a:pt x="101600" y="157480"/>
                </a:cubicBezTo>
                <a:lnTo>
                  <a:pt x="182880" y="109220"/>
                </a:lnTo>
                <a:lnTo>
                  <a:pt x="182880" y="132080"/>
                </a:lnTo>
                <a:cubicBezTo>
                  <a:pt x="182880" y="135890"/>
                  <a:pt x="182880" y="140970"/>
                  <a:pt x="181610" y="144780"/>
                </a:cubicBezTo>
                <a:lnTo>
                  <a:pt x="181610" y="147320"/>
                </a:lnTo>
                <a:cubicBezTo>
                  <a:pt x="177800" y="167640"/>
                  <a:pt x="165100" y="185420"/>
                  <a:pt x="147320" y="195580"/>
                </a:cubicBezTo>
                <a:lnTo>
                  <a:pt x="101600" y="220980"/>
                </a:lnTo>
                <a:lnTo>
                  <a:pt x="55880" y="195580"/>
                </a:lnTo>
                <a:lnTo>
                  <a:pt x="55880" y="195580"/>
                </a:lnTo>
                <a:cubicBezTo>
                  <a:pt x="49530" y="193040"/>
                  <a:pt x="43180" y="186690"/>
                  <a:pt x="36830" y="179070"/>
                </a:cubicBezTo>
                <a:cubicBezTo>
                  <a:pt x="30480" y="171450"/>
                  <a:pt x="26670" y="163830"/>
                  <a:pt x="24130" y="157480"/>
                </a:cubicBezTo>
                <a:cubicBezTo>
                  <a:pt x="22860" y="152400"/>
                  <a:pt x="16510" y="149860"/>
                  <a:pt x="11430" y="151130"/>
                </a:cubicBezTo>
                <a:cubicBezTo>
                  <a:pt x="6350" y="152400"/>
                  <a:pt x="3810" y="158750"/>
                  <a:pt x="5080" y="163830"/>
                </a:cubicBezTo>
                <a:cubicBezTo>
                  <a:pt x="7620" y="172720"/>
                  <a:pt x="13970" y="182880"/>
                  <a:pt x="20320" y="191770"/>
                </a:cubicBezTo>
                <a:cubicBezTo>
                  <a:pt x="26670" y="200660"/>
                  <a:pt x="35560" y="208280"/>
                  <a:pt x="45720" y="213360"/>
                </a:cubicBezTo>
                <a:lnTo>
                  <a:pt x="90170" y="238760"/>
                </a:lnTo>
                <a:cubicBezTo>
                  <a:pt x="96520" y="242570"/>
                  <a:pt x="104140" y="242570"/>
                  <a:pt x="110490" y="238760"/>
                </a:cubicBezTo>
                <a:lnTo>
                  <a:pt x="156210" y="213360"/>
                </a:lnTo>
                <a:lnTo>
                  <a:pt x="156210" y="213360"/>
                </a:lnTo>
                <a:cubicBezTo>
                  <a:pt x="179070" y="200660"/>
                  <a:pt x="195580" y="177800"/>
                  <a:pt x="200660" y="151130"/>
                </a:cubicBezTo>
                <a:lnTo>
                  <a:pt x="200660" y="148590"/>
                </a:lnTo>
                <a:cubicBezTo>
                  <a:pt x="201930" y="143510"/>
                  <a:pt x="201930" y="137160"/>
                  <a:pt x="201930" y="132080"/>
                </a:cubicBezTo>
                <a:lnTo>
                  <a:pt x="201930" y="9398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09" name="Группа 508">
            <a:extLst>
              <a:ext uri="{FF2B5EF4-FFF2-40B4-BE49-F238E27FC236}">
                <a16:creationId xmlns:a16="http://schemas.microsoft.com/office/drawing/2014/main" id="{6F10B2FE-9E4C-5FFD-0999-01D0C1D27674}"/>
              </a:ext>
            </a:extLst>
          </p:cNvPr>
          <p:cNvGrpSpPr/>
          <p:nvPr/>
        </p:nvGrpSpPr>
        <p:grpSpPr>
          <a:xfrm>
            <a:off x="2261607" y="5017141"/>
            <a:ext cx="203200" cy="242252"/>
            <a:chOff x="2273257" y="5049010"/>
            <a:chExt cx="203200" cy="242252"/>
          </a:xfrm>
          <a:solidFill>
            <a:schemeClr val="bg1"/>
          </a:solidFill>
        </p:grpSpPr>
        <p:sp>
          <p:nvSpPr>
            <p:cNvPr id="510" name="Полилиния: фигура 561">
              <a:extLst>
                <a:ext uri="{FF2B5EF4-FFF2-40B4-BE49-F238E27FC236}">
                  <a16:creationId xmlns:a16="http://schemas.microsoft.com/office/drawing/2014/main" id="{96132CB2-4381-C88B-6DF2-CD22BD1C639C}"/>
                </a:ext>
              </a:extLst>
            </p:cNvPr>
            <p:cNvSpPr/>
            <p:nvPr/>
          </p:nvSpPr>
          <p:spPr>
            <a:xfrm>
              <a:off x="2317511" y="5140451"/>
              <a:ext cx="118501" cy="60959"/>
            </a:xfrm>
            <a:custGeom>
              <a:avLst/>
              <a:gdLst>
                <a:gd name="connsiteX0" fmla="*/ 4006 w 118501"/>
                <a:gd name="connsiteY0" fmla="*/ 25400 h 60959"/>
                <a:gd name="connsiteX1" fmla="*/ 34486 w 118501"/>
                <a:gd name="connsiteY1" fmla="*/ 0 h 60959"/>
                <a:gd name="connsiteX2" fmla="*/ 84016 w 118501"/>
                <a:gd name="connsiteY2" fmla="*/ 0 h 60959"/>
                <a:gd name="connsiteX3" fmla="*/ 114496 w 118501"/>
                <a:gd name="connsiteY3" fmla="*/ 25400 h 60959"/>
                <a:gd name="connsiteX4" fmla="*/ 118306 w 118501"/>
                <a:gd name="connsiteY4" fmla="*/ 49530 h 60959"/>
                <a:gd name="connsiteX5" fmla="*/ 108146 w 118501"/>
                <a:gd name="connsiteY5" fmla="*/ 60960 h 60959"/>
                <a:gd name="connsiteX6" fmla="*/ 10356 w 118501"/>
                <a:gd name="connsiteY6" fmla="*/ 60960 h 60959"/>
                <a:gd name="connsiteX7" fmla="*/ 196 w 118501"/>
                <a:gd name="connsiteY7" fmla="*/ 49530 h 60959"/>
                <a:gd name="connsiteX8" fmla="*/ 4006 w 118501"/>
                <a:gd name="connsiteY8" fmla="*/ 25400 h 60959"/>
                <a:gd name="connsiteX9" fmla="*/ 33216 w 118501"/>
                <a:gd name="connsiteY9" fmla="*/ 20320 h 60959"/>
                <a:gd name="connsiteX10" fmla="*/ 82746 w 118501"/>
                <a:gd name="connsiteY10" fmla="*/ 20320 h 60959"/>
                <a:gd name="connsiteX11" fmla="*/ 92906 w 118501"/>
                <a:gd name="connsiteY11" fmla="*/ 29210 h 60959"/>
                <a:gd name="connsiteX12" fmla="*/ 95446 w 118501"/>
                <a:gd name="connsiteY12" fmla="*/ 40640 h 60959"/>
                <a:gd name="connsiteX13" fmla="*/ 21786 w 118501"/>
                <a:gd name="connsiteY13" fmla="*/ 40640 h 60959"/>
                <a:gd name="connsiteX14" fmla="*/ 24326 w 118501"/>
                <a:gd name="connsiteY14" fmla="*/ 29210 h 60959"/>
                <a:gd name="connsiteX15" fmla="*/ 33216 w 118501"/>
                <a:gd name="connsiteY15" fmla="*/ 2032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8501" h="60959">
                  <a:moveTo>
                    <a:pt x="4006" y="25400"/>
                  </a:moveTo>
                  <a:cubicBezTo>
                    <a:pt x="6546" y="10160"/>
                    <a:pt x="19246" y="0"/>
                    <a:pt x="34486" y="0"/>
                  </a:cubicBezTo>
                  <a:lnTo>
                    <a:pt x="84016" y="0"/>
                  </a:lnTo>
                  <a:cubicBezTo>
                    <a:pt x="99256" y="0"/>
                    <a:pt x="111956" y="10160"/>
                    <a:pt x="114496" y="25400"/>
                  </a:cubicBezTo>
                  <a:lnTo>
                    <a:pt x="118306" y="49530"/>
                  </a:lnTo>
                  <a:cubicBezTo>
                    <a:pt x="119576" y="55880"/>
                    <a:pt x="114496" y="60960"/>
                    <a:pt x="108146" y="60960"/>
                  </a:cubicBezTo>
                  <a:lnTo>
                    <a:pt x="10356" y="60960"/>
                  </a:lnTo>
                  <a:cubicBezTo>
                    <a:pt x="4006" y="60960"/>
                    <a:pt x="-1074" y="55880"/>
                    <a:pt x="196" y="49530"/>
                  </a:cubicBezTo>
                  <a:lnTo>
                    <a:pt x="4006" y="25400"/>
                  </a:lnTo>
                  <a:close/>
                  <a:moveTo>
                    <a:pt x="33216" y="20320"/>
                  </a:moveTo>
                  <a:lnTo>
                    <a:pt x="82746" y="20320"/>
                  </a:lnTo>
                  <a:cubicBezTo>
                    <a:pt x="87826" y="20320"/>
                    <a:pt x="91636" y="24130"/>
                    <a:pt x="92906" y="29210"/>
                  </a:cubicBezTo>
                  <a:lnTo>
                    <a:pt x="95446" y="40640"/>
                  </a:lnTo>
                  <a:lnTo>
                    <a:pt x="21786" y="40640"/>
                  </a:lnTo>
                  <a:lnTo>
                    <a:pt x="24326" y="29210"/>
                  </a:lnTo>
                  <a:cubicBezTo>
                    <a:pt x="24326" y="22860"/>
                    <a:pt x="28136" y="20320"/>
                    <a:pt x="33216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11" name="Полилиния: фигура 562">
              <a:extLst>
                <a:ext uri="{FF2B5EF4-FFF2-40B4-BE49-F238E27FC236}">
                  <a16:creationId xmlns:a16="http://schemas.microsoft.com/office/drawing/2014/main" id="{635A7DC1-A0DC-670B-CA69-12E15BB9C3A1}"/>
                </a:ext>
              </a:extLst>
            </p:cNvPr>
            <p:cNvSpPr/>
            <p:nvPr/>
          </p:nvSpPr>
          <p:spPr>
            <a:xfrm>
              <a:off x="2345647" y="5140451"/>
              <a:ext cx="60960" cy="60959"/>
            </a:xfrm>
            <a:custGeom>
              <a:avLst/>
              <a:gdLst>
                <a:gd name="connsiteX0" fmla="*/ 30480 w 60960"/>
                <a:gd name="connsiteY0" fmla="*/ 0 h 60959"/>
                <a:gd name="connsiteX1" fmla="*/ 0 w 60960"/>
                <a:gd name="connsiteY1" fmla="*/ 30480 h 60959"/>
                <a:gd name="connsiteX2" fmla="*/ 30480 w 60960"/>
                <a:gd name="connsiteY2" fmla="*/ 60960 h 60959"/>
                <a:gd name="connsiteX3" fmla="*/ 60960 w 60960"/>
                <a:gd name="connsiteY3" fmla="*/ 30480 h 60959"/>
                <a:gd name="connsiteX4" fmla="*/ 30480 w 60960"/>
                <a:gd name="connsiteY4" fmla="*/ 0 h 60959"/>
                <a:gd name="connsiteX5" fmla="*/ 20320 w 60960"/>
                <a:gd name="connsiteY5" fmla="*/ 30480 h 60959"/>
                <a:gd name="connsiteX6" fmla="*/ 30480 w 60960"/>
                <a:gd name="connsiteY6" fmla="*/ 40640 h 60959"/>
                <a:gd name="connsiteX7" fmla="*/ 40640 w 60960"/>
                <a:gd name="connsiteY7" fmla="*/ 30480 h 60959"/>
                <a:gd name="connsiteX8" fmla="*/ 30480 w 60960"/>
                <a:gd name="connsiteY8" fmla="*/ 20320 h 60959"/>
                <a:gd name="connsiteX9" fmla="*/ 20320 w 60960"/>
                <a:gd name="connsiteY9" fmla="*/ 3048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960" h="60959">
                  <a:moveTo>
                    <a:pt x="30480" y="0"/>
                  </a:moveTo>
                  <a:cubicBezTo>
                    <a:pt x="13970" y="0"/>
                    <a:pt x="0" y="13970"/>
                    <a:pt x="0" y="30480"/>
                  </a:cubicBezTo>
                  <a:cubicBezTo>
                    <a:pt x="0" y="46990"/>
                    <a:pt x="13970" y="60960"/>
                    <a:pt x="30480" y="60960"/>
                  </a:cubicBezTo>
                  <a:cubicBezTo>
                    <a:pt x="46990" y="60960"/>
                    <a:pt x="60960" y="46990"/>
                    <a:pt x="60960" y="30480"/>
                  </a:cubicBezTo>
                  <a:cubicBezTo>
                    <a:pt x="60960" y="13970"/>
                    <a:pt x="46990" y="0"/>
                    <a:pt x="30480" y="0"/>
                  </a:cubicBezTo>
                  <a:close/>
                  <a:moveTo>
                    <a:pt x="20320" y="30480"/>
                  </a:moveTo>
                  <a:cubicBezTo>
                    <a:pt x="20320" y="35560"/>
                    <a:pt x="25400" y="40640"/>
                    <a:pt x="30480" y="40640"/>
                  </a:cubicBezTo>
                  <a:cubicBezTo>
                    <a:pt x="35560" y="40640"/>
                    <a:pt x="40640" y="35560"/>
                    <a:pt x="40640" y="30480"/>
                  </a:cubicBezTo>
                  <a:cubicBezTo>
                    <a:pt x="40640" y="25400"/>
                    <a:pt x="35560" y="20320"/>
                    <a:pt x="30480" y="20320"/>
                  </a:cubicBezTo>
                  <a:cubicBezTo>
                    <a:pt x="24130" y="20320"/>
                    <a:pt x="20320" y="24130"/>
                    <a:pt x="2032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12" name="Полилиния: фигура 563">
              <a:extLst>
                <a:ext uri="{FF2B5EF4-FFF2-40B4-BE49-F238E27FC236}">
                  <a16:creationId xmlns:a16="http://schemas.microsoft.com/office/drawing/2014/main" id="{10744919-1BED-E3F7-2CE4-1FB79185EB51}"/>
                </a:ext>
              </a:extLst>
            </p:cNvPr>
            <p:cNvSpPr/>
            <p:nvPr/>
          </p:nvSpPr>
          <p:spPr>
            <a:xfrm>
              <a:off x="227325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4150 w 203200"/>
                <a:gd name="connsiteY17" fmla="*/ 20320 h 242252"/>
                <a:gd name="connsiteX18" fmla="*/ 184150 w 203200"/>
                <a:gd name="connsiteY18" fmla="*/ 134620 h 242252"/>
                <a:gd name="connsiteX19" fmla="*/ 182880 w 203200"/>
                <a:gd name="connsiteY19" fmla="*/ 149860 h 242252"/>
                <a:gd name="connsiteX20" fmla="*/ 149860 w 203200"/>
                <a:gd name="connsiteY20" fmla="*/ 196850 h 242252"/>
                <a:gd name="connsiteX21" fmla="*/ 104140 w 203200"/>
                <a:gd name="connsiteY21" fmla="*/ 222250 h 242252"/>
                <a:gd name="connsiteX22" fmla="*/ 58420 w 203200"/>
                <a:gd name="connsiteY22" fmla="*/ 196850 h 242252"/>
                <a:gd name="connsiteX23" fmla="*/ 25400 w 203200"/>
                <a:gd name="connsiteY23" fmla="*/ 149860 h 242252"/>
                <a:gd name="connsiteX24" fmla="*/ 21590 w 203200"/>
                <a:gd name="connsiteY24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034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4150" y="20320"/>
                  </a:lnTo>
                  <a:lnTo>
                    <a:pt x="184150" y="134620"/>
                  </a:lnTo>
                  <a:cubicBezTo>
                    <a:pt x="184150" y="139700"/>
                    <a:pt x="182880" y="144780"/>
                    <a:pt x="182880" y="149860"/>
                  </a:cubicBezTo>
                  <a:cubicBezTo>
                    <a:pt x="179070" y="168910"/>
                    <a:pt x="166370" y="186690"/>
                    <a:pt x="149860" y="196850"/>
                  </a:cubicBezTo>
                  <a:lnTo>
                    <a:pt x="104140" y="222250"/>
                  </a:lnTo>
                  <a:lnTo>
                    <a:pt x="58420" y="196850"/>
                  </a:lnTo>
                  <a:cubicBezTo>
                    <a:pt x="40640" y="186690"/>
                    <a:pt x="29210" y="170180"/>
                    <a:pt x="25400" y="149860"/>
                  </a:cubicBezTo>
                  <a:cubicBezTo>
                    <a:pt x="21590" y="144780"/>
                    <a:pt x="21590" y="139700"/>
                    <a:pt x="21590" y="1346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13" name="Полилиния: фигура 566">
            <a:extLst>
              <a:ext uri="{FF2B5EF4-FFF2-40B4-BE49-F238E27FC236}">
                <a16:creationId xmlns:a16="http://schemas.microsoft.com/office/drawing/2014/main" id="{8CC9718D-7BBD-2F08-9FDE-8806C76C70CC}"/>
              </a:ext>
            </a:extLst>
          </p:cNvPr>
          <p:cNvSpPr/>
          <p:nvPr/>
        </p:nvSpPr>
        <p:spPr>
          <a:xfrm>
            <a:off x="2799324" y="5027302"/>
            <a:ext cx="284480" cy="222250"/>
          </a:xfrm>
          <a:custGeom>
            <a:avLst/>
            <a:gdLst>
              <a:gd name="connsiteX0" fmla="*/ 19050 w 284480"/>
              <a:gd name="connsiteY0" fmla="*/ 101600 h 222250"/>
              <a:gd name="connsiteX1" fmla="*/ 142240 w 284480"/>
              <a:gd name="connsiteY1" fmla="*/ 20320 h 222250"/>
              <a:gd name="connsiteX2" fmla="*/ 265430 w 284480"/>
              <a:gd name="connsiteY2" fmla="*/ 101600 h 222250"/>
              <a:gd name="connsiteX3" fmla="*/ 279400 w 284480"/>
              <a:gd name="connsiteY3" fmla="*/ 105410 h 222250"/>
              <a:gd name="connsiteX4" fmla="*/ 283210 w 284480"/>
              <a:gd name="connsiteY4" fmla="*/ 91440 h 222250"/>
              <a:gd name="connsiteX5" fmla="*/ 142240 w 284480"/>
              <a:gd name="connsiteY5" fmla="*/ 0 h 222250"/>
              <a:gd name="connsiteX6" fmla="*/ 1270 w 284480"/>
              <a:gd name="connsiteY6" fmla="*/ 91440 h 222250"/>
              <a:gd name="connsiteX7" fmla="*/ 5080 w 284480"/>
              <a:gd name="connsiteY7" fmla="*/ 105410 h 222250"/>
              <a:gd name="connsiteX8" fmla="*/ 19050 w 284480"/>
              <a:gd name="connsiteY8" fmla="*/ 101600 h 222250"/>
              <a:gd name="connsiteX9" fmla="*/ 193040 w 284480"/>
              <a:gd name="connsiteY9" fmla="*/ 111760 h 222250"/>
              <a:gd name="connsiteX10" fmla="*/ 142240 w 284480"/>
              <a:gd name="connsiteY10" fmla="*/ 162560 h 222250"/>
              <a:gd name="connsiteX11" fmla="*/ 91440 w 284480"/>
              <a:gd name="connsiteY11" fmla="*/ 111760 h 222250"/>
              <a:gd name="connsiteX12" fmla="*/ 142240 w 284480"/>
              <a:gd name="connsiteY12" fmla="*/ 60960 h 222250"/>
              <a:gd name="connsiteX13" fmla="*/ 193040 w 284480"/>
              <a:gd name="connsiteY13" fmla="*/ 111760 h 222250"/>
              <a:gd name="connsiteX14" fmla="*/ 213360 w 284480"/>
              <a:gd name="connsiteY14" fmla="*/ 111760 h 222250"/>
              <a:gd name="connsiteX15" fmla="*/ 142240 w 284480"/>
              <a:gd name="connsiteY15" fmla="*/ 182880 h 222250"/>
              <a:gd name="connsiteX16" fmla="*/ 71120 w 284480"/>
              <a:gd name="connsiteY16" fmla="*/ 111760 h 222250"/>
              <a:gd name="connsiteX17" fmla="*/ 142240 w 284480"/>
              <a:gd name="connsiteY17" fmla="*/ 40640 h 222250"/>
              <a:gd name="connsiteX18" fmla="*/ 213360 w 284480"/>
              <a:gd name="connsiteY18" fmla="*/ 111760 h 222250"/>
              <a:gd name="connsiteX19" fmla="*/ 48260 w 284480"/>
              <a:gd name="connsiteY19" fmla="*/ 170180 h 222250"/>
              <a:gd name="connsiteX20" fmla="*/ 62230 w 284480"/>
              <a:gd name="connsiteY20" fmla="*/ 170180 h 222250"/>
              <a:gd name="connsiteX21" fmla="*/ 140970 w 284480"/>
              <a:gd name="connsiteY21" fmla="*/ 203200 h 222250"/>
              <a:gd name="connsiteX22" fmla="*/ 219710 w 284480"/>
              <a:gd name="connsiteY22" fmla="*/ 170180 h 222250"/>
              <a:gd name="connsiteX23" fmla="*/ 233680 w 284480"/>
              <a:gd name="connsiteY23" fmla="*/ 170180 h 222250"/>
              <a:gd name="connsiteX24" fmla="*/ 233680 w 284480"/>
              <a:gd name="connsiteY24" fmla="*/ 184150 h 222250"/>
              <a:gd name="connsiteX25" fmla="*/ 140970 w 284480"/>
              <a:gd name="connsiteY25" fmla="*/ 222250 h 222250"/>
              <a:gd name="connsiteX26" fmla="*/ 48260 w 284480"/>
              <a:gd name="connsiteY26" fmla="*/ 184150 h 222250"/>
              <a:gd name="connsiteX27" fmla="*/ 48260 w 284480"/>
              <a:gd name="connsiteY27" fmla="*/ 170180 h 222250"/>
              <a:gd name="connsiteX28" fmla="*/ 172720 w 284480"/>
              <a:gd name="connsiteY28" fmla="*/ 111760 h 222250"/>
              <a:gd name="connsiteX29" fmla="*/ 142240 w 284480"/>
              <a:gd name="connsiteY29" fmla="*/ 142240 h 222250"/>
              <a:gd name="connsiteX30" fmla="*/ 111760 w 284480"/>
              <a:gd name="connsiteY30" fmla="*/ 111760 h 222250"/>
              <a:gd name="connsiteX31" fmla="*/ 142240 w 284480"/>
              <a:gd name="connsiteY31" fmla="*/ 81280 h 222250"/>
              <a:gd name="connsiteX32" fmla="*/ 153670 w 284480"/>
              <a:gd name="connsiteY32" fmla="*/ 83820 h 222250"/>
              <a:gd name="connsiteX33" fmla="*/ 147320 w 284480"/>
              <a:gd name="connsiteY33" fmla="*/ 96520 h 222250"/>
              <a:gd name="connsiteX34" fmla="*/ 162560 w 284480"/>
              <a:gd name="connsiteY34" fmla="*/ 111760 h 222250"/>
              <a:gd name="connsiteX35" fmla="*/ 172720 w 284480"/>
              <a:gd name="connsiteY35" fmla="*/ 107950 h 222250"/>
              <a:gd name="connsiteX36" fmla="*/ 172720 w 284480"/>
              <a:gd name="connsiteY36" fmla="*/ 11176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4480" h="222250">
                <a:moveTo>
                  <a:pt x="19050" y="101600"/>
                </a:moveTo>
                <a:cubicBezTo>
                  <a:pt x="38100" y="67310"/>
                  <a:pt x="81280" y="20320"/>
                  <a:pt x="142240" y="20320"/>
                </a:cubicBezTo>
                <a:cubicBezTo>
                  <a:pt x="203200" y="20320"/>
                  <a:pt x="245110" y="67310"/>
                  <a:pt x="265430" y="101600"/>
                </a:cubicBezTo>
                <a:cubicBezTo>
                  <a:pt x="267970" y="106680"/>
                  <a:pt x="274320" y="107950"/>
                  <a:pt x="279400" y="105410"/>
                </a:cubicBezTo>
                <a:cubicBezTo>
                  <a:pt x="284480" y="102870"/>
                  <a:pt x="285750" y="96520"/>
                  <a:pt x="283210" y="91440"/>
                </a:cubicBezTo>
                <a:cubicBezTo>
                  <a:pt x="262890" y="54610"/>
                  <a:pt x="213360" y="0"/>
                  <a:pt x="142240" y="0"/>
                </a:cubicBezTo>
                <a:cubicBezTo>
                  <a:pt x="71120" y="0"/>
                  <a:pt x="22860" y="54610"/>
                  <a:pt x="1270" y="91440"/>
                </a:cubicBezTo>
                <a:cubicBezTo>
                  <a:pt x="-1270" y="96520"/>
                  <a:pt x="0" y="102870"/>
                  <a:pt x="5080" y="105410"/>
                </a:cubicBezTo>
                <a:cubicBezTo>
                  <a:pt x="10160" y="107950"/>
                  <a:pt x="16510" y="105410"/>
                  <a:pt x="19050" y="101600"/>
                </a:cubicBezTo>
                <a:close/>
                <a:moveTo>
                  <a:pt x="193040" y="111760"/>
                </a:moveTo>
                <a:cubicBezTo>
                  <a:pt x="193040" y="139700"/>
                  <a:pt x="170180" y="162560"/>
                  <a:pt x="142240" y="162560"/>
                </a:cubicBezTo>
                <a:cubicBezTo>
                  <a:pt x="114300" y="162560"/>
                  <a:pt x="91440" y="139700"/>
                  <a:pt x="91440" y="111760"/>
                </a:cubicBezTo>
                <a:cubicBezTo>
                  <a:pt x="91440" y="83820"/>
                  <a:pt x="114300" y="60960"/>
                  <a:pt x="142240" y="60960"/>
                </a:cubicBezTo>
                <a:cubicBezTo>
                  <a:pt x="170180" y="60960"/>
                  <a:pt x="193040" y="83820"/>
                  <a:pt x="193040" y="111760"/>
                </a:cubicBezTo>
                <a:close/>
                <a:moveTo>
                  <a:pt x="213360" y="111760"/>
                </a:moveTo>
                <a:cubicBezTo>
                  <a:pt x="213360" y="151130"/>
                  <a:pt x="181610" y="182880"/>
                  <a:pt x="142240" y="182880"/>
                </a:cubicBezTo>
                <a:cubicBezTo>
                  <a:pt x="102870" y="182880"/>
                  <a:pt x="71120" y="151130"/>
                  <a:pt x="71120" y="111760"/>
                </a:cubicBezTo>
                <a:cubicBezTo>
                  <a:pt x="71120" y="72390"/>
                  <a:pt x="102870" y="40640"/>
                  <a:pt x="142240" y="40640"/>
                </a:cubicBezTo>
                <a:cubicBezTo>
                  <a:pt x="181610" y="40640"/>
                  <a:pt x="213360" y="72390"/>
                  <a:pt x="213360" y="111760"/>
                </a:cubicBezTo>
                <a:close/>
                <a:moveTo>
                  <a:pt x="48260" y="170180"/>
                </a:moveTo>
                <a:cubicBezTo>
                  <a:pt x="52070" y="166370"/>
                  <a:pt x="58420" y="166370"/>
                  <a:pt x="62230" y="170180"/>
                </a:cubicBezTo>
                <a:cubicBezTo>
                  <a:pt x="72390" y="180340"/>
                  <a:pt x="97790" y="203200"/>
                  <a:pt x="140970" y="203200"/>
                </a:cubicBezTo>
                <a:cubicBezTo>
                  <a:pt x="184150" y="203200"/>
                  <a:pt x="209550" y="180340"/>
                  <a:pt x="219710" y="170180"/>
                </a:cubicBezTo>
                <a:cubicBezTo>
                  <a:pt x="223520" y="166370"/>
                  <a:pt x="229870" y="166370"/>
                  <a:pt x="233680" y="170180"/>
                </a:cubicBezTo>
                <a:cubicBezTo>
                  <a:pt x="237490" y="173990"/>
                  <a:pt x="237490" y="180340"/>
                  <a:pt x="233680" y="184150"/>
                </a:cubicBezTo>
                <a:cubicBezTo>
                  <a:pt x="222250" y="194310"/>
                  <a:pt x="191770" y="222250"/>
                  <a:pt x="140970" y="222250"/>
                </a:cubicBezTo>
                <a:cubicBezTo>
                  <a:pt x="90170" y="222250"/>
                  <a:pt x="59690" y="194310"/>
                  <a:pt x="48260" y="184150"/>
                </a:cubicBezTo>
                <a:cubicBezTo>
                  <a:pt x="45720" y="180340"/>
                  <a:pt x="44450" y="173990"/>
                  <a:pt x="48260" y="170180"/>
                </a:cubicBezTo>
                <a:close/>
                <a:moveTo>
                  <a:pt x="172720" y="111760"/>
                </a:moveTo>
                <a:cubicBezTo>
                  <a:pt x="172720" y="128270"/>
                  <a:pt x="158750" y="142240"/>
                  <a:pt x="142240" y="142240"/>
                </a:cubicBezTo>
                <a:cubicBezTo>
                  <a:pt x="125730" y="142240"/>
                  <a:pt x="111760" y="128270"/>
                  <a:pt x="111760" y="111760"/>
                </a:cubicBezTo>
                <a:cubicBezTo>
                  <a:pt x="111760" y="95250"/>
                  <a:pt x="125730" y="81280"/>
                  <a:pt x="142240" y="81280"/>
                </a:cubicBezTo>
                <a:cubicBezTo>
                  <a:pt x="146050" y="81280"/>
                  <a:pt x="151130" y="82550"/>
                  <a:pt x="153670" y="83820"/>
                </a:cubicBezTo>
                <a:cubicBezTo>
                  <a:pt x="149860" y="86360"/>
                  <a:pt x="147320" y="91440"/>
                  <a:pt x="147320" y="96520"/>
                </a:cubicBezTo>
                <a:cubicBezTo>
                  <a:pt x="147320" y="105410"/>
                  <a:pt x="153670" y="111760"/>
                  <a:pt x="162560" y="111760"/>
                </a:cubicBezTo>
                <a:cubicBezTo>
                  <a:pt x="166370" y="111760"/>
                  <a:pt x="170180" y="110490"/>
                  <a:pt x="172720" y="107950"/>
                </a:cubicBezTo>
                <a:cubicBezTo>
                  <a:pt x="172720" y="109220"/>
                  <a:pt x="172720" y="110490"/>
                  <a:pt x="172720" y="1117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14" name="Полилиния: фигура 571">
            <a:extLst>
              <a:ext uri="{FF2B5EF4-FFF2-40B4-BE49-F238E27FC236}">
                <a16:creationId xmlns:a16="http://schemas.microsoft.com/office/drawing/2014/main" id="{0B46D494-4D51-99D6-13E5-9EDB8FE9B4FF}"/>
              </a:ext>
            </a:extLst>
          </p:cNvPr>
          <p:cNvSpPr/>
          <p:nvPr/>
        </p:nvSpPr>
        <p:spPr>
          <a:xfrm>
            <a:off x="10643108" y="5006982"/>
            <a:ext cx="223520" cy="264159"/>
          </a:xfrm>
          <a:custGeom>
            <a:avLst/>
            <a:gdLst>
              <a:gd name="connsiteX0" fmla="*/ 20320 w 223520"/>
              <a:gd name="connsiteY0" fmla="*/ 40640 h 264159"/>
              <a:gd name="connsiteX1" fmla="*/ 40640 w 223520"/>
              <a:gd name="connsiteY1" fmla="*/ 20320 h 264159"/>
              <a:gd name="connsiteX2" fmla="*/ 60960 w 223520"/>
              <a:gd name="connsiteY2" fmla="*/ 40640 h 264159"/>
              <a:gd name="connsiteX3" fmla="*/ 71120 w 223520"/>
              <a:gd name="connsiteY3" fmla="*/ 50800 h 264159"/>
              <a:gd name="connsiteX4" fmla="*/ 81280 w 223520"/>
              <a:gd name="connsiteY4" fmla="*/ 40640 h 264159"/>
              <a:gd name="connsiteX5" fmla="*/ 40640 w 223520"/>
              <a:gd name="connsiteY5" fmla="*/ 0 h 264159"/>
              <a:gd name="connsiteX6" fmla="*/ 0 w 223520"/>
              <a:gd name="connsiteY6" fmla="*/ 40640 h 264159"/>
              <a:gd name="connsiteX7" fmla="*/ 30480 w 223520"/>
              <a:gd name="connsiteY7" fmla="*/ 80010 h 264159"/>
              <a:gd name="connsiteX8" fmla="*/ 30480 w 223520"/>
              <a:gd name="connsiteY8" fmla="*/ 102870 h 264159"/>
              <a:gd name="connsiteX9" fmla="*/ 10160 w 223520"/>
              <a:gd name="connsiteY9" fmla="*/ 132080 h 264159"/>
              <a:gd name="connsiteX10" fmla="*/ 24130 w 223520"/>
              <a:gd name="connsiteY10" fmla="*/ 157480 h 264159"/>
              <a:gd name="connsiteX11" fmla="*/ 11430 w 223520"/>
              <a:gd name="connsiteY11" fmla="*/ 179070 h 264159"/>
              <a:gd name="connsiteX12" fmla="*/ 0 w 223520"/>
              <a:gd name="connsiteY12" fmla="*/ 219710 h 264159"/>
              <a:gd name="connsiteX13" fmla="*/ 12700 w 223520"/>
              <a:gd name="connsiteY13" fmla="*/ 252730 h 264159"/>
              <a:gd name="connsiteX14" fmla="*/ 40640 w 223520"/>
              <a:gd name="connsiteY14" fmla="*/ 264160 h 264159"/>
              <a:gd name="connsiteX15" fmla="*/ 68580 w 223520"/>
              <a:gd name="connsiteY15" fmla="*/ 252730 h 264159"/>
              <a:gd name="connsiteX16" fmla="*/ 81280 w 223520"/>
              <a:gd name="connsiteY16" fmla="*/ 219710 h 264159"/>
              <a:gd name="connsiteX17" fmla="*/ 69850 w 223520"/>
              <a:gd name="connsiteY17" fmla="*/ 179070 h 264159"/>
              <a:gd name="connsiteX18" fmla="*/ 57150 w 223520"/>
              <a:gd name="connsiteY18" fmla="*/ 157480 h 264159"/>
              <a:gd name="connsiteX19" fmla="*/ 71120 w 223520"/>
              <a:gd name="connsiteY19" fmla="*/ 132080 h 264159"/>
              <a:gd name="connsiteX20" fmla="*/ 50800 w 223520"/>
              <a:gd name="connsiteY20" fmla="*/ 102870 h 264159"/>
              <a:gd name="connsiteX21" fmla="*/ 50800 w 223520"/>
              <a:gd name="connsiteY21" fmla="*/ 71120 h 264159"/>
              <a:gd name="connsiteX22" fmla="*/ 40640 w 223520"/>
              <a:gd name="connsiteY22" fmla="*/ 59690 h 264159"/>
              <a:gd name="connsiteX23" fmla="*/ 20320 w 223520"/>
              <a:gd name="connsiteY23" fmla="*/ 40640 h 264159"/>
              <a:gd name="connsiteX24" fmla="*/ 20320 w 223520"/>
              <a:gd name="connsiteY24" fmla="*/ 219710 h 264159"/>
              <a:gd name="connsiteX25" fmla="*/ 30480 w 223520"/>
              <a:gd name="connsiteY25" fmla="*/ 187960 h 264159"/>
              <a:gd name="connsiteX26" fmla="*/ 40640 w 223520"/>
              <a:gd name="connsiteY26" fmla="*/ 170180 h 264159"/>
              <a:gd name="connsiteX27" fmla="*/ 50800 w 223520"/>
              <a:gd name="connsiteY27" fmla="*/ 187960 h 264159"/>
              <a:gd name="connsiteX28" fmla="*/ 60960 w 223520"/>
              <a:gd name="connsiteY28" fmla="*/ 219710 h 264159"/>
              <a:gd name="connsiteX29" fmla="*/ 54610 w 223520"/>
              <a:gd name="connsiteY29" fmla="*/ 237490 h 264159"/>
              <a:gd name="connsiteX30" fmla="*/ 40640 w 223520"/>
              <a:gd name="connsiteY30" fmla="*/ 242570 h 264159"/>
              <a:gd name="connsiteX31" fmla="*/ 26670 w 223520"/>
              <a:gd name="connsiteY31" fmla="*/ 237490 h 264159"/>
              <a:gd name="connsiteX32" fmla="*/ 20320 w 223520"/>
              <a:gd name="connsiteY32" fmla="*/ 219710 h 264159"/>
              <a:gd name="connsiteX33" fmla="*/ 40640 w 223520"/>
              <a:gd name="connsiteY33" fmla="*/ 121920 h 264159"/>
              <a:gd name="connsiteX34" fmla="*/ 30480 w 223520"/>
              <a:gd name="connsiteY34" fmla="*/ 132080 h 264159"/>
              <a:gd name="connsiteX35" fmla="*/ 40640 w 223520"/>
              <a:gd name="connsiteY35" fmla="*/ 142240 h 264159"/>
              <a:gd name="connsiteX36" fmla="*/ 50800 w 223520"/>
              <a:gd name="connsiteY36" fmla="*/ 132080 h 264159"/>
              <a:gd name="connsiteX37" fmla="*/ 40640 w 223520"/>
              <a:gd name="connsiteY37" fmla="*/ 121920 h 264159"/>
              <a:gd name="connsiteX38" fmla="*/ 203200 w 223520"/>
              <a:gd name="connsiteY38" fmla="*/ 40640 h 264159"/>
              <a:gd name="connsiteX39" fmla="*/ 182880 w 223520"/>
              <a:gd name="connsiteY39" fmla="*/ 20320 h 264159"/>
              <a:gd name="connsiteX40" fmla="*/ 162560 w 223520"/>
              <a:gd name="connsiteY40" fmla="*/ 40640 h 264159"/>
              <a:gd name="connsiteX41" fmla="*/ 152400 w 223520"/>
              <a:gd name="connsiteY41" fmla="*/ 50800 h 264159"/>
              <a:gd name="connsiteX42" fmla="*/ 142240 w 223520"/>
              <a:gd name="connsiteY42" fmla="*/ 40640 h 264159"/>
              <a:gd name="connsiteX43" fmla="*/ 182880 w 223520"/>
              <a:gd name="connsiteY43" fmla="*/ 0 h 264159"/>
              <a:gd name="connsiteX44" fmla="*/ 223520 w 223520"/>
              <a:gd name="connsiteY44" fmla="*/ 40640 h 264159"/>
              <a:gd name="connsiteX45" fmla="*/ 193040 w 223520"/>
              <a:gd name="connsiteY45" fmla="*/ 80010 h 264159"/>
              <a:gd name="connsiteX46" fmla="*/ 193040 w 223520"/>
              <a:gd name="connsiteY46" fmla="*/ 102870 h 264159"/>
              <a:gd name="connsiteX47" fmla="*/ 213360 w 223520"/>
              <a:gd name="connsiteY47" fmla="*/ 132080 h 264159"/>
              <a:gd name="connsiteX48" fmla="*/ 199390 w 223520"/>
              <a:gd name="connsiteY48" fmla="*/ 157480 h 264159"/>
              <a:gd name="connsiteX49" fmla="*/ 212090 w 223520"/>
              <a:gd name="connsiteY49" fmla="*/ 179070 h 264159"/>
              <a:gd name="connsiteX50" fmla="*/ 223520 w 223520"/>
              <a:gd name="connsiteY50" fmla="*/ 219710 h 264159"/>
              <a:gd name="connsiteX51" fmla="*/ 210820 w 223520"/>
              <a:gd name="connsiteY51" fmla="*/ 252730 h 264159"/>
              <a:gd name="connsiteX52" fmla="*/ 182880 w 223520"/>
              <a:gd name="connsiteY52" fmla="*/ 264160 h 264159"/>
              <a:gd name="connsiteX53" fmla="*/ 154940 w 223520"/>
              <a:gd name="connsiteY53" fmla="*/ 252730 h 264159"/>
              <a:gd name="connsiteX54" fmla="*/ 142240 w 223520"/>
              <a:gd name="connsiteY54" fmla="*/ 219710 h 264159"/>
              <a:gd name="connsiteX55" fmla="*/ 153670 w 223520"/>
              <a:gd name="connsiteY55" fmla="*/ 179070 h 264159"/>
              <a:gd name="connsiteX56" fmla="*/ 166370 w 223520"/>
              <a:gd name="connsiteY56" fmla="*/ 157480 h 264159"/>
              <a:gd name="connsiteX57" fmla="*/ 152400 w 223520"/>
              <a:gd name="connsiteY57" fmla="*/ 132080 h 264159"/>
              <a:gd name="connsiteX58" fmla="*/ 172720 w 223520"/>
              <a:gd name="connsiteY58" fmla="*/ 102870 h 264159"/>
              <a:gd name="connsiteX59" fmla="*/ 172720 w 223520"/>
              <a:gd name="connsiteY59" fmla="*/ 71120 h 264159"/>
              <a:gd name="connsiteX60" fmla="*/ 182880 w 223520"/>
              <a:gd name="connsiteY60" fmla="*/ 59690 h 264159"/>
              <a:gd name="connsiteX61" fmla="*/ 203200 w 223520"/>
              <a:gd name="connsiteY61" fmla="*/ 40640 h 264159"/>
              <a:gd name="connsiteX62" fmla="*/ 193040 w 223520"/>
              <a:gd name="connsiteY62" fmla="*/ 187960 h 264159"/>
              <a:gd name="connsiteX63" fmla="*/ 203200 w 223520"/>
              <a:gd name="connsiteY63" fmla="*/ 219710 h 264159"/>
              <a:gd name="connsiteX64" fmla="*/ 196850 w 223520"/>
              <a:gd name="connsiteY64" fmla="*/ 237490 h 264159"/>
              <a:gd name="connsiteX65" fmla="*/ 182880 w 223520"/>
              <a:gd name="connsiteY65" fmla="*/ 242570 h 264159"/>
              <a:gd name="connsiteX66" fmla="*/ 168910 w 223520"/>
              <a:gd name="connsiteY66" fmla="*/ 237490 h 264159"/>
              <a:gd name="connsiteX67" fmla="*/ 162560 w 223520"/>
              <a:gd name="connsiteY67" fmla="*/ 219710 h 264159"/>
              <a:gd name="connsiteX68" fmla="*/ 172720 w 223520"/>
              <a:gd name="connsiteY68" fmla="*/ 187960 h 264159"/>
              <a:gd name="connsiteX69" fmla="*/ 182880 w 223520"/>
              <a:gd name="connsiteY69" fmla="*/ 170180 h 264159"/>
              <a:gd name="connsiteX70" fmla="*/ 193040 w 223520"/>
              <a:gd name="connsiteY70" fmla="*/ 187960 h 264159"/>
              <a:gd name="connsiteX71" fmla="*/ 193040 w 223520"/>
              <a:gd name="connsiteY71" fmla="*/ 132080 h 264159"/>
              <a:gd name="connsiteX72" fmla="*/ 182880 w 223520"/>
              <a:gd name="connsiteY72" fmla="*/ 121920 h 264159"/>
              <a:gd name="connsiteX73" fmla="*/ 172720 w 223520"/>
              <a:gd name="connsiteY73" fmla="*/ 132080 h 264159"/>
              <a:gd name="connsiteX74" fmla="*/ 182880 w 223520"/>
              <a:gd name="connsiteY74" fmla="*/ 142240 h 264159"/>
              <a:gd name="connsiteX75" fmla="*/ 193040 w 223520"/>
              <a:gd name="connsiteY75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3520" h="264159">
                <a:moveTo>
                  <a:pt x="20320" y="40640"/>
                </a:moveTo>
                <a:cubicBezTo>
                  <a:pt x="20320" y="30480"/>
                  <a:pt x="29210" y="20320"/>
                  <a:pt x="40640" y="20320"/>
                </a:cubicBezTo>
                <a:cubicBezTo>
                  <a:pt x="52070" y="20320"/>
                  <a:pt x="60960" y="30480"/>
                  <a:pt x="60960" y="40640"/>
                </a:cubicBezTo>
                <a:cubicBezTo>
                  <a:pt x="60960" y="45720"/>
                  <a:pt x="66040" y="50800"/>
                  <a:pt x="71120" y="50800"/>
                </a:cubicBezTo>
                <a:cubicBezTo>
                  <a:pt x="76200" y="50800"/>
                  <a:pt x="81280" y="45720"/>
                  <a:pt x="81280" y="40640"/>
                </a:cubicBezTo>
                <a:cubicBezTo>
                  <a:pt x="81280" y="20320"/>
                  <a:pt x="63500" y="0"/>
                  <a:pt x="40640" y="0"/>
                </a:cubicBezTo>
                <a:cubicBezTo>
                  <a:pt x="17780" y="0"/>
                  <a:pt x="0" y="20320"/>
                  <a:pt x="0" y="40640"/>
                </a:cubicBezTo>
                <a:cubicBezTo>
                  <a:pt x="0" y="58420"/>
                  <a:pt x="12700" y="74930"/>
                  <a:pt x="30480" y="80010"/>
                </a:cubicBezTo>
                <a:lnTo>
                  <a:pt x="30480" y="102870"/>
                </a:lnTo>
                <a:cubicBezTo>
                  <a:pt x="19050" y="106680"/>
                  <a:pt x="10160" y="118110"/>
                  <a:pt x="10160" y="132080"/>
                </a:cubicBezTo>
                <a:cubicBezTo>
                  <a:pt x="10160" y="143510"/>
                  <a:pt x="15240" y="152400"/>
                  <a:pt x="24130" y="157480"/>
                </a:cubicBezTo>
                <a:cubicBezTo>
                  <a:pt x="20320" y="163830"/>
                  <a:pt x="15240" y="171450"/>
                  <a:pt x="11430" y="179070"/>
                </a:cubicBezTo>
                <a:cubicBezTo>
                  <a:pt x="5080" y="191770"/>
                  <a:pt x="0" y="205740"/>
                  <a:pt x="0" y="219710"/>
                </a:cubicBezTo>
                <a:cubicBezTo>
                  <a:pt x="0" y="233680"/>
                  <a:pt x="5080" y="245110"/>
                  <a:pt x="12700" y="252730"/>
                </a:cubicBezTo>
                <a:cubicBezTo>
                  <a:pt x="20320" y="260350"/>
                  <a:pt x="30480" y="264160"/>
                  <a:pt x="40640" y="264160"/>
                </a:cubicBezTo>
                <a:cubicBezTo>
                  <a:pt x="50800" y="264160"/>
                  <a:pt x="60960" y="260350"/>
                  <a:pt x="68580" y="252730"/>
                </a:cubicBezTo>
                <a:cubicBezTo>
                  <a:pt x="76200" y="245110"/>
                  <a:pt x="81280" y="233680"/>
                  <a:pt x="81280" y="219710"/>
                </a:cubicBezTo>
                <a:cubicBezTo>
                  <a:pt x="81280" y="205740"/>
                  <a:pt x="76200" y="191770"/>
                  <a:pt x="69850" y="179070"/>
                </a:cubicBezTo>
                <a:cubicBezTo>
                  <a:pt x="66040" y="171450"/>
                  <a:pt x="60960" y="163830"/>
                  <a:pt x="57150" y="157480"/>
                </a:cubicBezTo>
                <a:cubicBezTo>
                  <a:pt x="66040" y="152400"/>
                  <a:pt x="71120" y="142240"/>
                  <a:pt x="71120" y="132080"/>
                </a:cubicBezTo>
                <a:cubicBezTo>
                  <a:pt x="71120" y="119380"/>
                  <a:pt x="62230" y="107950"/>
                  <a:pt x="50800" y="102870"/>
                </a:cubicBezTo>
                <a:lnTo>
                  <a:pt x="50800" y="71120"/>
                </a:lnTo>
                <a:cubicBezTo>
                  <a:pt x="50800" y="64770"/>
                  <a:pt x="45720" y="59690"/>
                  <a:pt x="40640" y="59690"/>
                </a:cubicBezTo>
                <a:cubicBezTo>
                  <a:pt x="29210" y="59690"/>
                  <a:pt x="20320" y="49530"/>
                  <a:pt x="20320" y="40640"/>
                </a:cubicBezTo>
                <a:close/>
                <a:moveTo>
                  <a:pt x="20320" y="219710"/>
                </a:moveTo>
                <a:cubicBezTo>
                  <a:pt x="20320" y="210820"/>
                  <a:pt x="24130" y="199390"/>
                  <a:pt x="30480" y="187960"/>
                </a:cubicBezTo>
                <a:cubicBezTo>
                  <a:pt x="34290" y="181610"/>
                  <a:pt x="38100" y="175260"/>
                  <a:pt x="40640" y="170180"/>
                </a:cubicBezTo>
                <a:cubicBezTo>
                  <a:pt x="44450" y="175260"/>
                  <a:pt x="48260" y="181610"/>
                  <a:pt x="50800" y="187960"/>
                </a:cubicBezTo>
                <a:cubicBezTo>
                  <a:pt x="57150" y="199390"/>
                  <a:pt x="60960" y="210820"/>
                  <a:pt x="60960" y="219710"/>
                </a:cubicBezTo>
                <a:cubicBezTo>
                  <a:pt x="60960" y="228600"/>
                  <a:pt x="58420" y="234950"/>
                  <a:pt x="54610" y="237490"/>
                </a:cubicBezTo>
                <a:cubicBezTo>
                  <a:pt x="50800" y="241300"/>
                  <a:pt x="45720" y="242570"/>
                  <a:pt x="40640" y="242570"/>
                </a:cubicBezTo>
                <a:cubicBezTo>
                  <a:pt x="35560" y="242570"/>
                  <a:pt x="30480" y="241300"/>
                  <a:pt x="26670" y="237490"/>
                </a:cubicBezTo>
                <a:cubicBezTo>
                  <a:pt x="24130" y="234950"/>
                  <a:pt x="20320" y="228600"/>
                  <a:pt x="20320" y="219710"/>
                </a:cubicBezTo>
                <a:close/>
                <a:moveTo>
                  <a:pt x="40640" y="121920"/>
                </a:moveTo>
                <a:cubicBezTo>
                  <a:pt x="35560" y="121920"/>
                  <a:pt x="30480" y="127000"/>
                  <a:pt x="30480" y="132080"/>
                </a:cubicBezTo>
                <a:cubicBezTo>
                  <a:pt x="30480" y="137160"/>
                  <a:pt x="35560" y="142240"/>
                  <a:pt x="40640" y="142240"/>
                </a:cubicBezTo>
                <a:cubicBezTo>
                  <a:pt x="45720" y="142240"/>
                  <a:pt x="50800" y="137160"/>
                  <a:pt x="50800" y="132080"/>
                </a:cubicBezTo>
                <a:cubicBezTo>
                  <a:pt x="50800" y="127000"/>
                  <a:pt x="46990" y="121920"/>
                  <a:pt x="40640" y="121920"/>
                </a:cubicBezTo>
                <a:close/>
                <a:moveTo>
                  <a:pt x="203200" y="40640"/>
                </a:moveTo>
                <a:cubicBezTo>
                  <a:pt x="203200" y="30480"/>
                  <a:pt x="194310" y="20320"/>
                  <a:pt x="182880" y="20320"/>
                </a:cubicBezTo>
                <a:cubicBezTo>
                  <a:pt x="171450" y="20320"/>
                  <a:pt x="162560" y="30480"/>
                  <a:pt x="162560" y="40640"/>
                </a:cubicBezTo>
                <a:cubicBezTo>
                  <a:pt x="162560" y="45720"/>
                  <a:pt x="157480" y="50800"/>
                  <a:pt x="152400" y="50800"/>
                </a:cubicBezTo>
                <a:cubicBezTo>
                  <a:pt x="147320" y="50800"/>
                  <a:pt x="142240" y="45720"/>
                  <a:pt x="142240" y="40640"/>
                </a:cubicBezTo>
                <a:cubicBezTo>
                  <a:pt x="142240" y="20320"/>
                  <a:pt x="160020" y="0"/>
                  <a:pt x="182880" y="0"/>
                </a:cubicBezTo>
                <a:cubicBezTo>
                  <a:pt x="205740" y="0"/>
                  <a:pt x="223520" y="20320"/>
                  <a:pt x="223520" y="40640"/>
                </a:cubicBezTo>
                <a:cubicBezTo>
                  <a:pt x="223520" y="58420"/>
                  <a:pt x="210820" y="74930"/>
                  <a:pt x="193040" y="80010"/>
                </a:cubicBezTo>
                <a:lnTo>
                  <a:pt x="193040" y="102870"/>
                </a:lnTo>
                <a:cubicBezTo>
                  <a:pt x="204470" y="106680"/>
                  <a:pt x="213360" y="118110"/>
                  <a:pt x="213360" y="132080"/>
                </a:cubicBezTo>
                <a:cubicBezTo>
                  <a:pt x="213360" y="143510"/>
                  <a:pt x="208280" y="152400"/>
                  <a:pt x="199390" y="157480"/>
                </a:cubicBezTo>
                <a:cubicBezTo>
                  <a:pt x="203200" y="163830"/>
                  <a:pt x="208280" y="171450"/>
                  <a:pt x="212090" y="179070"/>
                </a:cubicBezTo>
                <a:cubicBezTo>
                  <a:pt x="218440" y="191770"/>
                  <a:pt x="223520" y="205740"/>
                  <a:pt x="223520" y="219710"/>
                </a:cubicBezTo>
                <a:cubicBezTo>
                  <a:pt x="223520" y="233680"/>
                  <a:pt x="218440" y="245110"/>
                  <a:pt x="210820" y="252730"/>
                </a:cubicBezTo>
                <a:cubicBezTo>
                  <a:pt x="203200" y="260350"/>
                  <a:pt x="193040" y="264160"/>
                  <a:pt x="182880" y="264160"/>
                </a:cubicBezTo>
                <a:cubicBezTo>
                  <a:pt x="172720" y="264160"/>
                  <a:pt x="162560" y="260350"/>
                  <a:pt x="154940" y="252730"/>
                </a:cubicBezTo>
                <a:cubicBezTo>
                  <a:pt x="147320" y="245110"/>
                  <a:pt x="142240" y="233680"/>
                  <a:pt x="142240" y="219710"/>
                </a:cubicBezTo>
                <a:cubicBezTo>
                  <a:pt x="142240" y="205740"/>
                  <a:pt x="147320" y="191770"/>
                  <a:pt x="153670" y="179070"/>
                </a:cubicBezTo>
                <a:cubicBezTo>
                  <a:pt x="157480" y="171450"/>
                  <a:pt x="162560" y="163830"/>
                  <a:pt x="166370" y="157480"/>
                </a:cubicBezTo>
                <a:cubicBezTo>
                  <a:pt x="157480" y="152400"/>
                  <a:pt x="152400" y="142240"/>
                  <a:pt x="152400" y="132080"/>
                </a:cubicBezTo>
                <a:cubicBezTo>
                  <a:pt x="152400" y="119380"/>
                  <a:pt x="161290" y="107950"/>
                  <a:pt x="172720" y="102870"/>
                </a:cubicBezTo>
                <a:lnTo>
                  <a:pt x="172720" y="71120"/>
                </a:lnTo>
                <a:cubicBezTo>
                  <a:pt x="172720" y="64770"/>
                  <a:pt x="177800" y="59690"/>
                  <a:pt x="182880" y="59690"/>
                </a:cubicBezTo>
                <a:cubicBezTo>
                  <a:pt x="194310" y="59690"/>
                  <a:pt x="203200" y="49530"/>
                  <a:pt x="203200" y="40640"/>
                </a:cubicBezTo>
                <a:close/>
                <a:moveTo>
                  <a:pt x="193040" y="187960"/>
                </a:moveTo>
                <a:cubicBezTo>
                  <a:pt x="199390" y="199390"/>
                  <a:pt x="203200" y="210820"/>
                  <a:pt x="203200" y="219710"/>
                </a:cubicBezTo>
                <a:cubicBezTo>
                  <a:pt x="203200" y="228600"/>
                  <a:pt x="200660" y="234950"/>
                  <a:pt x="196850" y="237490"/>
                </a:cubicBezTo>
                <a:cubicBezTo>
                  <a:pt x="193040" y="241300"/>
                  <a:pt x="187960" y="242570"/>
                  <a:pt x="182880" y="242570"/>
                </a:cubicBezTo>
                <a:cubicBezTo>
                  <a:pt x="177800" y="242570"/>
                  <a:pt x="172720" y="241300"/>
                  <a:pt x="168910" y="237490"/>
                </a:cubicBezTo>
                <a:cubicBezTo>
                  <a:pt x="165100" y="233680"/>
                  <a:pt x="162560" y="228600"/>
                  <a:pt x="162560" y="219710"/>
                </a:cubicBezTo>
                <a:cubicBezTo>
                  <a:pt x="162560" y="210820"/>
                  <a:pt x="166370" y="199390"/>
                  <a:pt x="172720" y="187960"/>
                </a:cubicBezTo>
                <a:cubicBezTo>
                  <a:pt x="176530" y="181610"/>
                  <a:pt x="180340" y="175260"/>
                  <a:pt x="182880" y="170180"/>
                </a:cubicBezTo>
                <a:cubicBezTo>
                  <a:pt x="186690" y="175260"/>
                  <a:pt x="190500" y="181610"/>
                  <a:pt x="193040" y="187960"/>
                </a:cubicBezTo>
                <a:close/>
                <a:moveTo>
                  <a:pt x="193040" y="132080"/>
                </a:moveTo>
                <a:cubicBezTo>
                  <a:pt x="193040" y="127000"/>
                  <a:pt x="187960" y="121920"/>
                  <a:pt x="182880" y="121920"/>
                </a:cubicBezTo>
                <a:cubicBezTo>
                  <a:pt x="177800" y="121920"/>
                  <a:pt x="172720" y="127000"/>
                  <a:pt x="172720" y="132080"/>
                </a:cubicBezTo>
                <a:cubicBezTo>
                  <a:pt x="172720" y="137160"/>
                  <a:pt x="177800" y="142240"/>
                  <a:pt x="182880" y="142240"/>
                </a:cubicBezTo>
                <a:cubicBezTo>
                  <a:pt x="187960" y="142240"/>
                  <a:pt x="193040" y="137160"/>
                  <a:pt x="193040" y="1320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15" name="Полилиния: фигура 573">
            <a:extLst>
              <a:ext uri="{FF2B5EF4-FFF2-40B4-BE49-F238E27FC236}">
                <a16:creationId xmlns:a16="http://schemas.microsoft.com/office/drawing/2014/main" id="{EA7EDECB-6FCA-D7D1-3E2F-7545F519F515}"/>
              </a:ext>
            </a:extLst>
          </p:cNvPr>
          <p:cNvSpPr/>
          <p:nvPr/>
        </p:nvSpPr>
        <p:spPr>
          <a:xfrm>
            <a:off x="10071189" y="5032382"/>
            <a:ext cx="294640" cy="213359"/>
          </a:xfrm>
          <a:custGeom>
            <a:avLst/>
            <a:gdLst>
              <a:gd name="connsiteX0" fmla="*/ 44450 w 294640"/>
              <a:gd name="connsiteY0" fmla="*/ 40640 h 213359"/>
              <a:gd name="connsiteX1" fmla="*/ 20320 w 294640"/>
              <a:gd name="connsiteY1" fmla="*/ 81280 h 213359"/>
              <a:gd name="connsiteX2" fmla="*/ 44450 w 294640"/>
              <a:gd name="connsiteY2" fmla="*/ 121920 h 213359"/>
              <a:gd name="connsiteX3" fmla="*/ 91440 w 294640"/>
              <a:gd name="connsiteY3" fmla="*/ 142240 h 213359"/>
              <a:gd name="connsiteX4" fmla="*/ 111760 w 294640"/>
              <a:gd name="connsiteY4" fmla="*/ 139700 h 213359"/>
              <a:gd name="connsiteX5" fmla="*/ 123190 w 294640"/>
              <a:gd name="connsiteY5" fmla="*/ 134620 h 213359"/>
              <a:gd name="connsiteX6" fmla="*/ 123190 w 294640"/>
              <a:gd name="connsiteY6" fmla="*/ 134620 h 213359"/>
              <a:gd name="connsiteX7" fmla="*/ 147320 w 294640"/>
              <a:gd name="connsiteY7" fmla="*/ 127000 h 213359"/>
              <a:gd name="connsiteX8" fmla="*/ 171450 w 294640"/>
              <a:gd name="connsiteY8" fmla="*/ 134620 h 213359"/>
              <a:gd name="connsiteX9" fmla="*/ 171450 w 294640"/>
              <a:gd name="connsiteY9" fmla="*/ 134620 h 213359"/>
              <a:gd name="connsiteX10" fmla="*/ 182880 w 294640"/>
              <a:gd name="connsiteY10" fmla="*/ 139700 h 213359"/>
              <a:gd name="connsiteX11" fmla="*/ 203200 w 294640"/>
              <a:gd name="connsiteY11" fmla="*/ 142240 h 213359"/>
              <a:gd name="connsiteX12" fmla="*/ 238760 w 294640"/>
              <a:gd name="connsiteY12" fmla="*/ 133350 h 213359"/>
              <a:gd name="connsiteX13" fmla="*/ 252730 w 294640"/>
              <a:gd name="connsiteY13" fmla="*/ 137160 h 213359"/>
              <a:gd name="connsiteX14" fmla="*/ 248920 w 294640"/>
              <a:gd name="connsiteY14" fmla="*/ 151130 h 213359"/>
              <a:gd name="connsiteX15" fmla="*/ 203200 w 294640"/>
              <a:gd name="connsiteY15" fmla="*/ 162560 h 213359"/>
              <a:gd name="connsiteX16" fmla="*/ 176530 w 294640"/>
              <a:gd name="connsiteY16" fmla="*/ 158750 h 213359"/>
              <a:gd name="connsiteX17" fmla="*/ 161290 w 294640"/>
              <a:gd name="connsiteY17" fmla="*/ 151130 h 213359"/>
              <a:gd name="connsiteX18" fmla="*/ 161290 w 294640"/>
              <a:gd name="connsiteY18" fmla="*/ 151130 h 213359"/>
              <a:gd name="connsiteX19" fmla="*/ 147320 w 294640"/>
              <a:gd name="connsiteY19" fmla="*/ 146050 h 213359"/>
              <a:gd name="connsiteX20" fmla="*/ 133350 w 294640"/>
              <a:gd name="connsiteY20" fmla="*/ 151130 h 213359"/>
              <a:gd name="connsiteX21" fmla="*/ 133350 w 294640"/>
              <a:gd name="connsiteY21" fmla="*/ 151130 h 213359"/>
              <a:gd name="connsiteX22" fmla="*/ 118110 w 294640"/>
              <a:gd name="connsiteY22" fmla="*/ 158750 h 213359"/>
              <a:gd name="connsiteX23" fmla="*/ 91440 w 294640"/>
              <a:gd name="connsiteY23" fmla="*/ 162560 h 213359"/>
              <a:gd name="connsiteX24" fmla="*/ 30480 w 294640"/>
              <a:gd name="connsiteY24" fmla="*/ 137160 h 213359"/>
              <a:gd name="connsiteX25" fmla="*/ 0 w 294640"/>
              <a:gd name="connsiteY25" fmla="*/ 81280 h 213359"/>
              <a:gd name="connsiteX26" fmla="*/ 30480 w 294640"/>
              <a:gd name="connsiteY26" fmla="*/ 25400 h 213359"/>
              <a:gd name="connsiteX27" fmla="*/ 91440 w 294640"/>
              <a:gd name="connsiteY27" fmla="*/ 0 h 213359"/>
              <a:gd name="connsiteX28" fmla="*/ 118110 w 294640"/>
              <a:gd name="connsiteY28" fmla="*/ 3810 h 213359"/>
              <a:gd name="connsiteX29" fmla="*/ 133350 w 294640"/>
              <a:gd name="connsiteY29" fmla="*/ 11430 h 213359"/>
              <a:gd name="connsiteX30" fmla="*/ 133350 w 294640"/>
              <a:gd name="connsiteY30" fmla="*/ 11430 h 213359"/>
              <a:gd name="connsiteX31" fmla="*/ 147320 w 294640"/>
              <a:gd name="connsiteY31" fmla="*/ 16510 h 213359"/>
              <a:gd name="connsiteX32" fmla="*/ 161290 w 294640"/>
              <a:gd name="connsiteY32" fmla="*/ 11430 h 213359"/>
              <a:gd name="connsiteX33" fmla="*/ 161290 w 294640"/>
              <a:gd name="connsiteY33" fmla="*/ 11430 h 213359"/>
              <a:gd name="connsiteX34" fmla="*/ 176530 w 294640"/>
              <a:gd name="connsiteY34" fmla="*/ 3810 h 213359"/>
              <a:gd name="connsiteX35" fmla="*/ 203200 w 294640"/>
              <a:gd name="connsiteY35" fmla="*/ 0 h 213359"/>
              <a:gd name="connsiteX36" fmla="*/ 265430 w 294640"/>
              <a:gd name="connsiteY36" fmla="*/ 25400 h 213359"/>
              <a:gd name="connsiteX37" fmla="*/ 294640 w 294640"/>
              <a:gd name="connsiteY37" fmla="*/ 81280 h 213359"/>
              <a:gd name="connsiteX38" fmla="*/ 294640 w 294640"/>
              <a:gd name="connsiteY38" fmla="*/ 203200 h 213359"/>
              <a:gd name="connsiteX39" fmla="*/ 284480 w 294640"/>
              <a:gd name="connsiteY39" fmla="*/ 213360 h 213359"/>
              <a:gd name="connsiteX40" fmla="*/ 274320 w 294640"/>
              <a:gd name="connsiteY40" fmla="*/ 203200 h 213359"/>
              <a:gd name="connsiteX41" fmla="*/ 274320 w 294640"/>
              <a:gd name="connsiteY41" fmla="*/ 81280 h 213359"/>
              <a:gd name="connsiteX42" fmla="*/ 252730 w 294640"/>
              <a:gd name="connsiteY42" fmla="*/ 40640 h 213359"/>
              <a:gd name="connsiteX43" fmla="*/ 203200 w 294640"/>
              <a:gd name="connsiteY43" fmla="*/ 20320 h 213359"/>
              <a:gd name="connsiteX44" fmla="*/ 182880 w 294640"/>
              <a:gd name="connsiteY44" fmla="*/ 22860 h 213359"/>
              <a:gd name="connsiteX45" fmla="*/ 171450 w 294640"/>
              <a:gd name="connsiteY45" fmla="*/ 27940 h 213359"/>
              <a:gd name="connsiteX46" fmla="*/ 171450 w 294640"/>
              <a:gd name="connsiteY46" fmla="*/ 27940 h 213359"/>
              <a:gd name="connsiteX47" fmla="*/ 147320 w 294640"/>
              <a:gd name="connsiteY47" fmla="*/ 35560 h 213359"/>
              <a:gd name="connsiteX48" fmla="*/ 123190 w 294640"/>
              <a:gd name="connsiteY48" fmla="*/ 27940 h 213359"/>
              <a:gd name="connsiteX49" fmla="*/ 123190 w 294640"/>
              <a:gd name="connsiteY49" fmla="*/ 27940 h 213359"/>
              <a:gd name="connsiteX50" fmla="*/ 111760 w 294640"/>
              <a:gd name="connsiteY50" fmla="*/ 22860 h 213359"/>
              <a:gd name="connsiteX51" fmla="*/ 91440 w 294640"/>
              <a:gd name="connsiteY51" fmla="*/ 20320 h 213359"/>
              <a:gd name="connsiteX52" fmla="*/ 44450 w 294640"/>
              <a:gd name="connsiteY52" fmla="*/ 40640 h 213359"/>
              <a:gd name="connsiteX53" fmla="*/ 62230 w 294640"/>
              <a:gd name="connsiteY53" fmla="*/ 81280 h 213359"/>
              <a:gd name="connsiteX54" fmla="*/ 62230 w 294640"/>
              <a:gd name="connsiteY54" fmla="*/ 81280 h 213359"/>
              <a:gd name="connsiteX55" fmla="*/ 68580 w 294640"/>
              <a:gd name="connsiteY55" fmla="*/ 74930 h 213359"/>
              <a:gd name="connsiteX56" fmla="*/ 91440 w 294640"/>
              <a:gd name="connsiteY56" fmla="*/ 66040 h 213359"/>
              <a:gd name="connsiteX57" fmla="*/ 114300 w 294640"/>
              <a:gd name="connsiteY57" fmla="*/ 74930 h 213359"/>
              <a:gd name="connsiteX58" fmla="*/ 120650 w 294640"/>
              <a:gd name="connsiteY58" fmla="*/ 81280 h 213359"/>
              <a:gd name="connsiteX59" fmla="*/ 120650 w 294640"/>
              <a:gd name="connsiteY59" fmla="*/ 81280 h 213359"/>
              <a:gd name="connsiteX60" fmla="*/ 120650 w 294640"/>
              <a:gd name="connsiteY60" fmla="*/ 81280 h 213359"/>
              <a:gd name="connsiteX61" fmla="*/ 114300 w 294640"/>
              <a:gd name="connsiteY61" fmla="*/ 87630 h 213359"/>
              <a:gd name="connsiteX62" fmla="*/ 91440 w 294640"/>
              <a:gd name="connsiteY62" fmla="*/ 96520 h 213359"/>
              <a:gd name="connsiteX63" fmla="*/ 68580 w 294640"/>
              <a:gd name="connsiteY63" fmla="*/ 87630 h 213359"/>
              <a:gd name="connsiteX64" fmla="*/ 62230 w 294640"/>
              <a:gd name="connsiteY64" fmla="*/ 81280 h 213359"/>
              <a:gd name="connsiteX65" fmla="*/ 62230 w 294640"/>
              <a:gd name="connsiteY65" fmla="*/ 81280 h 213359"/>
              <a:gd name="connsiteX66" fmla="*/ 55880 w 294640"/>
              <a:gd name="connsiteY66" fmla="*/ 58420 h 213359"/>
              <a:gd name="connsiteX67" fmla="*/ 91440 w 294640"/>
              <a:gd name="connsiteY67" fmla="*/ 45720 h 213359"/>
              <a:gd name="connsiteX68" fmla="*/ 127000 w 294640"/>
              <a:gd name="connsiteY68" fmla="*/ 58420 h 213359"/>
              <a:gd name="connsiteX69" fmla="*/ 137160 w 294640"/>
              <a:gd name="connsiteY69" fmla="*/ 68580 h 213359"/>
              <a:gd name="connsiteX70" fmla="*/ 140970 w 294640"/>
              <a:gd name="connsiteY70" fmla="*/ 73660 h 213359"/>
              <a:gd name="connsiteX71" fmla="*/ 142240 w 294640"/>
              <a:gd name="connsiteY71" fmla="*/ 81280 h 213359"/>
              <a:gd name="connsiteX72" fmla="*/ 140970 w 294640"/>
              <a:gd name="connsiteY72" fmla="*/ 88900 h 213359"/>
              <a:gd name="connsiteX73" fmla="*/ 137160 w 294640"/>
              <a:gd name="connsiteY73" fmla="*/ 93980 h 213359"/>
              <a:gd name="connsiteX74" fmla="*/ 127000 w 294640"/>
              <a:gd name="connsiteY74" fmla="*/ 104140 h 213359"/>
              <a:gd name="connsiteX75" fmla="*/ 91440 w 294640"/>
              <a:gd name="connsiteY75" fmla="*/ 116840 h 213359"/>
              <a:gd name="connsiteX76" fmla="*/ 55880 w 294640"/>
              <a:gd name="connsiteY76" fmla="*/ 104140 h 213359"/>
              <a:gd name="connsiteX77" fmla="*/ 45720 w 294640"/>
              <a:gd name="connsiteY77" fmla="*/ 93980 h 213359"/>
              <a:gd name="connsiteX78" fmla="*/ 41910 w 294640"/>
              <a:gd name="connsiteY78" fmla="*/ 88900 h 213359"/>
              <a:gd name="connsiteX79" fmla="*/ 40640 w 294640"/>
              <a:gd name="connsiteY79" fmla="*/ 81280 h 213359"/>
              <a:gd name="connsiteX80" fmla="*/ 41910 w 294640"/>
              <a:gd name="connsiteY80" fmla="*/ 73660 h 213359"/>
              <a:gd name="connsiteX81" fmla="*/ 45720 w 294640"/>
              <a:gd name="connsiteY81" fmla="*/ 68580 h 213359"/>
              <a:gd name="connsiteX82" fmla="*/ 55880 w 294640"/>
              <a:gd name="connsiteY82" fmla="*/ 58420 h 213359"/>
              <a:gd name="connsiteX83" fmla="*/ 167640 w 294640"/>
              <a:gd name="connsiteY83" fmla="*/ 58420 h 213359"/>
              <a:gd name="connsiteX84" fmla="*/ 203200 w 294640"/>
              <a:gd name="connsiteY84" fmla="*/ 45720 h 213359"/>
              <a:gd name="connsiteX85" fmla="*/ 238760 w 294640"/>
              <a:gd name="connsiteY85" fmla="*/ 58420 h 213359"/>
              <a:gd name="connsiteX86" fmla="*/ 248920 w 294640"/>
              <a:gd name="connsiteY86" fmla="*/ 68580 h 213359"/>
              <a:gd name="connsiteX87" fmla="*/ 252730 w 294640"/>
              <a:gd name="connsiteY87" fmla="*/ 73660 h 213359"/>
              <a:gd name="connsiteX88" fmla="*/ 254000 w 294640"/>
              <a:gd name="connsiteY88" fmla="*/ 81280 h 213359"/>
              <a:gd name="connsiteX89" fmla="*/ 252730 w 294640"/>
              <a:gd name="connsiteY89" fmla="*/ 88900 h 213359"/>
              <a:gd name="connsiteX90" fmla="*/ 248920 w 294640"/>
              <a:gd name="connsiteY90" fmla="*/ 93980 h 213359"/>
              <a:gd name="connsiteX91" fmla="*/ 238760 w 294640"/>
              <a:gd name="connsiteY91" fmla="*/ 104140 h 213359"/>
              <a:gd name="connsiteX92" fmla="*/ 203200 w 294640"/>
              <a:gd name="connsiteY92" fmla="*/ 116840 h 213359"/>
              <a:gd name="connsiteX93" fmla="*/ 167640 w 294640"/>
              <a:gd name="connsiteY93" fmla="*/ 104140 h 213359"/>
              <a:gd name="connsiteX94" fmla="*/ 157480 w 294640"/>
              <a:gd name="connsiteY94" fmla="*/ 93980 h 213359"/>
              <a:gd name="connsiteX95" fmla="*/ 153670 w 294640"/>
              <a:gd name="connsiteY95" fmla="*/ 88900 h 213359"/>
              <a:gd name="connsiteX96" fmla="*/ 152400 w 294640"/>
              <a:gd name="connsiteY96" fmla="*/ 81280 h 213359"/>
              <a:gd name="connsiteX97" fmla="*/ 153670 w 294640"/>
              <a:gd name="connsiteY97" fmla="*/ 73660 h 213359"/>
              <a:gd name="connsiteX98" fmla="*/ 157480 w 294640"/>
              <a:gd name="connsiteY98" fmla="*/ 68580 h 213359"/>
              <a:gd name="connsiteX99" fmla="*/ 167640 w 294640"/>
              <a:gd name="connsiteY99" fmla="*/ 58420 h 213359"/>
              <a:gd name="connsiteX100" fmla="*/ 173990 w 294640"/>
              <a:gd name="connsiteY100" fmla="*/ 81280 h 213359"/>
              <a:gd name="connsiteX101" fmla="*/ 173990 w 294640"/>
              <a:gd name="connsiteY101" fmla="*/ 81280 h 213359"/>
              <a:gd name="connsiteX102" fmla="*/ 180340 w 294640"/>
              <a:gd name="connsiteY102" fmla="*/ 74930 h 213359"/>
              <a:gd name="connsiteX103" fmla="*/ 203200 w 294640"/>
              <a:gd name="connsiteY103" fmla="*/ 66040 h 213359"/>
              <a:gd name="connsiteX104" fmla="*/ 226060 w 294640"/>
              <a:gd name="connsiteY104" fmla="*/ 74930 h 213359"/>
              <a:gd name="connsiteX105" fmla="*/ 232410 w 294640"/>
              <a:gd name="connsiteY105" fmla="*/ 81280 h 213359"/>
              <a:gd name="connsiteX106" fmla="*/ 232410 w 294640"/>
              <a:gd name="connsiteY106" fmla="*/ 81280 h 213359"/>
              <a:gd name="connsiteX107" fmla="*/ 232410 w 294640"/>
              <a:gd name="connsiteY107" fmla="*/ 81280 h 213359"/>
              <a:gd name="connsiteX108" fmla="*/ 226060 w 294640"/>
              <a:gd name="connsiteY108" fmla="*/ 87630 h 213359"/>
              <a:gd name="connsiteX109" fmla="*/ 203200 w 294640"/>
              <a:gd name="connsiteY109" fmla="*/ 96520 h 213359"/>
              <a:gd name="connsiteX110" fmla="*/ 180340 w 294640"/>
              <a:gd name="connsiteY110" fmla="*/ 87630 h 213359"/>
              <a:gd name="connsiteX111" fmla="*/ 173990 w 294640"/>
              <a:gd name="connsiteY111" fmla="*/ 81280 h 213359"/>
              <a:gd name="connsiteX112" fmla="*/ 173990 w 294640"/>
              <a:gd name="connsiteY112" fmla="*/ 8128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294640" h="213359">
                <a:moveTo>
                  <a:pt x="44450" y="40640"/>
                </a:moveTo>
                <a:cubicBezTo>
                  <a:pt x="29210" y="53340"/>
                  <a:pt x="20320" y="68580"/>
                  <a:pt x="20320" y="81280"/>
                </a:cubicBezTo>
                <a:cubicBezTo>
                  <a:pt x="20320" y="93980"/>
                  <a:pt x="29210" y="107950"/>
                  <a:pt x="44450" y="121920"/>
                </a:cubicBezTo>
                <a:cubicBezTo>
                  <a:pt x="59690" y="134620"/>
                  <a:pt x="77470" y="142240"/>
                  <a:pt x="91440" y="142240"/>
                </a:cubicBezTo>
                <a:cubicBezTo>
                  <a:pt x="100330" y="142240"/>
                  <a:pt x="106680" y="140970"/>
                  <a:pt x="111760" y="139700"/>
                </a:cubicBezTo>
                <a:cubicBezTo>
                  <a:pt x="116840" y="138430"/>
                  <a:pt x="119380" y="135890"/>
                  <a:pt x="123190" y="134620"/>
                </a:cubicBezTo>
                <a:lnTo>
                  <a:pt x="123190" y="134620"/>
                </a:lnTo>
                <a:cubicBezTo>
                  <a:pt x="129540" y="130810"/>
                  <a:pt x="135890" y="127000"/>
                  <a:pt x="147320" y="127000"/>
                </a:cubicBezTo>
                <a:cubicBezTo>
                  <a:pt x="158750" y="127000"/>
                  <a:pt x="166370" y="130810"/>
                  <a:pt x="171450" y="134620"/>
                </a:cubicBezTo>
                <a:lnTo>
                  <a:pt x="171450" y="134620"/>
                </a:lnTo>
                <a:cubicBezTo>
                  <a:pt x="175260" y="137160"/>
                  <a:pt x="177800" y="138430"/>
                  <a:pt x="182880" y="139700"/>
                </a:cubicBezTo>
                <a:cubicBezTo>
                  <a:pt x="187960" y="140970"/>
                  <a:pt x="193040" y="142240"/>
                  <a:pt x="203200" y="142240"/>
                </a:cubicBezTo>
                <a:cubicBezTo>
                  <a:pt x="215900" y="142240"/>
                  <a:pt x="228600" y="139700"/>
                  <a:pt x="238760" y="133350"/>
                </a:cubicBezTo>
                <a:cubicBezTo>
                  <a:pt x="243840" y="130810"/>
                  <a:pt x="250190" y="132080"/>
                  <a:pt x="252730" y="137160"/>
                </a:cubicBezTo>
                <a:cubicBezTo>
                  <a:pt x="255270" y="142240"/>
                  <a:pt x="254000" y="148590"/>
                  <a:pt x="248920" y="151130"/>
                </a:cubicBezTo>
                <a:cubicBezTo>
                  <a:pt x="233680" y="160020"/>
                  <a:pt x="218440" y="162560"/>
                  <a:pt x="203200" y="162560"/>
                </a:cubicBezTo>
                <a:cubicBezTo>
                  <a:pt x="191770" y="162560"/>
                  <a:pt x="184150" y="161290"/>
                  <a:pt x="176530" y="158750"/>
                </a:cubicBezTo>
                <a:cubicBezTo>
                  <a:pt x="170180" y="156210"/>
                  <a:pt x="165100" y="153670"/>
                  <a:pt x="161290" y="151130"/>
                </a:cubicBezTo>
                <a:lnTo>
                  <a:pt x="161290" y="151130"/>
                </a:lnTo>
                <a:cubicBezTo>
                  <a:pt x="156210" y="147320"/>
                  <a:pt x="152400" y="146050"/>
                  <a:pt x="147320" y="146050"/>
                </a:cubicBezTo>
                <a:cubicBezTo>
                  <a:pt x="142240" y="146050"/>
                  <a:pt x="138430" y="147320"/>
                  <a:pt x="133350" y="151130"/>
                </a:cubicBezTo>
                <a:lnTo>
                  <a:pt x="133350" y="151130"/>
                </a:lnTo>
                <a:cubicBezTo>
                  <a:pt x="129540" y="153670"/>
                  <a:pt x="124460" y="156210"/>
                  <a:pt x="118110" y="158750"/>
                </a:cubicBezTo>
                <a:cubicBezTo>
                  <a:pt x="111760" y="161290"/>
                  <a:pt x="102870" y="162560"/>
                  <a:pt x="91440" y="162560"/>
                </a:cubicBezTo>
                <a:cubicBezTo>
                  <a:pt x="69850" y="162560"/>
                  <a:pt x="48260" y="151130"/>
                  <a:pt x="30480" y="137160"/>
                </a:cubicBezTo>
                <a:cubicBezTo>
                  <a:pt x="13970" y="123190"/>
                  <a:pt x="0" y="102870"/>
                  <a:pt x="0" y="81280"/>
                </a:cubicBezTo>
                <a:cubicBezTo>
                  <a:pt x="0" y="60960"/>
                  <a:pt x="13970" y="40640"/>
                  <a:pt x="30480" y="25400"/>
                </a:cubicBezTo>
                <a:cubicBezTo>
                  <a:pt x="46990" y="10160"/>
                  <a:pt x="69850" y="0"/>
                  <a:pt x="91440" y="0"/>
                </a:cubicBezTo>
                <a:cubicBezTo>
                  <a:pt x="102870" y="0"/>
                  <a:pt x="110490" y="1270"/>
                  <a:pt x="118110" y="3810"/>
                </a:cubicBezTo>
                <a:cubicBezTo>
                  <a:pt x="124460" y="6350"/>
                  <a:pt x="129540" y="8890"/>
                  <a:pt x="133350" y="11430"/>
                </a:cubicBezTo>
                <a:lnTo>
                  <a:pt x="133350" y="11430"/>
                </a:lnTo>
                <a:cubicBezTo>
                  <a:pt x="138430" y="15240"/>
                  <a:pt x="142240" y="16510"/>
                  <a:pt x="147320" y="16510"/>
                </a:cubicBezTo>
                <a:cubicBezTo>
                  <a:pt x="152400" y="16510"/>
                  <a:pt x="156210" y="15240"/>
                  <a:pt x="161290" y="11430"/>
                </a:cubicBezTo>
                <a:lnTo>
                  <a:pt x="161290" y="11430"/>
                </a:lnTo>
                <a:cubicBezTo>
                  <a:pt x="165100" y="8890"/>
                  <a:pt x="170180" y="6350"/>
                  <a:pt x="176530" y="3810"/>
                </a:cubicBezTo>
                <a:cubicBezTo>
                  <a:pt x="182880" y="1270"/>
                  <a:pt x="191770" y="0"/>
                  <a:pt x="203200" y="0"/>
                </a:cubicBezTo>
                <a:cubicBezTo>
                  <a:pt x="226060" y="0"/>
                  <a:pt x="248920" y="11430"/>
                  <a:pt x="265430" y="25400"/>
                </a:cubicBezTo>
                <a:cubicBezTo>
                  <a:pt x="281940" y="40640"/>
                  <a:pt x="294640" y="60960"/>
                  <a:pt x="294640" y="81280"/>
                </a:cubicBezTo>
                <a:lnTo>
                  <a:pt x="294640" y="203200"/>
                </a:lnTo>
                <a:cubicBezTo>
                  <a:pt x="294640" y="208280"/>
                  <a:pt x="289560" y="213360"/>
                  <a:pt x="284480" y="213360"/>
                </a:cubicBezTo>
                <a:cubicBezTo>
                  <a:pt x="279400" y="213360"/>
                  <a:pt x="274320" y="208280"/>
                  <a:pt x="274320" y="203200"/>
                </a:cubicBezTo>
                <a:lnTo>
                  <a:pt x="274320" y="81280"/>
                </a:lnTo>
                <a:cubicBezTo>
                  <a:pt x="274320" y="68580"/>
                  <a:pt x="266700" y="53340"/>
                  <a:pt x="252730" y="40640"/>
                </a:cubicBezTo>
                <a:cubicBezTo>
                  <a:pt x="238760" y="27940"/>
                  <a:pt x="220980" y="20320"/>
                  <a:pt x="203200" y="20320"/>
                </a:cubicBezTo>
                <a:cubicBezTo>
                  <a:pt x="194310" y="20320"/>
                  <a:pt x="187960" y="21590"/>
                  <a:pt x="182880" y="22860"/>
                </a:cubicBezTo>
                <a:cubicBezTo>
                  <a:pt x="177800" y="24130"/>
                  <a:pt x="175260" y="26670"/>
                  <a:pt x="171450" y="27940"/>
                </a:cubicBezTo>
                <a:lnTo>
                  <a:pt x="171450" y="27940"/>
                </a:lnTo>
                <a:cubicBezTo>
                  <a:pt x="165100" y="31750"/>
                  <a:pt x="158750" y="35560"/>
                  <a:pt x="147320" y="35560"/>
                </a:cubicBezTo>
                <a:cubicBezTo>
                  <a:pt x="135890" y="35560"/>
                  <a:pt x="128270" y="31750"/>
                  <a:pt x="123190" y="27940"/>
                </a:cubicBezTo>
                <a:lnTo>
                  <a:pt x="123190" y="27940"/>
                </a:lnTo>
                <a:cubicBezTo>
                  <a:pt x="119380" y="25400"/>
                  <a:pt x="116840" y="24130"/>
                  <a:pt x="111760" y="22860"/>
                </a:cubicBezTo>
                <a:cubicBezTo>
                  <a:pt x="106680" y="21590"/>
                  <a:pt x="101600" y="20320"/>
                  <a:pt x="91440" y="20320"/>
                </a:cubicBezTo>
                <a:cubicBezTo>
                  <a:pt x="76200" y="20320"/>
                  <a:pt x="58420" y="27940"/>
                  <a:pt x="44450" y="40640"/>
                </a:cubicBezTo>
                <a:close/>
                <a:moveTo>
                  <a:pt x="62230" y="81280"/>
                </a:moveTo>
                <a:cubicBezTo>
                  <a:pt x="62230" y="81280"/>
                  <a:pt x="62230" y="81280"/>
                  <a:pt x="62230" y="81280"/>
                </a:cubicBezTo>
                <a:cubicBezTo>
                  <a:pt x="63500" y="78740"/>
                  <a:pt x="66040" y="77470"/>
                  <a:pt x="68580" y="74930"/>
                </a:cubicBezTo>
                <a:cubicBezTo>
                  <a:pt x="74930" y="69850"/>
                  <a:pt x="82550" y="66040"/>
                  <a:pt x="91440" y="66040"/>
                </a:cubicBezTo>
                <a:cubicBezTo>
                  <a:pt x="100330" y="66040"/>
                  <a:pt x="107950" y="69850"/>
                  <a:pt x="114300" y="74930"/>
                </a:cubicBezTo>
                <a:cubicBezTo>
                  <a:pt x="116840" y="77470"/>
                  <a:pt x="119380" y="80010"/>
                  <a:pt x="120650" y="81280"/>
                </a:cubicBezTo>
                <a:cubicBezTo>
                  <a:pt x="120650" y="81280"/>
                  <a:pt x="120650" y="81280"/>
                  <a:pt x="120650" y="81280"/>
                </a:cubicBezTo>
                <a:cubicBezTo>
                  <a:pt x="120650" y="81280"/>
                  <a:pt x="120650" y="81280"/>
                  <a:pt x="120650" y="81280"/>
                </a:cubicBezTo>
                <a:cubicBezTo>
                  <a:pt x="119380" y="82550"/>
                  <a:pt x="116840" y="85090"/>
                  <a:pt x="114300" y="87630"/>
                </a:cubicBezTo>
                <a:cubicBezTo>
                  <a:pt x="107950" y="92710"/>
                  <a:pt x="100330" y="96520"/>
                  <a:pt x="91440" y="96520"/>
                </a:cubicBezTo>
                <a:cubicBezTo>
                  <a:pt x="82550" y="96520"/>
                  <a:pt x="74930" y="92710"/>
                  <a:pt x="68580" y="87630"/>
                </a:cubicBezTo>
                <a:cubicBezTo>
                  <a:pt x="66040" y="85090"/>
                  <a:pt x="63500" y="82550"/>
                  <a:pt x="62230" y="81280"/>
                </a:cubicBezTo>
                <a:cubicBezTo>
                  <a:pt x="62230" y="81280"/>
                  <a:pt x="62230" y="81280"/>
                  <a:pt x="62230" y="81280"/>
                </a:cubicBezTo>
                <a:close/>
                <a:moveTo>
                  <a:pt x="55880" y="58420"/>
                </a:moveTo>
                <a:cubicBezTo>
                  <a:pt x="64770" y="52070"/>
                  <a:pt x="76200" y="45720"/>
                  <a:pt x="91440" y="45720"/>
                </a:cubicBezTo>
                <a:cubicBezTo>
                  <a:pt x="105410" y="45720"/>
                  <a:pt x="118110" y="52070"/>
                  <a:pt x="127000" y="58420"/>
                </a:cubicBezTo>
                <a:cubicBezTo>
                  <a:pt x="130810" y="62230"/>
                  <a:pt x="134620" y="64770"/>
                  <a:pt x="137160" y="68580"/>
                </a:cubicBezTo>
                <a:cubicBezTo>
                  <a:pt x="138430" y="69850"/>
                  <a:pt x="139700" y="72390"/>
                  <a:pt x="140970" y="73660"/>
                </a:cubicBezTo>
                <a:cubicBezTo>
                  <a:pt x="142240" y="74930"/>
                  <a:pt x="142240" y="77470"/>
                  <a:pt x="142240" y="81280"/>
                </a:cubicBezTo>
                <a:cubicBezTo>
                  <a:pt x="142240" y="83820"/>
                  <a:pt x="140970" y="86360"/>
                  <a:pt x="140970" y="88900"/>
                </a:cubicBezTo>
                <a:cubicBezTo>
                  <a:pt x="139700" y="90170"/>
                  <a:pt x="138430" y="92710"/>
                  <a:pt x="137160" y="93980"/>
                </a:cubicBezTo>
                <a:cubicBezTo>
                  <a:pt x="134620" y="97790"/>
                  <a:pt x="130810" y="101600"/>
                  <a:pt x="127000" y="104140"/>
                </a:cubicBezTo>
                <a:cubicBezTo>
                  <a:pt x="118110" y="110490"/>
                  <a:pt x="106680" y="116840"/>
                  <a:pt x="91440" y="116840"/>
                </a:cubicBezTo>
                <a:cubicBezTo>
                  <a:pt x="77470" y="116840"/>
                  <a:pt x="64770" y="110490"/>
                  <a:pt x="55880" y="104140"/>
                </a:cubicBezTo>
                <a:cubicBezTo>
                  <a:pt x="52070" y="100330"/>
                  <a:pt x="48260" y="97790"/>
                  <a:pt x="45720" y="93980"/>
                </a:cubicBezTo>
                <a:cubicBezTo>
                  <a:pt x="44450" y="92710"/>
                  <a:pt x="43180" y="90170"/>
                  <a:pt x="41910" y="88900"/>
                </a:cubicBezTo>
                <a:cubicBezTo>
                  <a:pt x="40640" y="87630"/>
                  <a:pt x="40640" y="85090"/>
                  <a:pt x="40640" y="81280"/>
                </a:cubicBezTo>
                <a:cubicBezTo>
                  <a:pt x="40640" y="78740"/>
                  <a:pt x="41910" y="76200"/>
                  <a:pt x="41910" y="73660"/>
                </a:cubicBezTo>
                <a:cubicBezTo>
                  <a:pt x="43180" y="72390"/>
                  <a:pt x="44450" y="69850"/>
                  <a:pt x="45720" y="68580"/>
                </a:cubicBezTo>
                <a:cubicBezTo>
                  <a:pt x="48260" y="64770"/>
                  <a:pt x="52070" y="60960"/>
                  <a:pt x="55880" y="58420"/>
                </a:cubicBezTo>
                <a:close/>
                <a:moveTo>
                  <a:pt x="167640" y="58420"/>
                </a:moveTo>
                <a:cubicBezTo>
                  <a:pt x="176530" y="52070"/>
                  <a:pt x="187960" y="45720"/>
                  <a:pt x="203200" y="45720"/>
                </a:cubicBezTo>
                <a:cubicBezTo>
                  <a:pt x="217170" y="45720"/>
                  <a:pt x="229870" y="52070"/>
                  <a:pt x="238760" y="58420"/>
                </a:cubicBezTo>
                <a:cubicBezTo>
                  <a:pt x="242570" y="62230"/>
                  <a:pt x="246380" y="64770"/>
                  <a:pt x="248920" y="68580"/>
                </a:cubicBezTo>
                <a:cubicBezTo>
                  <a:pt x="250190" y="69850"/>
                  <a:pt x="251460" y="72390"/>
                  <a:pt x="252730" y="73660"/>
                </a:cubicBezTo>
                <a:cubicBezTo>
                  <a:pt x="254000" y="74930"/>
                  <a:pt x="254000" y="77470"/>
                  <a:pt x="254000" y="81280"/>
                </a:cubicBezTo>
                <a:cubicBezTo>
                  <a:pt x="254000" y="83820"/>
                  <a:pt x="252730" y="86360"/>
                  <a:pt x="252730" y="88900"/>
                </a:cubicBezTo>
                <a:cubicBezTo>
                  <a:pt x="251460" y="90170"/>
                  <a:pt x="250190" y="92710"/>
                  <a:pt x="248920" y="93980"/>
                </a:cubicBezTo>
                <a:cubicBezTo>
                  <a:pt x="246380" y="97790"/>
                  <a:pt x="242570" y="101600"/>
                  <a:pt x="238760" y="104140"/>
                </a:cubicBezTo>
                <a:cubicBezTo>
                  <a:pt x="229870" y="110490"/>
                  <a:pt x="218440" y="116840"/>
                  <a:pt x="203200" y="116840"/>
                </a:cubicBezTo>
                <a:cubicBezTo>
                  <a:pt x="189230" y="116840"/>
                  <a:pt x="176530" y="110490"/>
                  <a:pt x="167640" y="104140"/>
                </a:cubicBezTo>
                <a:cubicBezTo>
                  <a:pt x="163830" y="100330"/>
                  <a:pt x="160020" y="97790"/>
                  <a:pt x="157480" y="93980"/>
                </a:cubicBezTo>
                <a:cubicBezTo>
                  <a:pt x="156210" y="92710"/>
                  <a:pt x="154940" y="90170"/>
                  <a:pt x="153670" y="88900"/>
                </a:cubicBezTo>
                <a:cubicBezTo>
                  <a:pt x="152400" y="87630"/>
                  <a:pt x="152400" y="85090"/>
                  <a:pt x="152400" y="81280"/>
                </a:cubicBezTo>
                <a:cubicBezTo>
                  <a:pt x="152400" y="78740"/>
                  <a:pt x="153670" y="76200"/>
                  <a:pt x="153670" y="73660"/>
                </a:cubicBezTo>
                <a:cubicBezTo>
                  <a:pt x="154940" y="72390"/>
                  <a:pt x="156210" y="69850"/>
                  <a:pt x="157480" y="68580"/>
                </a:cubicBezTo>
                <a:cubicBezTo>
                  <a:pt x="160020" y="64770"/>
                  <a:pt x="163830" y="60960"/>
                  <a:pt x="167640" y="58420"/>
                </a:cubicBezTo>
                <a:close/>
                <a:moveTo>
                  <a:pt x="173990" y="81280"/>
                </a:moveTo>
                <a:cubicBezTo>
                  <a:pt x="173990" y="81280"/>
                  <a:pt x="173990" y="81280"/>
                  <a:pt x="173990" y="81280"/>
                </a:cubicBezTo>
                <a:cubicBezTo>
                  <a:pt x="175260" y="78740"/>
                  <a:pt x="177800" y="77470"/>
                  <a:pt x="180340" y="74930"/>
                </a:cubicBezTo>
                <a:cubicBezTo>
                  <a:pt x="186690" y="69850"/>
                  <a:pt x="194310" y="66040"/>
                  <a:pt x="203200" y="66040"/>
                </a:cubicBezTo>
                <a:cubicBezTo>
                  <a:pt x="212090" y="66040"/>
                  <a:pt x="219710" y="69850"/>
                  <a:pt x="226060" y="74930"/>
                </a:cubicBezTo>
                <a:cubicBezTo>
                  <a:pt x="228600" y="77470"/>
                  <a:pt x="231140" y="80010"/>
                  <a:pt x="232410" y="81280"/>
                </a:cubicBezTo>
                <a:cubicBezTo>
                  <a:pt x="232410" y="81280"/>
                  <a:pt x="232410" y="81280"/>
                  <a:pt x="232410" y="81280"/>
                </a:cubicBezTo>
                <a:cubicBezTo>
                  <a:pt x="232410" y="81280"/>
                  <a:pt x="232410" y="81280"/>
                  <a:pt x="232410" y="81280"/>
                </a:cubicBezTo>
                <a:cubicBezTo>
                  <a:pt x="231140" y="82550"/>
                  <a:pt x="228600" y="85090"/>
                  <a:pt x="226060" y="87630"/>
                </a:cubicBezTo>
                <a:cubicBezTo>
                  <a:pt x="219710" y="92710"/>
                  <a:pt x="212090" y="96520"/>
                  <a:pt x="203200" y="96520"/>
                </a:cubicBezTo>
                <a:cubicBezTo>
                  <a:pt x="194310" y="96520"/>
                  <a:pt x="186690" y="92710"/>
                  <a:pt x="180340" y="87630"/>
                </a:cubicBezTo>
                <a:cubicBezTo>
                  <a:pt x="176530" y="85090"/>
                  <a:pt x="175260" y="82550"/>
                  <a:pt x="173990" y="81280"/>
                </a:cubicBezTo>
                <a:cubicBezTo>
                  <a:pt x="173990" y="81280"/>
                  <a:pt x="173990" y="81280"/>
                  <a:pt x="173990" y="8128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16" name="Полилиния: фигура 160">
            <a:extLst>
              <a:ext uri="{FF2B5EF4-FFF2-40B4-BE49-F238E27FC236}">
                <a16:creationId xmlns:a16="http://schemas.microsoft.com/office/drawing/2014/main" id="{6F8BA672-29AA-5643-01CF-39BC742AF41C}"/>
              </a:ext>
            </a:extLst>
          </p:cNvPr>
          <p:cNvSpPr/>
          <p:nvPr/>
        </p:nvSpPr>
        <p:spPr>
          <a:xfrm>
            <a:off x="8925298" y="5026396"/>
            <a:ext cx="262451" cy="223155"/>
          </a:xfrm>
          <a:custGeom>
            <a:avLst/>
            <a:gdLst>
              <a:gd name="connsiteX0" fmla="*/ 202127 w 262451"/>
              <a:gd name="connsiteY0" fmla="*/ 33925 h 223155"/>
              <a:gd name="connsiteX1" fmla="*/ 56077 w 262451"/>
              <a:gd name="connsiteY1" fmla="*/ 33925 h 223155"/>
              <a:gd name="connsiteX2" fmla="*/ 128467 w 262451"/>
              <a:gd name="connsiteY2" fmla="*/ 98695 h 223155"/>
              <a:gd name="connsiteX3" fmla="*/ 202127 w 262451"/>
              <a:gd name="connsiteY3" fmla="*/ 33925 h 223155"/>
              <a:gd name="connsiteX4" fmla="*/ 29406 w 262451"/>
              <a:gd name="connsiteY4" fmla="*/ 26305 h 223155"/>
              <a:gd name="connsiteX5" fmla="*/ 34486 w 262451"/>
              <a:gd name="connsiteY5" fmla="*/ 21225 h 223155"/>
              <a:gd name="connsiteX6" fmla="*/ 226256 w 262451"/>
              <a:gd name="connsiteY6" fmla="*/ 21225 h 223155"/>
              <a:gd name="connsiteX7" fmla="*/ 231336 w 262451"/>
              <a:gd name="connsiteY7" fmla="*/ 26305 h 223155"/>
              <a:gd name="connsiteX8" fmla="*/ 231336 w 262451"/>
              <a:gd name="connsiteY8" fmla="*/ 26305 h 223155"/>
              <a:gd name="connsiteX9" fmla="*/ 260546 w 262451"/>
              <a:gd name="connsiteY9" fmla="*/ 75835 h 223155"/>
              <a:gd name="connsiteX10" fmla="*/ 260546 w 262451"/>
              <a:gd name="connsiteY10" fmla="*/ 87265 h 223155"/>
              <a:gd name="connsiteX11" fmla="*/ 211017 w 262451"/>
              <a:gd name="connsiteY11" fmla="*/ 177435 h 223155"/>
              <a:gd name="connsiteX12" fmla="*/ 194506 w 262451"/>
              <a:gd name="connsiteY12" fmla="*/ 179975 h 223155"/>
              <a:gd name="connsiteX13" fmla="*/ 131006 w 262451"/>
              <a:gd name="connsiteY13" fmla="*/ 125365 h 223155"/>
              <a:gd name="connsiteX14" fmla="*/ 67506 w 262451"/>
              <a:gd name="connsiteY14" fmla="*/ 179975 h 223155"/>
              <a:gd name="connsiteX15" fmla="*/ 50996 w 262451"/>
              <a:gd name="connsiteY15" fmla="*/ 177435 h 223155"/>
              <a:gd name="connsiteX16" fmla="*/ 1467 w 262451"/>
              <a:gd name="connsiteY16" fmla="*/ 87265 h 223155"/>
              <a:gd name="connsiteX17" fmla="*/ 1467 w 262451"/>
              <a:gd name="connsiteY17" fmla="*/ 75835 h 223155"/>
              <a:gd name="connsiteX18" fmla="*/ 29406 w 262451"/>
              <a:gd name="connsiteY18" fmla="*/ 26305 h 223155"/>
              <a:gd name="connsiteX19" fmla="*/ 29406 w 262451"/>
              <a:gd name="connsiteY19" fmla="*/ 26305 h 223155"/>
              <a:gd name="connsiteX20" fmla="*/ 40836 w 262451"/>
              <a:gd name="connsiteY20" fmla="*/ 46625 h 223155"/>
              <a:gd name="connsiteX21" fmla="*/ 19246 w 262451"/>
              <a:gd name="connsiteY21" fmla="*/ 82185 h 223155"/>
              <a:gd name="connsiteX22" fmla="*/ 61156 w 262451"/>
              <a:gd name="connsiteY22" fmla="*/ 157115 h 223155"/>
              <a:gd name="connsiteX23" fmla="*/ 114496 w 262451"/>
              <a:gd name="connsiteY23" fmla="*/ 111395 h 223155"/>
              <a:gd name="connsiteX24" fmla="*/ 40836 w 262451"/>
              <a:gd name="connsiteY24" fmla="*/ 46625 h 223155"/>
              <a:gd name="connsiteX25" fmla="*/ 218636 w 262451"/>
              <a:gd name="connsiteY25" fmla="*/ 46625 h 223155"/>
              <a:gd name="connsiteX26" fmla="*/ 240227 w 262451"/>
              <a:gd name="connsiteY26" fmla="*/ 82185 h 223155"/>
              <a:gd name="connsiteX27" fmla="*/ 198317 w 262451"/>
              <a:gd name="connsiteY27" fmla="*/ 157115 h 223155"/>
              <a:gd name="connsiteX28" fmla="*/ 144977 w 262451"/>
              <a:gd name="connsiteY28" fmla="*/ 111395 h 223155"/>
              <a:gd name="connsiteX29" fmla="*/ 218636 w 262451"/>
              <a:gd name="connsiteY29" fmla="*/ 46625 h 223155"/>
              <a:gd name="connsiteX30" fmla="*/ 119577 w 262451"/>
              <a:gd name="connsiteY30" fmla="*/ 163465 h 223155"/>
              <a:gd name="connsiteX31" fmla="*/ 139896 w 262451"/>
              <a:gd name="connsiteY31" fmla="*/ 163465 h 223155"/>
              <a:gd name="connsiteX32" fmla="*/ 139896 w 262451"/>
              <a:gd name="connsiteY32" fmla="*/ 183785 h 223155"/>
              <a:gd name="connsiteX33" fmla="*/ 119577 w 262451"/>
              <a:gd name="connsiteY33" fmla="*/ 183785 h 223155"/>
              <a:gd name="connsiteX34" fmla="*/ 119577 w 262451"/>
              <a:gd name="connsiteY34" fmla="*/ 163465 h 223155"/>
              <a:gd name="connsiteX35" fmla="*/ 139896 w 262451"/>
              <a:gd name="connsiteY35" fmla="*/ 202835 h 223155"/>
              <a:gd name="connsiteX36" fmla="*/ 119577 w 262451"/>
              <a:gd name="connsiteY36" fmla="*/ 202835 h 223155"/>
              <a:gd name="connsiteX37" fmla="*/ 119577 w 262451"/>
              <a:gd name="connsiteY37" fmla="*/ 223155 h 223155"/>
              <a:gd name="connsiteX38" fmla="*/ 139896 w 262451"/>
              <a:gd name="connsiteY38" fmla="*/ 223155 h 223155"/>
              <a:gd name="connsiteX39" fmla="*/ 139896 w 262451"/>
              <a:gd name="connsiteY39" fmla="*/ 202835 h 223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62451" h="223155">
                <a:moveTo>
                  <a:pt x="202127" y="33925"/>
                </a:moveTo>
                <a:cubicBezTo>
                  <a:pt x="143706" y="12335"/>
                  <a:pt x="87827" y="22495"/>
                  <a:pt x="56077" y="33925"/>
                </a:cubicBezTo>
                <a:lnTo>
                  <a:pt x="128467" y="98695"/>
                </a:lnTo>
                <a:lnTo>
                  <a:pt x="202127" y="33925"/>
                </a:lnTo>
                <a:close/>
                <a:moveTo>
                  <a:pt x="29406" y="26305"/>
                </a:moveTo>
                <a:cubicBezTo>
                  <a:pt x="30677" y="23765"/>
                  <a:pt x="31946" y="22495"/>
                  <a:pt x="34486" y="21225"/>
                </a:cubicBezTo>
                <a:cubicBezTo>
                  <a:pt x="64967" y="4715"/>
                  <a:pt x="144977" y="-16875"/>
                  <a:pt x="226256" y="21225"/>
                </a:cubicBezTo>
                <a:cubicBezTo>
                  <a:pt x="228796" y="22495"/>
                  <a:pt x="230067" y="23765"/>
                  <a:pt x="231336" y="26305"/>
                </a:cubicBezTo>
                <a:lnTo>
                  <a:pt x="231336" y="26305"/>
                </a:lnTo>
                <a:lnTo>
                  <a:pt x="260546" y="75835"/>
                </a:lnTo>
                <a:cubicBezTo>
                  <a:pt x="263086" y="79645"/>
                  <a:pt x="263086" y="83455"/>
                  <a:pt x="260546" y="87265"/>
                </a:cubicBezTo>
                <a:lnTo>
                  <a:pt x="211017" y="177435"/>
                </a:lnTo>
                <a:cubicBezTo>
                  <a:pt x="207206" y="183785"/>
                  <a:pt x="199586" y="185055"/>
                  <a:pt x="194506" y="179975"/>
                </a:cubicBezTo>
                <a:lnTo>
                  <a:pt x="131006" y="125365"/>
                </a:lnTo>
                <a:lnTo>
                  <a:pt x="67506" y="179975"/>
                </a:lnTo>
                <a:cubicBezTo>
                  <a:pt x="62427" y="185055"/>
                  <a:pt x="53536" y="182515"/>
                  <a:pt x="50996" y="177435"/>
                </a:cubicBezTo>
                <a:lnTo>
                  <a:pt x="1467" y="87265"/>
                </a:lnTo>
                <a:cubicBezTo>
                  <a:pt x="-1073" y="83455"/>
                  <a:pt x="196" y="79645"/>
                  <a:pt x="1467" y="75835"/>
                </a:cubicBezTo>
                <a:lnTo>
                  <a:pt x="29406" y="26305"/>
                </a:lnTo>
                <a:lnTo>
                  <a:pt x="29406" y="26305"/>
                </a:lnTo>
                <a:close/>
                <a:moveTo>
                  <a:pt x="40836" y="46625"/>
                </a:moveTo>
                <a:lnTo>
                  <a:pt x="19246" y="82185"/>
                </a:lnTo>
                <a:lnTo>
                  <a:pt x="61156" y="157115"/>
                </a:lnTo>
                <a:lnTo>
                  <a:pt x="114496" y="111395"/>
                </a:lnTo>
                <a:lnTo>
                  <a:pt x="40836" y="46625"/>
                </a:lnTo>
                <a:close/>
                <a:moveTo>
                  <a:pt x="218636" y="46625"/>
                </a:moveTo>
                <a:lnTo>
                  <a:pt x="240227" y="82185"/>
                </a:lnTo>
                <a:lnTo>
                  <a:pt x="198317" y="157115"/>
                </a:lnTo>
                <a:lnTo>
                  <a:pt x="144977" y="111395"/>
                </a:lnTo>
                <a:lnTo>
                  <a:pt x="218636" y="46625"/>
                </a:lnTo>
                <a:close/>
                <a:moveTo>
                  <a:pt x="119577" y="163465"/>
                </a:moveTo>
                <a:lnTo>
                  <a:pt x="139896" y="163465"/>
                </a:lnTo>
                <a:lnTo>
                  <a:pt x="139896" y="183785"/>
                </a:lnTo>
                <a:lnTo>
                  <a:pt x="119577" y="183785"/>
                </a:lnTo>
                <a:lnTo>
                  <a:pt x="119577" y="163465"/>
                </a:lnTo>
                <a:close/>
                <a:moveTo>
                  <a:pt x="139896" y="202835"/>
                </a:moveTo>
                <a:lnTo>
                  <a:pt x="119577" y="202835"/>
                </a:lnTo>
                <a:lnTo>
                  <a:pt x="119577" y="223155"/>
                </a:lnTo>
                <a:lnTo>
                  <a:pt x="139896" y="223155"/>
                </a:lnTo>
                <a:lnTo>
                  <a:pt x="139896" y="202835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17" name="Полилиния: фигура 167">
            <a:extLst>
              <a:ext uri="{FF2B5EF4-FFF2-40B4-BE49-F238E27FC236}">
                <a16:creationId xmlns:a16="http://schemas.microsoft.com/office/drawing/2014/main" id="{7B77F0F8-912B-B18A-9C91-04781B0CA237}"/>
              </a:ext>
            </a:extLst>
          </p:cNvPr>
          <p:cNvSpPr/>
          <p:nvPr/>
        </p:nvSpPr>
        <p:spPr>
          <a:xfrm>
            <a:off x="6169994" y="4996822"/>
            <a:ext cx="255797" cy="284479"/>
          </a:xfrm>
          <a:custGeom>
            <a:avLst/>
            <a:gdLst>
              <a:gd name="connsiteX0" fmla="*/ 40551 w 255797"/>
              <a:gd name="connsiteY0" fmla="*/ 91440 h 284479"/>
              <a:gd name="connsiteX1" fmla="*/ 18961 w 255797"/>
              <a:gd name="connsiteY1" fmla="*/ 215900 h 284479"/>
              <a:gd name="connsiteX2" fmla="*/ 18961 w 255797"/>
              <a:gd name="connsiteY2" fmla="*/ 215900 h 284479"/>
              <a:gd name="connsiteX3" fmla="*/ 18961 w 255797"/>
              <a:gd name="connsiteY3" fmla="*/ 215900 h 284479"/>
              <a:gd name="connsiteX4" fmla="*/ 25311 w 255797"/>
              <a:gd name="connsiteY4" fmla="*/ 238760 h 284479"/>
              <a:gd name="connsiteX5" fmla="*/ 60871 w 255797"/>
              <a:gd name="connsiteY5" fmla="*/ 254000 h 284479"/>
              <a:gd name="connsiteX6" fmla="*/ 86271 w 255797"/>
              <a:gd name="connsiteY6" fmla="*/ 261620 h 284479"/>
              <a:gd name="connsiteX7" fmla="*/ 86271 w 255797"/>
              <a:gd name="connsiteY7" fmla="*/ 228600 h 284479"/>
              <a:gd name="connsiteX8" fmla="*/ 69761 w 255797"/>
              <a:gd name="connsiteY8" fmla="*/ 217170 h 284479"/>
              <a:gd name="connsiteX9" fmla="*/ 55791 w 255797"/>
              <a:gd name="connsiteY9" fmla="*/ 181610 h 284479"/>
              <a:gd name="connsiteX10" fmla="*/ 55791 w 255797"/>
              <a:gd name="connsiteY10" fmla="*/ 111760 h 284479"/>
              <a:gd name="connsiteX11" fmla="*/ 69761 w 255797"/>
              <a:gd name="connsiteY11" fmla="*/ 100330 h 284479"/>
              <a:gd name="connsiteX12" fmla="*/ 118021 w 255797"/>
              <a:gd name="connsiteY12" fmla="*/ 83820 h 284479"/>
              <a:gd name="connsiteX13" fmla="*/ 134531 w 255797"/>
              <a:gd name="connsiteY13" fmla="*/ 83820 h 284479"/>
              <a:gd name="connsiteX14" fmla="*/ 182791 w 255797"/>
              <a:gd name="connsiteY14" fmla="*/ 100330 h 284479"/>
              <a:gd name="connsiteX15" fmla="*/ 196761 w 255797"/>
              <a:gd name="connsiteY15" fmla="*/ 111760 h 284479"/>
              <a:gd name="connsiteX16" fmla="*/ 196761 w 255797"/>
              <a:gd name="connsiteY16" fmla="*/ 181610 h 284479"/>
              <a:gd name="connsiteX17" fmla="*/ 182791 w 255797"/>
              <a:gd name="connsiteY17" fmla="*/ 217170 h 284479"/>
              <a:gd name="connsiteX18" fmla="*/ 166281 w 255797"/>
              <a:gd name="connsiteY18" fmla="*/ 228600 h 284479"/>
              <a:gd name="connsiteX19" fmla="*/ 166281 w 255797"/>
              <a:gd name="connsiteY19" fmla="*/ 261620 h 284479"/>
              <a:gd name="connsiteX20" fmla="*/ 191681 w 255797"/>
              <a:gd name="connsiteY20" fmla="*/ 254000 h 284479"/>
              <a:gd name="connsiteX21" fmla="*/ 227241 w 255797"/>
              <a:gd name="connsiteY21" fmla="*/ 238760 h 284479"/>
              <a:gd name="connsiteX22" fmla="*/ 233591 w 255797"/>
              <a:gd name="connsiteY22" fmla="*/ 215900 h 284479"/>
              <a:gd name="connsiteX23" fmla="*/ 212001 w 255797"/>
              <a:gd name="connsiteY23" fmla="*/ 90170 h 284479"/>
              <a:gd name="connsiteX24" fmla="*/ 178981 w 255797"/>
              <a:gd name="connsiteY24" fmla="*/ 31750 h 284479"/>
              <a:gd name="connsiteX25" fmla="*/ 125641 w 255797"/>
              <a:gd name="connsiteY25" fmla="*/ 19050 h 284479"/>
              <a:gd name="connsiteX26" fmla="*/ 72301 w 255797"/>
              <a:gd name="connsiteY26" fmla="*/ 33020 h 284479"/>
              <a:gd name="connsiteX27" fmla="*/ 40551 w 255797"/>
              <a:gd name="connsiteY27" fmla="*/ 91440 h 284479"/>
              <a:gd name="connsiteX28" fmla="*/ 63411 w 255797"/>
              <a:gd name="connsiteY28" fmla="*/ 16510 h 284479"/>
              <a:gd name="connsiteX29" fmla="*/ 126911 w 255797"/>
              <a:gd name="connsiteY29" fmla="*/ 0 h 284479"/>
              <a:gd name="connsiteX30" fmla="*/ 190411 w 255797"/>
              <a:gd name="connsiteY30" fmla="*/ 16510 h 284479"/>
              <a:gd name="connsiteX31" fmla="*/ 233591 w 255797"/>
              <a:gd name="connsiteY31" fmla="*/ 91440 h 284479"/>
              <a:gd name="connsiteX32" fmla="*/ 233591 w 255797"/>
              <a:gd name="connsiteY32" fmla="*/ 91440 h 284479"/>
              <a:gd name="connsiteX33" fmla="*/ 233591 w 255797"/>
              <a:gd name="connsiteY33" fmla="*/ 91440 h 284479"/>
              <a:gd name="connsiteX34" fmla="*/ 252641 w 255797"/>
              <a:gd name="connsiteY34" fmla="*/ 209550 h 284479"/>
              <a:gd name="connsiteX35" fmla="*/ 238671 w 255797"/>
              <a:gd name="connsiteY35" fmla="*/ 257810 h 284479"/>
              <a:gd name="connsiteX36" fmla="*/ 200571 w 255797"/>
              <a:gd name="connsiteY36" fmla="*/ 275590 h 284479"/>
              <a:gd name="connsiteX37" fmla="*/ 159931 w 255797"/>
              <a:gd name="connsiteY37" fmla="*/ 284480 h 284479"/>
              <a:gd name="connsiteX38" fmla="*/ 148501 w 255797"/>
              <a:gd name="connsiteY38" fmla="*/ 273050 h 284479"/>
              <a:gd name="connsiteX39" fmla="*/ 148501 w 255797"/>
              <a:gd name="connsiteY39" fmla="*/ 223520 h 284479"/>
              <a:gd name="connsiteX40" fmla="*/ 154851 w 255797"/>
              <a:gd name="connsiteY40" fmla="*/ 213360 h 284479"/>
              <a:gd name="connsiteX41" fmla="*/ 157391 w 255797"/>
              <a:gd name="connsiteY41" fmla="*/ 212090 h 284479"/>
              <a:gd name="connsiteX42" fmla="*/ 171361 w 255797"/>
              <a:gd name="connsiteY42" fmla="*/ 203200 h 284479"/>
              <a:gd name="connsiteX43" fmla="*/ 178981 w 255797"/>
              <a:gd name="connsiteY43" fmla="*/ 181610 h 284479"/>
              <a:gd name="connsiteX44" fmla="*/ 178981 w 255797"/>
              <a:gd name="connsiteY44" fmla="*/ 121920 h 284479"/>
              <a:gd name="connsiteX45" fmla="*/ 128181 w 255797"/>
              <a:gd name="connsiteY45" fmla="*/ 104140 h 284479"/>
              <a:gd name="connsiteX46" fmla="*/ 77381 w 255797"/>
              <a:gd name="connsiteY46" fmla="*/ 121920 h 284479"/>
              <a:gd name="connsiteX47" fmla="*/ 77381 w 255797"/>
              <a:gd name="connsiteY47" fmla="*/ 180340 h 284479"/>
              <a:gd name="connsiteX48" fmla="*/ 85001 w 255797"/>
              <a:gd name="connsiteY48" fmla="*/ 201930 h 284479"/>
              <a:gd name="connsiteX49" fmla="*/ 98971 w 255797"/>
              <a:gd name="connsiteY49" fmla="*/ 210820 h 284479"/>
              <a:gd name="connsiteX50" fmla="*/ 101511 w 255797"/>
              <a:gd name="connsiteY50" fmla="*/ 212090 h 284479"/>
              <a:gd name="connsiteX51" fmla="*/ 107861 w 255797"/>
              <a:gd name="connsiteY51" fmla="*/ 222250 h 284479"/>
              <a:gd name="connsiteX52" fmla="*/ 107861 w 255797"/>
              <a:gd name="connsiteY52" fmla="*/ 271780 h 284479"/>
              <a:gd name="connsiteX53" fmla="*/ 96431 w 255797"/>
              <a:gd name="connsiteY53" fmla="*/ 283210 h 284479"/>
              <a:gd name="connsiteX54" fmla="*/ 55791 w 255797"/>
              <a:gd name="connsiteY54" fmla="*/ 274320 h 284479"/>
              <a:gd name="connsiteX55" fmla="*/ 17691 w 255797"/>
              <a:gd name="connsiteY55" fmla="*/ 256540 h 284479"/>
              <a:gd name="connsiteX56" fmla="*/ 3721 w 255797"/>
              <a:gd name="connsiteY56" fmla="*/ 208280 h 284479"/>
              <a:gd name="connsiteX57" fmla="*/ 22771 w 255797"/>
              <a:gd name="connsiteY57" fmla="*/ 90170 h 284479"/>
              <a:gd name="connsiteX58" fmla="*/ 22771 w 255797"/>
              <a:gd name="connsiteY58" fmla="*/ 90170 h 284479"/>
              <a:gd name="connsiteX59" fmla="*/ 22771 w 255797"/>
              <a:gd name="connsiteY59" fmla="*/ 90170 h 284479"/>
              <a:gd name="connsiteX60" fmla="*/ 63411 w 255797"/>
              <a:gd name="connsiteY60" fmla="*/ 1651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55797" h="284479">
                <a:moveTo>
                  <a:pt x="40551" y="91440"/>
                </a:moveTo>
                <a:cubicBezTo>
                  <a:pt x="40551" y="134620"/>
                  <a:pt x="35471" y="175260"/>
                  <a:pt x="18961" y="215900"/>
                </a:cubicBezTo>
                <a:lnTo>
                  <a:pt x="18961" y="215900"/>
                </a:lnTo>
                <a:lnTo>
                  <a:pt x="18961" y="215900"/>
                </a:lnTo>
                <a:cubicBezTo>
                  <a:pt x="15151" y="226060"/>
                  <a:pt x="17691" y="234950"/>
                  <a:pt x="25311" y="238760"/>
                </a:cubicBezTo>
                <a:cubicBezTo>
                  <a:pt x="34201" y="243840"/>
                  <a:pt x="46901" y="250190"/>
                  <a:pt x="60871" y="254000"/>
                </a:cubicBezTo>
                <a:cubicBezTo>
                  <a:pt x="69761" y="257810"/>
                  <a:pt x="78651" y="260350"/>
                  <a:pt x="86271" y="261620"/>
                </a:cubicBezTo>
                <a:lnTo>
                  <a:pt x="86271" y="228600"/>
                </a:lnTo>
                <a:cubicBezTo>
                  <a:pt x="81191" y="226060"/>
                  <a:pt x="74841" y="222250"/>
                  <a:pt x="69761" y="217170"/>
                </a:cubicBezTo>
                <a:cubicBezTo>
                  <a:pt x="62141" y="209550"/>
                  <a:pt x="55791" y="198120"/>
                  <a:pt x="55791" y="181610"/>
                </a:cubicBezTo>
                <a:lnTo>
                  <a:pt x="55791" y="111760"/>
                </a:lnTo>
                <a:cubicBezTo>
                  <a:pt x="55791" y="104140"/>
                  <a:pt x="62141" y="99060"/>
                  <a:pt x="69761" y="100330"/>
                </a:cubicBezTo>
                <a:cubicBezTo>
                  <a:pt x="79921" y="102870"/>
                  <a:pt x="102781" y="102870"/>
                  <a:pt x="118021" y="83820"/>
                </a:cubicBezTo>
                <a:cubicBezTo>
                  <a:pt x="121831" y="78740"/>
                  <a:pt x="130721" y="78740"/>
                  <a:pt x="134531" y="83820"/>
                </a:cubicBezTo>
                <a:cubicBezTo>
                  <a:pt x="151041" y="102870"/>
                  <a:pt x="172631" y="102870"/>
                  <a:pt x="182791" y="100330"/>
                </a:cubicBezTo>
                <a:cubicBezTo>
                  <a:pt x="189141" y="99060"/>
                  <a:pt x="196761" y="104140"/>
                  <a:pt x="196761" y="111760"/>
                </a:cubicBezTo>
                <a:lnTo>
                  <a:pt x="196761" y="181610"/>
                </a:lnTo>
                <a:cubicBezTo>
                  <a:pt x="196761" y="198120"/>
                  <a:pt x="190411" y="209550"/>
                  <a:pt x="182791" y="217170"/>
                </a:cubicBezTo>
                <a:cubicBezTo>
                  <a:pt x="177711" y="222250"/>
                  <a:pt x="171361" y="226060"/>
                  <a:pt x="166281" y="228600"/>
                </a:cubicBezTo>
                <a:lnTo>
                  <a:pt x="166281" y="261620"/>
                </a:lnTo>
                <a:cubicBezTo>
                  <a:pt x="173901" y="260350"/>
                  <a:pt x="182791" y="257810"/>
                  <a:pt x="191681" y="254000"/>
                </a:cubicBezTo>
                <a:cubicBezTo>
                  <a:pt x="205651" y="248920"/>
                  <a:pt x="218351" y="243840"/>
                  <a:pt x="227241" y="238760"/>
                </a:cubicBezTo>
                <a:cubicBezTo>
                  <a:pt x="233591" y="234950"/>
                  <a:pt x="237400" y="226060"/>
                  <a:pt x="233591" y="215900"/>
                </a:cubicBezTo>
                <a:cubicBezTo>
                  <a:pt x="217081" y="175260"/>
                  <a:pt x="212001" y="133350"/>
                  <a:pt x="212001" y="90170"/>
                </a:cubicBezTo>
                <a:cubicBezTo>
                  <a:pt x="209461" y="59690"/>
                  <a:pt x="195491" y="41910"/>
                  <a:pt x="178981" y="31750"/>
                </a:cubicBezTo>
                <a:cubicBezTo>
                  <a:pt x="161201" y="21590"/>
                  <a:pt x="140881" y="19050"/>
                  <a:pt x="125641" y="19050"/>
                </a:cubicBezTo>
                <a:cubicBezTo>
                  <a:pt x="110401" y="19050"/>
                  <a:pt x="90081" y="21590"/>
                  <a:pt x="72301" y="33020"/>
                </a:cubicBezTo>
                <a:cubicBezTo>
                  <a:pt x="57061" y="43180"/>
                  <a:pt x="41821" y="60960"/>
                  <a:pt x="40551" y="91440"/>
                </a:cubicBezTo>
                <a:close/>
                <a:moveTo>
                  <a:pt x="63411" y="16510"/>
                </a:moveTo>
                <a:cubicBezTo>
                  <a:pt x="85001" y="3810"/>
                  <a:pt x="110401" y="0"/>
                  <a:pt x="126911" y="0"/>
                </a:cubicBezTo>
                <a:cubicBezTo>
                  <a:pt x="143421" y="0"/>
                  <a:pt x="168821" y="3810"/>
                  <a:pt x="190411" y="16510"/>
                </a:cubicBezTo>
                <a:cubicBezTo>
                  <a:pt x="213271" y="29210"/>
                  <a:pt x="231050" y="53340"/>
                  <a:pt x="233591" y="91440"/>
                </a:cubicBezTo>
                <a:lnTo>
                  <a:pt x="233591" y="91440"/>
                </a:lnTo>
                <a:lnTo>
                  <a:pt x="233591" y="91440"/>
                </a:lnTo>
                <a:cubicBezTo>
                  <a:pt x="233591" y="133350"/>
                  <a:pt x="237400" y="172720"/>
                  <a:pt x="252641" y="209550"/>
                </a:cubicBezTo>
                <a:cubicBezTo>
                  <a:pt x="258991" y="226060"/>
                  <a:pt x="256450" y="247650"/>
                  <a:pt x="238671" y="257810"/>
                </a:cubicBezTo>
                <a:cubicBezTo>
                  <a:pt x="228511" y="262890"/>
                  <a:pt x="214541" y="270510"/>
                  <a:pt x="200571" y="275590"/>
                </a:cubicBezTo>
                <a:cubicBezTo>
                  <a:pt x="186601" y="280670"/>
                  <a:pt x="171361" y="284480"/>
                  <a:pt x="159931" y="284480"/>
                </a:cubicBezTo>
                <a:cubicBezTo>
                  <a:pt x="153581" y="284480"/>
                  <a:pt x="148501" y="279400"/>
                  <a:pt x="148501" y="273050"/>
                </a:cubicBezTo>
                <a:lnTo>
                  <a:pt x="148501" y="223520"/>
                </a:lnTo>
                <a:cubicBezTo>
                  <a:pt x="148501" y="219710"/>
                  <a:pt x="151041" y="215900"/>
                  <a:pt x="154851" y="213360"/>
                </a:cubicBezTo>
                <a:cubicBezTo>
                  <a:pt x="156121" y="213360"/>
                  <a:pt x="156121" y="212090"/>
                  <a:pt x="157391" y="212090"/>
                </a:cubicBezTo>
                <a:cubicBezTo>
                  <a:pt x="162471" y="209550"/>
                  <a:pt x="167551" y="207010"/>
                  <a:pt x="171361" y="203200"/>
                </a:cubicBezTo>
                <a:cubicBezTo>
                  <a:pt x="175171" y="199390"/>
                  <a:pt x="178981" y="193040"/>
                  <a:pt x="178981" y="181610"/>
                </a:cubicBezTo>
                <a:lnTo>
                  <a:pt x="178981" y="121920"/>
                </a:lnTo>
                <a:cubicBezTo>
                  <a:pt x="165011" y="123190"/>
                  <a:pt x="145961" y="119380"/>
                  <a:pt x="128181" y="104140"/>
                </a:cubicBezTo>
                <a:cubicBezTo>
                  <a:pt x="111671" y="119380"/>
                  <a:pt x="91351" y="123190"/>
                  <a:pt x="77381" y="121920"/>
                </a:cubicBezTo>
                <a:lnTo>
                  <a:pt x="77381" y="180340"/>
                </a:lnTo>
                <a:cubicBezTo>
                  <a:pt x="77381" y="191770"/>
                  <a:pt x="81191" y="198120"/>
                  <a:pt x="85001" y="201930"/>
                </a:cubicBezTo>
                <a:cubicBezTo>
                  <a:pt x="88811" y="205740"/>
                  <a:pt x="93891" y="208280"/>
                  <a:pt x="98971" y="210820"/>
                </a:cubicBezTo>
                <a:cubicBezTo>
                  <a:pt x="100241" y="210820"/>
                  <a:pt x="100241" y="212090"/>
                  <a:pt x="101511" y="212090"/>
                </a:cubicBezTo>
                <a:cubicBezTo>
                  <a:pt x="105321" y="214630"/>
                  <a:pt x="107861" y="218440"/>
                  <a:pt x="107861" y="222250"/>
                </a:cubicBezTo>
                <a:lnTo>
                  <a:pt x="107861" y="271780"/>
                </a:lnTo>
                <a:cubicBezTo>
                  <a:pt x="107861" y="278130"/>
                  <a:pt x="102781" y="283210"/>
                  <a:pt x="96431" y="283210"/>
                </a:cubicBezTo>
                <a:cubicBezTo>
                  <a:pt x="85001" y="283210"/>
                  <a:pt x="69761" y="279400"/>
                  <a:pt x="55791" y="274320"/>
                </a:cubicBezTo>
                <a:cubicBezTo>
                  <a:pt x="41821" y="269240"/>
                  <a:pt x="27851" y="262890"/>
                  <a:pt x="17691" y="256540"/>
                </a:cubicBezTo>
                <a:cubicBezTo>
                  <a:pt x="-89" y="246380"/>
                  <a:pt x="-3899" y="224790"/>
                  <a:pt x="3721" y="208280"/>
                </a:cubicBezTo>
                <a:cubicBezTo>
                  <a:pt x="18961" y="170180"/>
                  <a:pt x="22771" y="132080"/>
                  <a:pt x="22771" y="90170"/>
                </a:cubicBezTo>
                <a:lnTo>
                  <a:pt x="22771" y="90170"/>
                </a:lnTo>
                <a:lnTo>
                  <a:pt x="22771" y="90170"/>
                </a:lnTo>
                <a:cubicBezTo>
                  <a:pt x="22771" y="52070"/>
                  <a:pt x="40551" y="29210"/>
                  <a:pt x="63411" y="1651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18" name="Полилиния: фигура 170">
            <a:extLst>
              <a:ext uri="{FF2B5EF4-FFF2-40B4-BE49-F238E27FC236}">
                <a16:creationId xmlns:a16="http://schemas.microsoft.com/office/drawing/2014/main" id="{69B49425-2675-DE8F-8278-097B2EDD131C}"/>
              </a:ext>
            </a:extLst>
          </p:cNvPr>
          <p:cNvSpPr/>
          <p:nvPr/>
        </p:nvSpPr>
        <p:spPr>
          <a:xfrm>
            <a:off x="5044255" y="5027302"/>
            <a:ext cx="265018" cy="224465"/>
          </a:xfrm>
          <a:custGeom>
            <a:avLst/>
            <a:gdLst>
              <a:gd name="connsiteX0" fmla="*/ 29639 w 265018"/>
              <a:gd name="connsiteY0" fmla="*/ 49530 h 224465"/>
              <a:gd name="connsiteX1" fmla="*/ 133779 w 265018"/>
              <a:gd name="connsiteY1" fmla="*/ 0 h 224465"/>
              <a:gd name="connsiteX2" fmla="*/ 237919 w 265018"/>
              <a:gd name="connsiteY2" fmla="*/ 49530 h 224465"/>
              <a:gd name="connsiteX3" fmla="*/ 256969 w 265018"/>
              <a:gd name="connsiteY3" fmla="*/ 144780 h 224465"/>
              <a:gd name="connsiteX4" fmla="*/ 256969 w 265018"/>
              <a:gd name="connsiteY4" fmla="*/ 147320 h 224465"/>
              <a:gd name="connsiteX5" fmla="*/ 264589 w 265018"/>
              <a:gd name="connsiteY5" fmla="*/ 186690 h 224465"/>
              <a:gd name="connsiteX6" fmla="*/ 253159 w 265018"/>
              <a:gd name="connsiteY6" fmla="*/ 219710 h 224465"/>
              <a:gd name="connsiteX7" fmla="*/ 239189 w 265018"/>
              <a:gd name="connsiteY7" fmla="*/ 222250 h 224465"/>
              <a:gd name="connsiteX8" fmla="*/ 236649 w 265018"/>
              <a:gd name="connsiteY8" fmla="*/ 208280 h 224465"/>
              <a:gd name="connsiteX9" fmla="*/ 244269 w 265018"/>
              <a:gd name="connsiteY9" fmla="*/ 184150 h 224465"/>
              <a:gd name="connsiteX10" fmla="*/ 239189 w 265018"/>
              <a:gd name="connsiteY10" fmla="*/ 157480 h 224465"/>
              <a:gd name="connsiteX11" fmla="*/ 236649 w 265018"/>
              <a:gd name="connsiteY11" fmla="*/ 139700 h 224465"/>
              <a:gd name="connsiteX12" fmla="*/ 221409 w 265018"/>
              <a:gd name="connsiteY12" fmla="*/ 63500 h 224465"/>
              <a:gd name="connsiteX13" fmla="*/ 132509 w 265018"/>
              <a:gd name="connsiteY13" fmla="*/ 21590 h 224465"/>
              <a:gd name="connsiteX14" fmla="*/ 43609 w 265018"/>
              <a:gd name="connsiteY14" fmla="*/ 63500 h 224465"/>
              <a:gd name="connsiteX15" fmla="*/ 28369 w 265018"/>
              <a:gd name="connsiteY15" fmla="*/ 139700 h 224465"/>
              <a:gd name="connsiteX16" fmla="*/ 25829 w 265018"/>
              <a:gd name="connsiteY16" fmla="*/ 157480 h 224465"/>
              <a:gd name="connsiteX17" fmla="*/ 20749 w 265018"/>
              <a:gd name="connsiteY17" fmla="*/ 184150 h 224465"/>
              <a:gd name="connsiteX18" fmla="*/ 28369 w 265018"/>
              <a:gd name="connsiteY18" fmla="*/ 208280 h 224465"/>
              <a:gd name="connsiteX19" fmla="*/ 25829 w 265018"/>
              <a:gd name="connsiteY19" fmla="*/ 222250 h 224465"/>
              <a:gd name="connsiteX20" fmla="*/ 11859 w 265018"/>
              <a:gd name="connsiteY20" fmla="*/ 219710 h 224465"/>
              <a:gd name="connsiteX21" fmla="*/ 429 w 265018"/>
              <a:gd name="connsiteY21" fmla="*/ 186690 h 224465"/>
              <a:gd name="connsiteX22" fmla="*/ 8049 w 265018"/>
              <a:gd name="connsiteY22" fmla="*/ 147320 h 224465"/>
              <a:gd name="connsiteX23" fmla="*/ 8049 w 265018"/>
              <a:gd name="connsiteY23" fmla="*/ 144780 h 224465"/>
              <a:gd name="connsiteX24" fmla="*/ 29639 w 265018"/>
              <a:gd name="connsiteY24" fmla="*/ 49530 h 224465"/>
              <a:gd name="connsiteX25" fmla="*/ 84249 w 265018"/>
              <a:gd name="connsiteY25" fmla="*/ 142240 h 224465"/>
              <a:gd name="connsiteX26" fmla="*/ 65199 w 265018"/>
              <a:gd name="connsiteY26" fmla="*/ 148590 h 224465"/>
              <a:gd name="connsiteX27" fmla="*/ 51229 w 265018"/>
              <a:gd name="connsiteY27" fmla="*/ 148590 h 224465"/>
              <a:gd name="connsiteX28" fmla="*/ 51229 w 265018"/>
              <a:gd name="connsiteY28" fmla="*/ 134620 h 224465"/>
              <a:gd name="connsiteX29" fmla="*/ 86789 w 265018"/>
              <a:gd name="connsiteY29" fmla="*/ 121920 h 224465"/>
              <a:gd name="connsiteX30" fmla="*/ 117269 w 265018"/>
              <a:gd name="connsiteY30" fmla="*/ 134620 h 224465"/>
              <a:gd name="connsiteX31" fmla="*/ 117269 w 265018"/>
              <a:gd name="connsiteY31" fmla="*/ 148590 h 224465"/>
              <a:gd name="connsiteX32" fmla="*/ 103299 w 265018"/>
              <a:gd name="connsiteY32" fmla="*/ 148590 h 224465"/>
              <a:gd name="connsiteX33" fmla="*/ 84249 w 265018"/>
              <a:gd name="connsiteY33" fmla="*/ 142240 h 224465"/>
              <a:gd name="connsiteX34" fmla="*/ 166799 w 265018"/>
              <a:gd name="connsiteY34" fmla="*/ 148590 h 224465"/>
              <a:gd name="connsiteX35" fmla="*/ 183309 w 265018"/>
              <a:gd name="connsiteY35" fmla="*/ 142240 h 224465"/>
              <a:gd name="connsiteX36" fmla="*/ 202359 w 265018"/>
              <a:gd name="connsiteY36" fmla="*/ 148590 h 224465"/>
              <a:gd name="connsiteX37" fmla="*/ 216329 w 265018"/>
              <a:gd name="connsiteY37" fmla="*/ 148590 h 224465"/>
              <a:gd name="connsiteX38" fmla="*/ 216329 w 265018"/>
              <a:gd name="connsiteY38" fmla="*/ 134620 h 224465"/>
              <a:gd name="connsiteX39" fmla="*/ 180769 w 265018"/>
              <a:gd name="connsiteY39" fmla="*/ 121920 h 224465"/>
              <a:gd name="connsiteX40" fmla="*/ 150289 w 265018"/>
              <a:gd name="connsiteY40" fmla="*/ 134620 h 224465"/>
              <a:gd name="connsiteX41" fmla="*/ 150289 w 265018"/>
              <a:gd name="connsiteY41" fmla="*/ 148590 h 224465"/>
              <a:gd name="connsiteX42" fmla="*/ 166799 w 265018"/>
              <a:gd name="connsiteY42" fmla="*/ 148590 h 224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5018" h="224465">
                <a:moveTo>
                  <a:pt x="29639" y="49530"/>
                </a:moveTo>
                <a:cubicBezTo>
                  <a:pt x="62659" y="6350"/>
                  <a:pt x="112189" y="0"/>
                  <a:pt x="133779" y="0"/>
                </a:cubicBezTo>
                <a:cubicBezTo>
                  <a:pt x="155369" y="0"/>
                  <a:pt x="204899" y="6350"/>
                  <a:pt x="237919" y="49530"/>
                </a:cubicBezTo>
                <a:cubicBezTo>
                  <a:pt x="265859" y="85090"/>
                  <a:pt x="263319" y="123190"/>
                  <a:pt x="256969" y="144780"/>
                </a:cubicBezTo>
                <a:cubicBezTo>
                  <a:pt x="256969" y="144780"/>
                  <a:pt x="256969" y="146050"/>
                  <a:pt x="256969" y="147320"/>
                </a:cubicBezTo>
                <a:cubicBezTo>
                  <a:pt x="264589" y="160020"/>
                  <a:pt x="265859" y="173990"/>
                  <a:pt x="264589" y="186690"/>
                </a:cubicBezTo>
                <a:cubicBezTo>
                  <a:pt x="263319" y="199390"/>
                  <a:pt x="259509" y="210820"/>
                  <a:pt x="253159" y="219710"/>
                </a:cubicBezTo>
                <a:cubicBezTo>
                  <a:pt x="250619" y="224790"/>
                  <a:pt x="244269" y="226060"/>
                  <a:pt x="239189" y="222250"/>
                </a:cubicBezTo>
                <a:cubicBezTo>
                  <a:pt x="234109" y="219710"/>
                  <a:pt x="232839" y="213360"/>
                  <a:pt x="236649" y="208280"/>
                </a:cubicBezTo>
                <a:cubicBezTo>
                  <a:pt x="240459" y="203200"/>
                  <a:pt x="242999" y="194310"/>
                  <a:pt x="244269" y="184150"/>
                </a:cubicBezTo>
                <a:cubicBezTo>
                  <a:pt x="245539" y="175260"/>
                  <a:pt x="244269" y="165100"/>
                  <a:pt x="239189" y="157480"/>
                </a:cubicBezTo>
                <a:cubicBezTo>
                  <a:pt x="236649" y="152400"/>
                  <a:pt x="235379" y="146050"/>
                  <a:pt x="236649" y="139700"/>
                </a:cubicBezTo>
                <a:cubicBezTo>
                  <a:pt x="241729" y="123190"/>
                  <a:pt x="244269" y="91440"/>
                  <a:pt x="221409" y="63500"/>
                </a:cubicBezTo>
                <a:cubicBezTo>
                  <a:pt x="193469" y="27940"/>
                  <a:pt x="151559" y="21590"/>
                  <a:pt x="132509" y="21590"/>
                </a:cubicBezTo>
                <a:cubicBezTo>
                  <a:pt x="113459" y="21590"/>
                  <a:pt x="72819" y="27940"/>
                  <a:pt x="43609" y="63500"/>
                </a:cubicBezTo>
                <a:cubicBezTo>
                  <a:pt x="20749" y="92710"/>
                  <a:pt x="23289" y="123190"/>
                  <a:pt x="28369" y="139700"/>
                </a:cubicBezTo>
                <a:cubicBezTo>
                  <a:pt x="30909" y="146050"/>
                  <a:pt x="29639" y="152400"/>
                  <a:pt x="25829" y="157480"/>
                </a:cubicBezTo>
                <a:cubicBezTo>
                  <a:pt x="22019" y="165100"/>
                  <a:pt x="19479" y="175260"/>
                  <a:pt x="20749" y="184150"/>
                </a:cubicBezTo>
                <a:cubicBezTo>
                  <a:pt x="22019" y="194310"/>
                  <a:pt x="24559" y="201930"/>
                  <a:pt x="28369" y="208280"/>
                </a:cubicBezTo>
                <a:cubicBezTo>
                  <a:pt x="30909" y="213360"/>
                  <a:pt x="30909" y="219710"/>
                  <a:pt x="25829" y="222250"/>
                </a:cubicBezTo>
                <a:cubicBezTo>
                  <a:pt x="20749" y="224790"/>
                  <a:pt x="14399" y="224790"/>
                  <a:pt x="11859" y="219710"/>
                </a:cubicBezTo>
                <a:cubicBezTo>
                  <a:pt x="5509" y="210820"/>
                  <a:pt x="1699" y="199390"/>
                  <a:pt x="429" y="186690"/>
                </a:cubicBezTo>
                <a:cubicBezTo>
                  <a:pt x="-841" y="173990"/>
                  <a:pt x="429" y="160020"/>
                  <a:pt x="8049" y="147320"/>
                </a:cubicBezTo>
                <a:cubicBezTo>
                  <a:pt x="8049" y="146050"/>
                  <a:pt x="8049" y="146050"/>
                  <a:pt x="8049" y="144780"/>
                </a:cubicBezTo>
                <a:cubicBezTo>
                  <a:pt x="4239" y="123190"/>
                  <a:pt x="1699" y="85090"/>
                  <a:pt x="29639" y="49530"/>
                </a:cubicBezTo>
                <a:close/>
                <a:moveTo>
                  <a:pt x="84249" y="142240"/>
                </a:moveTo>
                <a:cubicBezTo>
                  <a:pt x="76629" y="142240"/>
                  <a:pt x="70279" y="143510"/>
                  <a:pt x="65199" y="148590"/>
                </a:cubicBezTo>
                <a:cubicBezTo>
                  <a:pt x="61389" y="152400"/>
                  <a:pt x="55039" y="152400"/>
                  <a:pt x="51229" y="148590"/>
                </a:cubicBezTo>
                <a:cubicBezTo>
                  <a:pt x="47419" y="144780"/>
                  <a:pt x="47419" y="138430"/>
                  <a:pt x="51229" y="134620"/>
                </a:cubicBezTo>
                <a:cubicBezTo>
                  <a:pt x="61389" y="124460"/>
                  <a:pt x="74089" y="121920"/>
                  <a:pt x="86789" y="121920"/>
                </a:cubicBezTo>
                <a:cubicBezTo>
                  <a:pt x="98219" y="123190"/>
                  <a:pt x="109649" y="127000"/>
                  <a:pt x="117269" y="134620"/>
                </a:cubicBezTo>
                <a:cubicBezTo>
                  <a:pt x="121079" y="138430"/>
                  <a:pt x="121079" y="144780"/>
                  <a:pt x="117269" y="148590"/>
                </a:cubicBezTo>
                <a:cubicBezTo>
                  <a:pt x="113459" y="152400"/>
                  <a:pt x="107109" y="152400"/>
                  <a:pt x="103299" y="148590"/>
                </a:cubicBezTo>
                <a:cubicBezTo>
                  <a:pt x="98219" y="146050"/>
                  <a:pt x="91869" y="142240"/>
                  <a:pt x="84249" y="142240"/>
                </a:cubicBezTo>
                <a:close/>
                <a:moveTo>
                  <a:pt x="166799" y="148590"/>
                </a:moveTo>
                <a:cubicBezTo>
                  <a:pt x="169339" y="146050"/>
                  <a:pt x="175689" y="142240"/>
                  <a:pt x="183309" y="142240"/>
                </a:cubicBezTo>
                <a:cubicBezTo>
                  <a:pt x="190929" y="142240"/>
                  <a:pt x="197279" y="143510"/>
                  <a:pt x="202359" y="148590"/>
                </a:cubicBezTo>
                <a:cubicBezTo>
                  <a:pt x="206169" y="152400"/>
                  <a:pt x="212519" y="152400"/>
                  <a:pt x="216329" y="148590"/>
                </a:cubicBezTo>
                <a:cubicBezTo>
                  <a:pt x="220139" y="144780"/>
                  <a:pt x="220139" y="138430"/>
                  <a:pt x="216329" y="134620"/>
                </a:cubicBezTo>
                <a:cubicBezTo>
                  <a:pt x="206169" y="124460"/>
                  <a:pt x="193469" y="121920"/>
                  <a:pt x="180769" y="121920"/>
                </a:cubicBezTo>
                <a:cubicBezTo>
                  <a:pt x="169339" y="123190"/>
                  <a:pt x="157909" y="127000"/>
                  <a:pt x="150289" y="134620"/>
                </a:cubicBezTo>
                <a:cubicBezTo>
                  <a:pt x="146479" y="138430"/>
                  <a:pt x="146479" y="144780"/>
                  <a:pt x="150289" y="148590"/>
                </a:cubicBezTo>
                <a:cubicBezTo>
                  <a:pt x="156639" y="152400"/>
                  <a:pt x="162989" y="152400"/>
                  <a:pt x="166799" y="14859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19" name="Рисунок 2">
            <a:extLst>
              <a:ext uri="{FF2B5EF4-FFF2-40B4-BE49-F238E27FC236}">
                <a16:creationId xmlns:a16="http://schemas.microsoft.com/office/drawing/2014/main" id="{15E4AEA9-2C84-3CE7-BA01-BC546EF8D40B}"/>
              </a:ext>
            </a:extLst>
          </p:cNvPr>
          <p:cNvGrpSpPr/>
          <p:nvPr/>
        </p:nvGrpSpPr>
        <p:grpSpPr>
          <a:xfrm>
            <a:off x="5623487" y="5025079"/>
            <a:ext cx="227330" cy="227329"/>
            <a:chOff x="5726112" y="4971097"/>
            <a:chExt cx="227330" cy="227329"/>
          </a:xfrm>
          <a:solidFill>
            <a:schemeClr val="bg1"/>
          </a:solidFill>
        </p:grpSpPr>
        <p:sp>
          <p:nvSpPr>
            <p:cNvPr id="520" name="Полилиния: фигура 176">
              <a:extLst>
                <a:ext uri="{FF2B5EF4-FFF2-40B4-BE49-F238E27FC236}">
                  <a16:creationId xmlns:a16="http://schemas.microsoft.com/office/drawing/2014/main" id="{D0B367FC-00B7-C1DD-41E7-A5FF8EAB43B3}"/>
                </a:ext>
              </a:extLst>
            </p:cNvPr>
            <p:cNvSpPr/>
            <p:nvPr/>
          </p:nvSpPr>
          <p:spPr>
            <a:xfrm>
              <a:off x="5726112" y="4971097"/>
              <a:ext cx="227330" cy="227329"/>
            </a:xfrm>
            <a:custGeom>
              <a:avLst/>
              <a:gdLst>
                <a:gd name="connsiteX0" fmla="*/ 200978 w 227330"/>
                <a:gd name="connsiteY0" fmla="*/ 26352 h 227329"/>
                <a:gd name="connsiteX1" fmla="*/ 171768 w 227330"/>
                <a:gd name="connsiteY1" fmla="*/ 26352 h 227329"/>
                <a:gd name="connsiteX2" fmla="*/ 165418 w 227330"/>
                <a:gd name="connsiteY2" fmla="*/ 39052 h 227329"/>
                <a:gd name="connsiteX3" fmla="*/ 148908 w 227330"/>
                <a:gd name="connsiteY3" fmla="*/ 47943 h 227329"/>
                <a:gd name="connsiteX4" fmla="*/ 109538 w 227330"/>
                <a:gd name="connsiteY4" fmla="*/ 27623 h 227329"/>
                <a:gd name="connsiteX5" fmla="*/ 62547 w 227330"/>
                <a:gd name="connsiteY5" fmla="*/ 35243 h 227329"/>
                <a:gd name="connsiteX6" fmla="*/ 16828 w 227330"/>
                <a:gd name="connsiteY6" fmla="*/ 80962 h 227329"/>
                <a:gd name="connsiteX7" fmla="*/ 2858 w 227330"/>
                <a:gd name="connsiteY7" fmla="*/ 80962 h 227329"/>
                <a:gd name="connsiteX8" fmla="*/ 2858 w 227330"/>
                <a:gd name="connsiteY8" fmla="*/ 66993 h 227329"/>
                <a:gd name="connsiteX9" fmla="*/ 48578 w 227330"/>
                <a:gd name="connsiteY9" fmla="*/ 21273 h 227329"/>
                <a:gd name="connsiteX10" fmla="*/ 119697 w 227330"/>
                <a:gd name="connsiteY10" fmla="*/ 9843 h 227329"/>
                <a:gd name="connsiteX11" fmla="*/ 148908 w 227330"/>
                <a:gd name="connsiteY11" fmla="*/ 25082 h 227329"/>
                <a:gd name="connsiteX12" fmla="*/ 157797 w 227330"/>
                <a:gd name="connsiteY12" fmla="*/ 12382 h 227329"/>
                <a:gd name="connsiteX13" fmla="*/ 214947 w 227330"/>
                <a:gd name="connsiteY13" fmla="*/ 12382 h 227329"/>
                <a:gd name="connsiteX14" fmla="*/ 214947 w 227330"/>
                <a:gd name="connsiteY14" fmla="*/ 69532 h 227329"/>
                <a:gd name="connsiteX15" fmla="*/ 202247 w 227330"/>
                <a:gd name="connsiteY15" fmla="*/ 78423 h 227329"/>
                <a:gd name="connsiteX16" fmla="*/ 217488 w 227330"/>
                <a:gd name="connsiteY16" fmla="*/ 107632 h 227329"/>
                <a:gd name="connsiteX17" fmla="*/ 207328 w 227330"/>
                <a:gd name="connsiteY17" fmla="*/ 178752 h 227329"/>
                <a:gd name="connsiteX18" fmla="*/ 161608 w 227330"/>
                <a:gd name="connsiteY18" fmla="*/ 224473 h 227329"/>
                <a:gd name="connsiteX19" fmla="*/ 147638 w 227330"/>
                <a:gd name="connsiteY19" fmla="*/ 224473 h 227329"/>
                <a:gd name="connsiteX20" fmla="*/ 147638 w 227330"/>
                <a:gd name="connsiteY20" fmla="*/ 210502 h 227329"/>
                <a:gd name="connsiteX21" fmla="*/ 193358 w 227330"/>
                <a:gd name="connsiteY21" fmla="*/ 164782 h 227329"/>
                <a:gd name="connsiteX22" fmla="*/ 200978 w 227330"/>
                <a:gd name="connsiteY22" fmla="*/ 117793 h 227329"/>
                <a:gd name="connsiteX23" fmla="*/ 180658 w 227330"/>
                <a:gd name="connsiteY23" fmla="*/ 78423 h 227329"/>
                <a:gd name="connsiteX24" fmla="*/ 189547 w 227330"/>
                <a:gd name="connsiteY24" fmla="*/ 61912 h 227329"/>
                <a:gd name="connsiteX25" fmla="*/ 202247 w 227330"/>
                <a:gd name="connsiteY25" fmla="*/ 55562 h 227329"/>
                <a:gd name="connsiteX26" fmla="*/ 200978 w 227330"/>
                <a:gd name="connsiteY26" fmla="*/ 26352 h 22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7330" h="227329">
                  <a:moveTo>
                    <a:pt x="200978" y="26352"/>
                  </a:moveTo>
                  <a:cubicBezTo>
                    <a:pt x="193358" y="18732"/>
                    <a:pt x="180658" y="18732"/>
                    <a:pt x="171768" y="26352"/>
                  </a:cubicBezTo>
                  <a:cubicBezTo>
                    <a:pt x="167958" y="30162"/>
                    <a:pt x="166688" y="33973"/>
                    <a:pt x="165418" y="39052"/>
                  </a:cubicBezTo>
                  <a:cubicBezTo>
                    <a:pt x="164147" y="46673"/>
                    <a:pt x="156528" y="51752"/>
                    <a:pt x="148908" y="47943"/>
                  </a:cubicBezTo>
                  <a:lnTo>
                    <a:pt x="109538" y="27623"/>
                  </a:lnTo>
                  <a:cubicBezTo>
                    <a:pt x="94297" y="20002"/>
                    <a:pt x="75247" y="22543"/>
                    <a:pt x="62547" y="35243"/>
                  </a:cubicBezTo>
                  <a:lnTo>
                    <a:pt x="16828" y="80962"/>
                  </a:lnTo>
                  <a:cubicBezTo>
                    <a:pt x="13018" y="84773"/>
                    <a:pt x="6668" y="84773"/>
                    <a:pt x="2858" y="80962"/>
                  </a:cubicBezTo>
                  <a:cubicBezTo>
                    <a:pt x="-953" y="77152"/>
                    <a:pt x="-953" y="70802"/>
                    <a:pt x="2858" y="66993"/>
                  </a:cubicBezTo>
                  <a:lnTo>
                    <a:pt x="48578" y="21273"/>
                  </a:lnTo>
                  <a:cubicBezTo>
                    <a:pt x="67628" y="2223"/>
                    <a:pt x="95568" y="-1588"/>
                    <a:pt x="119697" y="9843"/>
                  </a:cubicBezTo>
                  <a:lnTo>
                    <a:pt x="148908" y="25082"/>
                  </a:lnTo>
                  <a:cubicBezTo>
                    <a:pt x="151447" y="21273"/>
                    <a:pt x="153988" y="16193"/>
                    <a:pt x="157797" y="12382"/>
                  </a:cubicBezTo>
                  <a:cubicBezTo>
                    <a:pt x="173038" y="-4127"/>
                    <a:pt x="199708" y="-4127"/>
                    <a:pt x="214947" y="12382"/>
                  </a:cubicBezTo>
                  <a:cubicBezTo>
                    <a:pt x="231458" y="27623"/>
                    <a:pt x="231458" y="54293"/>
                    <a:pt x="214947" y="69532"/>
                  </a:cubicBezTo>
                  <a:cubicBezTo>
                    <a:pt x="211138" y="73343"/>
                    <a:pt x="207328" y="75882"/>
                    <a:pt x="202247" y="78423"/>
                  </a:cubicBezTo>
                  <a:lnTo>
                    <a:pt x="217488" y="107632"/>
                  </a:lnTo>
                  <a:cubicBezTo>
                    <a:pt x="230188" y="130493"/>
                    <a:pt x="225108" y="159702"/>
                    <a:pt x="207328" y="178752"/>
                  </a:cubicBezTo>
                  <a:lnTo>
                    <a:pt x="161608" y="224473"/>
                  </a:lnTo>
                  <a:cubicBezTo>
                    <a:pt x="157797" y="228282"/>
                    <a:pt x="151447" y="228282"/>
                    <a:pt x="147638" y="224473"/>
                  </a:cubicBezTo>
                  <a:cubicBezTo>
                    <a:pt x="143828" y="220662"/>
                    <a:pt x="143828" y="214312"/>
                    <a:pt x="147638" y="210502"/>
                  </a:cubicBezTo>
                  <a:lnTo>
                    <a:pt x="193358" y="164782"/>
                  </a:lnTo>
                  <a:cubicBezTo>
                    <a:pt x="206058" y="152082"/>
                    <a:pt x="208597" y="133032"/>
                    <a:pt x="200978" y="117793"/>
                  </a:cubicBezTo>
                  <a:lnTo>
                    <a:pt x="180658" y="78423"/>
                  </a:lnTo>
                  <a:cubicBezTo>
                    <a:pt x="176847" y="70802"/>
                    <a:pt x="181928" y="63182"/>
                    <a:pt x="189547" y="61912"/>
                  </a:cubicBezTo>
                  <a:cubicBezTo>
                    <a:pt x="193358" y="61912"/>
                    <a:pt x="198438" y="59373"/>
                    <a:pt x="202247" y="55562"/>
                  </a:cubicBezTo>
                  <a:cubicBezTo>
                    <a:pt x="208597" y="46673"/>
                    <a:pt x="208597" y="33973"/>
                    <a:pt x="200978" y="2635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1" name="Полилиния: фигура 177">
              <a:extLst>
                <a:ext uri="{FF2B5EF4-FFF2-40B4-BE49-F238E27FC236}">
                  <a16:creationId xmlns:a16="http://schemas.microsoft.com/office/drawing/2014/main" id="{F4A0D027-CDC5-9B1B-41C8-497EBDB39E71}"/>
                </a:ext>
              </a:extLst>
            </p:cNvPr>
            <p:cNvSpPr/>
            <p:nvPr/>
          </p:nvSpPr>
          <p:spPr>
            <a:xfrm>
              <a:off x="5756592" y="5027612"/>
              <a:ext cx="55244" cy="55244"/>
            </a:xfrm>
            <a:custGeom>
              <a:avLst/>
              <a:gdLst>
                <a:gd name="connsiteX0" fmla="*/ 52387 w 55244"/>
                <a:gd name="connsiteY0" fmla="*/ 2858 h 55244"/>
                <a:gd name="connsiteX1" fmla="*/ 52387 w 55244"/>
                <a:gd name="connsiteY1" fmla="*/ 16828 h 55244"/>
                <a:gd name="connsiteX2" fmla="*/ 16827 w 55244"/>
                <a:gd name="connsiteY2" fmla="*/ 52388 h 55244"/>
                <a:gd name="connsiteX3" fmla="*/ 2857 w 55244"/>
                <a:gd name="connsiteY3" fmla="*/ 52388 h 55244"/>
                <a:gd name="connsiteX4" fmla="*/ 2857 w 55244"/>
                <a:gd name="connsiteY4" fmla="*/ 38418 h 55244"/>
                <a:gd name="connsiteX5" fmla="*/ 38417 w 55244"/>
                <a:gd name="connsiteY5" fmla="*/ 2858 h 55244"/>
                <a:gd name="connsiteX6" fmla="*/ 52387 w 55244"/>
                <a:gd name="connsiteY6" fmla="*/ 2858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4" h="55244">
                  <a:moveTo>
                    <a:pt x="52387" y="2858"/>
                  </a:moveTo>
                  <a:cubicBezTo>
                    <a:pt x="56198" y="6668"/>
                    <a:pt x="56198" y="13018"/>
                    <a:pt x="52387" y="16828"/>
                  </a:cubicBezTo>
                  <a:lnTo>
                    <a:pt x="16827" y="52388"/>
                  </a:lnTo>
                  <a:cubicBezTo>
                    <a:pt x="13017" y="56197"/>
                    <a:pt x="6667" y="56197"/>
                    <a:pt x="2857" y="52388"/>
                  </a:cubicBezTo>
                  <a:cubicBezTo>
                    <a:pt x="-952" y="48578"/>
                    <a:pt x="-952" y="42228"/>
                    <a:pt x="2857" y="38418"/>
                  </a:cubicBezTo>
                  <a:lnTo>
                    <a:pt x="38417" y="2858"/>
                  </a:lnTo>
                  <a:cubicBezTo>
                    <a:pt x="42227" y="-953"/>
                    <a:pt x="48577" y="-953"/>
                    <a:pt x="5238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2" name="Полилиния: фигура 178">
              <a:extLst>
                <a:ext uri="{FF2B5EF4-FFF2-40B4-BE49-F238E27FC236}">
                  <a16:creationId xmlns:a16="http://schemas.microsoft.com/office/drawing/2014/main" id="{2808279B-81CD-E69D-D061-47F290BA3E78}"/>
                </a:ext>
              </a:extLst>
            </p:cNvPr>
            <p:cNvSpPr/>
            <p:nvPr/>
          </p:nvSpPr>
          <p:spPr>
            <a:xfrm>
              <a:off x="5842952" y="5113972"/>
              <a:ext cx="55245" cy="55244"/>
            </a:xfrm>
            <a:custGeom>
              <a:avLst/>
              <a:gdLst>
                <a:gd name="connsiteX0" fmla="*/ 52388 w 55245"/>
                <a:gd name="connsiteY0" fmla="*/ 16827 h 55244"/>
                <a:gd name="connsiteX1" fmla="*/ 52388 w 55245"/>
                <a:gd name="connsiteY1" fmla="*/ 2857 h 55244"/>
                <a:gd name="connsiteX2" fmla="*/ 38418 w 55245"/>
                <a:gd name="connsiteY2" fmla="*/ 2857 h 55244"/>
                <a:gd name="connsiteX3" fmla="*/ 2857 w 55245"/>
                <a:gd name="connsiteY3" fmla="*/ 38418 h 55244"/>
                <a:gd name="connsiteX4" fmla="*/ 2857 w 55245"/>
                <a:gd name="connsiteY4" fmla="*/ 52387 h 55244"/>
                <a:gd name="connsiteX5" fmla="*/ 16827 w 55245"/>
                <a:gd name="connsiteY5" fmla="*/ 52387 h 55244"/>
                <a:gd name="connsiteX6" fmla="*/ 52388 w 55245"/>
                <a:gd name="connsiteY6" fmla="*/ 16827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5" h="55244">
                  <a:moveTo>
                    <a:pt x="52388" y="16827"/>
                  </a:moveTo>
                  <a:cubicBezTo>
                    <a:pt x="56198" y="13018"/>
                    <a:pt x="56198" y="6668"/>
                    <a:pt x="52388" y="2857"/>
                  </a:cubicBezTo>
                  <a:cubicBezTo>
                    <a:pt x="48577" y="-952"/>
                    <a:pt x="42227" y="-952"/>
                    <a:pt x="38418" y="2857"/>
                  </a:cubicBezTo>
                  <a:lnTo>
                    <a:pt x="2857" y="38418"/>
                  </a:lnTo>
                  <a:cubicBezTo>
                    <a:pt x="-952" y="42227"/>
                    <a:pt x="-952" y="48577"/>
                    <a:pt x="2857" y="52387"/>
                  </a:cubicBezTo>
                  <a:cubicBezTo>
                    <a:pt x="6668" y="56198"/>
                    <a:pt x="13018" y="56198"/>
                    <a:pt x="16827" y="52387"/>
                  </a:cubicBezTo>
                  <a:lnTo>
                    <a:pt x="52388" y="1682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3" name="Полилиния: фигура 179">
              <a:extLst>
                <a:ext uri="{FF2B5EF4-FFF2-40B4-BE49-F238E27FC236}">
                  <a16:creationId xmlns:a16="http://schemas.microsoft.com/office/drawing/2014/main" id="{53BCBEF1-203F-CB6B-735D-1525853A685A}"/>
                </a:ext>
              </a:extLst>
            </p:cNvPr>
            <p:cNvSpPr/>
            <p:nvPr/>
          </p:nvSpPr>
          <p:spPr>
            <a:xfrm>
              <a:off x="5813742" y="5084762"/>
              <a:ext cx="55244" cy="55244"/>
            </a:xfrm>
            <a:custGeom>
              <a:avLst/>
              <a:gdLst>
                <a:gd name="connsiteX0" fmla="*/ 52387 w 55244"/>
                <a:gd name="connsiteY0" fmla="*/ 2858 h 55244"/>
                <a:gd name="connsiteX1" fmla="*/ 52387 w 55244"/>
                <a:gd name="connsiteY1" fmla="*/ 16828 h 55244"/>
                <a:gd name="connsiteX2" fmla="*/ 16827 w 55244"/>
                <a:gd name="connsiteY2" fmla="*/ 52388 h 55244"/>
                <a:gd name="connsiteX3" fmla="*/ 2857 w 55244"/>
                <a:gd name="connsiteY3" fmla="*/ 52388 h 55244"/>
                <a:gd name="connsiteX4" fmla="*/ 2857 w 55244"/>
                <a:gd name="connsiteY4" fmla="*/ 38418 h 55244"/>
                <a:gd name="connsiteX5" fmla="*/ 38417 w 55244"/>
                <a:gd name="connsiteY5" fmla="*/ 2858 h 55244"/>
                <a:gd name="connsiteX6" fmla="*/ 52387 w 55244"/>
                <a:gd name="connsiteY6" fmla="*/ 2858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4" h="55244">
                  <a:moveTo>
                    <a:pt x="52387" y="2858"/>
                  </a:moveTo>
                  <a:cubicBezTo>
                    <a:pt x="56198" y="6668"/>
                    <a:pt x="56198" y="13018"/>
                    <a:pt x="52387" y="16828"/>
                  </a:cubicBezTo>
                  <a:lnTo>
                    <a:pt x="16827" y="52388"/>
                  </a:lnTo>
                  <a:cubicBezTo>
                    <a:pt x="13017" y="56197"/>
                    <a:pt x="6667" y="56197"/>
                    <a:pt x="2857" y="52388"/>
                  </a:cubicBezTo>
                  <a:cubicBezTo>
                    <a:pt x="-952" y="48578"/>
                    <a:pt x="-952" y="42228"/>
                    <a:pt x="2857" y="38418"/>
                  </a:cubicBezTo>
                  <a:lnTo>
                    <a:pt x="38417" y="2858"/>
                  </a:lnTo>
                  <a:cubicBezTo>
                    <a:pt x="42227" y="-953"/>
                    <a:pt x="48577" y="-953"/>
                    <a:pt x="5238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4" name="Полилиния: фигура 180">
              <a:extLst>
                <a:ext uri="{FF2B5EF4-FFF2-40B4-BE49-F238E27FC236}">
                  <a16:creationId xmlns:a16="http://schemas.microsoft.com/office/drawing/2014/main" id="{52C8548E-78DB-7E12-5729-19ADD017A9C1}"/>
                </a:ext>
              </a:extLst>
            </p:cNvPr>
            <p:cNvSpPr/>
            <p:nvPr/>
          </p:nvSpPr>
          <p:spPr>
            <a:xfrm>
              <a:off x="5785802" y="5056822"/>
              <a:ext cx="55245" cy="55244"/>
            </a:xfrm>
            <a:custGeom>
              <a:avLst/>
              <a:gdLst>
                <a:gd name="connsiteX0" fmla="*/ 52388 w 55245"/>
                <a:gd name="connsiteY0" fmla="*/ 16827 h 55244"/>
                <a:gd name="connsiteX1" fmla="*/ 52388 w 55245"/>
                <a:gd name="connsiteY1" fmla="*/ 2857 h 55244"/>
                <a:gd name="connsiteX2" fmla="*/ 38418 w 55245"/>
                <a:gd name="connsiteY2" fmla="*/ 2857 h 55244"/>
                <a:gd name="connsiteX3" fmla="*/ 2857 w 55245"/>
                <a:gd name="connsiteY3" fmla="*/ 38418 h 55244"/>
                <a:gd name="connsiteX4" fmla="*/ 2857 w 55245"/>
                <a:gd name="connsiteY4" fmla="*/ 52387 h 55244"/>
                <a:gd name="connsiteX5" fmla="*/ 16827 w 55245"/>
                <a:gd name="connsiteY5" fmla="*/ 52387 h 55244"/>
                <a:gd name="connsiteX6" fmla="*/ 52388 w 55245"/>
                <a:gd name="connsiteY6" fmla="*/ 16827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5" h="55244">
                  <a:moveTo>
                    <a:pt x="52388" y="16827"/>
                  </a:moveTo>
                  <a:cubicBezTo>
                    <a:pt x="56198" y="13018"/>
                    <a:pt x="56198" y="6668"/>
                    <a:pt x="52388" y="2857"/>
                  </a:cubicBezTo>
                  <a:cubicBezTo>
                    <a:pt x="48577" y="-952"/>
                    <a:pt x="42227" y="-952"/>
                    <a:pt x="38418" y="2857"/>
                  </a:cubicBezTo>
                  <a:lnTo>
                    <a:pt x="2857" y="38418"/>
                  </a:lnTo>
                  <a:cubicBezTo>
                    <a:pt x="-952" y="42227"/>
                    <a:pt x="-952" y="48577"/>
                    <a:pt x="2857" y="52387"/>
                  </a:cubicBezTo>
                  <a:cubicBezTo>
                    <a:pt x="6668" y="56198"/>
                    <a:pt x="13018" y="56198"/>
                    <a:pt x="16827" y="52387"/>
                  </a:cubicBezTo>
                  <a:lnTo>
                    <a:pt x="52388" y="1682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25" name="Рисунок 2">
            <a:extLst>
              <a:ext uri="{FF2B5EF4-FFF2-40B4-BE49-F238E27FC236}">
                <a16:creationId xmlns:a16="http://schemas.microsoft.com/office/drawing/2014/main" id="{B69DB0FE-B27F-AC5C-9245-EEB717F146E1}"/>
              </a:ext>
            </a:extLst>
          </p:cNvPr>
          <p:cNvGrpSpPr/>
          <p:nvPr/>
        </p:nvGrpSpPr>
        <p:grpSpPr>
          <a:xfrm>
            <a:off x="8363026" y="5012061"/>
            <a:ext cx="243839" cy="254000"/>
            <a:chOff x="8514080" y="4958079"/>
            <a:chExt cx="243839" cy="254000"/>
          </a:xfrm>
          <a:solidFill>
            <a:schemeClr val="bg1"/>
          </a:solidFill>
        </p:grpSpPr>
        <p:sp>
          <p:nvSpPr>
            <p:cNvPr id="526" name="Полилиния: фигура 182">
              <a:extLst>
                <a:ext uri="{FF2B5EF4-FFF2-40B4-BE49-F238E27FC236}">
                  <a16:creationId xmlns:a16="http://schemas.microsoft.com/office/drawing/2014/main" id="{BD7E4B8E-C5AC-E7C1-2CBE-61DAC5FB3194}"/>
                </a:ext>
              </a:extLst>
            </p:cNvPr>
            <p:cNvSpPr/>
            <p:nvPr/>
          </p:nvSpPr>
          <p:spPr>
            <a:xfrm>
              <a:off x="8585200" y="5110479"/>
              <a:ext cx="30480" cy="20320"/>
            </a:xfrm>
            <a:custGeom>
              <a:avLst/>
              <a:gdLst>
                <a:gd name="connsiteX0" fmla="*/ 10160 w 30480"/>
                <a:gd name="connsiteY0" fmla="*/ 0 h 20320"/>
                <a:gd name="connsiteX1" fmla="*/ 0 w 30480"/>
                <a:gd name="connsiteY1" fmla="*/ 10160 h 20320"/>
                <a:gd name="connsiteX2" fmla="*/ 10160 w 30480"/>
                <a:gd name="connsiteY2" fmla="*/ 20320 h 20320"/>
                <a:gd name="connsiteX3" fmla="*/ 20320 w 30480"/>
                <a:gd name="connsiteY3" fmla="*/ 20320 h 20320"/>
                <a:gd name="connsiteX4" fmla="*/ 30480 w 30480"/>
                <a:gd name="connsiteY4" fmla="*/ 10160 h 20320"/>
                <a:gd name="connsiteX5" fmla="*/ 20320 w 30480"/>
                <a:gd name="connsiteY5" fmla="*/ 0 h 20320"/>
                <a:gd name="connsiteX6" fmla="*/ 10160 w 3048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8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7" name="Полилиния: фигура 183">
              <a:extLst>
                <a:ext uri="{FF2B5EF4-FFF2-40B4-BE49-F238E27FC236}">
                  <a16:creationId xmlns:a16="http://schemas.microsoft.com/office/drawing/2014/main" id="{367CD3C9-041B-0D89-2D87-C484E0823895}"/>
                </a:ext>
              </a:extLst>
            </p:cNvPr>
            <p:cNvSpPr/>
            <p:nvPr/>
          </p:nvSpPr>
          <p:spPr>
            <a:xfrm>
              <a:off x="8656319" y="5110479"/>
              <a:ext cx="30480" cy="20320"/>
            </a:xfrm>
            <a:custGeom>
              <a:avLst/>
              <a:gdLst>
                <a:gd name="connsiteX0" fmla="*/ 10161 w 30480"/>
                <a:gd name="connsiteY0" fmla="*/ 0 h 20320"/>
                <a:gd name="connsiteX1" fmla="*/ 0 w 30480"/>
                <a:gd name="connsiteY1" fmla="*/ 10160 h 20320"/>
                <a:gd name="connsiteX2" fmla="*/ 10161 w 30480"/>
                <a:gd name="connsiteY2" fmla="*/ 20320 h 20320"/>
                <a:gd name="connsiteX3" fmla="*/ 20320 w 30480"/>
                <a:gd name="connsiteY3" fmla="*/ 20320 h 20320"/>
                <a:gd name="connsiteX4" fmla="*/ 30480 w 30480"/>
                <a:gd name="connsiteY4" fmla="*/ 10160 h 20320"/>
                <a:gd name="connsiteX5" fmla="*/ 20320 w 30480"/>
                <a:gd name="connsiteY5" fmla="*/ 0 h 20320"/>
                <a:gd name="connsiteX6" fmla="*/ 10161 w 3048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80" h="20320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8" name="Полилиния: фигура 184">
              <a:extLst>
                <a:ext uri="{FF2B5EF4-FFF2-40B4-BE49-F238E27FC236}">
                  <a16:creationId xmlns:a16="http://schemas.microsoft.com/office/drawing/2014/main" id="{A93D7A8A-E2F1-86FA-1F51-D7540CAEE10C}"/>
                </a:ext>
              </a:extLst>
            </p:cNvPr>
            <p:cNvSpPr/>
            <p:nvPr/>
          </p:nvSpPr>
          <p:spPr>
            <a:xfrm>
              <a:off x="8514080" y="4958079"/>
              <a:ext cx="243839" cy="254000"/>
            </a:xfrm>
            <a:custGeom>
              <a:avLst/>
              <a:gdLst>
                <a:gd name="connsiteX0" fmla="*/ 203200 w 243839"/>
                <a:gd name="connsiteY0" fmla="*/ 242570 h 254000"/>
                <a:gd name="connsiteX1" fmla="*/ 203200 w 243839"/>
                <a:gd name="connsiteY1" fmla="*/ 172720 h 254000"/>
                <a:gd name="connsiteX2" fmla="*/ 232410 w 243839"/>
                <a:gd name="connsiteY2" fmla="*/ 172720 h 254000"/>
                <a:gd name="connsiteX3" fmla="*/ 243839 w 243839"/>
                <a:gd name="connsiteY3" fmla="*/ 161290 h 254000"/>
                <a:gd name="connsiteX4" fmla="*/ 243839 w 243839"/>
                <a:gd name="connsiteY4" fmla="*/ 81280 h 254000"/>
                <a:gd name="connsiteX5" fmla="*/ 162560 w 243839"/>
                <a:gd name="connsiteY5" fmla="*/ 0 h 254000"/>
                <a:gd name="connsiteX6" fmla="*/ 157480 w 243839"/>
                <a:gd name="connsiteY6" fmla="*/ 0 h 254000"/>
                <a:gd name="connsiteX7" fmla="*/ 148589 w 243839"/>
                <a:gd name="connsiteY7" fmla="*/ 5080 h 254000"/>
                <a:gd name="connsiteX8" fmla="*/ 121920 w 243839"/>
                <a:gd name="connsiteY8" fmla="*/ 43180 h 254000"/>
                <a:gd name="connsiteX9" fmla="*/ 95250 w 243839"/>
                <a:gd name="connsiteY9" fmla="*/ 5080 h 254000"/>
                <a:gd name="connsiteX10" fmla="*/ 86360 w 243839"/>
                <a:gd name="connsiteY10" fmla="*/ 0 h 254000"/>
                <a:gd name="connsiteX11" fmla="*/ 81280 w 243839"/>
                <a:gd name="connsiteY11" fmla="*/ 0 h 254000"/>
                <a:gd name="connsiteX12" fmla="*/ 0 w 243839"/>
                <a:gd name="connsiteY12" fmla="*/ 81280 h 254000"/>
                <a:gd name="connsiteX13" fmla="*/ 0 w 243839"/>
                <a:gd name="connsiteY13" fmla="*/ 161290 h 254000"/>
                <a:gd name="connsiteX14" fmla="*/ 11430 w 243839"/>
                <a:gd name="connsiteY14" fmla="*/ 172720 h 254000"/>
                <a:gd name="connsiteX15" fmla="*/ 40639 w 243839"/>
                <a:gd name="connsiteY15" fmla="*/ 172720 h 254000"/>
                <a:gd name="connsiteX16" fmla="*/ 40639 w 243839"/>
                <a:gd name="connsiteY16" fmla="*/ 242570 h 254000"/>
                <a:gd name="connsiteX17" fmla="*/ 52070 w 243839"/>
                <a:gd name="connsiteY17" fmla="*/ 254000 h 254000"/>
                <a:gd name="connsiteX18" fmla="*/ 191770 w 243839"/>
                <a:gd name="connsiteY18" fmla="*/ 254000 h 254000"/>
                <a:gd name="connsiteX19" fmla="*/ 203200 w 243839"/>
                <a:gd name="connsiteY19" fmla="*/ 242570 h 254000"/>
                <a:gd name="connsiteX20" fmla="*/ 20320 w 243839"/>
                <a:gd name="connsiteY20" fmla="*/ 81280 h 254000"/>
                <a:gd name="connsiteX21" fmla="*/ 81280 w 243839"/>
                <a:gd name="connsiteY21" fmla="*/ 20320 h 254000"/>
                <a:gd name="connsiteX22" fmla="*/ 111760 w 243839"/>
                <a:gd name="connsiteY22" fmla="*/ 63500 h 254000"/>
                <a:gd name="connsiteX23" fmla="*/ 111760 w 243839"/>
                <a:gd name="connsiteY23" fmla="*/ 232410 h 254000"/>
                <a:gd name="connsiteX24" fmla="*/ 60960 w 243839"/>
                <a:gd name="connsiteY24" fmla="*/ 232410 h 254000"/>
                <a:gd name="connsiteX25" fmla="*/ 60960 w 243839"/>
                <a:gd name="connsiteY25" fmla="*/ 71120 h 254000"/>
                <a:gd name="connsiteX26" fmla="*/ 50800 w 243839"/>
                <a:gd name="connsiteY26" fmla="*/ 60960 h 254000"/>
                <a:gd name="connsiteX27" fmla="*/ 40639 w 243839"/>
                <a:gd name="connsiteY27" fmla="*/ 71120 h 254000"/>
                <a:gd name="connsiteX28" fmla="*/ 40639 w 243839"/>
                <a:gd name="connsiteY28" fmla="*/ 152400 h 254000"/>
                <a:gd name="connsiteX29" fmla="*/ 20320 w 243839"/>
                <a:gd name="connsiteY29" fmla="*/ 152400 h 254000"/>
                <a:gd name="connsiteX30" fmla="*/ 20320 w 243839"/>
                <a:gd name="connsiteY30" fmla="*/ 81280 h 254000"/>
                <a:gd name="connsiteX31" fmla="*/ 132080 w 243839"/>
                <a:gd name="connsiteY31" fmla="*/ 232410 h 254000"/>
                <a:gd name="connsiteX32" fmla="*/ 132080 w 243839"/>
                <a:gd name="connsiteY32" fmla="*/ 63500 h 254000"/>
                <a:gd name="connsiteX33" fmla="*/ 162560 w 243839"/>
                <a:gd name="connsiteY33" fmla="*/ 20320 h 254000"/>
                <a:gd name="connsiteX34" fmla="*/ 223520 w 243839"/>
                <a:gd name="connsiteY34" fmla="*/ 81280 h 254000"/>
                <a:gd name="connsiteX35" fmla="*/ 223520 w 243839"/>
                <a:gd name="connsiteY35" fmla="*/ 152400 h 254000"/>
                <a:gd name="connsiteX36" fmla="*/ 203200 w 243839"/>
                <a:gd name="connsiteY36" fmla="*/ 152400 h 254000"/>
                <a:gd name="connsiteX37" fmla="*/ 203200 w 243839"/>
                <a:gd name="connsiteY37" fmla="*/ 71120 h 254000"/>
                <a:gd name="connsiteX38" fmla="*/ 193039 w 243839"/>
                <a:gd name="connsiteY38" fmla="*/ 60960 h 254000"/>
                <a:gd name="connsiteX39" fmla="*/ 182880 w 243839"/>
                <a:gd name="connsiteY39" fmla="*/ 71120 h 254000"/>
                <a:gd name="connsiteX40" fmla="*/ 182880 w 243839"/>
                <a:gd name="connsiteY40" fmla="*/ 233680 h 254000"/>
                <a:gd name="connsiteX41" fmla="*/ 132080 w 243839"/>
                <a:gd name="connsiteY41" fmla="*/ 23368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43839" h="254000">
                  <a:moveTo>
                    <a:pt x="203200" y="242570"/>
                  </a:moveTo>
                  <a:lnTo>
                    <a:pt x="203200" y="172720"/>
                  </a:lnTo>
                  <a:lnTo>
                    <a:pt x="232410" y="172720"/>
                  </a:lnTo>
                  <a:cubicBezTo>
                    <a:pt x="238760" y="172720"/>
                    <a:pt x="243839" y="167640"/>
                    <a:pt x="243839" y="161290"/>
                  </a:cubicBezTo>
                  <a:lnTo>
                    <a:pt x="243839" y="81280"/>
                  </a:lnTo>
                  <a:cubicBezTo>
                    <a:pt x="243839" y="36830"/>
                    <a:pt x="207010" y="0"/>
                    <a:pt x="162560" y="0"/>
                  </a:cubicBezTo>
                  <a:lnTo>
                    <a:pt x="157480" y="0"/>
                  </a:lnTo>
                  <a:cubicBezTo>
                    <a:pt x="153670" y="0"/>
                    <a:pt x="149860" y="1270"/>
                    <a:pt x="148589" y="5080"/>
                  </a:cubicBezTo>
                  <a:lnTo>
                    <a:pt x="121920" y="43180"/>
                  </a:lnTo>
                  <a:lnTo>
                    <a:pt x="95250" y="5080"/>
                  </a:lnTo>
                  <a:cubicBezTo>
                    <a:pt x="92710" y="2540"/>
                    <a:pt x="90170" y="0"/>
                    <a:pt x="86360" y="0"/>
                  </a:cubicBezTo>
                  <a:lnTo>
                    <a:pt x="81280" y="0"/>
                  </a:lnTo>
                  <a:cubicBezTo>
                    <a:pt x="36830" y="0"/>
                    <a:pt x="0" y="36830"/>
                    <a:pt x="0" y="81280"/>
                  </a:cubicBezTo>
                  <a:lnTo>
                    <a:pt x="0" y="161290"/>
                  </a:lnTo>
                  <a:cubicBezTo>
                    <a:pt x="0" y="167640"/>
                    <a:pt x="5080" y="172720"/>
                    <a:pt x="11430" y="172720"/>
                  </a:cubicBezTo>
                  <a:lnTo>
                    <a:pt x="40639" y="172720"/>
                  </a:lnTo>
                  <a:lnTo>
                    <a:pt x="40639" y="242570"/>
                  </a:lnTo>
                  <a:cubicBezTo>
                    <a:pt x="40639" y="248920"/>
                    <a:pt x="45720" y="254000"/>
                    <a:pt x="52070" y="254000"/>
                  </a:cubicBezTo>
                  <a:lnTo>
                    <a:pt x="191770" y="254000"/>
                  </a:lnTo>
                  <a:cubicBezTo>
                    <a:pt x="198120" y="252730"/>
                    <a:pt x="203200" y="247650"/>
                    <a:pt x="203200" y="242570"/>
                  </a:cubicBezTo>
                  <a:close/>
                  <a:moveTo>
                    <a:pt x="20320" y="81280"/>
                  </a:moveTo>
                  <a:cubicBezTo>
                    <a:pt x="20320" y="48260"/>
                    <a:pt x="46989" y="20320"/>
                    <a:pt x="81280" y="20320"/>
                  </a:cubicBezTo>
                  <a:lnTo>
                    <a:pt x="111760" y="63500"/>
                  </a:lnTo>
                  <a:lnTo>
                    <a:pt x="111760" y="232410"/>
                  </a:lnTo>
                  <a:lnTo>
                    <a:pt x="60960" y="232410"/>
                  </a:lnTo>
                  <a:lnTo>
                    <a:pt x="60960" y="71120"/>
                  </a:lnTo>
                  <a:cubicBezTo>
                    <a:pt x="60960" y="66040"/>
                    <a:pt x="55880" y="60960"/>
                    <a:pt x="50800" y="60960"/>
                  </a:cubicBezTo>
                  <a:cubicBezTo>
                    <a:pt x="45720" y="60960"/>
                    <a:pt x="40639" y="66040"/>
                    <a:pt x="40639" y="71120"/>
                  </a:cubicBezTo>
                  <a:lnTo>
                    <a:pt x="40639" y="152400"/>
                  </a:lnTo>
                  <a:lnTo>
                    <a:pt x="20320" y="152400"/>
                  </a:lnTo>
                  <a:lnTo>
                    <a:pt x="20320" y="81280"/>
                  </a:lnTo>
                  <a:close/>
                  <a:moveTo>
                    <a:pt x="132080" y="232410"/>
                  </a:moveTo>
                  <a:lnTo>
                    <a:pt x="132080" y="63500"/>
                  </a:lnTo>
                  <a:lnTo>
                    <a:pt x="162560" y="20320"/>
                  </a:lnTo>
                  <a:cubicBezTo>
                    <a:pt x="195580" y="20320"/>
                    <a:pt x="223520" y="48260"/>
                    <a:pt x="223520" y="81280"/>
                  </a:cubicBezTo>
                  <a:lnTo>
                    <a:pt x="223520" y="152400"/>
                  </a:lnTo>
                  <a:lnTo>
                    <a:pt x="203200" y="152400"/>
                  </a:lnTo>
                  <a:lnTo>
                    <a:pt x="203200" y="71120"/>
                  </a:lnTo>
                  <a:cubicBezTo>
                    <a:pt x="203200" y="66040"/>
                    <a:pt x="198120" y="60960"/>
                    <a:pt x="193039" y="60960"/>
                  </a:cubicBezTo>
                  <a:cubicBezTo>
                    <a:pt x="187960" y="60960"/>
                    <a:pt x="182880" y="66040"/>
                    <a:pt x="182880" y="71120"/>
                  </a:cubicBezTo>
                  <a:lnTo>
                    <a:pt x="182880" y="233680"/>
                  </a:lnTo>
                  <a:lnTo>
                    <a:pt x="132080" y="2336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29" name="Рисунок 2">
            <a:extLst>
              <a:ext uri="{FF2B5EF4-FFF2-40B4-BE49-F238E27FC236}">
                <a16:creationId xmlns:a16="http://schemas.microsoft.com/office/drawing/2014/main" id="{F8A3A324-827D-D2AD-07AE-46BD1745E6CB}"/>
              </a:ext>
            </a:extLst>
          </p:cNvPr>
          <p:cNvGrpSpPr/>
          <p:nvPr/>
        </p:nvGrpSpPr>
        <p:grpSpPr>
          <a:xfrm>
            <a:off x="11205436" y="5010791"/>
            <a:ext cx="262890" cy="254317"/>
            <a:chOff x="11300459" y="4956809"/>
            <a:chExt cx="262890" cy="254317"/>
          </a:xfrm>
          <a:solidFill>
            <a:schemeClr val="bg1"/>
          </a:solidFill>
        </p:grpSpPr>
        <p:sp>
          <p:nvSpPr>
            <p:cNvPr id="530" name="Полилиния: фигура 188">
              <a:extLst>
                <a:ext uri="{FF2B5EF4-FFF2-40B4-BE49-F238E27FC236}">
                  <a16:creationId xmlns:a16="http://schemas.microsoft.com/office/drawing/2014/main" id="{F504FF45-3B9D-AF3F-5024-EFE439AAF836}"/>
                </a:ext>
              </a:extLst>
            </p:cNvPr>
            <p:cNvSpPr/>
            <p:nvPr/>
          </p:nvSpPr>
          <p:spPr>
            <a:xfrm>
              <a:off x="11300459" y="4956809"/>
              <a:ext cx="20517" cy="29407"/>
            </a:xfrm>
            <a:custGeom>
              <a:avLst/>
              <a:gdLst>
                <a:gd name="connsiteX0" fmla="*/ 20320 w 20517"/>
                <a:gd name="connsiteY0" fmla="*/ 10160 h 29407"/>
                <a:gd name="connsiteX1" fmla="*/ 10160 w 20517"/>
                <a:gd name="connsiteY1" fmla="*/ 0 h 29407"/>
                <a:gd name="connsiteX2" fmla="*/ 0 w 20517"/>
                <a:gd name="connsiteY2" fmla="*/ 10160 h 29407"/>
                <a:gd name="connsiteX3" fmla="*/ 0 w 20517"/>
                <a:gd name="connsiteY3" fmla="*/ 20320 h 29407"/>
                <a:gd name="connsiteX4" fmla="*/ 11430 w 20517"/>
                <a:gd name="connsiteY4" fmla="*/ 29210 h 29407"/>
                <a:gd name="connsiteX5" fmla="*/ 20320 w 20517"/>
                <a:gd name="connsiteY5" fmla="*/ 17780 h 29407"/>
                <a:gd name="connsiteX6" fmla="*/ 20320 w 20517"/>
                <a:gd name="connsiteY6" fmla="*/ 10160 h 2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7" h="29407">
                  <a:moveTo>
                    <a:pt x="20320" y="10160"/>
                  </a:move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3970"/>
                    <a:pt x="0" y="16510"/>
                    <a:pt x="0" y="20320"/>
                  </a:cubicBezTo>
                  <a:cubicBezTo>
                    <a:pt x="0" y="25400"/>
                    <a:pt x="5080" y="30480"/>
                    <a:pt x="11430" y="29210"/>
                  </a:cubicBezTo>
                  <a:cubicBezTo>
                    <a:pt x="16510" y="29210"/>
                    <a:pt x="21590" y="24130"/>
                    <a:pt x="20320" y="17780"/>
                  </a:cubicBezTo>
                  <a:cubicBezTo>
                    <a:pt x="20320" y="16510"/>
                    <a:pt x="20320" y="1397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1" name="Полилиния: фигура 189">
              <a:extLst>
                <a:ext uri="{FF2B5EF4-FFF2-40B4-BE49-F238E27FC236}">
                  <a16:creationId xmlns:a16="http://schemas.microsoft.com/office/drawing/2014/main" id="{E0F057D3-8DF1-38AD-7B5C-3AD9E360BB7B}"/>
                </a:ext>
              </a:extLst>
            </p:cNvPr>
            <p:cNvSpPr/>
            <p:nvPr/>
          </p:nvSpPr>
          <p:spPr>
            <a:xfrm>
              <a:off x="11543030" y="4956809"/>
              <a:ext cx="20319" cy="30480"/>
            </a:xfrm>
            <a:custGeom>
              <a:avLst/>
              <a:gdLst>
                <a:gd name="connsiteX0" fmla="*/ 20320 w 20319"/>
                <a:gd name="connsiteY0" fmla="*/ 10160 h 30480"/>
                <a:gd name="connsiteX1" fmla="*/ 10160 w 20319"/>
                <a:gd name="connsiteY1" fmla="*/ 0 h 30480"/>
                <a:gd name="connsiteX2" fmla="*/ 0 w 20319"/>
                <a:gd name="connsiteY2" fmla="*/ 10160 h 30480"/>
                <a:gd name="connsiteX3" fmla="*/ 0 w 20319"/>
                <a:gd name="connsiteY3" fmla="*/ 19050 h 30480"/>
                <a:gd name="connsiteX4" fmla="*/ 8889 w 20319"/>
                <a:gd name="connsiteY4" fmla="*/ 30480 h 30480"/>
                <a:gd name="connsiteX5" fmla="*/ 20320 w 20319"/>
                <a:gd name="connsiteY5" fmla="*/ 21590 h 30480"/>
                <a:gd name="connsiteX6" fmla="*/ 20320 w 20319"/>
                <a:gd name="connsiteY6" fmla="*/ 10160 h 3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30480">
                  <a:moveTo>
                    <a:pt x="20320" y="10160"/>
                  </a:moveTo>
                  <a:cubicBezTo>
                    <a:pt x="20320" y="5080"/>
                    <a:pt x="15239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2700"/>
                    <a:pt x="0" y="16510"/>
                    <a:pt x="0" y="19050"/>
                  </a:cubicBezTo>
                  <a:cubicBezTo>
                    <a:pt x="0" y="24130"/>
                    <a:pt x="3810" y="29210"/>
                    <a:pt x="8889" y="30480"/>
                  </a:cubicBezTo>
                  <a:cubicBezTo>
                    <a:pt x="13970" y="30480"/>
                    <a:pt x="19050" y="26670"/>
                    <a:pt x="20320" y="21590"/>
                  </a:cubicBezTo>
                  <a:cubicBezTo>
                    <a:pt x="20320" y="17780"/>
                    <a:pt x="20320" y="1397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2" name="Полилиния: фигура 190">
              <a:extLst>
                <a:ext uri="{FF2B5EF4-FFF2-40B4-BE49-F238E27FC236}">
                  <a16:creationId xmlns:a16="http://schemas.microsoft.com/office/drawing/2014/main" id="{B0ACFA6E-5DB8-4775-4F06-D77ECF2D40B5}"/>
                </a:ext>
              </a:extLst>
            </p:cNvPr>
            <p:cNvSpPr/>
            <p:nvPr/>
          </p:nvSpPr>
          <p:spPr>
            <a:xfrm>
              <a:off x="11530603" y="4994586"/>
              <a:ext cx="26720" cy="38176"/>
            </a:xfrm>
            <a:custGeom>
              <a:avLst/>
              <a:gdLst>
                <a:gd name="connsiteX0" fmla="*/ 26397 w 26720"/>
                <a:gd name="connsiteY0" fmla="*/ 13024 h 38176"/>
                <a:gd name="connsiteX1" fmla="*/ 20047 w 26720"/>
                <a:gd name="connsiteY1" fmla="*/ 324 h 38176"/>
                <a:gd name="connsiteX2" fmla="*/ 7347 w 26720"/>
                <a:gd name="connsiteY2" fmla="*/ 6674 h 38176"/>
                <a:gd name="connsiteX3" fmla="*/ 997 w 26720"/>
                <a:gd name="connsiteY3" fmla="*/ 23184 h 38176"/>
                <a:gd name="connsiteX4" fmla="*/ 6077 w 26720"/>
                <a:gd name="connsiteY4" fmla="*/ 37154 h 38176"/>
                <a:gd name="connsiteX5" fmla="*/ 20047 w 26720"/>
                <a:gd name="connsiteY5" fmla="*/ 33344 h 38176"/>
                <a:gd name="connsiteX6" fmla="*/ 26397 w 26720"/>
                <a:gd name="connsiteY6" fmla="*/ 13024 h 3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20" h="38176">
                  <a:moveTo>
                    <a:pt x="26397" y="13024"/>
                  </a:moveTo>
                  <a:cubicBezTo>
                    <a:pt x="27666" y="7944"/>
                    <a:pt x="25127" y="1594"/>
                    <a:pt x="20047" y="324"/>
                  </a:cubicBezTo>
                  <a:cubicBezTo>
                    <a:pt x="14966" y="-946"/>
                    <a:pt x="8616" y="1594"/>
                    <a:pt x="7347" y="6674"/>
                  </a:cubicBezTo>
                  <a:cubicBezTo>
                    <a:pt x="6077" y="11754"/>
                    <a:pt x="3537" y="18104"/>
                    <a:pt x="997" y="23184"/>
                  </a:cubicBezTo>
                  <a:cubicBezTo>
                    <a:pt x="-1544" y="28264"/>
                    <a:pt x="997" y="34614"/>
                    <a:pt x="6077" y="37154"/>
                  </a:cubicBezTo>
                  <a:cubicBezTo>
                    <a:pt x="11156" y="39694"/>
                    <a:pt x="17506" y="37154"/>
                    <a:pt x="20047" y="33344"/>
                  </a:cubicBezTo>
                  <a:cubicBezTo>
                    <a:pt x="21316" y="26994"/>
                    <a:pt x="23856" y="20644"/>
                    <a:pt x="26397" y="1302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3" name="Полилиния: фигура 575">
              <a:extLst>
                <a:ext uri="{FF2B5EF4-FFF2-40B4-BE49-F238E27FC236}">
                  <a16:creationId xmlns:a16="http://schemas.microsoft.com/office/drawing/2014/main" id="{C53EF0FD-CDD5-D12C-B5C5-7F15AC00C2F9}"/>
                </a:ext>
              </a:extLst>
            </p:cNvPr>
            <p:cNvSpPr/>
            <p:nvPr/>
          </p:nvSpPr>
          <p:spPr>
            <a:xfrm>
              <a:off x="11306001" y="4995856"/>
              <a:ext cx="28475" cy="37153"/>
            </a:xfrm>
            <a:custGeom>
              <a:avLst/>
              <a:gdLst>
                <a:gd name="connsiteX0" fmla="*/ 19858 w 28475"/>
                <a:gd name="connsiteY0" fmla="*/ 6674 h 37153"/>
                <a:gd name="connsiteX1" fmla="*/ 7158 w 28475"/>
                <a:gd name="connsiteY1" fmla="*/ 324 h 37153"/>
                <a:gd name="connsiteX2" fmla="*/ 808 w 28475"/>
                <a:gd name="connsiteY2" fmla="*/ 13024 h 37153"/>
                <a:gd name="connsiteX3" fmla="*/ 8429 w 28475"/>
                <a:gd name="connsiteY3" fmla="*/ 32074 h 37153"/>
                <a:gd name="connsiteX4" fmla="*/ 22399 w 28475"/>
                <a:gd name="connsiteY4" fmla="*/ 35884 h 37153"/>
                <a:gd name="connsiteX5" fmla="*/ 27479 w 28475"/>
                <a:gd name="connsiteY5" fmla="*/ 21914 h 37153"/>
                <a:gd name="connsiteX6" fmla="*/ 19858 w 28475"/>
                <a:gd name="connsiteY6" fmla="*/ 6674 h 37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75" h="37153">
                  <a:moveTo>
                    <a:pt x="19858" y="6674"/>
                  </a:moveTo>
                  <a:cubicBezTo>
                    <a:pt x="18589" y="1594"/>
                    <a:pt x="12239" y="-946"/>
                    <a:pt x="7158" y="324"/>
                  </a:cubicBezTo>
                  <a:cubicBezTo>
                    <a:pt x="2079" y="1594"/>
                    <a:pt x="-1732" y="7944"/>
                    <a:pt x="808" y="13024"/>
                  </a:cubicBezTo>
                  <a:cubicBezTo>
                    <a:pt x="3349" y="19374"/>
                    <a:pt x="5889" y="25724"/>
                    <a:pt x="8429" y="32074"/>
                  </a:cubicBezTo>
                  <a:cubicBezTo>
                    <a:pt x="10968" y="37154"/>
                    <a:pt x="17318" y="38424"/>
                    <a:pt x="22399" y="35884"/>
                  </a:cubicBezTo>
                  <a:cubicBezTo>
                    <a:pt x="27479" y="33344"/>
                    <a:pt x="30018" y="26994"/>
                    <a:pt x="27479" y="21914"/>
                  </a:cubicBezTo>
                  <a:cubicBezTo>
                    <a:pt x="23668" y="16834"/>
                    <a:pt x="21129" y="11754"/>
                    <a:pt x="19858" y="667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4" name="Полилиния: фигура 576">
              <a:extLst>
                <a:ext uri="{FF2B5EF4-FFF2-40B4-BE49-F238E27FC236}">
                  <a16:creationId xmlns:a16="http://schemas.microsoft.com/office/drawing/2014/main" id="{4F938A5E-22E1-9895-67B7-9299B42E2475}"/>
                </a:ext>
              </a:extLst>
            </p:cNvPr>
            <p:cNvSpPr/>
            <p:nvPr/>
          </p:nvSpPr>
          <p:spPr>
            <a:xfrm>
              <a:off x="11500089" y="5037059"/>
              <a:ext cx="33810" cy="33810"/>
            </a:xfrm>
            <a:custGeom>
              <a:avLst/>
              <a:gdLst>
                <a:gd name="connsiteX0" fmla="*/ 31510 w 33810"/>
                <a:gd name="connsiteY0" fmla="*/ 16270 h 33810"/>
                <a:gd name="connsiteX1" fmla="*/ 30241 w 33810"/>
                <a:gd name="connsiteY1" fmla="*/ 2300 h 33810"/>
                <a:gd name="connsiteX2" fmla="*/ 16270 w 33810"/>
                <a:gd name="connsiteY2" fmla="*/ 3570 h 33810"/>
                <a:gd name="connsiteX3" fmla="*/ 3570 w 33810"/>
                <a:gd name="connsiteY3" fmla="*/ 16270 h 33810"/>
                <a:gd name="connsiteX4" fmla="*/ 2300 w 33810"/>
                <a:gd name="connsiteY4" fmla="*/ 30240 h 33810"/>
                <a:gd name="connsiteX5" fmla="*/ 16270 w 33810"/>
                <a:gd name="connsiteY5" fmla="*/ 31511 h 33810"/>
                <a:gd name="connsiteX6" fmla="*/ 31510 w 33810"/>
                <a:gd name="connsiteY6" fmla="*/ 16270 h 3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10" h="33810">
                  <a:moveTo>
                    <a:pt x="31510" y="16270"/>
                  </a:moveTo>
                  <a:cubicBezTo>
                    <a:pt x="35320" y="12461"/>
                    <a:pt x="34050" y="6111"/>
                    <a:pt x="30241" y="2300"/>
                  </a:cubicBezTo>
                  <a:cubicBezTo>
                    <a:pt x="26430" y="-1510"/>
                    <a:pt x="20080" y="-239"/>
                    <a:pt x="16270" y="3570"/>
                  </a:cubicBezTo>
                  <a:cubicBezTo>
                    <a:pt x="12460" y="7381"/>
                    <a:pt x="8650" y="12461"/>
                    <a:pt x="3570" y="16270"/>
                  </a:cubicBezTo>
                  <a:cubicBezTo>
                    <a:pt x="-240" y="20081"/>
                    <a:pt x="-1509" y="26431"/>
                    <a:pt x="2300" y="30240"/>
                  </a:cubicBezTo>
                  <a:cubicBezTo>
                    <a:pt x="6110" y="34050"/>
                    <a:pt x="12460" y="35320"/>
                    <a:pt x="16270" y="31511"/>
                  </a:cubicBezTo>
                  <a:cubicBezTo>
                    <a:pt x="22620" y="26431"/>
                    <a:pt x="27700" y="21350"/>
                    <a:pt x="31510" y="162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5" name="Полилиния: фигура 577">
              <a:extLst>
                <a:ext uri="{FF2B5EF4-FFF2-40B4-BE49-F238E27FC236}">
                  <a16:creationId xmlns:a16="http://schemas.microsoft.com/office/drawing/2014/main" id="{F325DE20-0011-1917-58E0-2321D9C79AAA}"/>
                </a:ext>
              </a:extLst>
            </p:cNvPr>
            <p:cNvSpPr/>
            <p:nvPr/>
          </p:nvSpPr>
          <p:spPr>
            <a:xfrm>
              <a:off x="11329909" y="5035789"/>
              <a:ext cx="33811" cy="33810"/>
            </a:xfrm>
            <a:custGeom>
              <a:avLst/>
              <a:gdLst>
                <a:gd name="connsiteX0" fmla="*/ 17541 w 33811"/>
                <a:gd name="connsiteY0" fmla="*/ 3570 h 33810"/>
                <a:gd name="connsiteX1" fmla="*/ 3571 w 33811"/>
                <a:gd name="connsiteY1" fmla="*/ 2301 h 33810"/>
                <a:gd name="connsiteX2" fmla="*/ 2300 w 33811"/>
                <a:gd name="connsiteY2" fmla="*/ 16270 h 33810"/>
                <a:gd name="connsiteX3" fmla="*/ 17541 w 33811"/>
                <a:gd name="connsiteY3" fmla="*/ 31510 h 33810"/>
                <a:gd name="connsiteX4" fmla="*/ 31510 w 33811"/>
                <a:gd name="connsiteY4" fmla="*/ 30240 h 33810"/>
                <a:gd name="connsiteX5" fmla="*/ 30241 w 33811"/>
                <a:gd name="connsiteY5" fmla="*/ 16270 h 33810"/>
                <a:gd name="connsiteX6" fmla="*/ 17541 w 33811"/>
                <a:gd name="connsiteY6" fmla="*/ 3570 h 3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11" h="33810">
                  <a:moveTo>
                    <a:pt x="17541" y="3570"/>
                  </a:moveTo>
                  <a:cubicBezTo>
                    <a:pt x="13731" y="-240"/>
                    <a:pt x="7381" y="-1510"/>
                    <a:pt x="3571" y="2301"/>
                  </a:cubicBezTo>
                  <a:cubicBezTo>
                    <a:pt x="-240" y="6110"/>
                    <a:pt x="-1509" y="12460"/>
                    <a:pt x="2300" y="16270"/>
                  </a:cubicBezTo>
                  <a:cubicBezTo>
                    <a:pt x="7381" y="21351"/>
                    <a:pt x="11191" y="26431"/>
                    <a:pt x="17541" y="31510"/>
                  </a:cubicBezTo>
                  <a:cubicBezTo>
                    <a:pt x="21350" y="35320"/>
                    <a:pt x="27700" y="34051"/>
                    <a:pt x="31510" y="30240"/>
                  </a:cubicBezTo>
                  <a:cubicBezTo>
                    <a:pt x="35321" y="26431"/>
                    <a:pt x="34050" y="20081"/>
                    <a:pt x="30241" y="16270"/>
                  </a:cubicBezTo>
                  <a:cubicBezTo>
                    <a:pt x="25160" y="12460"/>
                    <a:pt x="21350" y="8651"/>
                    <a:pt x="17541" y="35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6" name="Полилиния: фигура 578">
              <a:extLst>
                <a:ext uri="{FF2B5EF4-FFF2-40B4-BE49-F238E27FC236}">
                  <a16:creationId xmlns:a16="http://schemas.microsoft.com/office/drawing/2014/main" id="{31A93DC7-D626-D0B6-78A3-0EBB8CACFB48}"/>
                </a:ext>
              </a:extLst>
            </p:cNvPr>
            <p:cNvSpPr/>
            <p:nvPr/>
          </p:nvSpPr>
          <p:spPr>
            <a:xfrm>
              <a:off x="11460156" y="5066029"/>
              <a:ext cx="38149" cy="26993"/>
            </a:xfrm>
            <a:custGeom>
              <a:avLst/>
              <a:gdLst>
                <a:gd name="connsiteX0" fmla="*/ 32074 w 38149"/>
                <a:gd name="connsiteY0" fmla="*/ 19050 h 26993"/>
                <a:gd name="connsiteX1" fmla="*/ 37153 w 38149"/>
                <a:gd name="connsiteY1" fmla="*/ 5080 h 26993"/>
                <a:gd name="connsiteX2" fmla="*/ 23184 w 38149"/>
                <a:gd name="connsiteY2" fmla="*/ 1270 h 26993"/>
                <a:gd name="connsiteX3" fmla="*/ 6674 w 38149"/>
                <a:gd name="connsiteY3" fmla="*/ 7620 h 26993"/>
                <a:gd name="connsiteX4" fmla="*/ 324 w 38149"/>
                <a:gd name="connsiteY4" fmla="*/ 20320 h 26993"/>
                <a:gd name="connsiteX5" fmla="*/ 13024 w 38149"/>
                <a:gd name="connsiteY5" fmla="*/ 26670 h 26993"/>
                <a:gd name="connsiteX6" fmla="*/ 32074 w 38149"/>
                <a:gd name="connsiteY6" fmla="*/ 19050 h 26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49" h="26993">
                  <a:moveTo>
                    <a:pt x="32074" y="19050"/>
                  </a:moveTo>
                  <a:cubicBezTo>
                    <a:pt x="37153" y="16510"/>
                    <a:pt x="39694" y="10160"/>
                    <a:pt x="37153" y="5080"/>
                  </a:cubicBezTo>
                  <a:cubicBezTo>
                    <a:pt x="34613" y="0"/>
                    <a:pt x="28263" y="-1270"/>
                    <a:pt x="23184" y="1270"/>
                  </a:cubicBezTo>
                  <a:cubicBezTo>
                    <a:pt x="18103" y="3810"/>
                    <a:pt x="13024" y="6350"/>
                    <a:pt x="6674" y="7620"/>
                  </a:cubicBezTo>
                  <a:cubicBezTo>
                    <a:pt x="1594" y="8890"/>
                    <a:pt x="-947" y="15240"/>
                    <a:pt x="324" y="20320"/>
                  </a:cubicBezTo>
                  <a:cubicBezTo>
                    <a:pt x="1594" y="25400"/>
                    <a:pt x="7944" y="27940"/>
                    <a:pt x="13024" y="26670"/>
                  </a:cubicBezTo>
                  <a:cubicBezTo>
                    <a:pt x="19374" y="24130"/>
                    <a:pt x="25724" y="21590"/>
                    <a:pt x="32074" y="1905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7" name="Полилиния: фигура 579">
              <a:extLst>
                <a:ext uri="{FF2B5EF4-FFF2-40B4-BE49-F238E27FC236}">
                  <a16:creationId xmlns:a16="http://schemas.microsoft.com/office/drawing/2014/main" id="{8D38138C-16EC-6208-7F39-E086C5721908}"/>
                </a:ext>
              </a:extLst>
            </p:cNvPr>
            <p:cNvSpPr/>
            <p:nvPr/>
          </p:nvSpPr>
          <p:spPr>
            <a:xfrm>
              <a:off x="11366773" y="5066277"/>
              <a:ext cx="38150" cy="26746"/>
            </a:xfrm>
            <a:custGeom>
              <a:avLst/>
              <a:gdLst>
                <a:gd name="connsiteX0" fmla="*/ 14967 w 38150"/>
                <a:gd name="connsiteY0" fmla="*/ 1022 h 26746"/>
                <a:gd name="connsiteX1" fmla="*/ 996 w 38150"/>
                <a:gd name="connsiteY1" fmla="*/ 4832 h 26746"/>
                <a:gd name="connsiteX2" fmla="*/ 6076 w 38150"/>
                <a:gd name="connsiteY2" fmla="*/ 18802 h 26746"/>
                <a:gd name="connsiteX3" fmla="*/ 25126 w 38150"/>
                <a:gd name="connsiteY3" fmla="*/ 26422 h 26746"/>
                <a:gd name="connsiteX4" fmla="*/ 37826 w 38150"/>
                <a:gd name="connsiteY4" fmla="*/ 20072 h 26746"/>
                <a:gd name="connsiteX5" fmla="*/ 31476 w 38150"/>
                <a:gd name="connsiteY5" fmla="*/ 7372 h 26746"/>
                <a:gd name="connsiteX6" fmla="*/ 14967 w 38150"/>
                <a:gd name="connsiteY6" fmla="*/ 1022 h 26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50" h="26746">
                  <a:moveTo>
                    <a:pt x="14967" y="1022"/>
                  </a:moveTo>
                  <a:cubicBezTo>
                    <a:pt x="9886" y="-1518"/>
                    <a:pt x="3536" y="1022"/>
                    <a:pt x="996" y="4832"/>
                  </a:cubicBezTo>
                  <a:cubicBezTo>
                    <a:pt x="-1543" y="8643"/>
                    <a:pt x="996" y="16263"/>
                    <a:pt x="6076" y="18802"/>
                  </a:cubicBezTo>
                  <a:cubicBezTo>
                    <a:pt x="12426" y="21343"/>
                    <a:pt x="18776" y="25152"/>
                    <a:pt x="25126" y="26422"/>
                  </a:cubicBezTo>
                  <a:cubicBezTo>
                    <a:pt x="30207" y="27693"/>
                    <a:pt x="36557" y="25152"/>
                    <a:pt x="37826" y="20072"/>
                  </a:cubicBezTo>
                  <a:cubicBezTo>
                    <a:pt x="39096" y="14993"/>
                    <a:pt x="36557" y="8643"/>
                    <a:pt x="31476" y="7372"/>
                  </a:cubicBezTo>
                  <a:cubicBezTo>
                    <a:pt x="25126" y="6102"/>
                    <a:pt x="20046" y="3563"/>
                    <a:pt x="14967" y="102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8" name="Полилиния: фигура 580">
              <a:extLst>
                <a:ext uri="{FF2B5EF4-FFF2-40B4-BE49-F238E27FC236}">
                  <a16:creationId xmlns:a16="http://schemas.microsoft.com/office/drawing/2014/main" id="{AFFC5D80-EFA0-D877-41A8-EB2B588F9346}"/>
                </a:ext>
              </a:extLst>
            </p:cNvPr>
            <p:cNvSpPr/>
            <p:nvPr/>
          </p:nvSpPr>
          <p:spPr>
            <a:xfrm>
              <a:off x="11412219" y="5078532"/>
              <a:ext cx="38297" cy="20517"/>
            </a:xfrm>
            <a:custGeom>
              <a:avLst/>
              <a:gdLst>
                <a:gd name="connsiteX0" fmla="*/ 11430 w 38297"/>
                <a:gd name="connsiteY0" fmla="*/ 197 h 20517"/>
                <a:gd name="connsiteX1" fmla="*/ 0 w 38297"/>
                <a:gd name="connsiteY1" fmla="*/ 9088 h 20517"/>
                <a:gd name="connsiteX2" fmla="*/ 8890 w 38297"/>
                <a:gd name="connsiteY2" fmla="*/ 20517 h 20517"/>
                <a:gd name="connsiteX3" fmla="*/ 19050 w 38297"/>
                <a:gd name="connsiteY3" fmla="*/ 20517 h 20517"/>
                <a:gd name="connsiteX4" fmla="*/ 29211 w 38297"/>
                <a:gd name="connsiteY4" fmla="*/ 20517 h 20517"/>
                <a:gd name="connsiteX5" fmla="*/ 38100 w 38297"/>
                <a:gd name="connsiteY5" fmla="*/ 9088 h 20517"/>
                <a:gd name="connsiteX6" fmla="*/ 26670 w 38297"/>
                <a:gd name="connsiteY6" fmla="*/ 197 h 20517"/>
                <a:gd name="connsiteX7" fmla="*/ 17780 w 38297"/>
                <a:gd name="connsiteY7" fmla="*/ 197 h 20517"/>
                <a:gd name="connsiteX8" fmla="*/ 11430 w 38297"/>
                <a:gd name="connsiteY8" fmla="*/ 197 h 2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97" h="20517">
                  <a:moveTo>
                    <a:pt x="11430" y="197"/>
                  </a:moveTo>
                  <a:cubicBezTo>
                    <a:pt x="6350" y="197"/>
                    <a:pt x="1270" y="4008"/>
                    <a:pt x="0" y="9088"/>
                  </a:cubicBezTo>
                  <a:cubicBezTo>
                    <a:pt x="0" y="14167"/>
                    <a:pt x="3811" y="19247"/>
                    <a:pt x="8890" y="20517"/>
                  </a:cubicBezTo>
                  <a:cubicBezTo>
                    <a:pt x="12700" y="20517"/>
                    <a:pt x="15240" y="20517"/>
                    <a:pt x="19050" y="20517"/>
                  </a:cubicBezTo>
                  <a:cubicBezTo>
                    <a:pt x="22861" y="20517"/>
                    <a:pt x="25400" y="20517"/>
                    <a:pt x="29211" y="20517"/>
                  </a:cubicBezTo>
                  <a:cubicBezTo>
                    <a:pt x="34290" y="20517"/>
                    <a:pt x="39370" y="15438"/>
                    <a:pt x="38100" y="9088"/>
                  </a:cubicBezTo>
                  <a:cubicBezTo>
                    <a:pt x="38100" y="4008"/>
                    <a:pt x="33020" y="-1073"/>
                    <a:pt x="26670" y="197"/>
                  </a:cubicBezTo>
                  <a:cubicBezTo>
                    <a:pt x="24130" y="197"/>
                    <a:pt x="20320" y="197"/>
                    <a:pt x="17780" y="197"/>
                  </a:cubicBezTo>
                  <a:cubicBezTo>
                    <a:pt x="15240" y="197"/>
                    <a:pt x="13970" y="197"/>
                    <a:pt x="11430" y="19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39" name="Полилиния: фигура 581">
              <a:extLst>
                <a:ext uri="{FF2B5EF4-FFF2-40B4-BE49-F238E27FC236}">
                  <a16:creationId xmlns:a16="http://schemas.microsoft.com/office/drawing/2014/main" id="{461FAB73-FB2F-1FF0-A639-4687140F5FEC}"/>
                </a:ext>
              </a:extLst>
            </p:cNvPr>
            <p:cNvSpPr/>
            <p:nvPr/>
          </p:nvSpPr>
          <p:spPr>
            <a:xfrm>
              <a:off x="11379335" y="5120640"/>
              <a:ext cx="103234" cy="90487"/>
            </a:xfrm>
            <a:custGeom>
              <a:avLst/>
              <a:gdLst>
                <a:gd name="connsiteX0" fmla="*/ 2405 w 103234"/>
                <a:gd name="connsiteY0" fmla="*/ 33020 h 90487"/>
                <a:gd name="connsiteX1" fmla="*/ 23995 w 103234"/>
                <a:gd name="connsiteY1" fmla="*/ 3810 h 90487"/>
                <a:gd name="connsiteX2" fmla="*/ 31614 w 103234"/>
                <a:gd name="connsiteY2" fmla="*/ 0 h 90487"/>
                <a:gd name="connsiteX3" fmla="*/ 72255 w 103234"/>
                <a:gd name="connsiteY3" fmla="*/ 0 h 90487"/>
                <a:gd name="connsiteX4" fmla="*/ 79874 w 103234"/>
                <a:gd name="connsiteY4" fmla="*/ 3810 h 90487"/>
                <a:gd name="connsiteX5" fmla="*/ 101464 w 103234"/>
                <a:gd name="connsiteY5" fmla="*/ 33020 h 90487"/>
                <a:gd name="connsiteX6" fmla="*/ 100195 w 103234"/>
                <a:gd name="connsiteY6" fmla="*/ 45720 h 90487"/>
                <a:gd name="connsiteX7" fmla="*/ 58284 w 103234"/>
                <a:gd name="connsiteY7" fmla="*/ 87630 h 90487"/>
                <a:gd name="connsiteX8" fmla="*/ 44314 w 103234"/>
                <a:gd name="connsiteY8" fmla="*/ 87630 h 90487"/>
                <a:gd name="connsiteX9" fmla="*/ 2405 w 103234"/>
                <a:gd name="connsiteY9" fmla="*/ 45720 h 90487"/>
                <a:gd name="connsiteX10" fmla="*/ 2405 w 103234"/>
                <a:gd name="connsiteY10" fmla="*/ 33020 h 90487"/>
                <a:gd name="connsiteX11" fmla="*/ 51934 w 103234"/>
                <a:gd name="connsiteY11" fmla="*/ 66040 h 90487"/>
                <a:gd name="connsiteX12" fmla="*/ 22724 w 103234"/>
                <a:gd name="connsiteY12" fmla="*/ 36830 h 90487"/>
                <a:gd name="connsiteX13" fmla="*/ 36695 w 103234"/>
                <a:gd name="connsiteY13" fmla="*/ 19050 h 90487"/>
                <a:gd name="connsiteX14" fmla="*/ 67174 w 103234"/>
                <a:gd name="connsiteY14" fmla="*/ 19050 h 90487"/>
                <a:gd name="connsiteX15" fmla="*/ 81145 w 103234"/>
                <a:gd name="connsiteY15" fmla="*/ 36830 h 90487"/>
                <a:gd name="connsiteX16" fmla="*/ 51934 w 103234"/>
                <a:gd name="connsiteY16" fmla="*/ 66040 h 9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3234" h="90487">
                  <a:moveTo>
                    <a:pt x="2405" y="33020"/>
                  </a:moveTo>
                  <a:lnTo>
                    <a:pt x="23995" y="3810"/>
                  </a:lnTo>
                  <a:cubicBezTo>
                    <a:pt x="26534" y="1270"/>
                    <a:pt x="29074" y="0"/>
                    <a:pt x="31614" y="0"/>
                  </a:cubicBezTo>
                  <a:lnTo>
                    <a:pt x="72255" y="0"/>
                  </a:lnTo>
                  <a:cubicBezTo>
                    <a:pt x="74795" y="0"/>
                    <a:pt x="78605" y="1270"/>
                    <a:pt x="79874" y="3810"/>
                  </a:cubicBezTo>
                  <a:lnTo>
                    <a:pt x="101464" y="33020"/>
                  </a:lnTo>
                  <a:cubicBezTo>
                    <a:pt x="104005" y="36830"/>
                    <a:pt x="104005" y="43180"/>
                    <a:pt x="100195" y="45720"/>
                  </a:cubicBezTo>
                  <a:lnTo>
                    <a:pt x="58284" y="87630"/>
                  </a:lnTo>
                  <a:cubicBezTo>
                    <a:pt x="54474" y="91440"/>
                    <a:pt x="48124" y="91440"/>
                    <a:pt x="44314" y="87630"/>
                  </a:cubicBezTo>
                  <a:lnTo>
                    <a:pt x="2405" y="45720"/>
                  </a:lnTo>
                  <a:cubicBezTo>
                    <a:pt x="-136" y="41910"/>
                    <a:pt x="-1405" y="36830"/>
                    <a:pt x="2405" y="33020"/>
                  </a:cubicBezTo>
                  <a:close/>
                  <a:moveTo>
                    <a:pt x="51934" y="66040"/>
                  </a:moveTo>
                  <a:lnTo>
                    <a:pt x="22724" y="36830"/>
                  </a:lnTo>
                  <a:lnTo>
                    <a:pt x="36695" y="19050"/>
                  </a:lnTo>
                  <a:lnTo>
                    <a:pt x="67174" y="19050"/>
                  </a:lnTo>
                  <a:lnTo>
                    <a:pt x="81145" y="36830"/>
                  </a:lnTo>
                  <a:lnTo>
                    <a:pt x="51934" y="660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40" name="Полилиния: фигура 585">
            <a:extLst>
              <a:ext uri="{FF2B5EF4-FFF2-40B4-BE49-F238E27FC236}">
                <a16:creationId xmlns:a16="http://schemas.microsoft.com/office/drawing/2014/main" id="{4C6BA00B-2298-13B4-C76D-9BC640DED6AC}"/>
              </a:ext>
            </a:extLst>
          </p:cNvPr>
          <p:cNvSpPr/>
          <p:nvPr/>
        </p:nvSpPr>
        <p:spPr>
          <a:xfrm>
            <a:off x="7207349" y="5062861"/>
            <a:ext cx="304800" cy="148590"/>
          </a:xfrm>
          <a:custGeom>
            <a:avLst/>
            <a:gdLst>
              <a:gd name="connsiteX0" fmla="*/ 97789 w 304800"/>
              <a:gd name="connsiteY0" fmla="*/ 27940 h 148590"/>
              <a:gd name="connsiteX1" fmla="*/ 83820 w 304800"/>
              <a:gd name="connsiteY1" fmla="*/ 39370 h 148590"/>
              <a:gd name="connsiteX2" fmla="*/ 58420 w 304800"/>
              <a:gd name="connsiteY2" fmla="*/ 64770 h 148590"/>
              <a:gd name="connsiteX3" fmla="*/ 10160 w 304800"/>
              <a:gd name="connsiteY3" fmla="*/ 87630 h 148590"/>
              <a:gd name="connsiteX4" fmla="*/ 0 w 304800"/>
              <a:gd name="connsiteY4" fmla="*/ 77470 h 148590"/>
              <a:gd name="connsiteX5" fmla="*/ 10160 w 304800"/>
              <a:gd name="connsiteY5" fmla="*/ 67310 h 148590"/>
              <a:gd name="connsiteX6" fmla="*/ 43180 w 304800"/>
              <a:gd name="connsiteY6" fmla="*/ 49530 h 148590"/>
              <a:gd name="connsiteX7" fmla="*/ 68580 w 304800"/>
              <a:gd name="connsiteY7" fmla="*/ 24130 h 148590"/>
              <a:gd name="connsiteX8" fmla="*/ 86360 w 304800"/>
              <a:gd name="connsiteY8" fmla="*/ 10160 h 148590"/>
              <a:gd name="connsiteX9" fmla="*/ 111760 w 304800"/>
              <a:gd name="connsiteY9" fmla="*/ 1270 h 148590"/>
              <a:gd name="connsiteX10" fmla="*/ 133350 w 304800"/>
              <a:gd name="connsiteY10" fmla="*/ 6350 h 148590"/>
              <a:gd name="connsiteX11" fmla="*/ 134620 w 304800"/>
              <a:gd name="connsiteY11" fmla="*/ 6350 h 148590"/>
              <a:gd name="connsiteX12" fmla="*/ 152400 w 304800"/>
              <a:gd name="connsiteY12" fmla="*/ 10160 h 148590"/>
              <a:gd name="connsiteX13" fmla="*/ 167639 w 304800"/>
              <a:gd name="connsiteY13" fmla="*/ 6350 h 148590"/>
              <a:gd name="connsiteX14" fmla="*/ 167639 w 304800"/>
              <a:gd name="connsiteY14" fmla="*/ 6350 h 148590"/>
              <a:gd name="connsiteX15" fmla="*/ 193039 w 304800"/>
              <a:gd name="connsiteY15" fmla="*/ 0 h 148590"/>
              <a:gd name="connsiteX16" fmla="*/ 238760 w 304800"/>
              <a:gd name="connsiteY16" fmla="*/ 26670 h 148590"/>
              <a:gd name="connsiteX17" fmla="*/ 240030 w 304800"/>
              <a:gd name="connsiteY17" fmla="*/ 27940 h 148590"/>
              <a:gd name="connsiteX18" fmla="*/ 260350 w 304800"/>
              <a:gd name="connsiteY18" fmla="*/ 48260 h 148590"/>
              <a:gd name="connsiteX19" fmla="*/ 275589 w 304800"/>
              <a:gd name="connsiteY19" fmla="*/ 59690 h 148590"/>
              <a:gd name="connsiteX20" fmla="*/ 294639 w 304800"/>
              <a:gd name="connsiteY20" fmla="*/ 66040 h 148590"/>
              <a:gd name="connsiteX21" fmla="*/ 304800 w 304800"/>
              <a:gd name="connsiteY21" fmla="*/ 76200 h 148590"/>
              <a:gd name="connsiteX22" fmla="*/ 294639 w 304800"/>
              <a:gd name="connsiteY22" fmla="*/ 86360 h 148590"/>
              <a:gd name="connsiteX23" fmla="*/ 265430 w 304800"/>
              <a:gd name="connsiteY23" fmla="*/ 77470 h 148590"/>
              <a:gd name="connsiteX24" fmla="*/ 246380 w 304800"/>
              <a:gd name="connsiteY24" fmla="*/ 63500 h 148590"/>
              <a:gd name="connsiteX25" fmla="*/ 226060 w 304800"/>
              <a:gd name="connsiteY25" fmla="*/ 43180 h 148590"/>
              <a:gd name="connsiteX26" fmla="*/ 193039 w 304800"/>
              <a:gd name="connsiteY26" fmla="*/ 20320 h 148590"/>
              <a:gd name="connsiteX27" fmla="*/ 177800 w 304800"/>
              <a:gd name="connsiteY27" fmla="*/ 24130 h 148590"/>
              <a:gd name="connsiteX28" fmla="*/ 177800 w 304800"/>
              <a:gd name="connsiteY28" fmla="*/ 24130 h 148590"/>
              <a:gd name="connsiteX29" fmla="*/ 152400 w 304800"/>
              <a:gd name="connsiteY29" fmla="*/ 30480 h 148590"/>
              <a:gd name="connsiteX30" fmla="*/ 125730 w 304800"/>
              <a:gd name="connsiteY30" fmla="*/ 24130 h 148590"/>
              <a:gd name="connsiteX31" fmla="*/ 124460 w 304800"/>
              <a:gd name="connsiteY31" fmla="*/ 24130 h 148590"/>
              <a:gd name="connsiteX32" fmla="*/ 110489 w 304800"/>
              <a:gd name="connsiteY32" fmla="*/ 20320 h 148590"/>
              <a:gd name="connsiteX33" fmla="*/ 97789 w 304800"/>
              <a:gd name="connsiteY33" fmla="*/ 27940 h 148590"/>
              <a:gd name="connsiteX34" fmla="*/ 30480 w 304800"/>
              <a:gd name="connsiteY34" fmla="*/ 100330 h 148590"/>
              <a:gd name="connsiteX35" fmla="*/ 44450 w 304800"/>
              <a:gd name="connsiteY35" fmla="*/ 101600 h 148590"/>
              <a:gd name="connsiteX36" fmla="*/ 63500 w 304800"/>
              <a:gd name="connsiteY36" fmla="*/ 118110 h 148590"/>
              <a:gd name="connsiteX37" fmla="*/ 96520 w 304800"/>
              <a:gd name="connsiteY37" fmla="*/ 128270 h 148590"/>
              <a:gd name="connsiteX38" fmla="*/ 143510 w 304800"/>
              <a:gd name="connsiteY38" fmla="*/ 120650 h 148590"/>
              <a:gd name="connsiteX39" fmla="*/ 149860 w 304800"/>
              <a:gd name="connsiteY39" fmla="*/ 119380 h 148590"/>
              <a:gd name="connsiteX40" fmla="*/ 152400 w 304800"/>
              <a:gd name="connsiteY40" fmla="*/ 119380 h 148590"/>
              <a:gd name="connsiteX41" fmla="*/ 154939 w 304800"/>
              <a:gd name="connsiteY41" fmla="*/ 119380 h 148590"/>
              <a:gd name="connsiteX42" fmla="*/ 161289 w 304800"/>
              <a:gd name="connsiteY42" fmla="*/ 120650 h 148590"/>
              <a:gd name="connsiteX43" fmla="*/ 208280 w 304800"/>
              <a:gd name="connsiteY43" fmla="*/ 128270 h 148590"/>
              <a:gd name="connsiteX44" fmla="*/ 241300 w 304800"/>
              <a:gd name="connsiteY44" fmla="*/ 118110 h 148590"/>
              <a:gd name="connsiteX45" fmla="*/ 260350 w 304800"/>
              <a:gd name="connsiteY45" fmla="*/ 101600 h 148590"/>
              <a:gd name="connsiteX46" fmla="*/ 274320 w 304800"/>
              <a:gd name="connsiteY46" fmla="*/ 100330 h 148590"/>
              <a:gd name="connsiteX47" fmla="*/ 275589 w 304800"/>
              <a:gd name="connsiteY47" fmla="*/ 114300 h 148590"/>
              <a:gd name="connsiteX48" fmla="*/ 250189 w 304800"/>
              <a:gd name="connsiteY48" fmla="*/ 134620 h 148590"/>
              <a:gd name="connsiteX49" fmla="*/ 207010 w 304800"/>
              <a:gd name="connsiteY49" fmla="*/ 148590 h 148590"/>
              <a:gd name="connsiteX50" fmla="*/ 152400 w 304800"/>
              <a:gd name="connsiteY50" fmla="*/ 139700 h 148590"/>
              <a:gd name="connsiteX51" fmla="*/ 152400 w 304800"/>
              <a:gd name="connsiteY51" fmla="*/ 139700 h 148590"/>
              <a:gd name="connsiteX52" fmla="*/ 151130 w 304800"/>
              <a:gd name="connsiteY52" fmla="*/ 139700 h 148590"/>
              <a:gd name="connsiteX53" fmla="*/ 149860 w 304800"/>
              <a:gd name="connsiteY53" fmla="*/ 139700 h 148590"/>
              <a:gd name="connsiteX54" fmla="*/ 149860 w 304800"/>
              <a:gd name="connsiteY54" fmla="*/ 139700 h 148590"/>
              <a:gd name="connsiteX55" fmla="*/ 149860 w 304800"/>
              <a:gd name="connsiteY55" fmla="*/ 139700 h 148590"/>
              <a:gd name="connsiteX56" fmla="*/ 95250 w 304800"/>
              <a:gd name="connsiteY56" fmla="*/ 148590 h 148590"/>
              <a:gd name="connsiteX57" fmla="*/ 52070 w 304800"/>
              <a:gd name="connsiteY57" fmla="*/ 134620 h 148590"/>
              <a:gd name="connsiteX58" fmla="*/ 26670 w 304800"/>
              <a:gd name="connsiteY58" fmla="*/ 114300 h 148590"/>
              <a:gd name="connsiteX59" fmla="*/ 30480 w 304800"/>
              <a:gd name="connsiteY59" fmla="*/ 100330 h 148590"/>
              <a:gd name="connsiteX60" fmla="*/ 81280 w 304800"/>
              <a:gd name="connsiteY60" fmla="*/ 99060 h 148590"/>
              <a:gd name="connsiteX61" fmla="*/ 105410 w 304800"/>
              <a:gd name="connsiteY61" fmla="*/ 93980 h 148590"/>
              <a:gd name="connsiteX62" fmla="*/ 105410 w 304800"/>
              <a:gd name="connsiteY62" fmla="*/ 93980 h 148590"/>
              <a:gd name="connsiteX63" fmla="*/ 121920 w 304800"/>
              <a:gd name="connsiteY63" fmla="*/ 90170 h 148590"/>
              <a:gd name="connsiteX64" fmla="*/ 132080 w 304800"/>
              <a:gd name="connsiteY64" fmla="*/ 93980 h 148590"/>
              <a:gd name="connsiteX65" fmla="*/ 132080 w 304800"/>
              <a:gd name="connsiteY65" fmla="*/ 93980 h 148590"/>
              <a:gd name="connsiteX66" fmla="*/ 152400 w 304800"/>
              <a:gd name="connsiteY66" fmla="*/ 100330 h 148590"/>
              <a:gd name="connsiteX67" fmla="*/ 172720 w 304800"/>
              <a:gd name="connsiteY67" fmla="*/ 93980 h 148590"/>
              <a:gd name="connsiteX68" fmla="*/ 172720 w 304800"/>
              <a:gd name="connsiteY68" fmla="*/ 93980 h 148590"/>
              <a:gd name="connsiteX69" fmla="*/ 182880 w 304800"/>
              <a:gd name="connsiteY69" fmla="*/ 90170 h 148590"/>
              <a:gd name="connsiteX70" fmla="*/ 196850 w 304800"/>
              <a:gd name="connsiteY70" fmla="*/ 93980 h 148590"/>
              <a:gd name="connsiteX71" fmla="*/ 198120 w 304800"/>
              <a:gd name="connsiteY71" fmla="*/ 93980 h 148590"/>
              <a:gd name="connsiteX72" fmla="*/ 224789 w 304800"/>
              <a:gd name="connsiteY72" fmla="*/ 100330 h 148590"/>
              <a:gd name="connsiteX73" fmla="*/ 234950 w 304800"/>
              <a:gd name="connsiteY73" fmla="*/ 90170 h 148590"/>
              <a:gd name="connsiteX74" fmla="*/ 224789 w 304800"/>
              <a:gd name="connsiteY74" fmla="*/ 80010 h 148590"/>
              <a:gd name="connsiteX75" fmla="*/ 207010 w 304800"/>
              <a:gd name="connsiteY75" fmla="*/ 76200 h 148590"/>
              <a:gd name="connsiteX76" fmla="*/ 205739 w 304800"/>
              <a:gd name="connsiteY76" fmla="*/ 76200 h 148590"/>
              <a:gd name="connsiteX77" fmla="*/ 184150 w 304800"/>
              <a:gd name="connsiteY77" fmla="*/ 71120 h 148590"/>
              <a:gd name="connsiteX78" fmla="*/ 163830 w 304800"/>
              <a:gd name="connsiteY78" fmla="*/ 77470 h 148590"/>
              <a:gd name="connsiteX79" fmla="*/ 163830 w 304800"/>
              <a:gd name="connsiteY79" fmla="*/ 77470 h 148590"/>
              <a:gd name="connsiteX80" fmla="*/ 153670 w 304800"/>
              <a:gd name="connsiteY80" fmla="*/ 81280 h 148590"/>
              <a:gd name="connsiteX81" fmla="*/ 143510 w 304800"/>
              <a:gd name="connsiteY81" fmla="*/ 77470 h 148590"/>
              <a:gd name="connsiteX82" fmla="*/ 143510 w 304800"/>
              <a:gd name="connsiteY82" fmla="*/ 77470 h 148590"/>
              <a:gd name="connsiteX83" fmla="*/ 123189 w 304800"/>
              <a:gd name="connsiteY83" fmla="*/ 71120 h 148590"/>
              <a:gd name="connsiteX84" fmla="*/ 99060 w 304800"/>
              <a:gd name="connsiteY84" fmla="*/ 76200 h 148590"/>
              <a:gd name="connsiteX85" fmla="*/ 99060 w 304800"/>
              <a:gd name="connsiteY85" fmla="*/ 76200 h 148590"/>
              <a:gd name="connsiteX86" fmla="*/ 82550 w 304800"/>
              <a:gd name="connsiteY86" fmla="*/ 80010 h 148590"/>
              <a:gd name="connsiteX87" fmla="*/ 72389 w 304800"/>
              <a:gd name="connsiteY87" fmla="*/ 90170 h 148590"/>
              <a:gd name="connsiteX88" fmla="*/ 81280 w 304800"/>
              <a:gd name="connsiteY88" fmla="*/ 99060 h 148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304800" h="148590">
                <a:moveTo>
                  <a:pt x="97789" y="27940"/>
                </a:moveTo>
                <a:cubicBezTo>
                  <a:pt x="91439" y="31750"/>
                  <a:pt x="86360" y="36830"/>
                  <a:pt x="83820" y="39370"/>
                </a:cubicBezTo>
                <a:lnTo>
                  <a:pt x="58420" y="64770"/>
                </a:lnTo>
                <a:cubicBezTo>
                  <a:pt x="40639" y="82550"/>
                  <a:pt x="20320" y="87630"/>
                  <a:pt x="10160" y="87630"/>
                </a:cubicBezTo>
                <a:cubicBezTo>
                  <a:pt x="5080" y="87630"/>
                  <a:pt x="0" y="82550"/>
                  <a:pt x="0" y="77470"/>
                </a:cubicBezTo>
                <a:cubicBezTo>
                  <a:pt x="0" y="72390"/>
                  <a:pt x="5080" y="67310"/>
                  <a:pt x="10160" y="67310"/>
                </a:cubicBezTo>
                <a:cubicBezTo>
                  <a:pt x="13970" y="67310"/>
                  <a:pt x="29210" y="64770"/>
                  <a:pt x="43180" y="49530"/>
                </a:cubicBezTo>
                <a:lnTo>
                  <a:pt x="68580" y="24130"/>
                </a:lnTo>
                <a:cubicBezTo>
                  <a:pt x="72389" y="20320"/>
                  <a:pt x="78739" y="15240"/>
                  <a:pt x="86360" y="10160"/>
                </a:cubicBezTo>
                <a:cubicBezTo>
                  <a:pt x="92710" y="6350"/>
                  <a:pt x="102870" y="1270"/>
                  <a:pt x="111760" y="1270"/>
                </a:cubicBezTo>
                <a:cubicBezTo>
                  <a:pt x="120650" y="1270"/>
                  <a:pt x="128270" y="3810"/>
                  <a:pt x="133350" y="6350"/>
                </a:cubicBezTo>
                <a:cubicBezTo>
                  <a:pt x="133350" y="6350"/>
                  <a:pt x="134620" y="6350"/>
                  <a:pt x="134620" y="6350"/>
                </a:cubicBezTo>
                <a:cubicBezTo>
                  <a:pt x="139700" y="8890"/>
                  <a:pt x="144780" y="10160"/>
                  <a:pt x="152400" y="10160"/>
                </a:cubicBezTo>
                <a:cubicBezTo>
                  <a:pt x="160020" y="10160"/>
                  <a:pt x="163830" y="8890"/>
                  <a:pt x="167639" y="6350"/>
                </a:cubicBezTo>
                <a:lnTo>
                  <a:pt x="167639" y="6350"/>
                </a:lnTo>
                <a:cubicBezTo>
                  <a:pt x="172720" y="3810"/>
                  <a:pt x="180339" y="0"/>
                  <a:pt x="193039" y="0"/>
                </a:cubicBezTo>
                <a:cubicBezTo>
                  <a:pt x="212089" y="0"/>
                  <a:pt x="226060" y="12700"/>
                  <a:pt x="238760" y="26670"/>
                </a:cubicBezTo>
                <a:lnTo>
                  <a:pt x="240030" y="27940"/>
                </a:lnTo>
                <a:lnTo>
                  <a:pt x="260350" y="48260"/>
                </a:lnTo>
                <a:cubicBezTo>
                  <a:pt x="262889" y="50800"/>
                  <a:pt x="267970" y="55880"/>
                  <a:pt x="275589" y="59690"/>
                </a:cubicBezTo>
                <a:cubicBezTo>
                  <a:pt x="281939" y="63500"/>
                  <a:pt x="288289" y="66040"/>
                  <a:pt x="294639" y="66040"/>
                </a:cubicBezTo>
                <a:cubicBezTo>
                  <a:pt x="299720" y="66040"/>
                  <a:pt x="304800" y="71120"/>
                  <a:pt x="304800" y="76200"/>
                </a:cubicBezTo>
                <a:cubicBezTo>
                  <a:pt x="304800" y="81280"/>
                  <a:pt x="299720" y="86360"/>
                  <a:pt x="294639" y="86360"/>
                </a:cubicBezTo>
                <a:cubicBezTo>
                  <a:pt x="284480" y="86360"/>
                  <a:pt x="273050" y="82550"/>
                  <a:pt x="265430" y="77470"/>
                </a:cubicBezTo>
                <a:cubicBezTo>
                  <a:pt x="257810" y="72390"/>
                  <a:pt x="250189" y="67310"/>
                  <a:pt x="246380" y="63500"/>
                </a:cubicBezTo>
                <a:lnTo>
                  <a:pt x="226060" y="43180"/>
                </a:lnTo>
                <a:cubicBezTo>
                  <a:pt x="209550" y="26670"/>
                  <a:pt x="203200" y="20320"/>
                  <a:pt x="193039" y="20320"/>
                </a:cubicBezTo>
                <a:cubicBezTo>
                  <a:pt x="185420" y="20320"/>
                  <a:pt x="181610" y="21590"/>
                  <a:pt x="177800" y="24130"/>
                </a:cubicBezTo>
                <a:lnTo>
                  <a:pt x="177800" y="24130"/>
                </a:lnTo>
                <a:cubicBezTo>
                  <a:pt x="172720" y="26670"/>
                  <a:pt x="165100" y="30480"/>
                  <a:pt x="152400" y="30480"/>
                </a:cubicBezTo>
                <a:cubicBezTo>
                  <a:pt x="139700" y="30480"/>
                  <a:pt x="132080" y="27940"/>
                  <a:pt x="125730" y="24130"/>
                </a:cubicBezTo>
                <a:lnTo>
                  <a:pt x="124460" y="24130"/>
                </a:lnTo>
                <a:cubicBezTo>
                  <a:pt x="119380" y="21590"/>
                  <a:pt x="115570" y="20320"/>
                  <a:pt x="110489" y="20320"/>
                </a:cubicBezTo>
                <a:cubicBezTo>
                  <a:pt x="109220" y="22860"/>
                  <a:pt x="104139" y="24130"/>
                  <a:pt x="97789" y="27940"/>
                </a:cubicBezTo>
                <a:close/>
                <a:moveTo>
                  <a:pt x="30480" y="100330"/>
                </a:moveTo>
                <a:cubicBezTo>
                  <a:pt x="34289" y="96520"/>
                  <a:pt x="40639" y="97790"/>
                  <a:pt x="44450" y="101600"/>
                </a:cubicBezTo>
                <a:cubicBezTo>
                  <a:pt x="46989" y="104140"/>
                  <a:pt x="54610" y="111760"/>
                  <a:pt x="63500" y="118110"/>
                </a:cubicBezTo>
                <a:cubicBezTo>
                  <a:pt x="73660" y="124460"/>
                  <a:pt x="85089" y="128270"/>
                  <a:pt x="96520" y="128270"/>
                </a:cubicBezTo>
                <a:cubicBezTo>
                  <a:pt x="118110" y="128270"/>
                  <a:pt x="134620" y="123190"/>
                  <a:pt x="143510" y="120650"/>
                </a:cubicBezTo>
                <a:cubicBezTo>
                  <a:pt x="146050" y="119380"/>
                  <a:pt x="148589" y="119380"/>
                  <a:pt x="149860" y="119380"/>
                </a:cubicBezTo>
                <a:lnTo>
                  <a:pt x="152400" y="119380"/>
                </a:lnTo>
                <a:lnTo>
                  <a:pt x="154939" y="119380"/>
                </a:lnTo>
                <a:cubicBezTo>
                  <a:pt x="156210" y="119380"/>
                  <a:pt x="158750" y="120650"/>
                  <a:pt x="161289" y="120650"/>
                </a:cubicBezTo>
                <a:cubicBezTo>
                  <a:pt x="171450" y="123190"/>
                  <a:pt x="186689" y="128270"/>
                  <a:pt x="208280" y="128270"/>
                </a:cubicBezTo>
                <a:cubicBezTo>
                  <a:pt x="219710" y="128270"/>
                  <a:pt x="231139" y="123190"/>
                  <a:pt x="241300" y="118110"/>
                </a:cubicBezTo>
                <a:cubicBezTo>
                  <a:pt x="251460" y="111760"/>
                  <a:pt x="257810" y="105410"/>
                  <a:pt x="260350" y="101600"/>
                </a:cubicBezTo>
                <a:cubicBezTo>
                  <a:pt x="264160" y="97790"/>
                  <a:pt x="270510" y="96520"/>
                  <a:pt x="274320" y="100330"/>
                </a:cubicBezTo>
                <a:cubicBezTo>
                  <a:pt x="279400" y="104140"/>
                  <a:pt x="279400" y="110490"/>
                  <a:pt x="275589" y="114300"/>
                </a:cubicBezTo>
                <a:cubicBezTo>
                  <a:pt x="271780" y="119380"/>
                  <a:pt x="262889" y="128270"/>
                  <a:pt x="250189" y="134620"/>
                </a:cubicBezTo>
                <a:cubicBezTo>
                  <a:pt x="238760" y="142240"/>
                  <a:pt x="223520" y="148590"/>
                  <a:pt x="207010" y="148590"/>
                </a:cubicBezTo>
                <a:cubicBezTo>
                  <a:pt x="181610" y="148590"/>
                  <a:pt x="161289" y="142240"/>
                  <a:pt x="152400" y="139700"/>
                </a:cubicBezTo>
                <a:lnTo>
                  <a:pt x="152400" y="139700"/>
                </a:lnTo>
                <a:cubicBezTo>
                  <a:pt x="152400" y="139700"/>
                  <a:pt x="151130" y="139700"/>
                  <a:pt x="151130" y="139700"/>
                </a:cubicBezTo>
                <a:cubicBezTo>
                  <a:pt x="151130" y="139700"/>
                  <a:pt x="149860" y="139700"/>
                  <a:pt x="149860" y="139700"/>
                </a:cubicBezTo>
                <a:lnTo>
                  <a:pt x="149860" y="139700"/>
                </a:lnTo>
                <a:lnTo>
                  <a:pt x="149860" y="139700"/>
                </a:lnTo>
                <a:cubicBezTo>
                  <a:pt x="140970" y="142240"/>
                  <a:pt x="120650" y="148590"/>
                  <a:pt x="95250" y="148590"/>
                </a:cubicBezTo>
                <a:cubicBezTo>
                  <a:pt x="78739" y="148590"/>
                  <a:pt x="63500" y="142240"/>
                  <a:pt x="52070" y="134620"/>
                </a:cubicBezTo>
                <a:cubicBezTo>
                  <a:pt x="40639" y="127000"/>
                  <a:pt x="31750" y="119380"/>
                  <a:pt x="26670" y="114300"/>
                </a:cubicBezTo>
                <a:cubicBezTo>
                  <a:pt x="25400" y="110490"/>
                  <a:pt x="25400" y="104140"/>
                  <a:pt x="30480" y="100330"/>
                </a:cubicBezTo>
                <a:close/>
                <a:moveTo>
                  <a:pt x="81280" y="99060"/>
                </a:moveTo>
                <a:cubicBezTo>
                  <a:pt x="91439" y="99060"/>
                  <a:pt x="99060" y="96520"/>
                  <a:pt x="105410" y="93980"/>
                </a:cubicBezTo>
                <a:lnTo>
                  <a:pt x="105410" y="93980"/>
                </a:lnTo>
                <a:cubicBezTo>
                  <a:pt x="111760" y="91440"/>
                  <a:pt x="116839" y="90170"/>
                  <a:pt x="121920" y="90170"/>
                </a:cubicBezTo>
                <a:cubicBezTo>
                  <a:pt x="127000" y="90170"/>
                  <a:pt x="128270" y="91440"/>
                  <a:pt x="132080" y="93980"/>
                </a:cubicBezTo>
                <a:lnTo>
                  <a:pt x="132080" y="93980"/>
                </a:lnTo>
                <a:cubicBezTo>
                  <a:pt x="135889" y="96520"/>
                  <a:pt x="142239" y="100330"/>
                  <a:pt x="152400" y="100330"/>
                </a:cubicBezTo>
                <a:cubicBezTo>
                  <a:pt x="162560" y="100330"/>
                  <a:pt x="168910" y="96520"/>
                  <a:pt x="172720" y="93980"/>
                </a:cubicBezTo>
                <a:lnTo>
                  <a:pt x="172720" y="93980"/>
                </a:lnTo>
                <a:cubicBezTo>
                  <a:pt x="176530" y="91440"/>
                  <a:pt x="177800" y="90170"/>
                  <a:pt x="182880" y="90170"/>
                </a:cubicBezTo>
                <a:cubicBezTo>
                  <a:pt x="187960" y="90170"/>
                  <a:pt x="190500" y="91440"/>
                  <a:pt x="196850" y="93980"/>
                </a:cubicBezTo>
                <a:lnTo>
                  <a:pt x="198120" y="93980"/>
                </a:lnTo>
                <a:cubicBezTo>
                  <a:pt x="204470" y="96520"/>
                  <a:pt x="212089" y="100330"/>
                  <a:pt x="224789" y="100330"/>
                </a:cubicBezTo>
                <a:cubicBezTo>
                  <a:pt x="229870" y="100330"/>
                  <a:pt x="234950" y="95250"/>
                  <a:pt x="234950" y="90170"/>
                </a:cubicBezTo>
                <a:cubicBezTo>
                  <a:pt x="234950" y="85090"/>
                  <a:pt x="229870" y="80010"/>
                  <a:pt x="224789" y="80010"/>
                </a:cubicBezTo>
                <a:cubicBezTo>
                  <a:pt x="217170" y="80010"/>
                  <a:pt x="212089" y="77470"/>
                  <a:pt x="207010" y="76200"/>
                </a:cubicBezTo>
                <a:cubicBezTo>
                  <a:pt x="207010" y="76200"/>
                  <a:pt x="205739" y="76200"/>
                  <a:pt x="205739" y="76200"/>
                </a:cubicBezTo>
                <a:cubicBezTo>
                  <a:pt x="200660" y="73660"/>
                  <a:pt x="194310" y="71120"/>
                  <a:pt x="184150" y="71120"/>
                </a:cubicBezTo>
                <a:cubicBezTo>
                  <a:pt x="173989" y="71120"/>
                  <a:pt x="167639" y="74930"/>
                  <a:pt x="163830" y="77470"/>
                </a:cubicBezTo>
                <a:lnTo>
                  <a:pt x="163830" y="77470"/>
                </a:lnTo>
                <a:cubicBezTo>
                  <a:pt x="160020" y="80010"/>
                  <a:pt x="158750" y="81280"/>
                  <a:pt x="153670" y="81280"/>
                </a:cubicBezTo>
                <a:cubicBezTo>
                  <a:pt x="148589" y="81280"/>
                  <a:pt x="147320" y="80010"/>
                  <a:pt x="143510" y="77470"/>
                </a:cubicBezTo>
                <a:lnTo>
                  <a:pt x="143510" y="77470"/>
                </a:lnTo>
                <a:cubicBezTo>
                  <a:pt x="139700" y="74930"/>
                  <a:pt x="133350" y="71120"/>
                  <a:pt x="123189" y="71120"/>
                </a:cubicBezTo>
                <a:cubicBezTo>
                  <a:pt x="113030" y="71120"/>
                  <a:pt x="105410" y="73660"/>
                  <a:pt x="99060" y="76200"/>
                </a:cubicBezTo>
                <a:lnTo>
                  <a:pt x="99060" y="76200"/>
                </a:lnTo>
                <a:cubicBezTo>
                  <a:pt x="92710" y="78740"/>
                  <a:pt x="87630" y="80010"/>
                  <a:pt x="82550" y="80010"/>
                </a:cubicBezTo>
                <a:cubicBezTo>
                  <a:pt x="77470" y="80010"/>
                  <a:pt x="72389" y="85090"/>
                  <a:pt x="72389" y="90170"/>
                </a:cubicBezTo>
                <a:cubicBezTo>
                  <a:pt x="72389" y="95250"/>
                  <a:pt x="76200" y="99060"/>
                  <a:pt x="81280" y="99060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1" name="Полилиния: фигура 587">
            <a:extLst>
              <a:ext uri="{FF2B5EF4-FFF2-40B4-BE49-F238E27FC236}">
                <a16:creationId xmlns:a16="http://schemas.microsoft.com/office/drawing/2014/main" id="{2E31949E-EAFD-9CC6-72D9-1734EB10D7B4}"/>
              </a:ext>
            </a:extLst>
          </p:cNvPr>
          <p:cNvSpPr/>
          <p:nvPr/>
        </p:nvSpPr>
        <p:spPr>
          <a:xfrm>
            <a:off x="3400763" y="5036191"/>
            <a:ext cx="223045" cy="204152"/>
          </a:xfrm>
          <a:custGeom>
            <a:avLst/>
            <a:gdLst>
              <a:gd name="connsiteX0" fmla="*/ 8415 w 223045"/>
              <a:gd name="connsiteY0" fmla="*/ 0 h 204152"/>
              <a:gd name="connsiteX1" fmla="*/ 18576 w 223045"/>
              <a:gd name="connsiteY1" fmla="*/ 10160 h 204152"/>
              <a:gd name="connsiteX2" fmla="*/ 18576 w 223045"/>
              <a:gd name="connsiteY2" fmla="*/ 106680 h 204152"/>
              <a:gd name="connsiteX3" fmla="*/ 54135 w 223045"/>
              <a:gd name="connsiteY3" fmla="*/ 163830 h 204152"/>
              <a:gd name="connsiteX4" fmla="*/ 83346 w 223045"/>
              <a:gd name="connsiteY4" fmla="*/ 177800 h 204152"/>
              <a:gd name="connsiteX5" fmla="*/ 137956 w 223045"/>
              <a:gd name="connsiteY5" fmla="*/ 177800 h 204152"/>
              <a:gd name="connsiteX6" fmla="*/ 167165 w 223045"/>
              <a:gd name="connsiteY6" fmla="*/ 163830 h 204152"/>
              <a:gd name="connsiteX7" fmla="*/ 202726 w 223045"/>
              <a:gd name="connsiteY7" fmla="*/ 106680 h 204152"/>
              <a:gd name="connsiteX8" fmla="*/ 202726 w 223045"/>
              <a:gd name="connsiteY8" fmla="*/ 10160 h 204152"/>
              <a:gd name="connsiteX9" fmla="*/ 212885 w 223045"/>
              <a:gd name="connsiteY9" fmla="*/ 0 h 204152"/>
              <a:gd name="connsiteX10" fmla="*/ 223046 w 223045"/>
              <a:gd name="connsiteY10" fmla="*/ 10160 h 204152"/>
              <a:gd name="connsiteX11" fmla="*/ 223046 w 223045"/>
              <a:gd name="connsiteY11" fmla="*/ 106680 h 204152"/>
              <a:gd name="connsiteX12" fmla="*/ 177326 w 223045"/>
              <a:gd name="connsiteY12" fmla="*/ 181610 h 204152"/>
              <a:gd name="connsiteX13" fmla="*/ 148115 w 223045"/>
              <a:gd name="connsiteY13" fmla="*/ 195580 h 204152"/>
              <a:gd name="connsiteX14" fmla="*/ 75726 w 223045"/>
              <a:gd name="connsiteY14" fmla="*/ 195580 h 204152"/>
              <a:gd name="connsiteX15" fmla="*/ 46515 w 223045"/>
              <a:gd name="connsiteY15" fmla="*/ 181610 h 204152"/>
              <a:gd name="connsiteX16" fmla="*/ 796 w 223045"/>
              <a:gd name="connsiteY16" fmla="*/ 106680 h 204152"/>
              <a:gd name="connsiteX17" fmla="*/ 796 w 223045"/>
              <a:gd name="connsiteY17" fmla="*/ 10160 h 204152"/>
              <a:gd name="connsiteX18" fmla="*/ 8415 w 223045"/>
              <a:gd name="connsiteY18" fmla="*/ 0 h 204152"/>
              <a:gd name="connsiteX19" fmla="*/ 79535 w 223045"/>
              <a:gd name="connsiteY19" fmla="*/ 46990 h 204152"/>
              <a:gd name="connsiteX20" fmla="*/ 93506 w 223045"/>
              <a:gd name="connsiteY20" fmla="*/ 52070 h 204152"/>
              <a:gd name="connsiteX21" fmla="*/ 97315 w 223045"/>
              <a:gd name="connsiteY21" fmla="*/ 60960 h 204152"/>
              <a:gd name="connsiteX22" fmla="*/ 101126 w 223045"/>
              <a:gd name="connsiteY22" fmla="*/ 62230 h 204152"/>
              <a:gd name="connsiteX23" fmla="*/ 118906 w 223045"/>
              <a:gd name="connsiteY23" fmla="*/ 62230 h 204152"/>
              <a:gd name="connsiteX24" fmla="*/ 122715 w 223045"/>
              <a:gd name="connsiteY24" fmla="*/ 60960 h 204152"/>
              <a:gd name="connsiteX25" fmla="*/ 126526 w 223045"/>
              <a:gd name="connsiteY25" fmla="*/ 52070 h 204152"/>
              <a:gd name="connsiteX26" fmla="*/ 140496 w 223045"/>
              <a:gd name="connsiteY26" fmla="*/ 46990 h 204152"/>
              <a:gd name="connsiteX27" fmla="*/ 145576 w 223045"/>
              <a:gd name="connsiteY27" fmla="*/ 60960 h 204152"/>
              <a:gd name="connsiteX28" fmla="*/ 140496 w 223045"/>
              <a:gd name="connsiteY28" fmla="*/ 69850 h 204152"/>
              <a:gd name="connsiteX29" fmla="*/ 137956 w 223045"/>
              <a:gd name="connsiteY29" fmla="*/ 73660 h 204152"/>
              <a:gd name="connsiteX30" fmla="*/ 120176 w 223045"/>
              <a:gd name="connsiteY30" fmla="*/ 81280 h 204152"/>
              <a:gd name="connsiteX31" fmla="*/ 99856 w 223045"/>
              <a:gd name="connsiteY31" fmla="*/ 81280 h 204152"/>
              <a:gd name="connsiteX32" fmla="*/ 82076 w 223045"/>
              <a:gd name="connsiteY32" fmla="*/ 73660 h 204152"/>
              <a:gd name="connsiteX33" fmla="*/ 79535 w 223045"/>
              <a:gd name="connsiteY33" fmla="*/ 69850 h 204152"/>
              <a:gd name="connsiteX34" fmla="*/ 74456 w 223045"/>
              <a:gd name="connsiteY34" fmla="*/ 60960 h 204152"/>
              <a:gd name="connsiteX35" fmla="*/ 79535 w 223045"/>
              <a:gd name="connsiteY35" fmla="*/ 46990 h 204152"/>
              <a:gd name="connsiteX36" fmla="*/ 83346 w 223045"/>
              <a:gd name="connsiteY36" fmla="*/ 111760 h 204152"/>
              <a:gd name="connsiteX37" fmla="*/ 73185 w 223045"/>
              <a:gd name="connsiteY37" fmla="*/ 121920 h 204152"/>
              <a:gd name="connsiteX38" fmla="*/ 83346 w 223045"/>
              <a:gd name="connsiteY38" fmla="*/ 132080 h 204152"/>
              <a:gd name="connsiteX39" fmla="*/ 134146 w 223045"/>
              <a:gd name="connsiteY39" fmla="*/ 132080 h 204152"/>
              <a:gd name="connsiteX40" fmla="*/ 144306 w 223045"/>
              <a:gd name="connsiteY40" fmla="*/ 121920 h 204152"/>
              <a:gd name="connsiteX41" fmla="*/ 134146 w 223045"/>
              <a:gd name="connsiteY41" fmla="*/ 111760 h 204152"/>
              <a:gd name="connsiteX42" fmla="*/ 83346 w 223045"/>
              <a:gd name="connsiteY42" fmla="*/ 111760 h 204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23045" h="204152">
                <a:moveTo>
                  <a:pt x="8415" y="0"/>
                </a:moveTo>
                <a:cubicBezTo>
                  <a:pt x="13496" y="0"/>
                  <a:pt x="18576" y="5080"/>
                  <a:pt x="18576" y="10160"/>
                </a:cubicBezTo>
                <a:lnTo>
                  <a:pt x="18576" y="106680"/>
                </a:lnTo>
                <a:cubicBezTo>
                  <a:pt x="18576" y="130810"/>
                  <a:pt x="32546" y="152400"/>
                  <a:pt x="54135" y="163830"/>
                </a:cubicBezTo>
                <a:lnTo>
                  <a:pt x="83346" y="177800"/>
                </a:lnTo>
                <a:cubicBezTo>
                  <a:pt x="99856" y="186690"/>
                  <a:pt x="120176" y="186690"/>
                  <a:pt x="137956" y="177800"/>
                </a:cubicBezTo>
                <a:lnTo>
                  <a:pt x="167165" y="163830"/>
                </a:lnTo>
                <a:cubicBezTo>
                  <a:pt x="188756" y="153670"/>
                  <a:pt x="202726" y="130810"/>
                  <a:pt x="202726" y="106680"/>
                </a:cubicBezTo>
                <a:lnTo>
                  <a:pt x="202726" y="10160"/>
                </a:lnTo>
                <a:cubicBezTo>
                  <a:pt x="202726" y="5080"/>
                  <a:pt x="207806" y="0"/>
                  <a:pt x="212885" y="0"/>
                </a:cubicBezTo>
                <a:cubicBezTo>
                  <a:pt x="217965" y="0"/>
                  <a:pt x="223046" y="5080"/>
                  <a:pt x="223046" y="10160"/>
                </a:cubicBezTo>
                <a:lnTo>
                  <a:pt x="223046" y="106680"/>
                </a:lnTo>
                <a:cubicBezTo>
                  <a:pt x="223046" y="138430"/>
                  <a:pt x="205265" y="167640"/>
                  <a:pt x="177326" y="181610"/>
                </a:cubicBezTo>
                <a:lnTo>
                  <a:pt x="148115" y="195580"/>
                </a:lnTo>
                <a:cubicBezTo>
                  <a:pt x="125256" y="207010"/>
                  <a:pt x="98585" y="207010"/>
                  <a:pt x="75726" y="195580"/>
                </a:cubicBezTo>
                <a:lnTo>
                  <a:pt x="46515" y="181610"/>
                </a:lnTo>
                <a:cubicBezTo>
                  <a:pt x="18576" y="167640"/>
                  <a:pt x="796" y="138430"/>
                  <a:pt x="796" y="106680"/>
                </a:cubicBezTo>
                <a:lnTo>
                  <a:pt x="796" y="10160"/>
                </a:lnTo>
                <a:cubicBezTo>
                  <a:pt x="-1744" y="5080"/>
                  <a:pt x="2065" y="0"/>
                  <a:pt x="8415" y="0"/>
                </a:cubicBezTo>
                <a:close/>
                <a:moveTo>
                  <a:pt x="79535" y="46990"/>
                </a:moveTo>
                <a:cubicBezTo>
                  <a:pt x="84615" y="44450"/>
                  <a:pt x="90965" y="46990"/>
                  <a:pt x="93506" y="52070"/>
                </a:cubicBezTo>
                <a:lnTo>
                  <a:pt x="97315" y="60960"/>
                </a:lnTo>
                <a:cubicBezTo>
                  <a:pt x="98585" y="62230"/>
                  <a:pt x="99856" y="62230"/>
                  <a:pt x="101126" y="62230"/>
                </a:cubicBezTo>
                <a:lnTo>
                  <a:pt x="118906" y="62230"/>
                </a:lnTo>
                <a:cubicBezTo>
                  <a:pt x="120176" y="62230"/>
                  <a:pt x="121446" y="62230"/>
                  <a:pt x="122715" y="60960"/>
                </a:cubicBezTo>
                <a:lnTo>
                  <a:pt x="126526" y="52070"/>
                </a:lnTo>
                <a:cubicBezTo>
                  <a:pt x="129065" y="46990"/>
                  <a:pt x="135415" y="44450"/>
                  <a:pt x="140496" y="46990"/>
                </a:cubicBezTo>
                <a:cubicBezTo>
                  <a:pt x="145576" y="49530"/>
                  <a:pt x="148115" y="55880"/>
                  <a:pt x="145576" y="60960"/>
                </a:cubicBezTo>
                <a:lnTo>
                  <a:pt x="140496" y="69850"/>
                </a:lnTo>
                <a:cubicBezTo>
                  <a:pt x="139226" y="71120"/>
                  <a:pt x="139226" y="72390"/>
                  <a:pt x="137956" y="73660"/>
                </a:cubicBezTo>
                <a:cubicBezTo>
                  <a:pt x="132876" y="78740"/>
                  <a:pt x="126526" y="81280"/>
                  <a:pt x="120176" y="81280"/>
                </a:cubicBezTo>
                <a:lnTo>
                  <a:pt x="99856" y="81280"/>
                </a:lnTo>
                <a:cubicBezTo>
                  <a:pt x="93506" y="81280"/>
                  <a:pt x="87156" y="78740"/>
                  <a:pt x="82076" y="73660"/>
                </a:cubicBezTo>
                <a:cubicBezTo>
                  <a:pt x="80806" y="72390"/>
                  <a:pt x="79535" y="71120"/>
                  <a:pt x="79535" y="69850"/>
                </a:cubicBezTo>
                <a:lnTo>
                  <a:pt x="74456" y="60960"/>
                </a:lnTo>
                <a:cubicBezTo>
                  <a:pt x="71915" y="55880"/>
                  <a:pt x="74456" y="49530"/>
                  <a:pt x="79535" y="46990"/>
                </a:cubicBezTo>
                <a:close/>
                <a:moveTo>
                  <a:pt x="83346" y="111760"/>
                </a:moveTo>
                <a:cubicBezTo>
                  <a:pt x="78265" y="111760"/>
                  <a:pt x="73185" y="116840"/>
                  <a:pt x="73185" y="121920"/>
                </a:cubicBezTo>
                <a:cubicBezTo>
                  <a:pt x="73185" y="127000"/>
                  <a:pt x="78265" y="132080"/>
                  <a:pt x="83346" y="132080"/>
                </a:cubicBezTo>
                <a:lnTo>
                  <a:pt x="134146" y="132080"/>
                </a:lnTo>
                <a:cubicBezTo>
                  <a:pt x="139226" y="132080"/>
                  <a:pt x="144306" y="127000"/>
                  <a:pt x="144306" y="121920"/>
                </a:cubicBezTo>
                <a:cubicBezTo>
                  <a:pt x="144306" y="116840"/>
                  <a:pt x="139226" y="111760"/>
                  <a:pt x="134146" y="111760"/>
                </a:cubicBezTo>
                <a:lnTo>
                  <a:pt x="83346" y="11176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2" name="Полилиния: фигура 590">
            <a:extLst>
              <a:ext uri="{FF2B5EF4-FFF2-40B4-BE49-F238E27FC236}">
                <a16:creationId xmlns:a16="http://schemas.microsoft.com/office/drawing/2014/main" id="{48898A42-AE69-2492-8C53-B30BE482623B}"/>
              </a:ext>
            </a:extLst>
          </p:cNvPr>
          <p:cNvSpPr/>
          <p:nvPr/>
        </p:nvSpPr>
        <p:spPr>
          <a:xfrm>
            <a:off x="3934704" y="5028868"/>
            <a:ext cx="262890" cy="220365"/>
          </a:xfrm>
          <a:custGeom>
            <a:avLst/>
            <a:gdLst>
              <a:gd name="connsiteX0" fmla="*/ 12700 w 262890"/>
              <a:gd name="connsiteY0" fmla="*/ 973 h 220365"/>
              <a:gd name="connsiteX1" fmla="*/ 19050 w 262890"/>
              <a:gd name="connsiteY1" fmla="*/ 13673 h 220365"/>
              <a:gd name="connsiteX2" fmla="*/ 15240 w 262890"/>
              <a:gd name="connsiteY2" fmla="*/ 35263 h 220365"/>
              <a:gd name="connsiteX3" fmla="*/ 33020 w 262890"/>
              <a:gd name="connsiteY3" fmla="*/ 78443 h 220365"/>
              <a:gd name="connsiteX4" fmla="*/ 40640 w 262890"/>
              <a:gd name="connsiteY4" fmla="*/ 83523 h 220365"/>
              <a:gd name="connsiteX5" fmla="*/ 46990 w 262890"/>
              <a:gd name="connsiteY5" fmla="*/ 87333 h 220365"/>
              <a:gd name="connsiteX6" fmla="*/ 50800 w 262890"/>
              <a:gd name="connsiteY6" fmla="*/ 101304 h 220365"/>
              <a:gd name="connsiteX7" fmla="*/ 36830 w 262890"/>
              <a:gd name="connsiteY7" fmla="*/ 105113 h 220365"/>
              <a:gd name="connsiteX8" fmla="*/ 36830 w 262890"/>
              <a:gd name="connsiteY8" fmla="*/ 121623 h 220365"/>
              <a:gd name="connsiteX9" fmla="*/ 72390 w 262890"/>
              <a:gd name="connsiteY9" fmla="*/ 178773 h 220365"/>
              <a:gd name="connsiteX10" fmla="*/ 101600 w 262890"/>
              <a:gd name="connsiteY10" fmla="*/ 192743 h 220365"/>
              <a:gd name="connsiteX11" fmla="*/ 156210 w 262890"/>
              <a:gd name="connsiteY11" fmla="*/ 192743 h 220365"/>
              <a:gd name="connsiteX12" fmla="*/ 185420 w 262890"/>
              <a:gd name="connsiteY12" fmla="*/ 178773 h 220365"/>
              <a:gd name="connsiteX13" fmla="*/ 220980 w 262890"/>
              <a:gd name="connsiteY13" fmla="*/ 121623 h 220365"/>
              <a:gd name="connsiteX14" fmla="*/ 220980 w 262890"/>
              <a:gd name="connsiteY14" fmla="*/ 105113 h 220365"/>
              <a:gd name="connsiteX15" fmla="*/ 207010 w 262890"/>
              <a:gd name="connsiteY15" fmla="*/ 101304 h 220365"/>
              <a:gd name="connsiteX16" fmla="*/ 210820 w 262890"/>
              <a:gd name="connsiteY16" fmla="*/ 87333 h 220365"/>
              <a:gd name="connsiteX17" fmla="*/ 217170 w 262890"/>
              <a:gd name="connsiteY17" fmla="*/ 83523 h 220365"/>
              <a:gd name="connsiteX18" fmla="*/ 224790 w 262890"/>
              <a:gd name="connsiteY18" fmla="*/ 78443 h 220365"/>
              <a:gd name="connsiteX19" fmla="*/ 242570 w 262890"/>
              <a:gd name="connsiteY19" fmla="*/ 35263 h 220365"/>
              <a:gd name="connsiteX20" fmla="*/ 238760 w 262890"/>
              <a:gd name="connsiteY20" fmla="*/ 13673 h 220365"/>
              <a:gd name="connsiteX21" fmla="*/ 245110 w 262890"/>
              <a:gd name="connsiteY21" fmla="*/ 973 h 220365"/>
              <a:gd name="connsiteX22" fmla="*/ 257810 w 262890"/>
              <a:gd name="connsiteY22" fmla="*/ 7323 h 220365"/>
              <a:gd name="connsiteX23" fmla="*/ 262890 w 262890"/>
              <a:gd name="connsiteY23" fmla="*/ 36533 h 220365"/>
              <a:gd name="connsiteX24" fmla="*/ 242570 w 262890"/>
              <a:gd name="connsiteY24" fmla="*/ 91143 h 220365"/>
              <a:gd name="connsiteX25" fmla="*/ 242570 w 262890"/>
              <a:gd name="connsiteY25" fmla="*/ 122893 h 220365"/>
              <a:gd name="connsiteX26" fmla="*/ 196850 w 262890"/>
              <a:gd name="connsiteY26" fmla="*/ 197823 h 220365"/>
              <a:gd name="connsiteX27" fmla="*/ 196850 w 262890"/>
              <a:gd name="connsiteY27" fmla="*/ 197823 h 220365"/>
              <a:gd name="connsiteX28" fmla="*/ 167640 w 262890"/>
              <a:gd name="connsiteY28" fmla="*/ 211793 h 220365"/>
              <a:gd name="connsiteX29" fmla="*/ 95250 w 262890"/>
              <a:gd name="connsiteY29" fmla="*/ 211793 h 220365"/>
              <a:gd name="connsiteX30" fmla="*/ 66040 w 262890"/>
              <a:gd name="connsiteY30" fmla="*/ 197823 h 220365"/>
              <a:gd name="connsiteX31" fmla="*/ 20320 w 262890"/>
              <a:gd name="connsiteY31" fmla="*/ 122893 h 220365"/>
              <a:gd name="connsiteX32" fmla="*/ 20320 w 262890"/>
              <a:gd name="connsiteY32" fmla="*/ 91143 h 220365"/>
              <a:gd name="connsiteX33" fmla="*/ 0 w 262890"/>
              <a:gd name="connsiteY33" fmla="*/ 36533 h 220365"/>
              <a:gd name="connsiteX34" fmla="*/ 5080 w 262890"/>
              <a:gd name="connsiteY34" fmla="*/ 7323 h 220365"/>
              <a:gd name="connsiteX35" fmla="*/ 12700 w 262890"/>
              <a:gd name="connsiteY35" fmla="*/ 973 h 220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62890" h="220365">
                <a:moveTo>
                  <a:pt x="12700" y="973"/>
                </a:moveTo>
                <a:cubicBezTo>
                  <a:pt x="17780" y="3513"/>
                  <a:pt x="20320" y="8593"/>
                  <a:pt x="19050" y="13673"/>
                </a:cubicBezTo>
                <a:cubicBezTo>
                  <a:pt x="16510" y="21293"/>
                  <a:pt x="15240" y="27643"/>
                  <a:pt x="15240" y="35263"/>
                </a:cubicBezTo>
                <a:cubicBezTo>
                  <a:pt x="15240" y="51773"/>
                  <a:pt x="21590" y="67013"/>
                  <a:pt x="33020" y="78443"/>
                </a:cubicBezTo>
                <a:cubicBezTo>
                  <a:pt x="35560" y="80983"/>
                  <a:pt x="36830" y="82254"/>
                  <a:pt x="40640" y="83523"/>
                </a:cubicBezTo>
                <a:cubicBezTo>
                  <a:pt x="41910" y="84793"/>
                  <a:pt x="44450" y="84793"/>
                  <a:pt x="46990" y="87333"/>
                </a:cubicBezTo>
                <a:cubicBezTo>
                  <a:pt x="52070" y="89873"/>
                  <a:pt x="53340" y="96223"/>
                  <a:pt x="50800" y="101304"/>
                </a:cubicBezTo>
                <a:cubicBezTo>
                  <a:pt x="48260" y="106383"/>
                  <a:pt x="41910" y="107654"/>
                  <a:pt x="36830" y="105113"/>
                </a:cubicBezTo>
                <a:lnTo>
                  <a:pt x="36830" y="121623"/>
                </a:lnTo>
                <a:cubicBezTo>
                  <a:pt x="36830" y="145754"/>
                  <a:pt x="50800" y="167343"/>
                  <a:pt x="72390" y="178773"/>
                </a:cubicBezTo>
                <a:lnTo>
                  <a:pt x="101600" y="192743"/>
                </a:lnTo>
                <a:cubicBezTo>
                  <a:pt x="118110" y="201633"/>
                  <a:pt x="138430" y="201633"/>
                  <a:pt x="156210" y="192743"/>
                </a:cubicBezTo>
                <a:lnTo>
                  <a:pt x="185420" y="178773"/>
                </a:lnTo>
                <a:cubicBezTo>
                  <a:pt x="207010" y="167343"/>
                  <a:pt x="220980" y="147023"/>
                  <a:pt x="220980" y="121623"/>
                </a:cubicBezTo>
                <a:lnTo>
                  <a:pt x="220980" y="105113"/>
                </a:lnTo>
                <a:cubicBezTo>
                  <a:pt x="215900" y="107654"/>
                  <a:pt x="209550" y="106383"/>
                  <a:pt x="207010" y="101304"/>
                </a:cubicBezTo>
                <a:cubicBezTo>
                  <a:pt x="204470" y="96223"/>
                  <a:pt x="205740" y="89873"/>
                  <a:pt x="210820" y="87333"/>
                </a:cubicBezTo>
                <a:cubicBezTo>
                  <a:pt x="213360" y="86063"/>
                  <a:pt x="214630" y="84793"/>
                  <a:pt x="217170" y="83523"/>
                </a:cubicBezTo>
                <a:cubicBezTo>
                  <a:pt x="220980" y="80983"/>
                  <a:pt x="222250" y="80983"/>
                  <a:pt x="224790" y="78443"/>
                </a:cubicBezTo>
                <a:cubicBezTo>
                  <a:pt x="234950" y="67013"/>
                  <a:pt x="242570" y="51773"/>
                  <a:pt x="242570" y="35263"/>
                </a:cubicBezTo>
                <a:cubicBezTo>
                  <a:pt x="242570" y="27643"/>
                  <a:pt x="241300" y="21293"/>
                  <a:pt x="238760" y="13673"/>
                </a:cubicBezTo>
                <a:cubicBezTo>
                  <a:pt x="236220" y="8593"/>
                  <a:pt x="240030" y="2243"/>
                  <a:pt x="245110" y="973"/>
                </a:cubicBezTo>
                <a:cubicBezTo>
                  <a:pt x="250190" y="-1567"/>
                  <a:pt x="256540" y="2243"/>
                  <a:pt x="257810" y="7323"/>
                </a:cubicBezTo>
                <a:cubicBezTo>
                  <a:pt x="261620" y="16213"/>
                  <a:pt x="262890" y="25104"/>
                  <a:pt x="262890" y="36533"/>
                </a:cubicBezTo>
                <a:cubicBezTo>
                  <a:pt x="262890" y="58123"/>
                  <a:pt x="255270" y="77173"/>
                  <a:pt x="242570" y="91143"/>
                </a:cubicBezTo>
                <a:lnTo>
                  <a:pt x="242570" y="122893"/>
                </a:lnTo>
                <a:cubicBezTo>
                  <a:pt x="242570" y="155913"/>
                  <a:pt x="224790" y="183854"/>
                  <a:pt x="196850" y="197823"/>
                </a:cubicBezTo>
                <a:lnTo>
                  <a:pt x="196850" y="197823"/>
                </a:lnTo>
                <a:lnTo>
                  <a:pt x="167640" y="211793"/>
                </a:lnTo>
                <a:cubicBezTo>
                  <a:pt x="144780" y="223223"/>
                  <a:pt x="118110" y="223223"/>
                  <a:pt x="95250" y="211793"/>
                </a:cubicBezTo>
                <a:lnTo>
                  <a:pt x="66040" y="197823"/>
                </a:lnTo>
                <a:cubicBezTo>
                  <a:pt x="38100" y="183854"/>
                  <a:pt x="20320" y="154643"/>
                  <a:pt x="20320" y="122893"/>
                </a:cubicBezTo>
                <a:lnTo>
                  <a:pt x="20320" y="91143"/>
                </a:lnTo>
                <a:cubicBezTo>
                  <a:pt x="7620" y="77173"/>
                  <a:pt x="0" y="58123"/>
                  <a:pt x="0" y="36533"/>
                </a:cubicBezTo>
                <a:cubicBezTo>
                  <a:pt x="0" y="26373"/>
                  <a:pt x="2540" y="16213"/>
                  <a:pt x="5080" y="7323"/>
                </a:cubicBezTo>
                <a:cubicBezTo>
                  <a:pt x="1270" y="973"/>
                  <a:pt x="6350" y="-1567"/>
                  <a:pt x="12700" y="973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3" name="Полилиния: фигура 591">
            <a:extLst>
              <a:ext uri="{FF2B5EF4-FFF2-40B4-BE49-F238E27FC236}">
                <a16:creationId xmlns:a16="http://schemas.microsoft.com/office/drawing/2014/main" id="{225CCE75-00FA-6AAF-A41A-7A8B63866836}"/>
              </a:ext>
            </a:extLst>
          </p:cNvPr>
          <p:cNvSpPr/>
          <p:nvPr/>
        </p:nvSpPr>
        <p:spPr>
          <a:xfrm>
            <a:off x="4025199" y="5120285"/>
            <a:ext cx="71791" cy="35286"/>
          </a:xfrm>
          <a:custGeom>
            <a:avLst/>
            <a:gdLst>
              <a:gd name="connsiteX0" fmla="*/ 4755 w 71791"/>
              <a:gd name="connsiteY0" fmla="*/ 997 h 35286"/>
              <a:gd name="connsiteX1" fmla="*/ 18725 w 71791"/>
              <a:gd name="connsiteY1" fmla="*/ 6076 h 35286"/>
              <a:gd name="connsiteX2" fmla="*/ 22535 w 71791"/>
              <a:gd name="connsiteY2" fmla="*/ 14967 h 35286"/>
              <a:gd name="connsiteX3" fmla="*/ 26345 w 71791"/>
              <a:gd name="connsiteY3" fmla="*/ 16237 h 35286"/>
              <a:gd name="connsiteX4" fmla="*/ 44125 w 71791"/>
              <a:gd name="connsiteY4" fmla="*/ 16237 h 35286"/>
              <a:gd name="connsiteX5" fmla="*/ 47935 w 71791"/>
              <a:gd name="connsiteY5" fmla="*/ 14967 h 35286"/>
              <a:gd name="connsiteX6" fmla="*/ 51745 w 71791"/>
              <a:gd name="connsiteY6" fmla="*/ 6076 h 35286"/>
              <a:gd name="connsiteX7" fmla="*/ 65715 w 71791"/>
              <a:gd name="connsiteY7" fmla="*/ 997 h 35286"/>
              <a:gd name="connsiteX8" fmla="*/ 70795 w 71791"/>
              <a:gd name="connsiteY8" fmla="*/ 14967 h 35286"/>
              <a:gd name="connsiteX9" fmla="*/ 65715 w 71791"/>
              <a:gd name="connsiteY9" fmla="*/ 23856 h 35286"/>
              <a:gd name="connsiteX10" fmla="*/ 63175 w 71791"/>
              <a:gd name="connsiteY10" fmla="*/ 27667 h 35286"/>
              <a:gd name="connsiteX11" fmla="*/ 45395 w 71791"/>
              <a:gd name="connsiteY11" fmla="*/ 35287 h 35286"/>
              <a:gd name="connsiteX12" fmla="*/ 27615 w 71791"/>
              <a:gd name="connsiteY12" fmla="*/ 35287 h 35286"/>
              <a:gd name="connsiteX13" fmla="*/ 9835 w 71791"/>
              <a:gd name="connsiteY13" fmla="*/ 27667 h 35286"/>
              <a:gd name="connsiteX14" fmla="*/ 7295 w 71791"/>
              <a:gd name="connsiteY14" fmla="*/ 23856 h 35286"/>
              <a:gd name="connsiteX15" fmla="*/ 2215 w 71791"/>
              <a:gd name="connsiteY15" fmla="*/ 14967 h 35286"/>
              <a:gd name="connsiteX16" fmla="*/ 4755 w 71791"/>
              <a:gd name="connsiteY16" fmla="*/ 997 h 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1791" h="35286">
                <a:moveTo>
                  <a:pt x="4755" y="997"/>
                </a:moveTo>
                <a:cubicBezTo>
                  <a:pt x="9835" y="-1544"/>
                  <a:pt x="16185" y="997"/>
                  <a:pt x="18725" y="6076"/>
                </a:cubicBezTo>
                <a:lnTo>
                  <a:pt x="22535" y="14967"/>
                </a:lnTo>
                <a:cubicBezTo>
                  <a:pt x="23805" y="16237"/>
                  <a:pt x="25075" y="16237"/>
                  <a:pt x="26345" y="16237"/>
                </a:cubicBezTo>
                <a:lnTo>
                  <a:pt x="44125" y="16237"/>
                </a:lnTo>
                <a:cubicBezTo>
                  <a:pt x="45395" y="16237"/>
                  <a:pt x="46665" y="16237"/>
                  <a:pt x="47935" y="14967"/>
                </a:cubicBezTo>
                <a:lnTo>
                  <a:pt x="51745" y="6076"/>
                </a:lnTo>
                <a:cubicBezTo>
                  <a:pt x="54285" y="997"/>
                  <a:pt x="60635" y="-1544"/>
                  <a:pt x="65715" y="997"/>
                </a:cubicBezTo>
                <a:cubicBezTo>
                  <a:pt x="70795" y="3537"/>
                  <a:pt x="73335" y="9887"/>
                  <a:pt x="70795" y="14967"/>
                </a:cubicBezTo>
                <a:lnTo>
                  <a:pt x="65715" y="23856"/>
                </a:lnTo>
                <a:cubicBezTo>
                  <a:pt x="64445" y="25126"/>
                  <a:pt x="64445" y="26397"/>
                  <a:pt x="63175" y="27667"/>
                </a:cubicBezTo>
                <a:cubicBezTo>
                  <a:pt x="58095" y="32747"/>
                  <a:pt x="51745" y="35287"/>
                  <a:pt x="45395" y="35287"/>
                </a:cubicBezTo>
                <a:lnTo>
                  <a:pt x="27615" y="35287"/>
                </a:lnTo>
                <a:cubicBezTo>
                  <a:pt x="21265" y="35287"/>
                  <a:pt x="14915" y="32747"/>
                  <a:pt x="9835" y="27667"/>
                </a:cubicBezTo>
                <a:cubicBezTo>
                  <a:pt x="8565" y="26397"/>
                  <a:pt x="7295" y="25126"/>
                  <a:pt x="7295" y="23856"/>
                </a:cubicBezTo>
                <a:lnTo>
                  <a:pt x="2215" y="14967"/>
                </a:lnTo>
                <a:cubicBezTo>
                  <a:pt x="-1595" y="9887"/>
                  <a:pt x="-325" y="3537"/>
                  <a:pt x="4755" y="997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4" name="Полилиния: фигура 592">
            <a:extLst>
              <a:ext uri="{FF2B5EF4-FFF2-40B4-BE49-F238E27FC236}">
                <a16:creationId xmlns:a16="http://schemas.microsoft.com/office/drawing/2014/main" id="{FBB3760D-EF9A-34EF-4B9A-C7D22DA19B21}"/>
              </a:ext>
            </a:extLst>
          </p:cNvPr>
          <p:cNvSpPr/>
          <p:nvPr/>
        </p:nvSpPr>
        <p:spPr>
          <a:xfrm>
            <a:off x="4024875" y="5128902"/>
            <a:ext cx="71120" cy="20320"/>
          </a:xfrm>
          <a:custGeom>
            <a:avLst/>
            <a:gdLst>
              <a:gd name="connsiteX0" fmla="*/ 10160 w 71120"/>
              <a:gd name="connsiteY0" fmla="*/ 0 h 20320"/>
              <a:gd name="connsiteX1" fmla="*/ 0 w 71120"/>
              <a:gd name="connsiteY1" fmla="*/ 10160 h 20320"/>
              <a:gd name="connsiteX2" fmla="*/ 10160 w 71120"/>
              <a:gd name="connsiteY2" fmla="*/ 20320 h 20320"/>
              <a:gd name="connsiteX3" fmla="*/ 60960 w 71120"/>
              <a:gd name="connsiteY3" fmla="*/ 20320 h 20320"/>
              <a:gd name="connsiteX4" fmla="*/ 71120 w 71120"/>
              <a:gd name="connsiteY4" fmla="*/ 10160 h 20320"/>
              <a:gd name="connsiteX5" fmla="*/ 60960 w 71120"/>
              <a:gd name="connsiteY5" fmla="*/ 0 h 20320"/>
              <a:gd name="connsiteX6" fmla="*/ 10160 w 71120"/>
              <a:gd name="connsiteY6" fmla="*/ 0 h 2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120" h="20320"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60960" y="20320"/>
                </a:lnTo>
                <a:cubicBezTo>
                  <a:pt x="66040" y="20320"/>
                  <a:pt x="71120" y="15240"/>
                  <a:pt x="71120" y="10160"/>
                </a:cubicBezTo>
                <a:cubicBezTo>
                  <a:pt x="71120" y="5080"/>
                  <a:pt x="66040" y="0"/>
                  <a:pt x="60960" y="0"/>
                </a:cubicBezTo>
                <a:lnTo>
                  <a:pt x="10160" y="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545" name="Полилиния: фигура 595">
            <a:extLst>
              <a:ext uri="{FF2B5EF4-FFF2-40B4-BE49-F238E27FC236}">
                <a16:creationId xmlns:a16="http://schemas.microsoft.com/office/drawing/2014/main" id="{104C5059-04A1-E9F9-A527-ADED7D6749ED}"/>
              </a:ext>
            </a:extLst>
          </p:cNvPr>
          <p:cNvSpPr/>
          <p:nvPr/>
        </p:nvSpPr>
        <p:spPr>
          <a:xfrm>
            <a:off x="4497315" y="5041348"/>
            <a:ext cx="245109" cy="193598"/>
          </a:xfrm>
          <a:custGeom>
            <a:avLst/>
            <a:gdLst>
              <a:gd name="connsiteX0" fmla="*/ 157480 w 245109"/>
              <a:gd name="connsiteY0" fmla="*/ 5003 h 193598"/>
              <a:gd name="connsiteX1" fmla="*/ 121920 w 245109"/>
              <a:gd name="connsiteY1" fmla="*/ 7543 h 193598"/>
              <a:gd name="connsiteX2" fmla="*/ 86360 w 245109"/>
              <a:gd name="connsiteY2" fmla="*/ 5003 h 193598"/>
              <a:gd name="connsiteX3" fmla="*/ 68580 w 245109"/>
              <a:gd name="connsiteY3" fmla="*/ 15163 h 193598"/>
              <a:gd name="connsiteX4" fmla="*/ 31750 w 245109"/>
              <a:gd name="connsiteY4" fmla="*/ 10083 h 193598"/>
              <a:gd name="connsiteX5" fmla="*/ 0 w 245109"/>
              <a:gd name="connsiteY5" fmla="*/ 21513 h 193598"/>
              <a:gd name="connsiteX6" fmla="*/ 0 w 245109"/>
              <a:gd name="connsiteY6" fmla="*/ 95174 h 193598"/>
              <a:gd name="connsiteX7" fmla="*/ 20320 w 245109"/>
              <a:gd name="connsiteY7" fmla="*/ 144703 h 193598"/>
              <a:gd name="connsiteX8" fmla="*/ 62230 w 245109"/>
              <a:gd name="connsiteY8" fmla="*/ 177724 h 193598"/>
              <a:gd name="connsiteX9" fmla="*/ 77470 w 245109"/>
              <a:gd name="connsiteY9" fmla="*/ 184074 h 193598"/>
              <a:gd name="connsiteX10" fmla="*/ 167640 w 245109"/>
              <a:gd name="connsiteY10" fmla="*/ 184074 h 193598"/>
              <a:gd name="connsiteX11" fmla="*/ 182880 w 245109"/>
              <a:gd name="connsiteY11" fmla="*/ 177724 h 193598"/>
              <a:gd name="connsiteX12" fmla="*/ 224790 w 245109"/>
              <a:gd name="connsiteY12" fmla="*/ 144703 h 193598"/>
              <a:gd name="connsiteX13" fmla="*/ 245110 w 245109"/>
              <a:gd name="connsiteY13" fmla="*/ 95174 h 193598"/>
              <a:gd name="connsiteX14" fmla="*/ 245110 w 245109"/>
              <a:gd name="connsiteY14" fmla="*/ 21513 h 193598"/>
              <a:gd name="connsiteX15" fmla="*/ 213360 w 245109"/>
              <a:gd name="connsiteY15" fmla="*/ 10083 h 193598"/>
              <a:gd name="connsiteX16" fmla="*/ 176530 w 245109"/>
              <a:gd name="connsiteY16" fmla="*/ 15163 h 193598"/>
              <a:gd name="connsiteX17" fmla="*/ 157480 w 245109"/>
              <a:gd name="connsiteY17" fmla="*/ 5003 h 193598"/>
              <a:gd name="connsiteX18" fmla="*/ 132080 w 245109"/>
              <a:gd name="connsiteY18" fmla="*/ 26593 h 193598"/>
              <a:gd name="connsiteX19" fmla="*/ 147320 w 245109"/>
              <a:gd name="connsiteY19" fmla="*/ 21513 h 193598"/>
              <a:gd name="connsiteX20" fmla="*/ 165100 w 245109"/>
              <a:gd name="connsiteY20" fmla="*/ 31674 h 193598"/>
              <a:gd name="connsiteX21" fmla="*/ 223520 w 245109"/>
              <a:gd name="connsiteY21" fmla="*/ 26593 h 193598"/>
              <a:gd name="connsiteX22" fmla="*/ 223520 w 245109"/>
              <a:gd name="connsiteY22" fmla="*/ 93903 h 193598"/>
              <a:gd name="connsiteX23" fmla="*/ 208280 w 245109"/>
              <a:gd name="connsiteY23" fmla="*/ 130733 h 193598"/>
              <a:gd name="connsiteX24" fmla="*/ 173990 w 245109"/>
              <a:gd name="connsiteY24" fmla="*/ 158674 h 193598"/>
              <a:gd name="connsiteX25" fmla="*/ 158750 w 245109"/>
              <a:gd name="connsiteY25" fmla="*/ 165024 h 193598"/>
              <a:gd name="connsiteX26" fmla="*/ 85090 w 245109"/>
              <a:gd name="connsiteY26" fmla="*/ 165024 h 193598"/>
              <a:gd name="connsiteX27" fmla="*/ 69850 w 245109"/>
              <a:gd name="connsiteY27" fmla="*/ 158674 h 193598"/>
              <a:gd name="connsiteX28" fmla="*/ 35560 w 245109"/>
              <a:gd name="connsiteY28" fmla="*/ 130733 h 193598"/>
              <a:gd name="connsiteX29" fmla="*/ 20320 w 245109"/>
              <a:gd name="connsiteY29" fmla="*/ 93903 h 193598"/>
              <a:gd name="connsiteX30" fmla="*/ 20320 w 245109"/>
              <a:gd name="connsiteY30" fmla="*/ 26593 h 193598"/>
              <a:gd name="connsiteX31" fmla="*/ 78740 w 245109"/>
              <a:gd name="connsiteY31" fmla="*/ 31674 h 193598"/>
              <a:gd name="connsiteX32" fmla="*/ 96520 w 245109"/>
              <a:gd name="connsiteY32" fmla="*/ 21513 h 193598"/>
              <a:gd name="connsiteX33" fmla="*/ 111760 w 245109"/>
              <a:gd name="connsiteY33" fmla="*/ 26593 h 193598"/>
              <a:gd name="connsiteX34" fmla="*/ 111760 w 245109"/>
              <a:gd name="connsiteY34" fmla="*/ 26593 h 193598"/>
              <a:gd name="connsiteX35" fmla="*/ 132080 w 245109"/>
              <a:gd name="connsiteY35" fmla="*/ 26593 h 193598"/>
              <a:gd name="connsiteX36" fmla="*/ 132080 w 245109"/>
              <a:gd name="connsiteY36" fmla="*/ 26593 h 193598"/>
              <a:gd name="connsiteX37" fmla="*/ 101600 w 245109"/>
              <a:gd name="connsiteY37" fmla="*/ 48183 h 193598"/>
              <a:gd name="connsiteX38" fmla="*/ 87630 w 245109"/>
              <a:gd name="connsiteY38" fmla="*/ 50724 h 193598"/>
              <a:gd name="connsiteX39" fmla="*/ 90170 w 245109"/>
              <a:gd name="connsiteY39" fmla="*/ 64693 h 193598"/>
              <a:gd name="connsiteX40" fmla="*/ 152400 w 245109"/>
              <a:gd name="connsiteY40" fmla="*/ 64693 h 193598"/>
              <a:gd name="connsiteX41" fmla="*/ 154940 w 245109"/>
              <a:gd name="connsiteY41" fmla="*/ 50724 h 193598"/>
              <a:gd name="connsiteX42" fmla="*/ 140970 w 245109"/>
              <a:gd name="connsiteY42" fmla="*/ 48183 h 193598"/>
              <a:gd name="connsiteX43" fmla="*/ 101600 w 245109"/>
              <a:gd name="connsiteY43" fmla="*/ 48183 h 193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5109" h="193598">
                <a:moveTo>
                  <a:pt x="157480" y="5003"/>
                </a:moveTo>
                <a:cubicBezTo>
                  <a:pt x="146050" y="-2617"/>
                  <a:pt x="130810" y="-76"/>
                  <a:pt x="121920" y="7543"/>
                </a:cubicBezTo>
                <a:cubicBezTo>
                  <a:pt x="111760" y="-1347"/>
                  <a:pt x="97790" y="-2617"/>
                  <a:pt x="86360" y="5003"/>
                </a:cubicBezTo>
                <a:lnTo>
                  <a:pt x="68580" y="15163"/>
                </a:lnTo>
                <a:cubicBezTo>
                  <a:pt x="57150" y="22783"/>
                  <a:pt x="40640" y="20243"/>
                  <a:pt x="31750" y="10083"/>
                </a:cubicBezTo>
                <a:cubicBezTo>
                  <a:pt x="20320" y="-2617"/>
                  <a:pt x="0" y="5003"/>
                  <a:pt x="0" y="21513"/>
                </a:cubicBezTo>
                <a:lnTo>
                  <a:pt x="0" y="95174"/>
                </a:lnTo>
                <a:cubicBezTo>
                  <a:pt x="0" y="112953"/>
                  <a:pt x="8890" y="130733"/>
                  <a:pt x="20320" y="144703"/>
                </a:cubicBezTo>
                <a:cubicBezTo>
                  <a:pt x="31750" y="158674"/>
                  <a:pt x="46990" y="171374"/>
                  <a:pt x="62230" y="177724"/>
                </a:cubicBezTo>
                <a:lnTo>
                  <a:pt x="77470" y="184074"/>
                </a:lnTo>
                <a:cubicBezTo>
                  <a:pt x="106680" y="196774"/>
                  <a:pt x="138430" y="196774"/>
                  <a:pt x="167640" y="184074"/>
                </a:cubicBezTo>
                <a:lnTo>
                  <a:pt x="182880" y="177724"/>
                </a:lnTo>
                <a:cubicBezTo>
                  <a:pt x="198120" y="171374"/>
                  <a:pt x="213360" y="158674"/>
                  <a:pt x="224790" y="144703"/>
                </a:cubicBezTo>
                <a:cubicBezTo>
                  <a:pt x="236220" y="130733"/>
                  <a:pt x="245110" y="112953"/>
                  <a:pt x="245110" y="95174"/>
                </a:cubicBezTo>
                <a:lnTo>
                  <a:pt x="245110" y="21513"/>
                </a:lnTo>
                <a:cubicBezTo>
                  <a:pt x="245110" y="5003"/>
                  <a:pt x="224790" y="-2617"/>
                  <a:pt x="213360" y="10083"/>
                </a:cubicBezTo>
                <a:cubicBezTo>
                  <a:pt x="204470" y="20243"/>
                  <a:pt x="187960" y="22783"/>
                  <a:pt x="176530" y="15163"/>
                </a:cubicBezTo>
                <a:lnTo>
                  <a:pt x="157480" y="5003"/>
                </a:lnTo>
                <a:close/>
                <a:moveTo>
                  <a:pt x="132080" y="26593"/>
                </a:moveTo>
                <a:cubicBezTo>
                  <a:pt x="134620" y="20243"/>
                  <a:pt x="140970" y="18974"/>
                  <a:pt x="147320" y="21513"/>
                </a:cubicBezTo>
                <a:lnTo>
                  <a:pt x="165100" y="31674"/>
                </a:lnTo>
                <a:cubicBezTo>
                  <a:pt x="184150" y="43103"/>
                  <a:pt x="208280" y="40563"/>
                  <a:pt x="223520" y="26593"/>
                </a:cubicBezTo>
                <a:lnTo>
                  <a:pt x="223520" y="93903"/>
                </a:lnTo>
                <a:cubicBezTo>
                  <a:pt x="223520" y="105333"/>
                  <a:pt x="217170" y="119303"/>
                  <a:pt x="208280" y="130733"/>
                </a:cubicBezTo>
                <a:cubicBezTo>
                  <a:pt x="198120" y="143433"/>
                  <a:pt x="185420" y="152324"/>
                  <a:pt x="173990" y="158674"/>
                </a:cubicBezTo>
                <a:lnTo>
                  <a:pt x="158750" y="165024"/>
                </a:lnTo>
                <a:cubicBezTo>
                  <a:pt x="134620" y="175183"/>
                  <a:pt x="107950" y="175183"/>
                  <a:pt x="85090" y="165024"/>
                </a:cubicBezTo>
                <a:lnTo>
                  <a:pt x="69850" y="158674"/>
                </a:lnTo>
                <a:cubicBezTo>
                  <a:pt x="58420" y="153593"/>
                  <a:pt x="45720" y="143433"/>
                  <a:pt x="35560" y="130733"/>
                </a:cubicBezTo>
                <a:cubicBezTo>
                  <a:pt x="25400" y="118033"/>
                  <a:pt x="20320" y="105333"/>
                  <a:pt x="20320" y="93903"/>
                </a:cubicBezTo>
                <a:lnTo>
                  <a:pt x="20320" y="26593"/>
                </a:lnTo>
                <a:cubicBezTo>
                  <a:pt x="36830" y="40563"/>
                  <a:pt x="60960" y="43103"/>
                  <a:pt x="78740" y="31674"/>
                </a:cubicBezTo>
                <a:lnTo>
                  <a:pt x="96520" y="21513"/>
                </a:lnTo>
                <a:cubicBezTo>
                  <a:pt x="101600" y="17703"/>
                  <a:pt x="109220" y="20243"/>
                  <a:pt x="111760" y="26593"/>
                </a:cubicBezTo>
                <a:lnTo>
                  <a:pt x="111760" y="26593"/>
                </a:lnTo>
                <a:cubicBezTo>
                  <a:pt x="115570" y="36753"/>
                  <a:pt x="128270" y="36753"/>
                  <a:pt x="132080" y="26593"/>
                </a:cubicBezTo>
                <a:lnTo>
                  <a:pt x="132080" y="26593"/>
                </a:lnTo>
                <a:close/>
                <a:moveTo>
                  <a:pt x="101600" y="48183"/>
                </a:moveTo>
                <a:cubicBezTo>
                  <a:pt x="96520" y="45643"/>
                  <a:pt x="90170" y="46913"/>
                  <a:pt x="87630" y="50724"/>
                </a:cubicBezTo>
                <a:cubicBezTo>
                  <a:pt x="85090" y="55803"/>
                  <a:pt x="86360" y="62153"/>
                  <a:pt x="90170" y="64693"/>
                </a:cubicBezTo>
                <a:cubicBezTo>
                  <a:pt x="109220" y="77393"/>
                  <a:pt x="133350" y="77393"/>
                  <a:pt x="152400" y="64693"/>
                </a:cubicBezTo>
                <a:cubicBezTo>
                  <a:pt x="157480" y="62153"/>
                  <a:pt x="158750" y="55803"/>
                  <a:pt x="154940" y="50724"/>
                </a:cubicBezTo>
                <a:cubicBezTo>
                  <a:pt x="152400" y="45643"/>
                  <a:pt x="146050" y="44374"/>
                  <a:pt x="140970" y="48183"/>
                </a:cubicBezTo>
                <a:cubicBezTo>
                  <a:pt x="129540" y="55803"/>
                  <a:pt x="114300" y="55803"/>
                  <a:pt x="101600" y="48183"/>
                </a:cubicBez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46" name="Группа 545">
            <a:extLst>
              <a:ext uri="{FF2B5EF4-FFF2-40B4-BE49-F238E27FC236}">
                <a16:creationId xmlns:a16="http://schemas.microsoft.com/office/drawing/2014/main" id="{CBF423A6-FF18-EB28-A596-3E468B34509D}"/>
              </a:ext>
            </a:extLst>
          </p:cNvPr>
          <p:cNvGrpSpPr/>
          <p:nvPr/>
        </p:nvGrpSpPr>
        <p:grpSpPr>
          <a:xfrm>
            <a:off x="6786537" y="5001902"/>
            <a:ext cx="111759" cy="275589"/>
            <a:chOff x="6862195" y="5033771"/>
            <a:chExt cx="111759" cy="275589"/>
          </a:xfrm>
          <a:solidFill>
            <a:schemeClr val="bg1"/>
          </a:solidFill>
        </p:grpSpPr>
        <p:sp>
          <p:nvSpPr>
            <p:cNvPr id="547" name="Полилиния: фигура 599">
              <a:extLst>
                <a:ext uri="{FF2B5EF4-FFF2-40B4-BE49-F238E27FC236}">
                  <a16:creationId xmlns:a16="http://schemas.microsoft.com/office/drawing/2014/main" id="{12523134-5280-DE43-AD7B-1CDBBF402F69}"/>
                </a:ext>
              </a:extLst>
            </p:cNvPr>
            <p:cNvSpPr/>
            <p:nvPr/>
          </p:nvSpPr>
          <p:spPr>
            <a:xfrm>
              <a:off x="6862195" y="5033771"/>
              <a:ext cx="111759" cy="275589"/>
            </a:xfrm>
            <a:custGeom>
              <a:avLst/>
              <a:gdLst>
                <a:gd name="connsiteX0" fmla="*/ 111760 w 111759"/>
                <a:gd name="connsiteY0" fmla="*/ 10160 h 275589"/>
                <a:gd name="connsiteX1" fmla="*/ 101600 w 111759"/>
                <a:gd name="connsiteY1" fmla="*/ 0 h 275589"/>
                <a:gd name="connsiteX2" fmla="*/ 91440 w 111759"/>
                <a:gd name="connsiteY2" fmla="*/ 10160 h 275589"/>
                <a:gd name="connsiteX3" fmla="*/ 91440 w 111759"/>
                <a:gd name="connsiteY3" fmla="*/ 30480 h 275589"/>
                <a:gd name="connsiteX4" fmla="*/ 91440 w 111759"/>
                <a:gd name="connsiteY4" fmla="*/ 31750 h 275589"/>
                <a:gd name="connsiteX5" fmla="*/ 90170 w 111759"/>
                <a:gd name="connsiteY5" fmla="*/ 46990 h 275589"/>
                <a:gd name="connsiteX6" fmla="*/ 78740 w 111759"/>
                <a:gd name="connsiteY6" fmla="*/ 69850 h 275589"/>
                <a:gd name="connsiteX7" fmla="*/ 62230 w 111759"/>
                <a:gd name="connsiteY7" fmla="*/ 91440 h 275589"/>
                <a:gd name="connsiteX8" fmla="*/ 38100 w 111759"/>
                <a:gd name="connsiteY8" fmla="*/ 120650 h 275589"/>
                <a:gd name="connsiteX9" fmla="*/ 34290 w 111759"/>
                <a:gd name="connsiteY9" fmla="*/ 125730 h 275589"/>
                <a:gd name="connsiteX10" fmla="*/ 15240 w 111759"/>
                <a:gd name="connsiteY10" fmla="*/ 149860 h 275589"/>
                <a:gd name="connsiteX11" fmla="*/ 5080 w 111759"/>
                <a:gd name="connsiteY11" fmla="*/ 166370 h 275589"/>
                <a:gd name="connsiteX12" fmla="*/ 0 w 111759"/>
                <a:gd name="connsiteY12" fmla="*/ 184150 h 275589"/>
                <a:gd name="connsiteX13" fmla="*/ 11430 w 111759"/>
                <a:gd name="connsiteY13" fmla="*/ 208280 h 275589"/>
                <a:gd name="connsiteX14" fmla="*/ 38100 w 111759"/>
                <a:gd name="connsiteY14" fmla="*/ 218440 h 275589"/>
                <a:gd name="connsiteX15" fmla="*/ 57150 w 111759"/>
                <a:gd name="connsiteY15" fmla="*/ 226060 h 275589"/>
                <a:gd name="connsiteX16" fmla="*/ 60960 w 111759"/>
                <a:gd name="connsiteY16" fmla="*/ 234950 h 275589"/>
                <a:gd name="connsiteX17" fmla="*/ 60960 w 111759"/>
                <a:gd name="connsiteY17" fmla="*/ 265430 h 275589"/>
                <a:gd name="connsiteX18" fmla="*/ 71120 w 111759"/>
                <a:gd name="connsiteY18" fmla="*/ 275590 h 275589"/>
                <a:gd name="connsiteX19" fmla="*/ 81280 w 111759"/>
                <a:gd name="connsiteY19" fmla="*/ 265430 h 275589"/>
                <a:gd name="connsiteX20" fmla="*/ 81280 w 111759"/>
                <a:gd name="connsiteY20" fmla="*/ 234950 h 275589"/>
                <a:gd name="connsiteX21" fmla="*/ 69850 w 111759"/>
                <a:gd name="connsiteY21" fmla="*/ 210820 h 275589"/>
                <a:gd name="connsiteX22" fmla="*/ 43180 w 111759"/>
                <a:gd name="connsiteY22" fmla="*/ 200660 h 275589"/>
                <a:gd name="connsiteX23" fmla="*/ 24130 w 111759"/>
                <a:gd name="connsiteY23" fmla="*/ 193040 h 275589"/>
                <a:gd name="connsiteX24" fmla="*/ 20320 w 111759"/>
                <a:gd name="connsiteY24" fmla="*/ 184150 h 275589"/>
                <a:gd name="connsiteX25" fmla="*/ 22860 w 111759"/>
                <a:gd name="connsiteY25" fmla="*/ 175260 h 275589"/>
                <a:gd name="connsiteX26" fmla="*/ 31750 w 111759"/>
                <a:gd name="connsiteY26" fmla="*/ 161290 h 275589"/>
                <a:gd name="connsiteX27" fmla="*/ 49530 w 111759"/>
                <a:gd name="connsiteY27" fmla="*/ 138430 h 275589"/>
                <a:gd name="connsiteX28" fmla="*/ 53340 w 111759"/>
                <a:gd name="connsiteY28" fmla="*/ 133350 h 275589"/>
                <a:gd name="connsiteX29" fmla="*/ 77470 w 111759"/>
                <a:gd name="connsiteY29" fmla="*/ 102870 h 275589"/>
                <a:gd name="connsiteX30" fmla="*/ 93980 w 111759"/>
                <a:gd name="connsiteY30" fmla="*/ 82550 h 275589"/>
                <a:gd name="connsiteX31" fmla="*/ 109220 w 111759"/>
                <a:gd name="connsiteY31" fmla="*/ 52070 h 275589"/>
                <a:gd name="connsiteX32" fmla="*/ 110490 w 111759"/>
                <a:gd name="connsiteY32" fmla="*/ 31750 h 275589"/>
                <a:gd name="connsiteX33" fmla="*/ 110490 w 111759"/>
                <a:gd name="connsiteY33" fmla="*/ 30480 h 275589"/>
                <a:gd name="connsiteX34" fmla="*/ 110490 w 111759"/>
                <a:gd name="connsiteY34" fmla="*/ 10160 h 275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11759" h="275589">
                  <a:moveTo>
                    <a:pt x="111760" y="10160"/>
                  </a:moveTo>
                  <a:cubicBezTo>
                    <a:pt x="111760" y="5080"/>
                    <a:pt x="106680" y="0"/>
                    <a:pt x="101600" y="0"/>
                  </a:cubicBezTo>
                  <a:cubicBezTo>
                    <a:pt x="96520" y="0"/>
                    <a:pt x="91440" y="5080"/>
                    <a:pt x="91440" y="10160"/>
                  </a:cubicBezTo>
                  <a:lnTo>
                    <a:pt x="91440" y="30480"/>
                  </a:lnTo>
                  <a:cubicBezTo>
                    <a:pt x="91440" y="30480"/>
                    <a:pt x="91440" y="31750"/>
                    <a:pt x="91440" y="31750"/>
                  </a:cubicBezTo>
                  <a:cubicBezTo>
                    <a:pt x="91440" y="36830"/>
                    <a:pt x="91440" y="40640"/>
                    <a:pt x="90170" y="46990"/>
                  </a:cubicBezTo>
                  <a:cubicBezTo>
                    <a:pt x="88900" y="53340"/>
                    <a:pt x="85090" y="60960"/>
                    <a:pt x="78740" y="69850"/>
                  </a:cubicBezTo>
                  <a:cubicBezTo>
                    <a:pt x="72390" y="77470"/>
                    <a:pt x="67310" y="83820"/>
                    <a:pt x="62230" y="91440"/>
                  </a:cubicBezTo>
                  <a:cubicBezTo>
                    <a:pt x="52070" y="104140"/>
                    <a:pt x="44450" y="114300"/>
                    <a:pt x="38100" y="120650"/>
                  </a:cubicBezTo>
                  <a:cubicBezTo>
                    <a:pt x="36830" y="121920"/>
                    <a:pt x="35560" y="123190"/>
                    <a:pt x="34290" y="125730"/>
                  </a:cubicBezTo>
                  <a:cubicBezTo>
                    <a:pt x="27940" y="132080"/>
                    <a:pt x="21590" y="140970"/>
                    <a:pt x="15240" y="149860"/>
                  </a:cubicBezTo>
                  <a:cubicBezTo>
                    <a:pt x="11430" y="154940"/>
                    <a:pt x="7620" y="161290"/>
                    <a:pt x="5080" y="166370"/>
                  </a:cubicBezTo>
                  <a:cubicBezTo>
                    <a:pt x="2540" y="171450"/>
                    <a:pt x="0" y="177800"/>
                    <a:pt x="0" y="184150"/>
                  </a:cubicBezTo>
                  <a:cubicBezTo>
                    <a:pt x="0" y="194310"/>
                    <a:pt x="3810" y="203200"/>
                    <a:pt x="11430" y="208280"/>
                  </a:cubicBezTo>
                  <a:cubicBezTo>
                    <a:pt x="17780" y="213360"/>
                    <a:pt x="27940" y="215900"/>
                    <a:pt x="38100" y="218440"/>
                  </a:cubicBezTo>
                  <a:cubicBezTo>
                    <a:pt x="48260" y="220980"/>
                    <a:pt x="54610" y="223520"/>
                    <a:pt x="57150" y="226060"/>
                  </a:cubicBezTo>
                  <a:cubicBezTo>
                    <a:pt x="59690" y="227330"/>
                    <a:pt x="60960" y="229870"/>
                    <a:pt x="60960" y="234950"/>
                  </a:cubicBezTo>
                  <a:lnTo>
                    <a:pt x="60960" y="265430"/>
                  </a:lnTo>
                  <a:cubicBezTo>
                    <a:pt x="60960" y="270510"/>
                    <a:pt x="66040" y="275590"/>
                    <a:pt x="71120" y="275590"/>
                  </a:cubicBezTo>
                  <a:cubicBezTo>
                    <a:pt x="76200" y="275590"/>
                    <a:pt x="81280" y="270510"/>
                    <a:pt x="81280" y="265430"/>
                  </a:cubicBezTo>
                  <a:lnTo>
                    <a:pt x="81280" y="234950"/>
                  </a:lnTo>
                  <a:cubicBezTo>
                    <a:pt x="81280" y="224790"/>
                    <a:pt x="77470" y="215900"/>
                    <a:pt x="69850" y="210820"/>
                  </a:cubicBezTo>
                  <a:cubicBezTo>
                    <a:pt x="63500" y="205740"/>
                    <a:pt x="53340" y="203200"/>
                    <a:pt x="43180" y="200660"/>
                  </a:cubicBezTo>
                  <a:cubicBezTo>
                    <a:pt x="33020" y="198120"/>
                    <a:pt x="26670" y="195580"/>
                    <a:pt x="24130" y="193040"/>
                  </a:cubicBezTo>
                  <a:cubicBezTo>
                    <a:pt x="21590" y="191770"/>
                    <a:pt x="20320" y="189230"/>
                    <a:pt x="20320" y="184150"/>
                  </a:cubicBezTo>
                  <a:cubicBezTo>
                    <a:pt x="20320" y="182880"/>
                    <a:pt x="20320" y="180340"/>
                    <a:pt x="22860" y="175260"/>
                  </a:cubicBezTo>
                  <a:cubicBezTo>
                    <a:pt x="25400" y="171450"/>
                    <a:pt x="27940" y="166370"/>
                    <a:pt x="31750" y="161290"/>
                  </a:cubicBezTo>
                  <a:cubicBezTo>
                    <a:pt x="36830" y="153670"/>
                    <a:pt x="44450" y="146050"/>
                    <a:pt x="49530" y="138430"/>
                  </a:cubicBezTo>
                  <a:cubicBezTo>
                    <a:pt x="50800" y="137160"/>
                    <a:pt x="52070" y="134620"/>
                    <a:pt x="53340" y="133350"/>
                  </a:cubicBezTo>
                  <a:cubicBezTo>
                    <a:pt x="58420" y="127000"/>
                    <a:pt x="67310" y="115570"/>
                    <a:pt x="77470" y="102870"/>
                  </a:cubicBezTo>
                  <a:cubicBezTo>
                    <a:pt x="82550" y="96520"/>
                    <a:pt x="88900" y="88900"/>
                    <a:pt x="93980" y="82550"/>
                  </a:cubicBezTo>
                  <a:cubicBezTo>
                    <a:pt x="102870" y="71120"/>
                    <a:pt x="107950" y="60960"/>
                    <a:pt x="109220" y="52070"/>
                  </a:cubicBezTo>
                  <a:cubicBezTo>
                    <a:pt x="111760" y="44450"/>
                    <a:pt x="110490" y="36830"/>
                    <a:pt x="110490" y="31750"/>
                  </a:cubicBezTo>
                  <a:cubicBezTo>
                    <a:pt x="110490" y="31750"/>
                    <a:pt x="110490" y="30480"/>
                    <a:pt x="110490" y="30480"/>
                  </a:cubicBezTo>
                  <a:lnTo>
                    <a:pt x="11049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48" name="Полилиния: фигура 600">
              <a:extLst>
                <a:ext uri="{FF2B5EF4-FFF2-40B4-BE49-F238E27FC236}">
                  <a16:creationId xmlns:a16="http://schemas.microsoft.com/office/drawing/2014/main" id="{2EEAD645-E32F-9E97-16D2-CCD6E8D561F2}"/>
                </a:ext>
              </a:extLst>
            </p:cNvPr>
            <p:cNvSpPr/>
            <p:nvPr/>
          </p:nvSpPr>
          <p:spPr>
            <a:xfrm>
              <a:off x="6864735" y="5148071"/>
              <a:ext cx="106679" cy="43179"/>
            </a:xfrm>
            <a:custGeom>
              <a:avLst/>
              <a:gdLst>
                <a:gd name="connsiteX0" fmla="*/ 106680 w 106679"/>
                <a:gd name="connsiteY0" fmla="*/ 10160 h 43179"/>
                <a:gd name="connsiteX1" fmla="*/ 96520 w 106679"/>
                <a:gd name="connsiteY1" fmla="*/ 0 h 43179"/>
                <a:gd name="connsiteX2" fmla="*/ 86360 w 106679"/>
                <a:gd name="connsiteY2" fmla="*/ 10160 h 43179"/>
                <a:gd name="connsiteX3" fmla="*/ 83820 w 106679"/>
                <a:gd name="connsiteY3" fmla="*/ 19050 h 43179"/>
                <a:gd name="connsiteX4" fmla="*/ 77470 w 106679"/>
                <a:gd name="connsiteY4" fmla="*/ 22860 h 43179"/>
                <a:gd name="connsiteX5" fmla="*/ 67310 w 106679"/>
                <a:gd name="connsiteY5" fmla="*/ 24130 h 43179"/>
                <a:gd name="connsiteX6" fmla="*/ 60960 w 106679"/>
                <a:gd name="connsiteY6" fmla="*/ 22860 h 43179"/>
                <a:gd name="connsiteX7" fmla="*/ 54610 w 106679"/>
                <a:gd name="connsiteY7" fmla="*/ 17780 h 43179"/>
                <a:gd name="connsiteX8" fmla="*/ 43180 w 106679"/>
                <a:gd name="connsiteY8" fmla="*/ 10160 h 43179"/>
                <a:gd name="connsiteX9" fmla="*/ 25400 w 106679"/>
                <a:gd name="connsiteY9" fmla="*/ 5080 h 43179"/>
                <a:gd name="connsiteX10" fmla="*/ 10160 w 106679"/>
                <a:gd name="connsiteY10" fmla="*/ 5080 h 43179"/>
                <a:gd name="connsiteX11" fmla="*/ 0 w 106679"/>
                <a:gd name="connsiteY11" fmla="*/ 15240 h 43179"/>
                <a:gd name="connsiteX12" fmla="*/ 10160 w 106679"/>
                <a:gd name="connsiteY12" fmla="*/ 25400 h 43179"/>
                <a:gd name="connsiteX13" fmla="*/ 25400 w 106679"/>
                <a:gd name="connsiteY13" fmla="*/ 25400 h 43179"/>
                <a:gd name="connsiteX14" fmla="*/ 34290 w 106679"/>
                <a:gd name="connsiteY14" fmla="*/ 27940 h 43179"/>
                <a:gd name="connsiteX15" fmla="*/ 43180 w 106679"/>
                <a:gd name="connsiteY15" fmla="*/ 33020 h 43179"/>
                <a:gd name="connsiteX16" fmla="*/ 50800 w 106679"/>
                <a:gd name="connsiteY16" fmla="*/ 38100 h 43179"/>
                <a:gd name="connsiteX17" fmla="*/ 66040 w 106679"/>
                <a:gd name="connsiteY17" fmla="*/ 43180 h 43179"/>
                <a:gd name="connsiteX18" fmla="*/ 83820 w 106679"/>
                <a:gd name="connsiteY18" fmla="*/ 41910 h 43179"/>
                <a:gd name="connsiteX19" fmla="*/ 100330 w 106679"/>
                <a:gd name="connsiteY19" fmla="*/ 31750 h 43179"/>
                <a:gd name="connsiteX20" fmla="*/ 106680 w 106679"/>
                <a:gd name="connsiteY20" fmla="*/ 10160 h 4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6679" h="43179">
                  <a:moveTo>
                    <a:pt x="106680" y="10160"/>
                  </a:moveTo>
                  <a:cubicBezTo>
                    <a:pt x="106680" y="5080"/>
                    <a:pt x="101600" y="0"/>
                    <a:pt x="96520" y="0"/>
                  </a:cubicBezTo>
                  <a:cubicBezTo>
                    <a:pt x="91440" y="0"/>
                    <a:pt x="86360" y="5080"/>
                    <a:pt x="86360" y="10160"/>
                  </a:cubicBezTo>
                  <a:cubicBezTo>
                    <a:pt x="86360" y="13970"/>
                    <a:pt x="85090" y="16510"/>
                    <a:pt x="83820" y="19050"/>
                  </a:cubicBezTo>
                  <a:cubicBezTo>
                    <a:pt x="82550" y="20320"/>
                    <a:pt x="80010" y="22860"/>
                    <a:pt x="77470" y="22860"/>
                  </a:cubicBezTo>
                  <a:cubicBezTo>
                    <a:pt x="74930" y="24130"/>
                    <a:pt x="71120" y="24130"/>
                    <a:pt x="67310" y="24130"/>
                  </a:cubicBezTo>
                  <a:cubicBezTo>
                    <a:pt x="63500" y="24130"/>
                    <a:pt x="62230" y="22860"/>
                    <a:pt x="60960" y="22860"/>
                  </a:cubicBezTo>
                  <a:cubicBezTo>
                    <a:pt x="58420" y="21590"/>
                    <a:pt x="55880" y="20320"/>
                    <a:pt x="54610" y="17780"/>
                  </a:cubicBezTo>
                  <a:cubicBezTo>
                    <a:pt x="50800" y="15240"/>
                    <a:pt x="46990" y="12700"/>
                    <a:pt x="43180" y="10160"/>
                  </a:cubicBezTo>
                  <a:cubicBezTo>
                    <a:pt x="38100" y="6350"/>
                    <a:pt x="31750" y="5080"/>
                    <a:pt x="25400" y="5080"/>
                  </a:cubicBezTo>
                  <a:lnTo>
                    <a:pt x="10160" y="5080"/>
                  </a:lnTo>
                  <a:cubicBezTo>
                    <a:pt x="5080" y="5080"/>
                    <a:pt x="0" y="10160"/>
                    <a:pt x="0" y="15240"/>
                  </a:cubicBezTo>
                  <a:cubicBezTo>
                    <a:pt x="0" y="20320"/>
                    <a:pt x="5080" y="25400"/>
                    <a:pt x="10160" y="25400"/>
                  </a:cubicBezTo>
                  <a:lnTo>
                    <a:pt x="25400" y="25400"/>
                  </a:lnTo>
                  <a:cubicBezTo>
                    <a:pt x="27940" y="25400"/>
                    <a:pt x="30480" y="25400"/>
                    <a:pt x="34290" y="27940"/>
                  </a:cubicBezTo>
                  <a:cubicBezTo>
                    <a:pt x="36830" y="29210"/>
                    <a:pt x="39370" y="30480"/>
                    <a:pt x="43180" y="33020"/>
                  </a:cubicBezTo>
                  <a:cubicBezTo>
                    <a:pt x="45720" y="34290"/>
                    <a:pt x="48260" y="36830"/>
                    <a:pt x="50800" y="38100"/>
                  </a:cubicBezTo>
                  <a:cubicBezTo>
                    <a:pt x="54610" y="40640"/>
                    <a:pt x="60960" y="41910"/>
                    <a:pt x="66040" y="43180"/>
                  </a:cubicBezTo>
                  <a:cubicBezTo>
                    <a:pt x="71120" y="43180"/>
                    <a:pt x="77470" y="43180"/>
                    <a:pt x="83820" y="41910"/>
                  </a:cubicBezTo>
                  <a:cubicBezTo>
                    <a:pt x="90170" y="40640"/>
                    <a:pt x="95250" y="36830"/>
                    <a:pt x="100330" y="31750"/>
                  </a:cubicBezTo>
                  <a:cubicBezTo>
                    <a:pt x="104140" y="26670"/>
                    <a:pt x="106680" y="19050"/>
                    <a:pt x="10668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49" name="Полилиния: фигура 604">
            <a:extLst>
              <a:ext uri="{FF2B5EF4-FFF2-40B4-BE49-F238E27FC236}">
                <a16:creationId xmlns:a16="http://schemas.microsoft.com/office/drawing/2014/main" id="{E92D5DA7-FD3D-1D3E-9848-8D36284AF7E4}"/>
              </a:ext>
            </a:extLst>
          </p:cNvPr>
          <p:cNvSpPr/>
          <p:nvPr/>
        </p:nvSpPr>
        <p:spPr>
          <a:xfrm>
            <a:off x="7791334" y="5027302"/>
            <a:ext cx="270394" cy="223520"/>
          </a:xfrm>
          <a:custGeom>
            <a:avLst/>
            <a:gdLst>
              <a:gd name="connsiteX0" fmla="*/ 138208 w 270394"/>
              <a:gd name="connsiteY0" fmla="*/ 20320 h 223520"/>
              <a:gd name="connsiteX1" fmla="*/ 110268 w 270394"/>
              <a:gd name="connsiteY1" fmla="*/ 48260 h 223520"/>
              <a:gd name="connsiteX2" fmla="*/ 110268 w 270394"/>
              <a:gd name="connsiteY2" fmla="*/ 50800 h 223520"/>
              <a:gd name="connsiteX3" fmla="*/ 100108 w 270394"/>
              <a:gd name="connsiteY3" fmla="*/ 60960 h 223520"/>
              <a:gd name="connsiteX4" fmla="*/ 89948 w 270394"/>
              <a:gd name="connsiteY4" fmla="*/ 50800 h 223520"/>
              <a:gd name="connsiteX5" fmla="*/ 89948 w 270394"/>
              <a:gd name="connsiteY5" fmla="*/ 48260 h 223520"/>
              <a:gd name="connsiteX6" fmla="*/ 138208 w 270394"/>
              <a:gd name="connsiteY6" fmla="*/ 0 h 223520"/>
              <a:gd name="connsiteX7" fmla="*/ 139478 w 270394"/>
              <a:gd name="connsiteY7" fmla="*/ 0 h 223520"/>
              <a:gd name="connsiteX8" fmla="*/ 186468 w 270394"/>
              <a:gd name="connsiteY8" fmla="*/ 46990 h 223520"/>
              <a:gd name="connsiteX9" fmla="*/ 173768 w 270394"/>
              <a:gd name="connsiteY9" fmla="*/ 78740 h 223520"/>
              <a:gd name="connsiteX10" fmla="*/ 153448 w 270394"/>
              <a:gd name="connsiteY10" fmla="*/ 101600 h 223520"/>
              <a:gd name="connsiteX11" fmla="*/ 155988 w 270394"/>
              <a:gd name="connsiteY11" fmla="*/ 116840 h 223520"/>
              <a:gd name="connsiteX12" fmla="*/ 261398 w 270394"/>
              <a:gd name="connsiteY12" fmla="*/ 186690 h 223520"/>
              <a:gd name="connsiteX13" fmla="*/ 249968 w 270394"/>
              <a:gd name="connsiteY13" fmla="*/ 223520 h 223520"/>
              <a:gd name="connsiteX14" fmla="*/ 20098 w 270394"/>
              <a:gd name="connsiteY14" fmla="*/ 223520 h 223520"/>
              <a:gd name="connsiteX15" fmla="*/ 8668 w 270394"/>
              <a:gd name="connsiteY15" fmla="*/ 186690 h 223520"/>
              <a:gd name="connsiteX16" fmla="*/ 95028 w 270394"/>
              <a:gd name="connsiteY16" fmla="*/ 124460 h 223520"/>
              <a:gd name="connsiteX17" fmla="*/ 108998 w 270394"/>
              <a:gd name="connsiteY17" fmla="*/ 127000 h 223520"/>
              <a:gd name="connsiteX18" fmla="*/ 106458 w 270394"/>
              <a:gd name="connsiteY18" fmla="*/ 140970 h 223520"/>
              <a:gd name="connsiteX19" fmla="*/ 20098 w 270394"/>
              <a:gd name="connsiteY19" fmla="*/ 203200 h 223520"/>
              <a:gd name="connsiteX20" fmla="*/ 248698 w 270394"/>
              <a:gd name="connsiteY20" fmla="*/ 203200 h 223520"/>
              <a:gd name="connsiteX21" fmla="*/ 143288 w 270394"/>
              <a:gd name="connsiteY21" fmla="*/ 133350 h 223520"/>
              <a:gd name="connsiteX22" fmla="*/ 138208 w 270394"/>
              <a:gd name="connsiteY22" fmla="*/ 87630 h 223520"/>
              <a:gd name="connsiteX23" fmla="*/ 158528 w 270394"/>
              <a:gd name="connsiteY23" fmla="*/ 64770 h 223520"/>
              <a:gd name="connsiteX24" fmla="*/ 164878 w 270394"/>
              <a:gd name="connsiteY24" fmla="*/ 46990 h 223520"/>
              <a:gd name="connsiteX25" fmla="*/ 138208 w 270394"/>
              <a:gd name="connsiteY25" fmla="*/ 20320 h 223520"/>
              <a:gd name="connsiteX26" fmla="*/ 138208 w 270394"/>
              <a:gd name="connsiteY26" fmla="*/ 203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70394" h="223520">
                <a:moveTo>
                  <a:pt x="138208" y="20320"/>
                </a:moveTo>
                <a:cubicBezTo>
                  <a:pt x="122968" y="20320"/>
                  <a:pt x="110268" y="33020"/>
                  <a:pt x="110268" y="48260"/>
                </a:cubicBezTo>
                <a:lnTo>
                  <a:pt x="110268" y="50800"/>
                </a:lnTo>
                <a:cubicBezTo>
                  <a:pt x="110268" y="55880"/>
                  <a:pt x="105188" y="60960"/>
                  <a:pt x="100108" y="60960"/>
                </a:cubicBezTo>
                <a:cubicBezTo>
                  <a:pt x="95028" y="60960"/>
                  <a:pt x="89948" y="55880"/>
                  <a:pt x="89948" y="50800"/>
                </a:cubicBezTo>
                <a:lnTo>
                  <a:pt x="89948" y="48260"/>
                </a:lnTo>
                <a:cubicBezTo>
                  <a:pt x="89948" y="21590"/>
                  <a:pt x="111538" y="0"/>
                  <a:pt x="138208" y="0"/>
                </a:cubicBezTo>
                <a:lnTo>
                  <a:pt x="139478" y="0"/>
                </a:lnTo>
                <a:cubicBezTo>
                  <a:pt x="164878" y="0"/>
                  <a:pt x="186468" y="20320"/>
                  <a:pt x="186468" y="46990"/>
                </a:cubicBezTo>
                <a:cubicBezTo>
                  <a:pt x="186468" y="58420"/>
                  <a:pt x="182658" y="69850"/>
                  <a:pt x="173768" y="78740"/>
                </a:cubicBezTo>
                <a:lnTo>
                  <a:pt x="153448" y="101600"/>
                </a:lnTo>
                <a:cubicBezTo>
                  <a:pt x="149638" y="106680"/>
                  <a:pt x="149638" y="113030"/>
                  <a:pt x="155988" y="116840"/>
                </a:cubicBezTo>
                <a:lnTo>
                  <a:pt x="261398" y="186690"/>
                </a:lnTo>
                <a:cubicBezTo>
                  <a:pt x="277908" y="198120"/>
                  <a:pt x="270288" y="223520"/>
                  <a:pt x="249968" y="223520"/>
                </a:cubicBezTo>
                <a:lnTo>
                  <a:pt x="20098" y="223520"/>
                </a:lnTo>
                <a:cubicBezTo>
                  <a:pt x="1048" y="223520"/>
                  <a:pt x="-7842" y="198120"/>
                  <a:pt x="8668" y="186690"/>
                </a:cubicBezTo>
                <a:lnTo>
                  <a:pt x="95028" y="124460"/>
                </a:lnTo>
                <a:cubicBezTo>
                  <a:pt x="100108" y="120650"/>
                  <a:pt x="106458" y="121920"/>
                  <a:pt x="108998" y="127000"/>
                </a:cubicBezTo>
                <a:cubicBezTo>
                  <a:pt x="112808" y="132080"/>
                  <a:pt x="111538" y="138430"/>
                  <a:pt x="106458" y="140970"/>
                </a:cubicBezTo>
                <a:lnTo>
                  <a:pt x="20098" y="203200"/>
                </a:lnTo>
                <a:lnTo>
                  <a:pt x="248698" y="203200"/>
                </a:lnTo>
                <a:lnTo>
                  <a:pt x="143288" y="133350"/>
                </a:lnTo>
                <a:cubicBezTo>
                  <a:pt x="128048" y="123190"/>
                  <a:pt x="125508" y="101600"/>
                  <a:pt x="138208" y="87630"/>
                </a:cubicBezTo>
                <a:lnTo>
                  <a:pt x="158528" y="64770"/>
                </a:lnTo>
                <a:cubicBezTo>
                  <a:pt x="163608" y="59690"/>
                  <a:pt x="164878" y="53340"/>
                  <a:pt x="164878" y="46990"/>
                </a:cubicBezTo>
                <a:cubicBezTo>
                  <a:pt x="164878" y="33020"/>
                  <a:pt x="153448" y="20320"/>
                  <a:pt x="138208" y="20320"/>
                </a:cubicBezTo>
                <a:lnTo>
                  <a:pt x="138208" y="2032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50" name="Группа 549">
            <a:extLst>
              <a:ext uri="{FF2B5EF4-FFF2-40B4-BE49-F238E27FC236}">
                <a16:creationId xmlns:a16="http://schemas.microsoft.com/office/drawing/2014/main" id="{1C568D98-C7AC-AA09-1AF5-FA4B100340AB}"/>
              </a:ext>
            </a:extLst>
          </p:cNvPr>
          <p:cNvGrpSpPr/>
          <p:nvPr/>
        </p:nvGrpSpPr>
        <p:grpSpPr>
          <a:xfrm>
            <a:off x="1142737" y="5017141"/>
            <a:ext cx="203200" cy="242252"/>
            <a:chOff x="1154387" y="5049010"/>
            <a:chExt cx="203200" cy="242252"/>
          </a:xfrm>
          <a:solidFill>
            <a:schemeClr val="bg1"/>
          </a:solidFill>
        </p:grpSpPr>
        <p:sp>
          <p:nvSpPr>
            <p:cNvPr id="551" name="Полилиния: фигура 605">
              <a:extLst>
                <a:ext uri="{FF2B5EF4-FFF2-40B4-BE49-F238E27FC236}">
                  <a16:creationId xmlns:a16="http://schemas.microsoft.com/office/drawing/2014/main" id="{BB387E30-708E-4139-2164-569A92671501}"/>
                </a:ext>
              </a:extLst>
            </p:cNvPr>
            <p:cNvSpPr/>
            <p:nvPr/>
          </p:nvSpPr>
          <p:spPr>
            <a:xfrm>
              <a:off x="1208997" y="5109971"/>
              <a:ext cx="96519" cy="121920"/>
            </a:xfrm>
            <a:custGeom>
              <a:avLst/>
              <a:gdLst>
                <a:gd name="connsiteX0" fmla="*/ 58420 w 96519"/>
                <a:gd name="connsiteY0" fmla="*/ 76200 h 121920"/>
                <a:gd name="connsiteX1" fmla="*/ 96520 w 96519"/>
                <a:gd name="connsiteY1" fmla="*/ 38100 h 121920"/>
                <a:gd name="connsiteX2" fmla="*/ 58420 w 96519"/>
                <a:gd name="connsiteY2" fmla="*/ 0 h 121920"/>
                <a:gd name="connsiteX3" fmla="*/ 26670 w 96519"/>
                <a:gd name="connsiteY3" fmla="*/ 0 h 121920"/>
                <a:gd name="connsiteX4" fmla="*/ 15240 w 96519"/>
                <a:gd name="connsiteY4" fmla="*/ 11430 h 121920"/>
                <a:gd name="connsiteX5" fmla="*/ 15240 w 96519"/>
                <a:gd name="connsiteY5" fmla="*/ 55880 h 121920"/>
                <a:gd name="connsiteX6" fmla="*/ 10160 w 96519"/>
                <a:gd name="connsiteY6" fmla="*/ 55880 h 121920"/>
                <a:gd name="connsiteX7" fmla="*/ 0 w 96519"/>
                <a:gd name="connsiteY7" fmla="*/ 66040 h 121920"/>
                <a:gd name="connsiteX8" fmla="*/ 10160 w 96519"/>
                <a:gd name="connsiteY8" fmla="*/ 76200 h 121920"/>
                <a:gd name="connsiteX9" fmla="*/ 15240 w 96519"/>
                <a:gd name="connsiteY9" fmla="*/ 76200 h 121920"/>
                <a:gd name="connsiteX10" fmla="*/ 15240 w 96519"/>
                <a:gd name="connsiteY10" fmla="*/ 86360 h 121920"/>
                <a:gd name="connsiteX11" fmla="*/ 10160 w 96519"/>
                <a:gd name="connsiteY11" fmla="*/ 86360 h 121920"/>
                <a:gd name="connsiteX12" fmla="*/ 0 w 96519"/>
                <a:gd name="connsiteY12" fmla="*/ 96520 h 121920"/>
                <a:gd name="connsiteX13" fmla="*/ 10160 w 96519"/>
                <a:gd name="connsiteY13" fmla="*/ 106680 h 121920"/>
                <a:gd name="connsiteX14" fmla="*/ 15240 w 96519"/>
                <a:gd name="connsiteY14" fmla="*/ 106680 h 121920"/>
                <a:gd name="connsiteX15" fmla="*/ 15240 w 96519"/>
                <a:gd name="connsiteY15" fmla="*/ 111760 h 121920"/>
                <a:gd name="connsiteX16" fmla="*/ 25400 w 96519"/>
                <a:gd name="connsiteY16" fmla="*/ 121920 h 121920"/>
                <a:gd name="connsiteX17" fmla="*/ 35560 w 96519"/>
                <a:gd name="connsiteY17" fmla="*/ 111760 h 121920"/>
                <a:gd name="connsiteX18" fmla="*/ 35560 w 96519"/>
                <a:gd name="connsiteY18" fmla="*/ 106680 h 121920"/>
                <a:gd name="connsiteX19" fmla="*/ 55880 w 96519"/>
                <a:gd name="connsiteY19" fmla="*/ 106680 h 121920"/>
                <a:gd name="connsiteX20" fmla="*/ 66040 w 96519"/>
                <a:gd name="connsiteY20" fmla="*/ 96520 h 121920"/>
                <a:gd name="connsiteX21" fmla="*/ 55880 w 96519"/>
                <a:gd name="connsiteY21" fmla="*/ 86360 h 121920"/>
                <a:gd name="connsiteX22" fmla="*/ 35560 w 96519"/>
                <a:gd name="connsiteY22" fmla="*/ 86360 h 121920"/>
                <a:gd name="connsiteX23" fmla="*/ 35560 w 96519"/>
                <a:gd name="connsiteY23" fmla="*/ 76200 h 121920"/>
                <a:gd name="connsiteX24" fmla="*/ 58420 w 96519"/>
                <a:gd name="connsiteY24" fmla="*/ 76200 h 121920"/>
                <a:gd name="connsiteX25" fmla="*/ 35560 w 96519"/>
                <a:gd name="connsiteY25" fmla="*/ 55880 h 121920"/>
                <a:gd name="connsiteX26" fmla="*/ 35560 w 96519"/>
                <a:gd name="connsiteY26" fmla="*/ 20320 h 121920"/>
                <a:gd name="connsiteX27" fmla="*/ 58420 w 96519"/>
                <a:gd name="connsiteY27" fmla="*/ 20320 h 121920"/>
                <a:gd name="connsiteX28" fmla="*/ 76200 w 96519"/>
                <a:gd name="connsiteY28" fmla="*/ 38100 h 121920"/>
                <a:gd name="connsiteX29" fmla="*/ 58420 w 96519"/>
                <a:gd name="connsiteY29" fmla="*/ 55880 h 121920"/>
                <a:gd name="connsiteX30" fmla="*/ 35560 w 96519"/>
                <a:gd name="connsiteY30" fmla="*/ 5588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6519" h="121920">
                  <a:moveTo>
                    <a:pt x="58420" y="76200"/>
                  </a:moveTo>
                  <a:cubicBezTo>
                    <a:pt x="80010" y="76200"/>
                    <a:pt x="96520" y="59690"/>
                    <a:pt x="96520" y="38100"/>
                  </a:cubicBezTo>
                  <a:cubicBezTo>
                    <a:pt x="96520" y="16510"/>
                    <a:pt x="80010" y="0"/>
                    <a:pt x="58420" y="0"/>
                  </a:cubicBezTo>
                  <a:lnTo>
                    <a:pt x="26670" y="0"/>
                  </a:lnTo>
                  <a:cubicBezTo>
                    <a:pt x="20320" y="0"/>
                    <a:pt x="15240" y="5080"/>
                    <a:pt x="15240" y="11430"/>
                  </a:cubicBezTo>
                  <a:lnTo>
                    <a:pt x="15240" y="55880"/>
                  </a:lnTo>
                  <a:lnTo>
                    <a:pt x="10160" y="55880"/>
                  </a:lnTo>
                  <a:cubicBezTo>
                    <a:pt x="5080" y="55880"/>
                    <a:pt x="0" y="60960"/>
                    <a:pt x="0" y="66040"/>
                  </a:cubicBezTo>
                  <a:cubicBezTo>
                    <a:pt x="0" y="71120"/>
                    <a:pt x="5080" y="76200"/>
                    <a:pt x="10160" y="76200"/>
                  </a:cubicBezTo>
                  <a:lnTo>
                    <a:pt x="15240" y="76200"/>
                  </a:lnTo>
                  <a:lnTo>
                    <a:pt x="15240" y="86360"/>
                  </a:lnTo>
                  <a:lnTo>
                    <a:pt x="10160" y="86360"/>
                  </a:lnTo>
                  <a:cubicBezTo>
                    <a:pt x="5080" y="86360"/>
                    <a:pt x="0" y="91440"/>
                    <a:pt x="0" y="96520"/>
                  </a:cubicBezTo>
                  <a:cubicBezTo>
                    <a:pt x="0" y="101600"/>
                    <a:pt x="5080" y="106680"/>
                    <a:pt x="10160" y="106680"/>
                  </a:cubicBezTo>
                  <a:lnTo>
                    <a:pt x="15240" y="106680"/>
                  </a:lnTo>
                  <a:lnTo>
                    <a:pt x="15240" y="111760"/>
                  </a:lnTo>
                  <a:cubicBezTo>
                    <a:pt x="15240" y="116840"/>
                    <a:pt x="20320" y="121920"/>
                    <a:pt x="25400" y="121920"/>
                  </a:cubicBezTo>
                  <a:cubicBezTo>
                    <a:pt x="30480" y="121920"/>
                    <a:pt x="35560" y="116840"/>
                    <a:pt x="35560" y="111760"/>
                  </a:cubicBezTo>
                  <a:lnTo>
                    <a:pt x="35560" y="106680"/>
                  </a:lnTo>
                  <a:lnTo>
                    <a:pt x="55880" y="106680"/>
                  </a:lnTo>
                  <a:cubicBezTo>
                    <a:pt x="60960" y="106680"/>
                    <a:pt x="66040" y="101600"/>
                    <a:pt x="66040" y="96520"/>
                  </a:cubicBezTo>
                  <a:cubicBezTo>
                    <a:pt x="66040" y="91440"/>
                    <a:pt x="60960" y="86360"/>
                    <a:pt x="55880" y="86360"/>
                  </a:cubicBezTo>
                  <a:lnTo>
                    <a:pt x="35560" y="86360"/>
                  </a:lnTo>
                  <a:lnTo>
                    <a:pt x="35560" y="76200"/>
                  </a:lnTo>
                  <a:lnTo>
                    <a:pt x="58420" y="76200"/>
                  </a:lnTo>
                  <a:close/>
                  <a:moveTo>
                    <a:pt x="35560" y="55880"/>
                  </a:moveTo>
                  <a:lnTo>
                    <a:pt x="35560" y="20320"/>
                  </a:lnTo>
                  <a:lnTo>
                    <a:pt x="58420" y="20320"/>
                  </a:lnTo>
                  <a:cubicBezTo>
                    <a:pt x="68580" y="20320"/>
                    <a:pt x="76200" y="27940"/>
                    <a:pt x="76200" y="38100"/>
                  </a:cubicBezTo>
                  <a:cubicBezTo>
                    <a:pt x="76200" y="48260"/>
                    <a:pt x="68580" y="55880"/>
                    <a:pt x="58420" y="55880"/>
                  </a:cubicBezTo>
                  <a:lnTo>
                    <a:pt x="35560" y="558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52" name="Полилиния: фигура 606">
              <a:extLst>
                <a:ext uri="{FF2B5EF4-FFF2-40B4-BE49-F238E27FC236}">
                  <a16:creationId xmlns:a16="http://schemas.microsoft.com/office/drawing/2014/main" id="{566FE34D-24CA-F141-7DFD-8C072D505C2D}"/>
                </a:ext>
              </a:extLst>
            </p:cNvPr>
            <p:cNvSpPr/>
            <p:nvPr/>
          </p:nvSpPr>
          <p:spPr>
            <a:xfrm>
              <a:off x="115438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4150 w 203200"/>
                <a:gd name="connsiteY17" fmla="*/ 20320 h 242252"/>
                <a:gd name="connsiteX18" fmla="*/ 184150 w 203200"/>
                <a:gd name="connsiteY18" fmla="*/ 134620 h 242252"/>
                <a:gd name="connsiteX19" fmla="*/ 182880 w 203200"/>
                <a:gd name="connsiteY19" fmla="*/ 149860 h 242252"/>
                <a:gd name="connsiteX20" fmla="*/ 149860 w 203200"/>
                <a:gd name="connsiteY20" fmla="*/ 196850 h 242252"/>
                <a:gd name="connsiteX21" fmla="*/ 104140 w 203200"/>
                <a:gd name="connsiteY21" fmla="*/ 222250 h 242252"/>
                <a:gd name="connsiteX22" fmla="*/ 58420 w 203200"/>
                <a:gd name="connsiteY22" fmla="*/ 196850 h 242252"/>
                <a:gd name="connsiteX23" fmla="*/ 25400 w 203200"/>
                <a:gd name="connsiteY23" fmla="*/ 149860 h 242252"/>
                <a:gd name="connsiteX24" fmla="*/ 21590 w 203200"/>
                <a:gd name="connsiteY24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161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4150" y="20320"/>
                  </a:lnTo>
                  <a:lnTo>
                    <a:pt x="184150" y="134620"/>
                  </a:lnTo>
                  <a:cubicBezTo>
                    <a:pt x="184150" y="139700"/>
                    <a:pt x="182880" y="144780"/>
                    <a:pt x="182880" y="149860"/>
                  </a:cubicBezTo>
                  <a:cubicBezTo>
                    <a:pt x="179070" y="168910"/>
                    <a:pt x="166370" y="186690"/>
                    <a:pt x="149860" y="196850"/>
                  </a:cubicBezTo>
                  <a:lnTo>
                    <a:pt x="104140" y="222250"/>
                  </a:lnTo>
                  <a:lnTo>
                    <a:pt x="58420" y="196850"/>
                  </a:lnTo>
                  <a:cubicBezTo>
                    <a:pt x="40640" y="186690"/>
                    <a:pt x="29210" y="170180"/>
                    <a:pt x="25400" y="149860"/>
                  </a:cubicBezTo>
                  <a:cubicBezTo>
                    <a:pt x="22860" y="144780"/>
                    <a:pt x="21590" y="139700"/>
                    <a:pt x="21590" y="1346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53" name="Полилиния: фигура 609">
            <a:extLst>
              <a:ext uri="{FF2B5EF4-FFF2-40B4-BE49-F238E27FC236}">
                <a16:creationId xmlns:a16="http://schemas.microsoft.com/office/drawing/2014/main" id="{D8D2FCAA-DE3F-09BE-DD48-837F73B28E0F}"/>
              </a:ext>
            </a:extLst>
          </p:cNvPr>
          <p:cNvSpPr/>
          <p:nvPr/>
        </p:nvSpPr>
        <p:spPr>
          <a:xfrm>
            <a:off x="9536519" y="5017141"/>
            <a:ext cx="243839" cy="243840"/>
          </a:xfrm>
          <a:custGeom>
            <a:avLst/>
            <a:gdLst>
              <a:gd name="connsiteX0" fmla="*/ 162560 w 243839"/>
              <a:gd name="connsiteY0" fmla="*/ 40640 h 243840"/>
              <a:gd name="connsiteX1" fmla="*/ 158750 w 243839"/>
              <a:gd name="connsiteY1" fmla="*/ 58420 h 243840"/>
              <a:gd name="connsiteX2" fmla="*/ 213360 w 243839"/>
              <a:gd name="connsiteY2" fmla="*/ 142240 h 243840"/>
              <a:gd name="connsiteX3" fmla="*/ 213360 w 243839"/>
              <a:gd name="connsiteY3" fmla="*/ 143510 h 243840"/>
              <a:gd name="connsiteX4" fmla="*/ 243839 w 243839"/>
              <a:gd name="connsiteY4" fmla="*/ 182880 h 243840"/>
              <a:gd name="connsiteX5" fmla="*/ 243839 w 243839"/>
              <a:gd name="connsiteY5" fmla="*/ 203200 h 243840"/>
              <a:gd name="connsiteX6" fmla="*/ 203200 w 243839"/>
              <a:gd name="connsiteY6" fmla="*/ 243840 h 243840"/>
              <a:gd name="connsiteX7" fmla="*/ 40639 w 243839"/>
              <a:gd name="connsiteY7" fmla="*/ 243840 h 243840"/>
              <a:gd name="connsiteX8" fmla="*/ 0 w 243839"/>
              <a:gd name="connsiteY8" fmla="*/ 203200 h 243840"/>
              <a:gd name="connsiteX9" fmla="*/ 0 w 243839"/>
              <a:gd name="connsiteY9" fmla="*/ 182880 h 243840"/>
              <a:gd name="connsiteX10" fmla="*/ 30480 w 243839"/>
              <a:gd name="connsiteY10" fmla="*/ 143510 h 243840"/>
              <a:gd name="connsiteX11" fmla="*/ 30480 w 243839"/>
              <a:gd name="connsiteY11" fmla="*/ 142240 h 243840"/>
              <a:gd name="connsiteX12" fmla="*/ 85089 w 243839"/>
              <a:gd name="connsiteY12" fmla="*/ 58420 h 243840"/>
              <a:gd name="connsiteX13" fmla="*/ 81280 w 243839"/>
              <a:gd name="connsiteY13" fmla="*/ 40640 h 243840"/>
              <a:gd name="connsiteX14" fmla="*/ 121920 w 243839"/>
              <a:gd name="connsiteY14" fmla="*/ 0 h 243840"/>
              <a:gd name="connsiteX15" fmla="*/ 162560 w 243839"/>
              <a:gd name="connsiteY15" fmla="*/ 40640 h 243840"/>
              <a:gd name="connsiteX16" fmla="*/ 52070 w 243839"/>
              <a:gd name="connsiteY16" fmla="*/ 142240 h 243840"/>
              <a:gd name="connsiteX17" fmla="*/ 194310 w 243839"/>
              <a:gd name="connsiteY17" fmla="*/ 142240 h 243840"/>
              <a:gd name="connsiteX18" fmla="*/ 146050 w 243839"/>
              <a:gd name="connsiteY18" fmla="*/ 74930 h 243840"/>
              <a:gd name="connsiteX19" fmla="*/ 124460 w 243839"/>
              <a:gd name="connsiteY19" fmla="*/ 81280 h 243840"/>
              <a:gd name="connsiteX20" fmla="*/ 102870 w 243839"/>
              <a:gd name="connsiteY20" fmla="*/ 74930 h 243840"/>
              <a:gd name="connsiteX21" fmla="*/ 52070 w 243839"/>
              <a:gd name="connsiteY21" fmla="*/ 142240 h 243840"/>
              <a:gd name="connsiteX22" fmla="*/ 123189 w 243839"/>
              <a:gd name="connsiteY22" fmla="*/ 60960 h 243840"/>
              <a:gd name="connsiteX23" fmla="*/ 143510 w 243839"/>
              <a:gd name="connsiteY23" fmla="*/ 40640 h 243840"/>
              <a:gd name="connsiteX24" fmla="*/ 123189 w 243839"/>
              <a:gd name="connsiteY24" fmla="*/ 20320 h 243840"/>
              <a:gd name="connsiteX25" fmla="*/ 102870 w 243839"/>
              <a:gd name="connsiteY25" fmla="*/ 40640 h 243840"/>
              <a:gd name="connsiteX26" fmla="*/ 123189 w 243839"/>
              <a:gd name="connsiteY26" fmla="*/ 60960 h 243840"/>
              <a:gd name="connsiteX27" fmla="*/ 21589 w 243839"/>
              <a:gd name="connsiteY27" fmla="*/ 181610 h 243840"/>
              <a:gd name="connsiteX28" fmla="*/ 41910 w 243839"/>
              <a:gd name="connsiteY28" fmla="*/ 161290 h 243840"/>
              <a:gd name="connsiteX29" fmla="*/ 204470 w 243839"/>
              <a:gd name="connsiteY29" fmla="*/ 161290 h 243840"/>
              <a:gd name="connsiteX30" fmla="*/ 224789 w 243839"/>
              <a:gd name="connsiteY30" fmla="*/ 181610 h 243840"/>
              <a:gd name="connsiteX31" fmla="*/ 224789 w 243839"/>
              <a:gd name="connsiteY31" fmla="*/ 201930 h 243840"/>
              <a:gd name="connsiteX32" fmla="*/ 204470 w 243839"/>
              <a:gd name="connsiteY32" fmla="*/ 222250 h 243840"/>
              <a:gd name="connsiteX33" fmla="*/ 41910 w 243839"/>
              <a:gd name="connsiteY33" fmla="*/ 222250 h 243840"/>
              <a:gd name="connsiteX34" fmla="*/ 21589 w 243839"/>
              <a:gd name="connsiteY34" fmla="*/ 201930 h 243840"/>
              <a:gd name="connsiteX35" fmla="*/ 21589 w 243839"/>
              <a:gd name="connsiteY35" fmla="*/ 18161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3839" h="243840">
                <a:moveTo>
                  <a:pt x="162560" y="40640"/>
                </a:moveTo>
                <a:cubicBezTo>
                  <a:pt x="162560" y="46990"/>
                  <a:pt x="161289" y="53340"/>
                  <a:pt x="158750" y="58420"/>
                </a:cubicBezTo>
                <a:cubicBezTo>
                  <a:pt x="190500" y="72390"/>
                  <a:pt x="213360" y="104140"/>
                  <a:pt x="213360" y="142240"/>
                </a:cubicBezTo>
                <a:lnTo>
                  <a:pt x="213360" y="143510"/>
                </a:lnTo>
                <a:cubicBezTo>
                  <a:pt x="231139" y="148590"/>
                  <a:pt x="243839" y="163830"/>
                  <a:pt x="243839" y="182880"/>
                </a:cubicBezTo>
                <a:lnTo>
                  <a:pt x="243839" y="203200"/>
                </a:lnTo>
                <a:cubicBezTo>
                  <a:pt x="243839" y="226060"/>
                  <a:pt x="226060" y="243840"/>
                  <a:pt x="203200" y="243840"/>
                </a:cubicBezTo>
                <a:lnTo>
                  <a:pt x="40639" y="243840"/>
                </a:lnTo>
                <a:cubicBezTo>
                  <a:pt x="17780" y="243840"/>
                  <a:pt x="0" y="226060"/>
                  <a:pt x="0" y="203200"/>
                </a:cubicBezTo>
                <a:lnTo>
                  <a:pt x="0" y="182880"/>
                </a:lnTo>
                <a:cubicBezTo>
                  <a:pt x="0" y="163830"/>
                  <a:pt x="12700" y="148590"/>
                  <a:pt x="30480" y="143510"/>
                </a:cubicBezTo>
                <a:lnTo>
                  <a:pt x="30480" y="142240"/>
                </a:lnTo>
                <a:cubicBezTo>
                  <a:pt x="30480" y="105410"/>
                  <a:pt x="53339" y="72390"/>
                  <a:pt x="85089" y="58420"/>
                </a:cubicBezTo>
                <a:cubicBezTo>
                  <a:pt x="82550" y="53340"/>
                  <a:pt x="81280" y="46990"/>
                  <a:pt x="81280" y="40640"/>
                </a:cubicBezTo>
                <a:cubicBezTo>
                  <a:pt x="81280" y="17780"/>
                  <a:pt x="99060" y="0"/>
                  <a:pt x="121920" y="0"/>
                </a:cubicBezTo>
                <a:cubicBezTo>
                  <a:pt x="144780" y="0"/>
                  <a:pt x="162560" y="17780"/>
                  <a:pt x="162560" y="40640"/>
                </a:cubicBezTo>
                <a:close/>
                <a:moveTo>
                  <a:pt x="52070" y="142240"/>
                </a:moveTo>
                <a:lnTo>
                  <a:pt x="194310" y="142240"/>
                </a:lnTo>
                <a:cubicBezTo>
                  <a:pt x="194310" y="110490"/>
                  <a:pt x="173989" y="83820"/>
                  <a:pt x="146050" y="74930"/>
                </a:cubicBezTo>
                <a:cubicBezTo>
                  <a:pt x="139700" y="78740"/>
                  <a:pt x="132080" y="81280"/>
                  <a:pt x="124460" y="81280"/>
                </a:cubicBezTo>
                <a:cubicBezTo>
                  <a:pt x="116839" y="81280"/>
                  <a:pt x="109220" y="78740"/>
                  <a:pt x="102870" y="74930"/>
                </a:cubicBezTo>
                <a:cubicBezTo>
                  <a:pt x="72389" y="83820"/>
                  <a:pt x="52070" y="110490"/>
                  <a:pt x="52070" y="142240"/>
                </a:cubicBezTo>
                <a:close/>
                <a:moveTo>
                  <a:pt x="123189" y="60960"/>
                </a:moveTo>
                <a:cubicBezTo>
                  <a:pt x="134620" y="60960"/>
                  <a:pt x="143510" y="52070"/>
                  <a:pt x="143510" y="40640"/>
                </a:cubicBezTo>
                <a:cubicBezTo>
                  <a:pt x="143510" y="29210"/>
                  <a:pt x="134620" y="20320"/>
                  <a:pt x="123189" y="20320"/>
                </a:cubicBezTo>
                <a:cubicBezTo>
                  <a:pt x="111760" y="20320"/>
                  <a:pt x="102870" y="29210"/>
                  <a:pt x="102870" y="40640"/>
                </a:cubicBezTo>
                <a:cubicBezTo>
                  <a:pt x="102870" y="52070"/>
                  <a:pt x="111760" y="60960"/>
                  <a:pt x="123189" y="60960"/>
                </a:cubicBezTo>
                <a:close/>
                <a:moveTo>
                  <a:pt x="21589" y="181610"/>
                </a:moveTo>
                <a:cubicBezTo>
                  <a:pt x="21589" y="170180"/>
                  <a:pt x="30480" y="161290"/>
                  <a:pt x="41910" y="161290"/>
                </a:cubicBezTo>
                <a:lnTo>
                  <a:pt x="204470" y="161290"/>
                </a:lnTo>
                <a:cubicBezTo>
                  <a:pt x="215900" y="161290"/>
                  <a:pt x="224789" y="170180"/>
                  <a:pt x="224789" y="181610"/>
                </a:cubicBezTo>
                <a:lnTo>
                  <a:pt x="224789" y="201930"/>
                </a:lnTo>
                <a:cubicBezTo>
                  <a:pt x="224789" y="213360"/>
                  <a:pt x="215900" y="222250"/>
                  <a:pt x="204470" y="222250"/>
                </a:cubicBezTo>
                <a:lnTo>
                  <a:pt x="41910" y="222250"/>
                </a:lnTo>
                <a:cubicBezTo>
                  <a:pt x="30480" y="222250"/>
                  <a:pt x="21589" y="213360"/>
                  <a:pt x="21589" y="201930"/>
                </a:cubicBezTo>
                <a:lnTo>
                  <a:pt x="21589" y="181610"/>
                </a:lnTo>
                <a:close/>
              </a:path>
            </a:pathLst>
          </a:custGeom>
          <a:solidFill>
            <a:schemeClr val="bg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670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10FB814-40AB-96D3-EBC4-30CA75183B8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69E39B-72D3-29EC-37CE-7960BB13C729}"/>
              </a:ext>
            </a:extLst>
          </p:cNvPr>
          <p:cNvSpPr txBox="1"/>
          <p:nvPr/>
        </p:nvSpPr>
        <p:spPr bwMode="auto">
          <a:xfrm>
            <a:off x="425803" y="807708"/>
            <a:ext cx="4649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3</a:t>
            </a:r>
            <a:r>
              <a:rPr lang="en-US" dirty="0">
                <a:solidFill>
                  <a:schemeClr val="bg1"/>
                </a:solidFill>
              </a:rPr>
              <a:t>D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E2EC65-1561-DC6B-C2A8-2FADF273C5A8}"/>
              </a:ext>
            </a:extLst>
          </p:cNvPr>
          <p:cNvSpPr txBox="1"/>
          <p:nvPr/>
        </p:nvSpPr>
        <p:spPr bwMode="auto">
          <a:xfrm>
            <a:off x="425803" y="1438670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D67406A-EFCE-F38C-DC74-97D4F9246FF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3369" y="2120210"/>
            <a:ext cx="1063733" cy="105914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2C17BC0-EAE9-F3CC-2BDE-C8D84CD290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1965" y="2185744"/>
            <a:ext cx="1063733" cy="10591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E9A07E3-BB7D-A0F5-4FAC-C507EED9113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528" y="4745701"/>
            <a:ext cx="999542" cy="994957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CCC8A1D9-EDD9-0EC8-E38E-6D549841BD2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414" y="3530002"/>
            <a:ext cx="1027053" cy="1027053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06E901BA-9A0F-9589-7DE5-4BCEFCA6BE5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63090" y="4738463"/>
            <a:ext cx="875746" cy="875746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2F55BB5-292A-DCD1-E957-6E341DEBA69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9172" y="2282529"/>
            <a:ext cx="926181" cy="921596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4F4B01F-2C5B-08D8-C004-7D916792505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64539" y="3516044"/>
            <a:ext cx="1079805" cy="107980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A125B6C3-F2FE-6B24-B02C-06776BEB0F5B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5792" y="2148860"/>
            <a:ext cx="1095828" cy="1100413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7EB4FCA-EBA7-8AC3-7594-36AADA509EA1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17871" y="3399212"/>
            <a:ext cx="1196637" cy="1196637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CD192D2C-6B81-0D75-E755-CE9F0963450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22560" y="2085001"/>
            <a:ext cx="1178232" cy="1178232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3D449F19-674E-D584-6FB6-E24BF7D43CCC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3037" y="4562319"/>
            <a:ext cx="1352591" cy="1352591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7E01FDB0-94DF-AC7B-A252-27D0082CA6D3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1732" y="2145594"/>
            <a:ext cx="1095828" cy="1095828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02865EA5-A2D5-CBB5-6AB3-092FD7E68579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5975" y="3530002"/>
            <a:ext cx="1095828" cy="1100413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E7452D80-25E4-396E-5AED-AD9345FC1C9B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72258" y="3550026"/>
            <a:ext cx="1169189" cy="1164604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0E6BA7DD-EC14-54F4-B5BB-AC3429F4BBAB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1732" y="3476319"/>
            <a:ext cx="1149884" cy="1154096"/>
          </a:xfrm>
          <a:prstGeom prst="rect">
            <a:avLst/>
          </a:prstGeom>
        </p:spPr>
      </p:pic>
      <p:pic>
        <p:nvPicPr>
          <p:cNvPr id="53" name="Рисунок 52">
            <a:extLst>
              <a:ext uri="{FF2B5EF4-FFF2-40B4-BE49-F238E27FC236}">
                <a16:creationId xmlns:a16="http://schemas.microsoft.com/office/drawing/2014/main" id="{70CCE9E8-1324-48AF-D0DE-630F3EEF70D7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7795" y="4644829"/>
            <a:ext cx="1095829" cy="1095829"/>
          </a:xfrm>
          <a:prstGeom prst="rect">
            <a:avLst/>
          </a:prstGeom>
        </p:spPr>
      </p:pic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FEEEF6CA-8732-D202-B45E-FE06DAF78664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3551" y="4630415"/>
            <a:ext cx="1137094" cy="1132509"/>
          </a:xfrm>
          <a:prstGeom prst="rect">
            <a:avLst/>
          </a:prstGeom>
        </p:spPr>
      </p:pic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4D077305-C203-A97F-5E8F-7F4DADF2B2AA}"/>
              </a:ext>
            </a:extLst>
          </p:cNvPr>
          <p:cNvPicPr>
            <a:picLocks noChangeAspect="1"/>
          </p:cNvPicPr>
          <p:nvPr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18855" y="4784314"/>
            <a:ext cx="829895" cy="829895"/>
          </a:xfrm>
          <a:prstGeom prst="rect">
            <a:avLst/>
          </a:prstGeom>
        </p:spPr>
      </p:pic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1BF53516-26D5-0958-540F-774DC0808EDF}"/>
              </a:ext>
            </a:extLst>
          </p:cNvPr>
          <p:cNvGrpSpPr/>
          <p:nvPr/>
        </p:nvGrpSpPr>
        <p:grpSpPr>
          <a:xfrm>
            <a:off x="8361070" y="396588"/>
            <a:ext cx="3598797" cy="844206"/>
            <a:chOff x="8361070" y="396588"/>
            <a:chExt cx="3598797" cy="844206"/>
          </a:xfrm>
        </p:grpSpPr>
        <p:sp>
          <p:nvSpPr>
            <p:cNvPr id="6" name="Скругленный прямоугольник 5">
              <a:extLst>
                <a:ext uri="{FF2B5EF4-FFF2-40B4-BE49-F238E27FC236}">
                  <a16:creationId xmlns:a16="http://schemas.microsoft.com/office/drawing/2014/main" id="{D2DB0958-16C4-9254-5A88-3E46E8113B74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7C6693-3997-9319-B644-F439687647CB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62ECFF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62ECFF"/>
                  </a:solidFill>
                </a:rPr>
                <a:t> </a:t>
              </a:r>
              <a:r>
                <a:rPr lang="ru-RU" sz="1200" dirty="0">
                  <a:solidFill>
                    <a:srgbClr val="62ECFF"/>
                  </a:solidFill>
                </a:rPr>
                <a:t>на одном слайде</a:t>
              </a:r>
              <a:endParaRPr sz="1200" dirty="0">
                <a:solidFill>
                  <a:srgbClr val="62ECFF"/>
                </a:solidFill>
              </a:endParaRPr>
            </a:p>
          </p:txBody>
        </p:sp>
        <p:pic>
          <p:nvPicPr>
            <p:cNvPr id="8" name="Рисунок 7">
              <a:extLst>
                <a:ext uri="{FF2B5EF4-FFF2-40B4-BE49-F238E27FC236}">
                  <a16:creationId xmlns:a16="http://schemas.microsoft.com/office/drawing/2014/main" id="{E6C6415A-8A13-FD8F-10A7-302FCEBBF1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0AB3CBE3-F5B7-888B-6ED4-7379AFD4715F}"/>
              </a:ext>
            </a:extLst>
          </p:cNvPr>
          <p:cNvGrpSpPr/>
          <p:nvPr/>
        </p:nvGrpSpPr>
        <p:grpSpPr>
          <a:xfrm>
            <a:off x="443797" y="5965636"/>
            <a:ext cx="8454159" cy="626838"/>
            <a:chOff x="443797" y="6037746"/>
            <a:chExt cx="8454159" cy="6268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7AF1AE-A2DF-258F-7A76-8227B625A6DE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chemeClr val="bg1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chemeClr val="bg1"/>
                  </a:solidFill>
                </a:rPr>
                <a:t> </a:t>
              </a:r>
              <a:r>
                <a:rPr lang="ru-RU" sz="800" dirty="0">
                  <a:solidFill>
                    <a:schemeClr val="bg1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chemeClr val="bg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E748A0-63A5-BCA4-D89F-5E16D0FCCBDE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62ECFF"/>
                  </a:solidFill>
                </a:rPr>
                <a:t>*</a:t>
              </a:r>
              <a:endParaRPr sz="1050" dirty="0">
                <a:solidFill>
                  <a:srgbClr val="62EC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6438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F5A60F7-91A7-2556-8B13-6EAA133BE78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A65BA6-FE88-E8AA-86A4-2942389033F1}"/>
              </a:ext>
            </a:extLst>
          </p:cNvPr>
          <p:cNvSpPr txBox="1"/>
          <p:nvPr/>
        </p:nvSpPr>
        <p:spPr bwMode="auto">
          <a:xfrm>
            <a:off x="425803" y="807708"/>
            <a:ext cx="4649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3</a:t>
            </a:r>
            <a:r>
              <a:rPr lang="en-US" dirty="0">
                <a:solidFill>
                  <a:schemeClr val="bg1"/>
                </a:solidFill>
              </a:rPr>
              <a:t>D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F847E9F-B9FC-C6E1-9F9D-D11F95C5FC8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5323" y="2034290"/>
            <a:ext cx="1074918" cy="107491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0604DB4-CEF5-CB55-59AF-3C38BB4EDB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21657" y="3421151"/>
            <a:ext cx="1003191" cy="100738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E164438-4944-0F06-AB53-3DB7426CE0E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83594" y="3392574"/>
            <a:ext cx="1129115" cy="112911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CD07C0-5F27-BC00-EEEA-2FB969AD965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78372" y="2085235"/>
            <a:ext cx="931834" cy="112071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7383DA2-3D8B-F652-74CB-7305E1E9736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818665" y="4602343"/>
            <a:ext cx="931834" cy="112071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7B837A7-93E3-9D16-2F36-BC7635A1717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82253" y="3358513"/>
            <a:ext cx="986401" cy="112072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C8FC8B2-C40E-756D-3FDC-E7B2EC7D986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18363" y="4588717"/>
            <a:ext cx="1077371" cy="1053692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BDC5149-0F9C-DE93-9BB5-8D11EF1E7AFE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12034" y="3501709"/>
            <a:ext cx="986401" cy="91084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B0105B6-B171-D73F-6506-71307D359214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23139" y="3577361"/>
            <a:ext cx="1150101" cy="84368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9D2502A-3768-AFC1-D03F-59439D447ED4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835923" y="2039965"/>
            <a:ext cx="931834" cy="112071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0150FA8-77A2-738D-9A86-714C19270A81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20745" y="4602343"/>
            <a:ext cx="1036770" cy="103677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C0729818-5A3C-31DD-328D-2AE76F2FF4E0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43180" y="4572960"/>
            <a:ext cx="1070350" cy="1066153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2DFA911-0E33-040B-6D4A-8D17B541F0F6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54293" y="2029470"/>
            <a:ext cx="1141707" cy="114170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AC7E0B9D-E09E-3B3C-DBE1-C210A55307FA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75297" y="4526788"/>
            <a:ext cx="1150101" cy="1158496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9B85BDBB-7CE4-AB1A-62EB-346BE2AEFA5D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55773" y="2029470"/>
            <a:ext cx="1045165" cy="1045165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641DBE9-5D01-2EEA-0FE7-65C10A41C52A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860711" y="1978684"/>
            <a:ext cx="1317999" cy="1317999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06A1B5B5-92CE-4A18-DE01-566DEAA29668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124094" y="3488793"/>
            <a:ext cx="1003191" cy="1003191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7C2C5C7-31AC-CB81-7CD9-135BC46BB167}"/>
              </a:ext>
            </a:extLst>
          </p:cNvPr>
          <p:cNvPicPr>
            <a:picLocks noChangeAspect="1"/>
          </p:cNvPicPr>
          <p:nvPr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95091" y="4521689"/>
            <a:ext cx="1141707" cy="11459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60A334-B49E-BF2C-F435-402782BE9431}"/>
              </a:ext>
            </a:extLst>
          </p:cNvPr>
          <p:cNvSpPr txBox="1"/>
          <p:nvPr/>
        </p:nvSpPr>
        <p:spPr bwMode="auto">
          <a:xfrm>
            <a:off x="425803" y="1438670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6326A87D-2D4B-F0E1-13B0-62E7BD439F7B}"/>
              </a:ext>
            </a:extLst>
          </p:cNvPr>
          <p:cNvGrpSpPr/>
          <p:nvPr/>
        </p:nvGrpSpPr>
        <p:grpSpPr>
          <a:xfrm>
            <a:off x="8361070" y="396588"/>
            <a:ext cx="3598797" cy="844206"/>
            <a:chOff x="8361070" y="396588"/>
            <a:chExt cx="3598797" cy="844206"/>
          </a:xfrm>
        </p:grpSpPr>
        <p:sp>
          <p:nvSpPr>
            <p:cNvPr id="14" name="Скругленный прямоугольник 13">
              <a:extLst>
                <a:ext uri="{FF2B5EF4-FFF2-40B4-BE49-F238E27FC236}">
                  <a16:creationId xmlns:a16="http://schemas.microsoft.com/office/drawing/2014/main" id="{EA111B2C-64D5-5491-76D5-741868289383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464329B-A902-0156-E071-C504E4187DA1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62ECFF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62ECFF"/>
                  </a:solidFill>
                </a:rPr>
                <a:t> </a:t>
              </a:r>
              <a:r>
                <a:rPr lang="ru-RU" sz="1200" dirty="0">
                  <a:solidFill>
                    <a:srgbClr val="62ECFF"/>
                  </a:solidFill>
                </a:rPr>
                <a:t>на одном слайде</a:t>
              </a:r>
              <a:endParaRPr sz="1200" dirty="0">
                <a:solidFill>
                  <a:srgbClr val="62ECFF"/>
                </a:solidFill>
              </a:endParaRPr>
            </a:p>
          </p:txBody>
        </p:sp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DE907744-E670-0DE8-F692-57F195FA9D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1D5A2BBD-CC7F-0637-0090-5C83A412A0F5}"/>
              </a:ext>
            </a:extLst>
          </p:cNvPr>
          <p:cNvGrpSpPr/>
          <p:nvPr/>
        </p:nvGrpSpPr>
        <p:grpSpPr>
          <a:xfrm>
            <a:off x="443797" y="5965636"/>
            <a:ext cx="8454159" cy="626838"/>
            <a:chOff x="443797" y="6037746"/>
            <a:chExt cx="8454159" cy="626838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4AF52B-14EF-01DA-7155-7F6837883B54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chemeClr val="bg1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chemeClr val="bg1"/>
                  </a:solidFill>
                </a:rPr>
                <a:t> </a:t>
              </a:r>
              <a:r>
                <a:rPr lang="ru-RU" sz="800" dirty="0">
                  <a:solidFill>
                    <a:schemeClr val="bg1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chemeClr val="bg1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BC58186-DF07-9727-633F-FED531C0FD4B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62ECFF"/>
                  </a:solidFill>
                </a:rPr>
                <a:t>*</a:t>
              </a:r>
              <a:endParaRPr sz="1050" dirty="0">
                <a:solidFill>
                  <a:srgbClr val="62EC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4239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FD86846-1ABF-AFB9-6D90-4BF38097BC4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8EA7DA-9EE1-C3FD-4A4F-EF87C8A0FF94}"/>
              </a:ext>
            </a:extLst>
          </p:cNvPr>
          <p:cNvSpPr txBox="1"/>
          <p:nvPr/>
        </p:nvSpPr>
        <p:spPr bwMode="auto">
          <a:xfrm>
            <a:off x="425803" y="807708"/>
            <a:ext cx="46493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3</a:t>
            </a:r>
            <a:r>
              <a:rPr lang="en-US" dirty="0">
                <a:solidFill>
                  <a:schemeClr val="bg1"/>
                </a:solidFill>
              </a:rPr>
              <a:t>D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061CB09-8CE5-8671-3FE5-4A3F808445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53237" y="2001575"/>
            <a:ext cx="1168668" cy="116866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AE799DC-51F0-98BF-EB8F-979A67ED57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33091" y="3336848"/>
            <a:ext cx="1178616" cy="117861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C5C04D6-721A-237A-8707-6F188047E3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35995" y="4565148"/>
            <a:ext cx="1233318" cy="123331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8CAB6D9-1E7F-9567-DE96-87CEE5F623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91171" y="4565907"/>
            <a:ext cx="1104019" cy="1099046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D99885A0-97DF-F484-3E3E-78D3996816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188850" y="3130176"/>
            <a:ext cx="1571485" cy="1571485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EEE10E8-B3C2-A573-D217-B97B4CB8350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803518" y="3119286"/>
            <a:ext cx="1601324" cy="1606297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34D2CC9-48D5-031A-BAAB-F718F46C18F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75779" y="2029230"/>
            <a:ext cx="1233318" cy="1233318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BCED966-C00C-0AB8-9169-D0843EC56E25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33267" y="4541043"/>
            <a:ext cx="1118937" cy="112391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74D41A9-0E2E-1F0C-6853-0E31E16DFA2E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39763" y="1982103"/>
            <a:ext cx="1228345" cy="1228345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EB56650F-3F38-73F3-627A-233AF045C133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16419" y="3451183"/>
            <a:ext cx="1034396" cy="1034396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0C55FB27-3D55-1867-2B4B-3118113E16CB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53237" y="3385501"/>
            <a:ext cx="1233318" cy="1228345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E9B0D800-70BF-9BFA-38C5-CAAB1C65EB1B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0063" y="3385502"/>
            <a:ext cx="1228345" cy="1228345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1A2F9C0-C61F-52C4-6BB5-F7C8D558A0D1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11591" y="4585436"/>
            <a:ext cx="1286625" cy="128662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DD3AEA48-1B9C-7D26-B382-709210388D07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31772" y="4445795"/>
            <a:ext cx="1352671" cy="1352671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6FC214BB-0030-BC8D-F355-15CD727C6E74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80532" y="2001575"/>
            <a:ext cx="1189415" cy="1189415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9CEA9E6E-0227-8E54-28DE-1A588F6ED25B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77618" y="2057334"/>
            <a:ext cx="1104019" cy="1104019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97A33323-E587-903B-ED49-58AF4C57EAE4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64559" y="4442091"/>
            <a:ext cx="1297969" cy="1297969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B79C4666-5829-5F68-445F-3C33E42846B7}"/>
              </a:ext>
            </a:extLst>
          </p:cNvPr>
          <p:cNvPicPr>
            <a:picLocks noChangeAspect="1"/>
          </p:cNvPicPr>
          <p:nvPr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7503" y="1810999"/>
            <a:ext cx="1705758" cy="17057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02F800-ADE9-AEEC-9B76-1E71C8E5CF41}"/>
              </a:ext>
            </a:extLst>
          </p:cNvPr>
          <p:cNvSpPr txBox="1"/>
          <p:nvPr/>
        </p:nvSpPr>
        <p:spPr bwMode="auto">
          <a:xfrm>
            <a:off x="425803" y="1438670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D37C39E-FAA6-A91C-D5EB-86D9CD391829}"/>
              </a:ext>
            </a:extLst>
          </p:cNvPr>
          <p:cNvGrpSpPr/>
          <p:nvPr/>
        </p:nvGrpSpPr>
        <p:grpSpPr>
          <a:xfrm>
            <a:off x="8361070" y="396588"/>
            <a:ext cx="3598797" cy="844206"/>
            <a:chOff x="8361070" y="396588"/>
            <a:chExt cx="3598797" cy="844206"/>
          </a:xfrm>
        </p:grpSpPr>
        <p:sp>
          <p:nvSpPr>
            <p:cNvPr id="8" name="Скругленный прямоугольник 7">
              <a:extLst>
                <a:ext uri="{FF2B5EF4-FFF2-40B4-BE49-F238E27FC236}">
                  <a16:creationId xmlns:a16="http://schemas.microsoft.com/office/drawing/2014/main" id="{D6D47931-51AB-45BA-50FB-6E31C6C6053B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995EDB-2F46-E15B-0065-16D447C4313D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62ECFF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62ECFF"/>
                  </a:solidFill>
                </a:rPr>
                <a:t> </a:t>
              </a:r>
              <a:r>
                <a:rPr lang="ru-RU" sz="1200" dirty="0">
                  <a:solidFill>
                    <a:srgbClr val="62ECFF"/>
                  </a:solidFill>
                </a:rPr>
                <a:t>на одном слайде</a:t>
              </a:r>
              <a:endParaRPr sz="1200" dirty="0">
                <a:solidFill>
                  <a:srgbClr val="62ECFF"/>
                </a:solidFill>
              </a:endParaRPr>
            </a:p>
          </p:txBody>
        </p:sp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A5697967-AD70-FB90-25EB-427085BCE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21F3CFA7-28F1-EE4B-8DFD-AAE84EBEC41A}"/>
              </a:ext>
            </a:extLst>
          </p:cNvPr>
          <p:cNvGrpSpPr/>
          <p:nvPr/>
        </p:nvGrpSpPr>
        <p:grpSpPr>
          <a:xfrm>
            <a:off x="443797" y="5965636"/>
            <a:ext cx="8454159" cy="626838"/>
            <a:chOff x="443797" y="6037746"/>
            <a:chExt cx="8454159" cy="6268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A35210-C63B-FFD8-835A-36C4C04990E2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chemeClr val="bg1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chemeClr val="bg1"/>
                  </a:solidFill>
                </a:rPr>
                <a:t> </a:t>
              </a:r>
              <a:r>
                <a:rPr lang="ru-RU" sz="800" dirty="0">
                  <a:solidFill>
                    <a:schemeClr val="bg1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chemeClr val="bg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462E6FD-18CE-2565-0CD4-38DF5C0B27D7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62ECFF"/>
                  </a:solidFill>
                </a:rPr>
                <a:t>*</a:t>
              </a:r>
              <a:endParaRPr sz="1050" dirty="0">
                <a:solidFill>
                  <a:srgbClr val="62EC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2388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433486" y="807708"/>
            <a:ext cx="50298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3</a:t>
            </a:r>
            <a:r>
              <a:rPr lang="en-US" dirty="0">
                <a:solidFill>
                  <a:schemeClr val="bg1"/>
                </a:solidFill>
              </a:rPr>
              <a:t>D</a:t>
            </a:r>
            <a:r>
              <a:rPr lang="ru-RU" dirty="0">
                <a:solidFill>
                  <a:schemeClr val="bg1"/>
                </a:solidFill>
              </a:rPr>
              <a:t>. Стекло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493113" y="3947185"/>
            <a:ext cx="1702025" cy="172352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2771623" y="4069682"/>
            <a:ext cx="1583338" cy="15798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4934190" y="4106368"/>
            <a:ext cx="1738289" cy="151345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5109405" y="2025061"/>
            <a:ext cx="1387857" cy="1712908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2588470" y="1808002"/>
            <a:ext cx="2225818" cy="2067569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560650" y="2025061"/>
            <a:ext cx="1684187" cy="1529517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6929355" y="4019022"/>
            <a:ext cx="993241" cy="1683578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9865908" y="4072194"/>
            <a:ext cx="767201" cy="1600662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8109340" y="4088909"/>
            <a:ext cx="1337630" cy="15818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7186412" y="2025061"/>
            <a:ext cx="1591743" cy="1651084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9304941" y="2047932"/>
            <a:ext cx="1447298" cy="15877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36333-ACA1-1385-22CC-F85B1B5AC024}"/>
              </a:ext>
            </a:extLst>
          </p:cNvPr>
          <p:cNvSpPr txBox="1"/>
          <p:nvPr/>
        </p:nvSpPr>
        <p:spPr bwMode="auto">
          <a:xfrm>
            <a:off x="425803" y="1438670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DE8063FB-C6E8-0AA2-3906-154A87245A9F}"/>
              </a:ext>
            </a:extLst>
          </p:cNvPr>
          <p:cNvGrpSpPr/>
          <p:nvPr/>
        </p:nvGrpSpPr>
        <p:grpSpPr>
          <a:xfrm>
            <a:off x="8361070" y="396588"/>
            <a:ext cx="3598797" cy="844206"/>
            <a:chOff x="8361070" y="396588"/>
            <a:chExt cx="3598797" cy="844206"/>
          </a:xfrm>
        </p:grpSpPr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69DD8042-0DC2-D456-A8FB-627A1B9ABFE8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500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F08F7D8-C97E-654F-20C4-A2FB28B8742E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62ECFF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62ECFF"/>
                  </a:solidFill>
                </a:rPr>
                <a:t> </a:t>
              </a:r>
              <a:r>
                <a:rPr lang="ru-RU" sz="1200" dirty="0">
                  <a:solidFill>
                    <a:srgbClr val="62ECFF"/>
                  </a:solidFill>
                </a:rPr>
                <a:t>на одном слайде</a:t>
              </a:r>
              <a:endParaRPr sz="1200" dirty="0">
                <a:solidFill>
                  <a:srgbClr val="62ECFF"/>
                </a:solidFill>
              </a:endParaRPr>
            </a:p>
          </p:txBody>
        </p:sp>
        <p:pic>
          <p:nvPicPr>
            <p:cNvPr id="13" name="Рисунок 12">
              <a:extLst>
                <a:ext uri="{FF2B5EF4-FFF2-40B4-BE49-F238E27FC236}">
                  <a16:creationId xmlns:a16="http://schemas.microsoft.com/office/drawing/2014/main" id="{71F25207-5350-E20D-4B32-467EA290F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4250A3C3-7C1D-8FB4-8821-E5346F4FD5E4}"/>
              </a:ext>
            </a:extLst>
          </p:cNvPr>
          <p:cNvGrpSpPr/>
          <p:nvPr/>
        </p:nvGrpSpPr>
        <p:grpSpPr>
          <a:xfrm>
            <a:off x="443797" y="5965636"/>
            <a:ext cx="8454159" cy="626838"/>
            <a:chOff x="443797" y="6037746"/>
            <a:chExt cx="8454159" cy="62683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06DB492-C620-6998-2D3F-B24ED96C47F8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chemeClr val="bg1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chemeClr val="bg1"/>
                  </a:solidFill>
                </a:rPr>
                <a:t> </a:t>
              </a:r>
              <a:r>
                <a:rPr lang="ru-RU" sz="800" dirty="0">
                  <a:solidFill>
                    <a:schemeClr val="bg1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chemeClr val="bg1"/>
                  </a:solidFill>
                </a:rPr>
              </a:br>
              <a:r>
                <a:rPr lang="ru-RU" sz="800" dirty="0">
                  <a:solidFill>
                    <a:schemeClr val="bg1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chemeClr val="bg1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D856B27-CC4E-35A5-E928-6BB1F0C3BDD6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62ECFF"/>
                  </a:solidFill>
                </a:rPr>
                <a:t>*</a:t>
              </a:r>
              <a:endParaRPr sz="1050" dirty="0">
                <a:solidFill>
                  <a:srgbClr val="62ECFF"/>
                </a:solidFill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1DF397A-DCCC-3F76-B61B-63DEEF6F24A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BED7437C-2976-46AE-B346-1AF78D4B0DD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76856" y="4519180"/>
            <a:ext cx="1018181" cy="1018181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3EAE93A3-83F1-6E02-A564-FABB81920CD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86372" y="2422693"/>
            <a:ext cx="1006307" cy="1006307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C07E422A-5F1A-0048-F417-DCDD9ECEDE1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20245" y="4519180"/>
            <a:ext cx="1018182" cy="1018182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1FD83369-2A99-6F0D-90CC-B8D87C700FD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0251" y="4519180"/>
            <a:ext cx="1018181" cy="1018181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D7F598F1-2AC1-8337-8749-AE77F2CD314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56976" y="4524126"/>
            <a:ext cx="1006306" cy="1006306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940F9DB-3FC9-0528-F3BB-9F6D5420F25D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469" y="4529653"/>
            <a:ext cx="1018181" cy="101818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B862482-9C49-B983-9753-01C9CC6EFD22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6680" y="4519181"/>
            <a:ext cx="1018181" cy="101818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E703DEE-4018-C113-BDDC-04BDB354F706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5774" y="2424069"/>
            <a:ext cx="1018181" cy="101818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3CF0499-CE3C-E8A4-AB77-770CBFDC6985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8174" y="4544635"/>
            <a:ext cx="1018181" cy="10181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BBBA2D-9356-E93C-4434-D106CCB3B872}"/>
              </a:ext>
            </a:extLst>
          </p:cNvPr>
          <p:cNvSpPr txBox="1"/>
          <p:nvPr/>
        </p:nvSpPr>
        <p:spPr bwMode="auto">
          <a:xfrm>
            <a:off x="425803" y="792340"/>
            <a:ext cx="6556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33DCE9-2068-A1DD-ADCB-1CB905BD4F20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  <a:endParaRPr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A4CE701-EDFB-7B63-4B23-13A582C042FF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4639256" y="2381531"/>
            <a:ext cx="1090165" cy="1090165"/>
          </a:xfrm>
          <a:prstGeom prst="rect">
            <a:avLst/>
          </a:prstGeom>
          <a:effectLst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F1EF879-E82D-BAEB-147C-EE3F8E051CB3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3284837" y="2423460"/>
            <a:ext cx="1006306" cy="100630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F78EC28-AC7F-6DBC-0F22-6F9C2F7BE25B}"/>
              </a:ext>
            </a:extLst>
          </p:cNvPr>
          <p:cNvSpPr txBox="1"/>
          <p:nvPr/>
        </p:nvSpPr>
        <p:spPr bwMode="auto">
          <a:xfrm>
            <a:off x="575999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 err="1">
                <a:solidFill>
                  <a:schemeClr val="bg1"/>
                </a:solidFill>
                <a:latin typeface="SB Sans Text Light"/>
                <a:cs typeface="SB Sans Text Light"/>
              </a:rPr>
              <a:t>SberUser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BF8CB8-97EE-EA43-CF2D-224D8536A439}"/>
              </a:ext>
            </a:extLst>
          </p:cNvPr>
          <p:cNvSpPr txBox="1"/>
          <p:nvPr/>
        </p:nvSpPr>
        <p:spPr bwMode="auto">
          <a:xfrm>
            <a:off x="1917859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>
                <a:solidFill>
                  <a:schemeClr val="bg1"/>
                </a:solidFill>
                <a:latin typeface="SB Sans Text Light"/>
                <a:cs typeface="SB Sans Text Light"/>
              </a:rPr>
              <a:t>Друг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8AE8BD-9505-9AD4-A2B8-B1ADDADE2B51}"/>
              </a:ext>
            </a:extLst>
          </p:cNvPr>
          <p:cNvSpPr txBox="1"/>
          <p:nvPr/>
        </p:nvSpPr>
        <p:spPr bwMode="auto">
          <a:xfrm>
            <a:off x="3289522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>
                <a:solidFill>
                  <a:schemeClr val="bg1"/>
                </a:solidFill>
                <a:latin typeface="SB Sans Text Light"/>
                <a:cs typeface="SB Sans Text Light"/>
              </a:rPr>
              <a:t>User Soft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DBDE2C-D17C-74D6-655A-0A152DE9BF8E}"/>
              </a:ext>
            </a:extLst>
          </p:cNvPr>
          <p:cNvSpPr txBox="1"/>
          <p:nvPr/>
        </p:nvSpPr>
        <p:spPr bwMode="auto">
          <a:xfrm>
            <a:off x="4485259" y="3518746"/>
            <a:ext cx="14706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>
                <a:solidFill>
                  <a:schemeClr val="bg1"/>
                </a:solidFill>
                <a:latin typeface="SB Sans Text Light"/>
                <a:cs typeface="SB Sans Text Light"/>
              </a:rPr>
              <a:t>Виртуальный ассистент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750FC5-9043-3FF3-C4DD-3CB3D81393B1}"/>
              </a:ext>
            </a:extLst>
          </p:cNvPr>
          <p:cNvSpPr txBox="1"/>
          <p:nvPr/>
        </p:nvSpPr>
        <p:spPr bwMode="auto">
          <a:xfrm>
            <a:off x="7358293" y="5620178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>
                <a:solidFill>
                  <a:schemeClr val="bg1"/>
                </a:solidFill>
                <a:latin typeface="SB Sans Text Light"/>
                <a:cs typeface="SB Sans Text Light"/>
              </a:rPr>
              <a:t>Справочник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54FD3F-AB27-06D6-F808-6E1DB78BEEBF}"/>
              </a:ext>
            </a:extLst>
          </p:cNvPr>
          <p:cNvSpPr txBox="1"/>
          <p:nvPr/>
        </p:nvSpPr>
        <p:spPr bwMode="auto">
          <a:xfrm>
            <a:off x="438203" y="5620178"/>
            <a:ext cx="1324384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 err="1">
                <a:solidFill>
                  <a:schemeClr val="bg1"/>
                </a:solidFill>
                <a:latin typeface="SB Sans Text Light"/>
                <a:cs typeface="SB Sans Text Light"/>
              </a:rPr>
              <a:t>СберБраузер</a:t>
            </a:r>
            <a:endParaRPr lang="ru-RU"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0DB1B4-E1F0-6A0A-87AA-5761F961F061}"/>
              </a:ext>
            </a:extLst>
          </p:cNvPr>
          <p:cNvSpPr txBox="1"/>
          <p:nvPr/>
        </p:nvSpPr>
        <p:spPr bwMode="auto">
          <a:xfrm>
            <a:off x="1950345" y="5620179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>
                <a:solidFill>
                  <a:schemeClr val="bg1"/>
                </a:solidFill>
                <a:latin typeface="SB Sans Text Light"/>
                <a:cs typeface="SB Sans Text Light"/>
              </a:rPr>
              <a:t>Apps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8E1518-FB4D-CA1A-7530-E087A00CEC4C}"/>
              </a:ext>
            </a:extLst>
          </p:cNvPr>
          <p:cNvSpPr txBox="1"/>
          <p:nvPr/>
        </p:nvSpPr>
        <p:spPr bwMode="auto">
          <a:xfrm>
            <a:off x="3319818" y="5620179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>
                <a:solidFill>
                  <a:schemeClr val="bg1"/>
                </a:solidFill>
                <a:latin typeface="SB Sans Text Light"/>
                <a:cs typeface="SB Sans Text Light"/>
              </a:rPr>
              <a:t>Почта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282793-DC6D-F432-02DA-A4450D831EF7}"/>
              </a:ext>
            </a:extLst>
          </p:cNvPr>
          <p:cNvSpPr txBox="1"/>
          <p:nvPr/>
        </p:nvSpPr>
        <p:spPr bwMode="auto">
          <a:xfrm>
            <a:off x="4614980" y="5620179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OTP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18E97F-EE65-7062-4514-5FA3EDD6548A}"/>
              </a:ext>
            </a:extLst>
          </p:cNvPr>
          <p:cNvSpPr txBox="1"/>
          <p:nvPr/>
        </p:nvSpPr>
        <p:spPr bwMode="auto">
          <a:xfrm>
            <a:off x="7278853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>
                <a:solidFill>
                  <a:schemeClr val="bg1"/>
                </a:solidFill>
                <a:latin typeface="SB Sans Text Light"/>
                <a:cs typeface="SB Sans Text Light"/>
              </a:rPr>
              <a:t>Мои Доступы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DA1889-799E-D017-5684-30281F7C9BEF}"/>
              </a:ext>
            </a:extLst>
          </p:cNvPr>
          <p:cNvSpPr txBox="1"/>
          <p:nvPr/>
        </p:nvSpPr>
        <p:spPr bwMode="auto">
          <a:xfrm>
            <a:off x="5998324" y="5620179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 err="1">
                <a:solidFill>
                  <a:schemeClr val="bg1"/>
                </a:solidFill>
                <a:latin typeface="SB Sans Text Light"/>
                <a:cs typeface="SB Sans Text Light"/>
              </a:rPr>
              <a:t>СберЧат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EDECFAF8-D987-3F7E-F9BC-376F6FEFB3EA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6045908" y="2410819"/>
            <a:ext cx="1018181" cy="101818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19561D7-0293-5A9F-C763-CC044964320C}"/>
              </a:ext>
            </a:extLst>
          </p:cNvPr>
          <p:cNvSpPr txBox="1"/>
          <p:nvPr/>
        </p:nvSpPr>
        <p:spPr bwMode="auto">
          <a:xfrm>
            <a:off x="5977979" y="3511817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 err="1">
                <a:solidFill>
                  <a:schemeClr val="bg1"/>
                </a:solidFill>
                <a:latin typeface="SB Sans Text Light"/>
                <a:cs typeface="SB Sans Text Light"/>
              </a:rPr>
              <a:t>SberJazz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DC71F4-21C2-AFF0-7EC0-970ED58A02A5}"/>
              </a:ext>
            </a:extLst>
          </p:cNvPr>
          <p:cNvSpPr txBox="1"/>
          <p:nvPr/>
        </p:nvSpPr>
        <p:spPr bwMode="auto">
          <a:xfrm>
            <a:off x="8605850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>
                <a:solidFill>
                  <a:schemeClr val="bg1"/>
                </a:solidFill>
                <a:latin typeface="SB Sans Text Light"/>
                <a:cs typeface="SB Sans Text Light"/>
              </a:rPr>
              <a:t>SCPL</a:t>
            </a:r>
            <a:endParaRPr sz="110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FA26F8-BCBF-1E45-A7D7-6F32A65E2C48}"/>
              </a:ext>
            </a:extLst>
          </p:cNvPr>
          <p:cNvSpPr txBox="1"/>
          <p:nvPr/>
        </p:nvSpPr>
        <p:spPr bwMode="auto">
          <a:xfrm>
            <a:off x="9943998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Доски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050F22-6DA3-63A9-2C96-57D857C4770E}"/>
              </a:ext>
            </a:extLst>
          </p:cNvPr>
          <p:cNvSpPr txBox="1"/>
          <p:nvPr/>
        </p:nvSpPr>
        <p:spPr bwMode="auto">
          <a:xfrm>
            <a:off x="8645076" y="562632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Диск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78766D-FB2C-D182-4ADA-DE054CAD3161}"/>
              </a:ext>
            </a:extLst>
          </p:cNvPr>
          <p:cNvSpPr txBox="1"/>
          <p:nvPr/>
        </p:nvSpPr>
        <p:spPr bwMode="auto">
          <a:xfrm>
            <a:off x="9972170" y="5626326"/>
            <a:ext cx="1376577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Мобильная</a:t>
            </a:r>
            <a:b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связь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5039817B-F077-96FF-8D95-1E4376ACC09F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9132" y="4508509"/>
            <a:ext cx="1006307" cy="100630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DAE23D-52A8-B743-1EAB-CA133BBAAA90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30419" y="2428010"/>
            <a:ext cx="1013236" cy="101323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B5592C0-1224-7492-F352-F08C26D0A120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5022" y="2424070"/>
            <a:ext cx="1006306" cy="1006306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28F4E52-CC1D-7146-12DB-B305B773AF13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79723" y="2417185"/>
            <a:ext cx="1013236" cy="101323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327A730-5DA7-9D72-8131-F0675DEB87BA}"/>
              </a:ext>
            </a:extLst>
          </p:cNvPr>
          <p:cNvPicPr>
            <a:picLocks noChangeAspect="1"/>
          </p:cNvPicPr>
          <p:nvPr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6041" y="2410819"/>
            <a:ext cx="1013236" cy="1013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151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BBF6B9C-903E-7D51-7F78-8B11166663B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BF52B1A-C9BC-1A23-1629-CB5A80F2D0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02052" y="4512722"/>
            <a:ext cx="1020825" cy="10208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34B8D2-C6C7-804E-7A32-A01AF47A77ED}"/>
              </a:ext>
            </a:extLst>
          </p:cNvPr>
          <p:cNvSpPr txBox="1"/>
          <p:nvPr/>
        </p:nvSpPr>
        <p:spPr bwMode="auto">
          <a:xfrm>
            <a:off x="425803" y="792340"/>
            <a:ext cx="6556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7CDDA1E1-D6DB-2DF5-CB20-D30A97D108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2401" y="2420939"/>
            <a:ext cx="1006306" cy="1006306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11740EA-1F60-AABD-283C-58953C625384}"/>
              </a:ext>
            </a:extLst>
          </p:cNvPr>
          <p:cNvSpPr txBox="1"/>
          <p:nvPr/>
        </p:nvSpPr>
        <p:spPr bwMode="auto">
          <a:xfrm>
            <a:off x="4576010" y="3488605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 err="1">
                <a:solidFill>
                  <a:schemeClr val="bg1"/>
                </a:solidFill>
                <a:latin typeface="SB Sans Text Light"/>
                <a:cs typeface="SB Sans Text Light"/>
              </a:rPr>
              <a:t>SmartRoom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pic>
        <p:nvPicPr>
          <p:cNvPr id="59" name="Рисунок 58">
            <a:extLst>
              <a:ext uri="{FF2B5EF4-FFF2-40B4-BE49-F238E27FC236}">
                <a16:creationId xmlns:a16="http://schemas.microsoft.com/office/drawing/2014/main" id="{74D53850-6F6E-4633-BCD3-8F29DCD410F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9668" y="2420938"/>
            <a:ext cx="1006307" cy="100630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C458C1E-75E8-10F0-C211-B3341F257B87}"/>
              </a:ext>
            </a:extLst>
          </p:cNvPr>
          <p:cNvSpPr txBox="1"/>
          <p:nvPr/>
        </p:nvSpPr>
        <p:spPr bwMode="auto">
          <a:xfrm>
            <a:off x="7040308" y="3500027"/>
            <a:ext cx="1858385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/>
              <a:t>VoIP</a:t>
            </a:r>
            <a:br>
              <a:rPr lang="ru-RU" sz="1100" dirty="0"/>
            </a:br>
            <a:r>
              <a:rPr lang="en" sz="1100" dirty="0" err="1"/>
              <a:t>Platforms&amp;Services</a:t>
            </a:r>
            <a:endParaRPr sz="1100" dirty="0"/>
          </a:p>
        </p:txBody>
      </p:sp>
      <p:pic>
        <p:nvPicPr>
          <p:cNvPr id="62" name="Рисунок 61">
            <a:extLst>
              <a:ext uri="{FF2B5EF4-FFF2-40B4-BE49-F238E27FC236}">
                <a16:creationId xmlns:a16="http://schemas.microsoft.com/office/drawing/2014/main" id="{FD5CF0E1-E2EF-4304-3D71-BAB5D9F64C7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182" y="4524684"/>
            <a:ext cx="1018182" cy="10181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CCF233DF-4539-1F2F-5589-31DB66DD09A5}"/>
              </a:ext>
            </a:extLst>
          </p:cNvPr>
          <p:cNvSpPr txBox="1"/>
          <p:nvPr/>
        </p:nvSpPr>
        <p:spPr bwMode="auto">
          <a:xfrm>
            <a:off x="293918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Корпоративный поиск</a:t>
            </a:r>
          </a:p>
        </p:txBody>
      </p:sp>
      <p:pic>
        <p:nvPicPr>
          <p:cNvPr id="65" name="Рисунок 64">
            <a:extLst>
              <a:ext uri="{FF2B5EF4-FFF2-40B4-BE49-F238E27FC236}">
                <a16:creationId xmlns:a16="http://schemas.microsoft.com/office/drawing/2014/main" id="{C68603CF-0136-CFF4-7A42-CB6A50671DB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21043" y="4516067"/>
            <a:ext cx="1020824" cy="1020824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1FABC221-15E7-5BBC-7C25-DCFFDC5AF747}"/>
              </a:ext>
            </a:extLst>
          </p:cNvPr>
          <p:cNvSpPr txBox="1"/>
          <p:nvPr/>
        </p:nvSpPr>
        <p:spPr bwMode="auto">
          <a:xfrm>
            <a:off x="1632267" y="5632505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Голосовой помощник</a:t>
            </a: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0D5798EF-55D8-0EC2-8580-A2316C34708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7713" y="4513670"/>
            <a:ext cx="1020824" cy="1020824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A2BBD685-9471-414A-1B9E-51C20352C9BE}"/>
              </a:ext>
            </a:extLst>
          </p:cNvPr>
          <p:cNvSpPr txBox="1"/>
          <p:nvPr/>
        </p:nvSpPr>
        <p:spPr bwMode="auto">
          <a:xfrm>
            <a:off x="2995744" y="5633892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Мобильное</a:t>
            </a:r>
            <a:br>
              <a:rPr lang="ru-RU" sz="1100" dirty="0"/>
            </a:br>
            <a:r>
              <a:rPr lang="ru-RU" sz="1100" dirty="0"/>
              <a:t>рабочее место</a:t>
            </a: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E89BEE2D-DA27-115E-AE64-61B1B1846138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4136" y="4513670"/>
            <a:ext cx="1020824" cy="1020824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E3022A47-2376-EB9A-F6F9-C8B38281DAE5}"/>
              </a:ext>
            </a:extLst>
          </p:cNvPr>
          <p:cNvSpPr txBox="1"/>
          <p:nvPr/>
        </p:nvSpPr>
        <p:spPr bwMode="auto">
          <a:xfrm>
            <a:off x="4415446" y="564444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Рабочее место</a:t>
            </a:r>
          </a:p>
        </p:txBody>
      </p:sp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3D264324-8D98-2C0C-0F72-52DDE38A249D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73026" y="4516311"/>
            <a:ext cx="1018183" cy="1018183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7C6239A7-2ABA-55E7-6DC0-C74E03FD8AB7}"/>
              </a:ext>
            </a:extLst>
          </p:cNvPr>
          <p:cNvSpPr txBox="1"/>
          <p:nvPr/>
        </p:nvSpPr>
        <p:spPr bwMode="auto">
          <a:xfrm>
            <a:off x="5792770" y="5632749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 err="1"/>
              <a:t>СберПечать</a:t>
            </a:r>
            <a:endParaRPr lang="ru-RU" sz="1100" dirty="0"/>
          </a:p>
        </p:txBody>
      </p:sp>
      <p:pic>
        <p:nvPicPr>
          <p:cNvPr id="79" name="Рисунок 78">
            <a:extLst>
              <a:ext uri="{FF2B5EF4-FFF2-40B4-BE49-F238E27FC236}">
                <a16:creationId xmlns:a16="http://schemas.microsoft.com/office/drawing/2014/main" id="{FEE9CD94-A22F-D483-84D0-1F911D2E5E6F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7913" y="4516592"/>
            <a:ext cx="1018182" cy="1018182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CFE1D25-787F-8BC3-2118-3F10493F096C}"/>
              </a:ext>
            </a:extLst>
          </p:cNvPr>
          <p:cNvSpPr txBox="1"/>
          <p:nvPr/>
        </p:nvSpPr>
        <p:spPr bwMode="auto">
          <a:xfrm>
            <a:off x="7169926" y="5627093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/>
              <a:t>EMP</a:t>
            </a:r>
            <a:endParaRPr lang="ru-RU" sz="1100" dirty="0"/>
          </a:p>
        </p:txBody>
      </p: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B02544F9-B5B5-4B21-412C-DA643B906C26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54185" y="2423382"/>
            <a:ext cx="1002348" cy="1002348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5591DCC6-1851-C5B6-1462-30CFB836645E}"/>
              </a:ext>
            </a:extLst>
          </p:cNvPr>
          <p:cNvSpPr txBox="1"/>
          <p:nvPr/>
        </p:nvSpPr>
        <p:spPr bwMode="auto">
          <a:xfrm>
            <a:off x="9879140" y="3505340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 err="1"/>
              <a:t>SmartIVR</a:t>
            </a:r>
            <a:endParaRPr lang="ru-RU" sz="1100" dirty="0"/>
          </a:p>
        </p:txBody>
      </p:sp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F9859C6B-A1A8-6CDD-5EFA-FD24663633B2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02052" y="2431473"/>
            <a:ext cx="1002348" cy="100234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F7AF5D4B-F399-F852-13C4-08EC5CE3F34F}"/>
              </a:ext>
            </a:extLst>
          </p:cNvPr>
          <p:cNvSpPr txBox="1"/>
          <p:nvPr/>
        </p:nvSpPr>
        <p:spPr bwMode="auto">
          <a:xfrm>
            <a:off x="8528658" y="3505340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 err="1"/>
              <a:t>SmartWFM</a:t>
            </a:r>
            <a:endParaRPr lang="ru-RU" sz="1100" dirty="0"/>
          </a:p>
        </p:txBody>
      </p:sp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CEF68DC7-FB46-2BE2-995D-2590CD9E7545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76856" y="2420938"/>
            <a:ext cx="1014353" cy="1014353"/>
          </a:xfrm>
          <a:prstGeom prst="rect">
            <a:avLst/>
          </a:prstGeo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5CB91B2E-9657-E155-057D-E4718CE5AA1A}"/>
              </a:ext>
            </a:extLst>
          </p:cNvPr>
          <p:cNvSpPr txBox="1"/>
          <p:nvPr/>
        </p:nvSpPr>
        <p:spPr bwMode="auto">
          <a:xfrm>
            <a:off x="5858680" y="349431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 err="1"/>
              <a:t>Смартотека</a:t>
            </a:r>
            <a:endParaRPr sz="1100" dirty="0"/>
          </a:p>
        </p:txBody>
      </p:sp>
      <p:pic>
        <p:nvPicPr>
          <p:cNvPr id="91" name="Рисунок 90">
            <a:extLst>
              <a:ext uri="{FF2B5EF4-FFF2-40B4-BE49-F238E27FC236}">
                <a16:creationId xmlns:a16="http://schemas.microsoft.com/office/drawing/2014/main" id="{D4201D09-BE80-66FB-C566-FFA9816C087A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7713" y="2417042"/>
            <a:ext cx="1006306" cy="1006306"/>
          </a:xfrm>
          <a:prstGeom prst="rect">
            <a:avLst/>
          </a:prstGeom>
        </p:spPr>
      </p:pic>
      <p:sp>
        <p:nvSpPr>
          <p:cNvPr id="92" name="TextBox 91">
            <a:extLst>
              <a:ext uri="{FF2B5EF4-FFF2-40B4-BE49-F238E27FC236}">
                <a16:creationId xmlns:a16="http://schemas.microsoft.com/office/drawing/2014/main" id="{1B8A1311-652D-044B-59F9-A620F8066226}"/>
              </a:ext>
            </a:extLst>
          </p:cNvPr>
          <p:cNvSpPr txBox="1"/>
          <p:nvPr/>
        </p:nvSpPr>
        <p:spPr bwMode="auto">
          <a:xfrm>
            <a:off x="3155386" y="3497379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Персона</a:t>
            </a:r>
            <a:endParaRPr sz="1100" dirty="0"/>
          </a:p>
        </p:txBody>
      </p:sp>
      <p:pic>
        <p:nvPicPr>
          <p:cNvPr id="94" name="Рисунок 93">
            <a:extLst>
              <a:ext uri="{FF2B5EF4-FFF2-40B4-BE49-F238E27FC236}">
                <a16:creationId xmlns:a16="http://schemas.microsoft.com/office/drawing/2014/main" id="{4DF8094F-E365-0253-C481-1C7988E1807B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40348" y="2417109"/>
            <a:ext cx="1018182" cy="1018182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9D63D729-7CEF-C1E1-A65E-95140A49A610}"/>
              </a:ext>
            </a:extLst>
          </p:cNvPr>
          <p:cNvSpPr txBox="1"/>
          <p:nvPr/>
        </p:nvSpPr>
        <p:spPr bwMode="auto">
          <a:xfrm>
            <a:off x="1761151" y="3505340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/>
              <a:t>SRP-API</a:t>
            </a:r>
            <a:endParaRPr sz="1100" dirty="0"/>
          </a:p>
        </p:txBody>
      </p:sp>
      <p:pic>
        <p:nvPicPr>
          <p:cNvPr id="97" name="Рисунок 96">
            <a:extLst>
              <a:ext uri="{FF2B5EF4-FFF2-40B4-BE49-F238E27FC236}">
                <a16:creationId xmlns:a16="http://schemas.microsoft.com/office/drawing/2014/main" id="{DCF5F176-A1F3-1CCE-D463-52CF6EA77753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956" y="2417109"/>
            <a:ext cx="1018182" cy="1018182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2B9363D7-A2D3-56B6-15AD-A57599BC9F76}"/>
              </a:ext>
            </a:extLst>
          </p:cNvPr>
          <p:cNvSpPr txBox="1"/>
          <p:nvPr/>
        </p:nvSpPr>
        <p:spPr bwMode="auto">
          <a:xfrm>
            <a:off x="262205" y="3507633"/>
            <a:ext cx="161441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Система записи</a:t>
            </a:r>
            <a:br>
              <a:rPr lang="en-US" sz="1100" dirty="0"/>
            </a:br>
            <a:r>
              <a:rPr lang="ru-RU" sz="1100" dirty="0"/>
              <a:t>пользовательского окружения</a:t>
            </a:r>
            <a:endParaRPr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44089B-32DC-AB0E-AF7A-0C2C863E6A13}"/>
              </a:ext>
            </a:extLst>
          </p:cNvPr>
          <p:cNvSpPr txBox="1"/>
          <p:nvPr/>
        </p:nvSpPr>
        <p:spPr bwMode="auto">
          <a:xfrm>
            <a:off x="8711918" y="5632749"/>
            <a:ext cx="1153322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IAM Proxy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EB63A6-7B0F-0796-51CF-9159E14B4E74}"/>
              </a:ext>
            </a:extLst>
          </p:cNvPr>
          <p:cNvSpPr txBox="1"/>
          <p:nvPr/>
        </p:nvSpPr>
        <p:spPr bwMode="auto">
          <a:xfrm>
            <a:off x="9998686" y="5618964"/>
            <a:ext cx="1376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 err="1">
                <a:solidFill>
                  <a:schemeClr val="bg1"/>
                </a:solidFill>
              </a:rPr>
              <a:t>Автоисполнение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F55523-4185-C8F0-B3D4-2B4A8C6AB7D5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59048" y="4515494"/>
            <a:ext cx="1018182" cy="10181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306720-0CBE-C8D2-74CA-D2732F927062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23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75091F7-A448-820E-3D68-1D5C901F695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3C1A34-46DE-6AA0-B343-9FAC83803897}"/>
              </a:ext>
            </a:extLst>
          </p:cNvPr>
          <p:cNvSpPr txBox="1"/>
          <p:nvPr/>
        </p:nvSpPr>
        <p:spPr bwMode="auto">
          <a:xfrm>
            <a:off x="425803" y="792340"/>
            <a:ext cx="6556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B7ADA6-184E-5847-20F8-585C02EBD9CC}"/>
              </a:ext>
            </a:extLst>
          </p:cNvPr>
          <p:cNvSpPr txBox="1"/>
          <p:nvPr/>
        </p:nvSpPr>
        <p:spPr bwMode="auto">
          <a:xfrm>
            <a:off x="4545530" y="3488605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>
                <a:solidFill>
                  <a:schemeClr val="bg1"/>
                </a:solidFill>
                <a:latin typeface="SB Sans Text Light"/>
                <a:cs typeface="SB Sans Text Light"/>
              </a:rPr>
              <a:t>ПО Друга</a:t>
            </a:r>
            <a:endParaRPr sz="11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2B856D4-DC28-28C6-347F-C4C3736CE228}"/>
              </a:ext>
            </a:extLst>
          </p:cNvPr>
          <p:cNvSpPr txBox="1"/>
          <p:nvPr/>
        </p:nvSpPr>
        <p:spPr bwMode="auto">
          <a:xfrm>
            <a:off x="9879140" y="3505340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Сердце</a:t>
            </a:r>
            <a:br>
              <a:rPr lang="ru-RU" sz="1100" dirty="0"/>
            </a:br>
            <a:r>
              <a:rPr lang="ru-RU" sz="1100" dirty="0"/>
              <a:t>Друга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1682772-0348-9C08-157E-18AD4536B319}"/>
              </a:ext>
            </a:extLst>
          </p:cNvPr>
          <p:cNvSpPr txBox="1"/>
          <p:nvPr/>
        </p:nvSpPr>
        <p:spPr bwMode="auto">
          <a:xfrm>
            <a:off x="8528658" y="3505340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Ролевые</a:t>
            </a:r>
            <a:br>
              <a:rPr lang="ru-RU" sz="1100" dirty="0"/>
            </a:br>
            <a:r>
              <a:rPr lang="ru-RU" sz="1100" dirty="0"/>
              <a:t>модели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1935885-CDFC-F565-DF49-B440B4FF078B}"/>
              </a:ext>
            </a:extLst>
          </p:cNvPr>
          <p:cNvSpPr txBox="1"/>
          <p:nvPr/>
        </p:nvSpPr>
        <p:spPr bwMode="auto">
          <a:xfrm>
            <a:off x="5858680" y="3494316"/>
            <a:ext cx="1478822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Рекомендательная</a:t>
            </a:r>
            <a:br>
              <a:rPr lang="ru-RU" sz="1100" dirty="0"/>
            </a:br>
            <a:r>
              <a:rPr lang="ru-RU" sz="1100" dirty="0"/>
              <a:t>система</a:t>
            </a:r>
            <a:endParaRPr sz="11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45195FA-7BDC-43E6-6DB7-E30D38CF43A5}"/>
              </a:ext>
            </a:extLst>
          </p:cNvPr>
          <p:cNvSpPr txBox="1"/>
          <p:nvPr/>
        </p:nvSpPr>
        <p:spPr bwMode="auto">
          <a:xfrm>
            <a:off x="3143302" y="3497379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СУДИР</a:t>
            </a:r>
            <a:endParaRPr sz="11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6695CDE-472F-452F-60FD-6A4A830C2427}"/>
              </a:ext>
            </a:extLst>
          </p:cNvPr>
          <p:cNvSpPr txBox="1"/>
          <p:nvPr/>
        </p:nvSpPr>
        <p:spPr bwMode="auto">
          <a:xfrm>
            <a:off x="1774663" y="3505340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Метод+</a:t>
            </a:r>
            <a:endParaRPr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C7AE1C-8FB0-244E-DECF-915D1CFA80B8}"/>
              </a:ext>
            </a:extLst>
          </p:cNvPr>
          <p:cNvSpPr txBox="1"/>
          <p:nvPr/>
        </p:nvSpPr>
        <p:spPr bwMode="auto">
          <a:xfrm>
            <a:off x="262205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М2М связь</a:t>
            </a:r>
            <a:endParaRPr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73CB3A-FAC9-70E1-EFA3-A96ACFB1FA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52853" y="2414128"/>
            <a:ext cx="1014872" cy="101487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C39831B-EC5E-E37D-A2A9-818FBCB2C93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48488" y="2416434"/>
            <a:ext cx="1012883" cy="101288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B4EC592-B9B1-F380-8475-74DFB4268D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3340" y="2408121"/>
            <a:ext cx="1012883" cy="101288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901059-B89E-DCF6-240C-E4EE3255735A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8922" y="2411184"/>
            <a:ext cx="1017816" cy="101781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376D8AF-6FC0-B9CE-12C2-EC642D24E08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78326" y="2416434"/>
            <a:ext cx="1012883" cy="10128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439EA69-F951-8CA9-98DC-539EEE07C29A}"/>
              </a:ext>
            </a:extLst>
          </p:cNvPr>
          <p:cNvSpPr txBox="1"/>
          <p:nvPr/>
        </p:nvSpPr>
        <p:spPr bwMode="auto">
          <a:xfrm>
            <a:off x="7040308" y="3500027"/>
            <a:ext cx="1858385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Речевая</a:t>
            </a:r>
            <a:br>
              <a:rPr lang="ru-RU" dirty="0"/>
            </a:br>
            <a:r>
              <a:rPr lang="ru-RU" dirty="0"/>
              <a:t>аналитика</a:t>
            </a:r>
            <a:endParaRPr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BC1CC76-A7AC-5B91-6540-E809160C9AD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987" y="2416990"/>
            <a:ext cx="1012883" cy="101288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708AAF04-8D95-3059-0B9B-3ACDCE156876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00122" y="2418913"/>
            <a:ext cx="1014872" cy="1014872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BA48DC82-46FD-5E73-3ACC-42F7F860398B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9647" y="2408120"/>
            <a:ext cx="1012883" cy="101288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BBDA239-7203-6AE4-BE96-7DB620E27591}"/>
              </a:ext>
            </a:extLst>
          </p:cNvPr>
          <p:cNvSpPr txBox="1"/>
          <p:nvPr/>
        </p:nvSpPr>
        <p:spPr bwMode="auto">
          <a:xfrm>
            <a:off x="293918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Усиление сигнала</a:t>
            </a:r>
            <a:br>
              <a:rPr lang="ru-RU" sz="1100" dirty="0"/>
            </a:br>
            <a:r>
              <a:rPr lang="ru-RU" sz="1100" dirty="0"/>
              <a:t>сотовой связи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1AE4BDA3-770A-E2AF-C70B-96DF213EDC1B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182" y="4538322"/>
            <a:ext cx="1004543" cy="100454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454C75C-5825-32F4-16EF-A8F413337857}"/>
              </a:ext>
            </a:extLst>
          </p:cNvPr>
          <p:cNvSpPr txBox="1"/>
          <p:nvPr/>
        </p:nvSpPr>
        <p:spPr bwMode="auto">
          <a:xfrm>
            <a:off x="1669637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Шаблоны</a:t>
            </a:r>
            <a:br>
              <a:rPr lang="ru-RU" sz="1100" dirty="0"/>
            </a:br>
            <a:r>
              <a:rPr lang="ru-RU" sz="1100" dirty="0"/>
              <a:t>на доступ</a:t>
            </a:r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F168AF31-0DA8-9D42-0058-280E817BCB8A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62755" y="4538321"/>
            <a:ext cx="1014753" cy="1014753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14D6F42-59FF-0C4B-C1C4-D8F1B72E438F}"/>
              </a:ext>
            </a:extLst>
          </p:cNvPr>
          <p:cNvSpPr txBox="1"/>
          <p:nvPr/>
        </p:nvSpPr>
        <p:spPr bwMode="auto">
          <a:xfrm>
            <a:off x="2995930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sz="1100" dirty="0"/>
              <a:t>IQM</a:t>
            </a:r>
            <a:endParaRPr lang="ru-RU" sz="1100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6D617242-2024-92DE-65EC-799EEEBD4782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9048" y="4534672"/>
            <a:ext cx="1014753" cy="101475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B970EE24-6B08-2E24-1F89-4317FB7401BD}"/>
              </a:ext>
            </a:extLst>
          </p:cNvPr>
          <p:cNvSpPr txBox="1"/>
          <p:nvPr/>
        </p:nvSpPr>
        <p:spPr bwMode="auto">
          <a:xfrm>
            <a:off x="4405713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sz="1100" dirty="0"/>
              <a:t>Taska</a:t>
            </a:r>
            <a:endParaRPr lang="ru-RU" sz="1100" dirty="0"/>
          </a:p>
        </p:txBody>
      </p:sp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20A81DEE-DEB3-B7E3-BC7C-C9A8DE628DF8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2195" y="4544882"/>
            <a:ext cx="1004543" cy="100454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87DAAB9-EC0A-97EC-AAB1-F9E6AF480BCC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488" y="4529982"/>
            <a:ext cx="1031721" cy="10317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C835E7-56AF-24E9-6CDC-992764C3E312}"/>
              </a:ext>
            </a:extLst>
          </p:cNvPr>
          <p:cNvSpPr txBox="1"/>
          <p:nvPr/>
        </p:nvSpPr>
        <p:spPr bwMode="auto">
          <a:xfrm>
            <a:off x="5799085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ВАРМ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BBC126B-0FC3-3446-5E2A-FE3B27DCCA38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987" y="4526120"/>
            <a:ext cx="1031721" cy="10317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88A2D58-7F3B-6121-4537-1E098960A699}"/>
              </a:ext>
            </a:extLst>
          </p:cNvPr>
          <p:cNvSpPr txBox="1"/>
          <p:nvPr/>
        </p:nvSpPr>
        <p:spPr bwMode="auto">
          <a:xfrm>
            <a:off x="7157622" y="5623301"/>
            <a:ext cx="1600990" cy="769441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Автоматизация</a:t>
            </a:r>
            <a:br>
              <a:rPr lang="ru-RU" sz="1100" dirty="0"/>
            </a:br>
            <a:r>
              <a:rPr lang="ru-RU" sz="1100" dirty="0"/>
              <a:t>и управление</a:t>
            </a:r>
            <a:br>
              <a:rPr lang="ru-RU" sz="1100" dirty="0"/>
            </a:br>
            <a:r>
              <a:rPr lang="ru-RU" sz="1100" dirty="0"/>
              <a:t>метаданными телефонии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2BDB14A-B974-5BC6-AEC1-2DC6696ABF4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96338" y="4525917"/>
            <a:ext cx="1004543" cy="10045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7C71DA8-3475-A58A-BE1E-4593E3779CD3}"/>
              </a:ext>
            </a:extLst>
          </p:cNvPr>
          <p:cNvSpPr txBox="1"/>
          <p:nvPr/>
        </p:nvSpPr>
        <p:spPr bwMode="auto">
          <a:xfrm>
            <a:off x="8542288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Геймификация</a:t>
            </a: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DE61259C-3517-1BDA-7B4E-7949609F923C}"/>
              </a:ext>
            </a:extLst>
          </p:cNvPr>
          <p:cNvPicPr>
            <a:picLocks noChangeAspect="1"/>
          </p:cNvPicPr>
          <p:nvPr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43276" y="4532540"/>
            <a:ext cx="1004543" cy="100454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04577EE-452F-0810-C4BC-C69871661EB8}"/>
              </a:ext>
            </a:extLst>
          </p:cNvPr>
          <p:cNvSpPr txBox="1"/>
          <p:nvPr/>
        </p:nvSpPr>
        <p:spPr bwMode="auto">
          <a:xfrm>
            <a:off x="9883409" y="5623301"/>
            <a:ext cx="160099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/>
              <a:t>Обратная связь</a:t>
            </a:r>
            <a:br>
              <a:rPr lang="ru-RU" sz="1100" dirty="0"/>
            </a:br>
            <a:r>
              <a:rPr lang="ru-RU" sz="1100" dirty="0"/>
              <a:t>по сервисам</a:t>
            </a:r>
            <a:br>
              <a:rPr lang="ru-RU" sz="1100" dirty="0"/>
            </a:br>
            <a:r>
              <a:rPr lang="ru-RU" sz="1100" dirty="0"/>
              <a:t>канала Друг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CF75A-3CBB-372C-6930-5AF35C1C4F9E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3880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8FDDBF0-F5D6-46EF-5877-1962079EF17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3EA23E-A23D-F065-FCF7-920ADECCB5BA}"/>
              </a:ext>
            </a:extLst>
          </p:cNvPr>
          <p:cNvSpPr txBox="1"/>
          <p:nvPr/>
        </p:nvSpPr>
        <p:spPr bwMode="auto">
          <a:xfrm>
            <a:off x="425803" y="792340"/>
            <a:ext cx="6556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9EF8B-CFE0-EE41-9539-31049FC829B3}"/>
              </a:ext>
            </a:extLst>
          </p:cNvPr>
          <p:cNvSpPr txBox="1"/>
          <p:nvPr/>
        </p:nvSpPr>
        <p:spPr bwMode="auto">
          <a:xfrm>
            <a:off x="262205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Развитие</a:t>
            </a:r>
            <a:br>
              <a:rPr lang="ru-RU" dirty="0"/>
            </a:br>
            <a:r>
              <a:rPr lang="ru-RU" dirty="0"/>
              <a:t>сервисов в Друге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FA8347-27BB-D898-90EB-5D0159D37F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163" y="2416434"/>
            <a:ext cx="1012566" cy="1012566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36DC278-84B6-2CCB-6C51-D365EF22AC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28731" y="2420938"/>
            <a:ext cx="1008062" cy="1008062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D40C636-B854-17A4-AA5A-EC2FA0E7129F}"/>
              </a:ext>
            </a:extLst>
          </p:cNvPr>
          <p:cNvSpPr txBox="1"/>
          <p:nvPr/>
        </p:nvSpPr>
        <p:spPr bwMode="auto">
          <a:xfrm>
            <a:off x="1620743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Сервисный</a:t>
            </a:r>
            <a:br>
              <a:rPr lang="ru-RU" dirty="0"/>
            </a:br>
            <a:r>
              <a:rPr lang="ru-RU" dirty="0"/>
              <a:t>центр «Друг»</a:t>
            </a:r>
            <a:endParaRPr dirty="0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30979C36-48F2-6148-9C24-17989BC57BC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7713" y="2416434"/>
            <a:ext cx="1012566" cy="10125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BA7B3E5-6B6C-5F29-B4E0-C7A239332356}"/>
              </a:ext>
            </a:extLst>
          </p:cNvPr>
          <p:cNvSpPr txBox="1"/>
          <p:nvPr/>
        </p:nvSpPr>
        <p:spPr bwMode="auto">
          <a:xfrm>
            <a:off x="2979283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Сервисы для владельцев</a:t>
            </a:r>
            <a:endParaRPr dirty="0"/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A6FFE648-327F-34A3-507F-B8349361F73A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1063" y="2416434"/>
            <a:ext cx="1012566" cy="101256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429505B-4E41-04E0-3D82-FC6CB9E4E5A9}"/>
              </a:ext>
            </a:extLst>
          </p:cNvPr>
          <p:cNvSpPr txBox="1"/>
          <p:nvPr/>
        </p:nvSpPr>
        <p:spPr bwMode="auto">
          <a:xfrm>
            <a:off x="4390071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Система АКС</a:t>
            </a:r>
            <a:endParaRPr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3A3D4FDC-20F7-85E0-8E7F-F38FE684E57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488" y="2420938"/>
            <a:ext cx="1008062" cy="1008062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FCD8493-C1C0-65F2-B1F9-9C2A462852EF}"/>
              </a:ext>
            </a:extLst>
          </p:cNvPr>
          <p:cNvSpPr txBox="1"/>
          <p:nvPr/>
        </p:nvSpPr>
        <p:spPr bwMode="auto">
          <a:xfrm>
            <a:off x="5748609" y="3507633"/>
            <a:ext cx="1614410" cy="4001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ТКС </a:t>
            </a:r>
            <a:r>
              <a:rPr lang="ru-RU" sz="900" dirty="0"/>
              <a:t>(</a:t>
            </a:r>
            <a:r>
              <a:rPr lang="ru-RU" sz="900" dirty="0" err="1"/>
              <a:t>Аудиоконференцсвязь</a:t>
            </a:r>
            <a:r>
              <a:rPr lang="ru-RU" sz="900" dirty="0"/>
              <a:t>)</a:t>
            </a:r>
            <a:endParaRPr dirty="0"/>
          </a:p>
        </p:txBody>
      </p:sp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B0E77409-3BFD-A4E8-0FBA-782FA11FFDC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3409" y="2420938"/>
            <a:ext cx="1008062" cy="100806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4A0AFAE9-871D-F44F-C58C-0A9B472163B6}"/>
              </a:ext>
            </a:extLst>
          </p:cNvPr>
          <p:cNvSpPr txBox="1"/>
          <p:nvPr/>
        </p:nvSpPr>
        <p:spPr bwMode="auto">
          <a:xfrm>
            <a:off x="7133271" y="3507633"/>
            <a:ext cx="161441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Управление</a:t>
            </a:r>
            <a:br>
              <a:rPr lang="ru-RU" dirty="0"/>
            </a:br>
            <a:r>
              <a:rPr lang="ru-RU" dirty="0"/>
              <a:t>Мастер-Данными Друга</a:t>
            </a:r>
            <a:endParaRPr dirty="0"/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01AD847B-93A5-F0AB-2CF0-F6A769A4BE6B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96338" y="2420938"/>
            <a:ext cx="1008062" cy="100806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713C510D-13AC-E06F-79C6-AF16D90E721D}"/>
              </a:ext>
            </a:extLst>
          </p:cNvPr>
          <p:cNvSpPr txBox="1"/>
          <p:nvPr/>
        </p:nvSpPr>
        <p:spPr bwMode="auto">
          <a:xfrm>
            <a:off x="8491809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ASR</a:t>
            </a:r>
            <a:endParaRPr dirty="0"/>
          </a:p>
        </p:txBody>
      </p:sp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C8FE9648-713A-EC03-E87F-A860FCF9E1F7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58470" y="2420938"/>
            <a:ext cx="1008062" cy="1008062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74F7A42F-C0E3-7701-73DE-0B13BBD84295}"/>
              </a:ext>
            </a:extLst>
          </p:cNvPr>
          <p:cNvSpPr txBox="1"/>
          <p:nvPr/>
        </p:nvSpPr>
        <p:spPr bwMode="auto">
          <a:xfrm>
            <a:off x="9850346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Flamingo</a:t>
            </a:r>
            <a:endParaRPr dirty="0"/>
          </a:p>
        </p:txBody>
      </p:sp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3586BFB0-543A-3827-34C3-48B3F4A3415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863" y="4508500"/>
            <a:ext cx="1044575" cy="104457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18CA674-6F0B-8402-4408-BEA04EC5C3A3}"/>
              </a:ext>
            </a:extLst>
          </p:cNvPr>
          <p:cNvSpPr txBox="1"/>
          <p:nvPr/>
        </p:nvSpPr>
        <p:spPr bwMode="auto">
          <a:xfrm>
            <a:off x="262205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M2M </a:t>
            </a:r>
            <a:r>
              <a:rPr lang="ru-RU" dirty="0"/>
              <a:t>связь </a:t>
            </a:r>
            <a:endParaRPr dirty="0"/>
          </a:p>
        </p:txBody>
      </p:sp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2B47C519-239C-CC4F-58FC-5303BCD4DBA7}"/>
              </a:ext>
            </a:extLst>
          </p:cNvPr>
          <p:cNvPicPr>
            <a:picLocks noChangeAspect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2604" y="4508500"/>
            <a:ext cx="1044575" cy="1044575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CAF90F4B-AECA-9AB5-D4E7-6DF236FE9360}"/>
              </a:ext>
            </a:extLst>
          </p:cNvPr>
          <p:cNvSpPr txBox="1"/>
          <p:nvPr/>
        </p:nvSpPr>
        <p:spPr bwMode="auto">
          <a:xfrm>
            <a:off x="1612035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PO Helper</a:t>
            </a:r>
            <a:endParaRPr dirty="0"/>
          </a:p>
        </p:txBody>
      </p:sp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37713FA1-8C10-93F3-E27D-64B82E6736AE}"/>
              </a:ext>
            </a:extLst>
          </p:cNvPr>
          <p:cNvPicPr>
            <a:picLocks noChangeAspect="1"/>
          </p:cNvPicPr>
          <p:nvPr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70295" y="4508500"/>
            <a:ext cx="1044575" cy="1044575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A99F67B0-FB51-DCE1-9B38-06246FA1BAF5}"/>
              </a:ext>
            </a:extLst>
          </p:cNvPr>
          <p:cNvSpPr txBox="1"/>
          <p:nvPr/>
        </p:nvSpPr>
        <p:spPr bwMode="auto">
          <a:xfrm>
            <a:off x="2979283" y="5632524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VoIP</a:t>
            </a:r>
            <a:br>
              <a:rPr lang="ru-RU" dirty="0"/>
            </a:br>
            <a:r>
              <a:rPr lang="en" dirty="0"/>
              <a:t>Applications</a:t>
            </a:r>
            <a:endParaRPr dirty="0"/>
          </a:p>
        </p:txBody>
      </p:sp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4A03F076-21E0-C29D-D039-849973E9AD67}"/>
              </a:ext>
            </a:extLst>
          </p:cNvPr>
          <p:cNvPicPr>
            <a:picLocks noChangeAspect="1"/>
          </p:cNvPicPr>
          <p:nvPr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1063" y="4525918"/>
            <a:ext cx="1009650" cy="100965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D1CEAA3-973B-C9AC-86AC-32DF4310A7EF}"/>
              </a:ext>
            </a:extLst>
          </p:cNvPr>
          <p:cNvSpPr txBox="1"/>
          <p:nvPr/>
        </p:nvSpPr>
        <p:spPr bwMode="auto">
          <a:xfrm>
            <a:off x="4390072" y="5632524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SCPL</a:t>
            </a:r>
            <a:br>
              <a:rPr lang="ru-RU" dirty="0"/>
            </a:br>
            <a:r>
              <a:rPr lang="en" dirty="0" err="1"/>
              <a:t>AgentHelper</a:t>
            </a:r>
            <a:endParaRPr dirty="0"/>
          </a:p>
        </p:txBody>
      </p:sp>
      <p:pic>
        <p:nvPicPr>
          <p:cNvPr id="67" name="Рисунок 66">
            <a:extLst>
              <a:ext uri="{FF2B5EF4-FFF2-40B4-BE49-F238E27FC236}">
                <a16:creationId xmlns:a16="http://schemas.microsoft.com/office/drawing/2014/main" id="{D65425C9-897C-0364-0F1C-DB898CA6D2CF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488" y="4525918"/>
            <a:ext cx="2087698" cy="1040752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EFCC65A-E714-BECF-8F67-FC19BFC8AB7C}"/>
              </a:ext>
            </a:extLst>
          </p:cNvPr>
          <p:cNvPicPr>
            <a:picLocks noChangeAspect="1"/>
          </p:cNvPicPr>
          <p:nvPr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35975" y="4506216"/>
            <a:ext cx="2087698" cy="102935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77BEB7B1-4F85-9906-F39A-1A7C51BB6743}"/>
              </a:ext>
            </a:extLst>
          </p:cNvPr>
          <p:cNvSpPr txBox="1"/>
          <p:nvPr/>
        </p:nvSpPr>
        <p:spPr bwMode="auto">
          <a:xfrm>
            <a:off x="6462712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/>
              <a:t>SberOS</a:t>
            </a:r>
            <a:endParaRPr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8C31608-3EBB-FB43-4E71-E93A55BD4229}"/>
              </a:ext>
            </a:extLst>
          </p:cNvPr>
          <p:cNvSpPr txBox="1"/>
          <p:nvPr/>
        </p:nvSpPr>
        <p:spPr bwMode="auto">
          <a:xfrm>
            <a:off x="8918529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/>
              <a:t>SberOS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7914E1-0A01-5A01-85C2-2AA6CB3ABE34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82387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3E4676D-1553-21EC-FCF0-5137923EC8F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B4D47E-F7CA-37C4-6216-E8D6CB64DD24}"/>
              </a:ext>
            </a:extLst>
          </p:cNvPr>
          <p:cNvSpPr txBox="1"/>
          <p:nvPr/>
        </p:nvSpPr>
        <p:spPr bwMode="auto">
          <a:xfrm>
            <a:off x="425802" y="792340"/>
            <a:ext cx="9038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D </a:t>
            </a:r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EA5C-13D5-1FF3-D8BF-5686D47A7A63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6EEB856-E99B-04CF-35F2-CD04B1DEA8B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623447">
            <a:off x="4846735" y="1746027"/>
            <a:ext cx="1864792" cy="203569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0EEC430-4A17-C7B3-F621-420F84D0513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1298854">
            <a:off x="4886784" y="4105683"/>
            <a:ext cx="1987900" cy="1820849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C6CEF038-D3AF-E836-4C74-E6640A66FF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75606" y="3826986"/>
            <a:ext cx="2428199" cy="2428199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40750120-102C-5729-D326-5CE1B278B48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3543" y="1452118"/>
            <a:ext cx="2685179" cy="2685179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D790365C-1E7A-B632-F270-985BCC59C6B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1403074">
            <a:off x="7035138" y="1727747"/>
            <a:ext cx="2223664" cy="2118774"/>
          </a:xfrm>
          <a:prstGeom prst="rect">
            <a:avLst/>
          </a:prstGeom>
        </p:spPr>
      </p:pic>
      <p:grpSp>
        <p:nvGrpSpPr>
          <p:cNvPr id="69" name="Группа 68">
            <a:extLst>
              <a:ext uri="{FF2B5EF4-FFF2-40B4-BE49-F238E27FC236}">
                <a16:creationId xmlns:a16="http://schemas.microsoft.com/office/drawing/2014/main" id="{6B1F55C4-5E64-71CF-9E25-485805A93700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66" name="Скругленный прямоугольник 65">
              <a:extLst>
                <a:ext uri="{FF2B5EF4-FFF2-40B4-BE49-F238E27FC236}">
                  <a16:creationId xmlns:a16="http://schemas.microsoft.com/office/drawing/2014/main" id="{9A0FC324-DF3A-DD09-EBDA-DF9E453E3754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93602BFC-FC51-C632-55B6-143EE7DEC13D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dirty="0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@</a:t>
              </a:r>
              <a:r>
                <a:rPr lang="en" sz="1600" dirty="0" err="1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eklogvinenko</a:t>
              </a:r>
              <a:endParaRPr sz="1600" dirty="0">
                <a:solidFill>
                  <a:srgbClr val="56FF71"/>
                </a:solidFill>
                <a:latin typeface="SB Sans Text" panose="020B0503040504020204" pitchFamily="34" charset="0"/>
                <a:cs typeface="SB Sans Text" panose="020B0503040504020204" pitchFamily="34" charset="0"/>
              </a:endParaRPr>
            </a:p>
          </p:txBody>
        </p:sp>
        <p:sp>
          <p:nvSpPr>
            <p:cNvPr id="68" name="Полилиния: фигура 300">
              <a:extLst>
                <a:ext uri="{FF2B5EF4-FFF2-40B4-BE49-F238E27FC236}">
                  <a16:creationId xmlns:a16="http://schemas.microsoft.com/office/drawing/2014/main" id="{6BD769C0-33AB-640B-DA10-FD5A82EBDA12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56FF7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93A395C5-6C3F-F099-3FA9-EDC277C0838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1502" y="4075811"/>
            <a:ext cx="1891731" cy="184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681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A682F11-A012-46A5-7A3C-5B36A56D756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CB9E3D-5C2A-2B08-5CF9-7276036983D5}"/>
              </a:ext>
            </a:extLst>
          </p:cNvPr>
          <p:cNvSpPr txBox="1"/>
          <p:nvPr/>
        </p:nvSpPr>
        <p:spPr bwMode="auto">
          <a:xfrm>
            <a:off x="425802" y="792340"/>
            <a:ext cx="9038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D </a:t>
            </a:r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B0E303-5D9C-5A1A-1205-11FBA643A8AA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  <a:endParaRPr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115A705-0090-E25C-5847-D2369E427F7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5475" y="4121438"/>
            <a:ext cx="1766588" cy="171120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992DADD-548B-9844-2C30-7D5EB49FB17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1301239">
            <a:off x="9425280" y="1983030"/>
            <a:ext cx="1932402" cy="172405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1BB696C-7BE4-FD7E-F61A-5C230B26590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9068" y="3985784"/>
            <a:ext cx="1954187" cy="2052717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2D80427-F44A-12CB-AD07-744E79F8C37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1432184">
            <a:off x="6992396" y="1742575"/>
            <a:ext cx="2176124" cy="2146477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50AEA20-6275-5369-C478-8AD823BC916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2304" y="3855805"/>
            <a:ext cx="2195901" cy="2265173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1D5DDD46-6715-A578-085A-D9AA11608F9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72038" y="1881578"/>
            <a:ext cx="1836435" cy="1876482"/>
          </a:xfrm>
          <a:prstGeom prst="rect">
            <a:avLst/>
          </a:prstGeom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2D14CCFB-568E-0055-B25F-3D335996F72E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6" name="Скругленный прямоугольник 5">
              <a:extLst>
                <a:ext uri="{FF2B5EF4-FFF2-40B4-BE49-F238E27FC236}">
                  <a16:creationId xmlns:a16="http://schemas.microsoft.com/office/drawing/2014/main" id="{61AAD82C-B0D7-D10A-6379-59B8CA27FC6D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9421B2F-E85E-C52D-14FD-FEE1B33E840E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dirty="0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@</a:t>
              </a:r>
              <a:r>
                <a:rPr lang="en" sz="1600" dirty="0" err="1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eklogvinenko</a:t>
              </a:r>
              <a:endParaRPr sz="1600" dirty="0">
                <a:solidFill>
                  <a:srgbClr val="56FF71"/>
                </a:solidFill>
                <a:latin typeface="SB Sans Text" panose="020B0503040504020204" pitchFamily="34" charset="0"/>
                <a:cs typeface="SB Sans Text" panose="020B0503040504020204" pitchFamily="34" charset="0"/>
              </a:endParaRPr>
            </a:p>
          </p:txBody>
        </p:sp>
        <p:sp>
          <p:nvSpPr>
            <p:cNvPr id="8" name="Полилиния: фигура 300">
              <a:extLst>
                <a:ext uri="{FF2B5EF4-FFF2-40B4-BE49-F238E27FC236}">
                  <a16:creationId xmlns:a16="http://schemas.microsoft.com/office/drawing/2014/main" id="{C8CA3D5E-8749-FAD8-D108-3880C07A7977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56FF7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5712837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22491A4-1394-7496-6BAB-85AA8DFF8A4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9C50C6-CAEE-56FE-9B40-7DCB9861E0A7}"/>
              </a:ext>
            </a:extLst>
          </p:cNvPr>
          <p:cNvSpPr txBox="1"/>
          <p:nvPr/>
        </p:nvSpPr>
        <p:spPr bwMode="auto">
          <a:xfrm>
            <a:off x="425802" y="792340"/>
            <a:ext cx="9038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D </a:t>
            </a:r>
            <a:r>
              <a:rPr lang="ru-RU" dirty="0">
                <a:solidFill>
                  <a:schemeClr val="bg1"/>
                </a:solidFill>
              </a:rPr>
              <a:t>Иконки продуктов </a:t>
            </a:r>
            <a:r>
              <a:rPr lang="en-US" dirty="0" err="1">
                <a:solidFill>
                  <a:schemeClr val="bg1"/>
                </a:solidFill>
              </a:rPr>
              <a:t>SberUser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36E2CE-3CE0-D33F-ADBF-2FEC4B263DB5}"/>
              </a:ext>
            </a:extLst>
          </p:cNvPr>
          <p:cNvSpPr txBox="1"/>
          <p:nvPr/>
        </p:nvSpPr>
        <p:spPr bwMode="auto">
          <a:xfrm>
            <a:off x="461428" y="1438670"/>
            <a:ext cx="3580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  <a:endParaRPr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8ADC91D-5147-147A-7A6D-85E420154CB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66488" y="4104125"/>
            <a:ext cx="1779402" cy="1822802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3137452-0328-C687-3306-1E610FCE50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65551" y="1924041"/>
            <a:ext cx="1779401" cy="1829761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0AB9CA31-69C3-8521-8F21-FCD6AF1FF80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5460" y="1907402"/>
            <a:ext cx="1784826" cy="1822802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FF447F7-CA71-4460-2E55-E36BF978129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10705" y="4104124"/>
            <a:ext cx="1773976" cy="1822801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5595B59-5F4E-FBC3-5B18-A82314CEE1D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65485" y="4099550"/>
            <a:ext cx="1773976" cy="1822801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904AC4A3-AA32-FF84-F034-E8BAFFD727E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819" y="1869164"/>
            <a:ext cx="1773976" cy="1819463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BC44CD3-DD64-4605-CD92-95C33D6BB644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4" name="Скругленный прямоугольник 3">
              <a:extLst>
                <a:ext uri="{FF2B5EF4-FFF2-40B4-BE49-F238E27FC236}">
                  <a16:creationId xmlns:a16="http://schemas.microsoft.com/office/drawing/2014/main" id="{81E1C326-FF93-DBC6-1DCD-01DE04DC0D41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7544AB-9893-B7DA-8D86-73EEF485A18B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dirty="0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@</a:t>
              </a:r>
              <a:r>
                <a:rPr lang="en" sz="1600" dirty="0" err="1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eklogvinenko</a:t>
              </a:r>
              <a:endParaRPr sz="1600" dirty="0">
                <a:solidFill>
                  <a:srgbClr val="56FF71"/>
                </a:solidFill>
                <a:latin typeface="SB Sans Text" panose="020B0503040504020204" pitchFamily="34" charset="0"/>
                <a:cs typeface="SB Sans Text" panose="020B0503040504020204" pitchFamily="34" charset="0"/>
              </a:endParaRPr>
            </a:p>
          </p:txBody>
        </p:sp>
        <p:sp>
          <p:nvSpPr>
            <p:cNvPr id="7" name="Полилиния: фигура 300">
              <a:extLst>
                <a:ext uri="{FF2B5EF4-FFF2-40B4-BE49-F238E27FC236}">
                  <a16:creationId xmlns:a16="http://schemas.microsoft.com/office/drawing/2014/main" id="{26FCAAE9-97F9-34EF-4AA6-A152D99F3BB1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56FF7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214212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DBAAD0A7-69A8-4567-E20D-8B64DA603E94}"/>
              </a:ext>
            </a:extLst>
          </p:cNvPr>
          <p:cNvSpPr/>
          <p:nvPr/>
        </p:nvSpPr>
        <p:spPr bwMode="auto">
          <a:xfrm>
            <a:off x="570664" y="5847960"/>
            <a:ext cx="1986269" cy="488100"/>
          </a:xfrm>
          <a:prstGeom prst="roundRect">
            <a:avLst>
              <a:gd name="adj" fmla="val 25286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A1DD8C1-D960-5D6B-067E-E43C98DE805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68326" flipH="1">
            <a:off x="2134033" y="5876314"/>
            <a:ext cx="764669" cy="76466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 bwMode="auto">
          <a:xfrm>
            <a:off x="448855" y="807708"/>
            <a:ext cx="25786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rgbClr val="323F48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Девайсы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" name="TextBox 2"/>
          <p:cNvSpPr txBox="1"/>
          <p:nvPr/>
        </p:nvSpPr>
        <p:spPr bwMode="auto">
          <a:xfrm>
            <a:off x="425803" y="1438670"/>
            <a:ext cx="65746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Вставьте своё изображение под </a:t>
            </a:r>
            <a:r>
              <a:rPr lang="ru-RU" dirty="0" err="1"/>
              <a:t>мокап</a:t>
            </a:r>
            <a:r>
              <a:rPr lang="ru-RU" dirty="0"/>
              <a:t> устройства.</a:t>
            </a:r>
            <a:br>
              <a:rPr lang="ru-RU" dirty="0"/>
            </a:br>
            <a:r>
              <a:rPr lang="ru-RU" dirty="0"/>
              <a:t>Его можно увеличивать и уменьшать</a:t>
            </a:r>
            <a:endParaRPr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7543683" y="3429000"/>
            <a:ext cx="3917131" cy="299704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7432056" y="571256"/>
            <a:ext cx="4140387" cy="2673748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5259943" y="2050990"/>
            <a:ext cx="2027764" cy="36532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3658386" y="2050990"/>
            <a:ext cx="2027764" cy="365328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305793" y="2050990"/>
            <a:ext cx="2090837" cy="3653283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>
            <a:off x="1982090" y="2050990"/>
            <a:ext cx="2090837" cy="3653283"/>
          </a:xfrm>
          <a:prstGeom prst="rect">
            <a:avLst/>
          </a:prstGeom>
        </p:spPr>
      </p:pic>
      <p:sp>
        <p:nvSpPr>
          <p:cNvPr id="4" name="TextBox 3">
            <a:hlinkClick r:id="rId9"/>
            <a:extLst>
              <a:ext uri="{FF2B5EF4-FFF2-40B4-BE49-F238E27FC236}">
                <a16:creationId xmlns:a16="http://schemas.microsoft.com/office/drawing/2014/main" id="{9829A6C9-F1F0-090F-5695-BEACB8EDCBEC}"/>
              </a:ext>
            </a:extLst>
          </p:cNvPr>
          <p:cNvSpPr txBox="1"/>
          <p:nvPr/>
        </p:nvSpPr>
        <p:spPr bwMode="auto">
          <a:xfrm>
            <a:off x="716878" y="5972414"/>
            <a:ext cx="1471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sz="1200" dirty="0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Архив </a:t>
            </a:r>
            <a:r>
              <a:rPr lang="ru-RU" sz="1200" dirty="0" err="1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Сбербуков</a:t>
            </a:r>
            <a:endParaRPr sz="1200" dirty="0">
              <a:solidFill>
                <a:srgbClr val="62ECFF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6F5A4537-3689-50B7-D01D-377F6A8069FF}"/>
              </a:ext>
            </a:extLst>
          </p:cNvPr>
          <p:cNvSpPr txBox="1">
            <a:spLocks/>
          </p:cNvSpPr>
          <p:nvPr/>
        </p:nvSpPr>
        <p:spPr bwMode="auto">
          <a:xfrm>
            <a:off x="418633" y="3672893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Разделительный</a:t>
            </a:r>
            <a:br>
              <a:rPr lang="ru-RU" dirty="0"/>
            </a:br>
            <a:r>
              <a:rPr lang="ru-RU" dirty="0"/>
              <a:t>слайд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B1C407F-C981-00A9-521E-77468F79389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1035698"/>
            <a:ext cx="73790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95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119F39E3-11E3-CAA2-156A-EE35C3FA8212}"/>
              </a:ext>
            </a:extLst>
          </p:cNvPr>
          <p:cNvSpPr txBox="1">
            <a:spLocks/>
          </p:cNvSpPr>
          <p:nvPr/>
        </p:nvSpPr>
        <p:spPr bwMode="auto">
          <a:xfrm>
            <a:off x="418633" y="3672893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Разделительный</a:t>
            </a:r>
            <a:br>
              <a:rPr lang="ru-RU" dirty="0"/>
            </a:br>
            <a:r>
              <a:rPr lang="ru-RU" dirty="0"/>
              <a:t>слайд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6D702C-C466-133A-24A1-875E30164DB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7442" y="2443972"/>
            <a:ext cx="7772400" cy="4494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661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1FB2F150-6F5F-0701-2F5E-26CC1FC2849C}"/>
              </a:ext>
            </a:extLst>
          </p:cNvPr>
          <p:cNvSpPr txBox="1">
            <a:spLocks/>
          </p:cNvSpPr>
          <p:nvPr/>
        </p:nvSpPr>
        <p:spPr bwMode="auto">
          <a:xfrm>
            <a:off x="418633" y="3672893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Разделительный</a:t>
            </a:r>
            <a:br>
              <a:rPr lang="ru-RU" dirty="0"/>
            </a:br>
            <a:r>
              <a:rPr lang="ru-RU" dirty="0"/>
              <a:t>слайд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2F25122-9248-FCCC-2F76-69CB5F6B965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4335" y="367154"/>
            <a:ext cx="66009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199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4D8CBE78-7F50-0C9E-B4A6-19B20853A05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18633" y="3672893"/>
            <a:ext cx="5200654" cy="1440394"/>
          </a:xfrm>
        </p:spPr>
        <p:txBody>
          <a:bodyPr/>
          <a:lstStyle/>
          <a:p>
            <a:r>
              <a:rPr lang="ru-RU" dirty="0"/>
              <a:t>Разделительный</a:t>
            </a:r>
            <a:br>
              <a:rPr lang="ru-RU" dirty="0"/>
            </a:br>
            <a:r>
              <a:rPr lang="ru-RU" dirty="0"/>
              <a:t>слайд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23A640E-639D-3AE7-30B1-A178CF76ECA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01208" y="2597353"/>
            <a:ext cx="7959733" cy="4475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9472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4BE7C19-1138-CE9A-932F-40D0F3441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2471205">
            <a:off x="6850777" y="-7402212"/>
            <a:ext cx="12339638" cy="1233963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текстом</a:t>
            </a:r>
          </a:p>
        </p:txBody>
      </p:sp>
      <p:sp>
        <p:nvSpPr>
          <p:cNvPr id="3" name="TextBox 2"/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6AF3FB13-E56A-DDD3-E03F-79FE2B09B68A}"/>
              </a:ext>
            </a:extLst>
          </p:cNvPr>
          <p:cNvGrpSpPr/>
          <p:nvPr/>
        </p:nvGrpSpPr>
        <p:grpSpPr>
          <a:xfrm>
            <a:off x="7049357" y="1227476"/>
            <a:ext cx="4591781" cy="4893614"/>
            <a:chOff x="6166203" y="981854"/>
            <a:chExt cx="4591781" cy="4893614"/>
          </a:xfrm>
        </p:grpSpPr>
        <p:sp>
          <p:nvSpPr>
            <p:cNvPr id="12" name="Скругленный прямоугольник 11">
              <a:extLst>
                <a:ext uri="{FF2B5EF4-FFF2-40B4-BE49-F238E27FC236}">
                  <a16:creationId xmlns:a16="http://schemas.microsoft.com/office/drawing/2014/main" id="{1483CFB4-3416-F503-AD46-AA189460688C}"/>
                </a:ext>
              </a:extLst>
            </p:cNvPr>
            <p:cNvSpPr/>
            <p:nvPr/>
          </p:nvSpPr>
          <p:spPr bwMode="auto">
            <a:xfrm>
              <a:off x="6166203" y="981854"/>
              <a:ext cx="4591781" cy="4893614"/>
            </a:xfrm>
            <a:prstGeom prst="roundRect">
              <a:avLst>
                <a:gd name="adj" fmla="val 81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grpSp>
          <p:nvGrpSpPr>
            <p:cNvPr id="17" name="Группа 16">
              <a:extLst>
                <a:ext uri="{FF2B5EF4-FFF2-40B4-BE49-F238E27FC236}">
                  <a16:creationId xmlns:a16="http://schemas.microsoft.com/office/drawing/2014/main" id="{7CF33D59-F8BB-0EA8-FE7D-D6C676A9A4A7}"/>
                </a:ext>
              </a:extLst>
            </p:cNvPr>
            <p:cNvGrpSpPr/>
            <p:nvPr/>
          </p:nvGrpSpPr>
          <p:grpSpPr>
            <a:xfrm>
              <a:off x="6485249" y="1290896"/>
              <a:ext cx="3927503" cy="787839"/>
              <a:chOff x="6578555" y="1166488"/>
              <a:chExt cx="3927503" cy="787839"/>
            </a:xfrm>
          </p:grpSpPr>
          <p:sp>
            <p:nvSpPr>
              <p:cNvPr id="4" name="object 26">
                <a:extLst>
                  <a:ext uri="{FF2B5EF4-FFF2-40B4-BE49-F238E27FC236}">
                    <a16:creationId xmlns:a16="http://schemas.microsoft.com/office/drawing/2014/main" id="{C8723A3A-F06D-7580-7445-6AFEDF4F7F8C}"/>
                  </a:ext>
                </a:extLst>
              </p:cNvPr>
              <p:cNvSpPr txBox="1"/>
              <p:nvPr/>
            </p:nvSpPr>
            <p:spPr>
              <a:xfrm>
                <a:off x="7569090" y="1166488"/>
                <a:ext cx="2936968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chemeClr val="bg1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chemeClr val="bg1"/>
                    </a:solidFill>
                  </a:rPr>
                </a:br>
                <a:r>
                  <a:rPr lang="ru-RU" dirty="0">
                    <a:solidFill>
                      <a:schemeClr val="bg1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chemeClr val="bg1"/>
                    </a:solidFill>
                  </a:rPr>
                  <a:t>,</a:t>
                </a:r>
                <a:r>
                  <a:rPr lang="ru-RU" dirty="0">
                    <a:solidFill>
                      <a:schemeClr val="bg1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BF3D2A-1FD6-F213-F214-3842E155F7B2}"/>
                  </a:ext>
                </a:extLst>
              </p:cNvPr>
              <p:cNvSpPr txBox="1"/>
              <p:nvPr/>
            </p:nvSpPr>
            <p:spPr>
              <a:xfrm>
                <a:off x="6578555" y="1166488"/>
                <a:ext cx="142244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01</a:t>
                </a:r>
                <a:endParaRPr lang="ru-RU" dirty="0"/>
              </a:p>
            </p:txBody>
          </p:sp>
        </p:grpSp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22F8FD5D-FBCF-F946-C76F-1891A589E3FC}"/>
                </a:ext>
              </a:extLst>
            </p:cNvPr>
            <p:cNvGrpSpPr/>
            <p:nvPr/>
          </p:nvGrpSpPr>
          <p:grpSpPr>
            <a:xfrm>
              <a:off x="6485249" y="2428715"/>
              <a:ext cx="3941889" cy="787839"/>
              <a:chOff x="6578555" y="2396163"/>
              <a:chExt cx="3941889" cy="787839"/>
            </a:xfrm>
          </p:grpSpPr>
          <p:sp>
            <p:nvSpPr>
              <p:cNvPr id="5" name="object 26">
                <a:extLst>
                  <a:ext uri="{FF2B5EF4-FFF2-40B4-BE49-F238E27FC236}">
                    <a16:creationId xmlns:a16="http://schemas.microsoft.com/office/drawing/2014/main" id="{4C6BEA39-204D-317D-299E-A9606A64E277}"/>
                  </a:ext>
                </a:extLst>
              </p:cNvPr>
              <p:cNvSpPr txBox="1"/>
              <p:nvPr/>
            </p:nvSpPr>
            <p:spPr>
              <a:xfrm>
                <a:off x="7583476" y="2396163"/>
                <a:ext cx="2936968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spcAft>
                    <a:spcPts val="300"/>
                  </a:spcAft>
                  <a:defRPr sz="1400">
                    <a:solidFill>
                      <a:schemeClr val="bg1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ru-RU" dirty="0"/>
                  <a:t>Описание значимого показателя </a:t>
                </a:r>
                <a:br>
                  <a:rPr lang="ru-RU" dirty="0"/>
                </a:br>
                <a:r>
                  <a:rPr lang="ru-RU" dirty="0"/>
                  <a:t>для компании </a:t>
                </a:r>
                <a:r>
                  <a:rPr lang="ru-RU"/>
                  <a:t>например доход</a:t>
                </a:r>
                <a:r>
                  <a:rPr lang="en-US" dirty="0"/>
                  <a:t>,</a:t>
                </a:r>
                <a:r>
                  <a:rPr lang="ru-RU" dirty="0"/>
                  <a:t> процент сотрудников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11A201-B20A-A2BC-44B2-401BD135F303}"/>
                  </a:ext>
                </a:extLst>
              </p:cNvPr>
              <p:cNvSpPr txBox="1"/>
              <p:nvPr/>
            </p:nvSpPr>
            <p:spPr>
              <a:xfrm>
                <a:off x="6578555" y="2396163"/>
                <a:ext cx="14668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02</a:t>
                </a:r>
                <a:endParaRPr lang="ru-RU" dirty="0"/>
              </a:p>
            </p:txBody>
          </p:sp>
        </p:grpSp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8FBD4AF9-4854-561C-5AD0-9BE9AC765527}"/>
                </a:ext>
              </a:extLst>
            </p:cNvPr>
            <p:cNvGrpSpPr/>
            <p:nvPr/>
          </p:nvGrpSpPr>
          <p:grpSpPr>
            <a:xfrm>
              <a:off x="6485249" y="3566534"/>
              <a:ext cx="4063995" cy="787839"/>
              <a:chOff x="6578555" y="3625838"/>
              <a:chExt cx="4063995" cy="787839"/>
            </a:xfrm>
          </p:grpSpPr>
          <p:sp>
            <p:nvSpPr>
              <p:cNvPr id="6" name="object 26">
                <a:extLst>
                  <a:ext uri="{FF2B5EF4-FFF2-40B4-BE49-F238E27FC236}">
                    <a16:creationId xmlns:a16="http://schemas.microsoft.com/office/drawing/2014/main" id="{A13AC47C-81F7-ABE4-A8A7-9DE1705EB31C}"/>
                  </a:ext>
                </a:extLst>
              </p:cNvPr>
              <p:cNvSpPr txBox="1"/>
              <p:nvPr/>
            </p:nvSpPr>
            <p:spPr>
              <a:xfrm>
                <a:off x="7569089" y="3625838"/>
                <a:ext cx="3073461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chemeClr val="bg1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chemeClr val="bg1"/>
                    </a:solidFill>
                  </a:rPr>
                </a:br>
                <a:r>
                  <a:rPr lang="ru-RU" dirty="0">
                    <a:solidFill>
                      <a:schemeClr val="bg1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chemeClr val="bg1"/>
                    </a:solidFill>
                  </a:rPr>
                  <a:t>,</a:t>
                </a:r>
                <a:r>
                  <a:rPr lang="ru-RU" dirty="0">
                    <a:solidFill>
                      <a:schemeClr val="bg1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7829D4-9DAF-35BE-EA3E-14A9B4C55D2C}"/>
                  </a:ext>
                </a:extLst>
              </p:cNvPr>
              <p:cNvSpPr txBox="1"/>
              <p:nvPr/>
            </p:nvSpPr>
            <p:spPr>
              <a:xfrm>
                <a:off x="6578555" y="3625838"/>
                <a:ext cx="15176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03</a:t>
                </a:r>
                <a:endParaRPr lang="ru-RU" dirty="0"/>
              </a:p>
            </p:txBody>
          </p:sp>
        </p:grp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03F55660-BDC7-1844-2870-9EE27BA98AB2}"/>
                </a:ext>
              </a:extLst>
            </p:cNvPr>
            <p:cNvGrpSpPr/>
            <p:nvPr/>
          </p:nvGrpSpPr>
          <p:grpSpPr>
            <a:xfrm>
              <a:off x="6485249" y="4704353"/>
              <a:ext cx="3941889" cy="787839"/>
              <a:chOff x="6578555" y="4855513"/>
              <a:chExt cx="3941889" cy="787839"/>
            </a:xfrm>
          </p:grpSpPr>
          <p:sp>
            <p:nvSpPr>
              <p:cNvPr id="7" name="object 26">
                <a:extLst>
                  <a:ext uri="{FF2B5EF4-FFF2-40B4-BE49-F238E27FC236}">
                    <a16:creationId xmlns:a16="http://schemas.microsoft.com/office/drawing/2014/main" id="{14CEDCCA-EEA1-E150-C176-23D3BD21A7E6}"/>
                  </a:ext>
                </a:extLst>
              </p:cNvPr>
              <p:cNvSpPr txBox="1"/>
              <p:nvPr/>
            </p:nvSpPr>
            <p:spPr>
              <a:xfrm>
                <a:off x="7569090" y="4855513"/>
                <a:ext cx="2951354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chemeClr val="bg1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chemeClr val="bg1"/>
                    </a:solidFill>
                  </a:rPr>
                </a:br>
                <a:r>
                  <a:rPr lang="ru-RU" dirty="0">
                    <a:solidFill>
                      <a:schemeClr val="bg1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chemeClr val="bg1"/>
                    </a:solidFill>
                  </a:rPr>
                  <a:t>,</a:t>
                </a:r>
                <a:r>
                  <a:rPr lang="ru-RU" dirty="0">
                    <a:solidFill>
                      <a:schemeClr val="bg1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3405A7-70B2-834C-6F74-F98AB6AA2507}"/>
                  </a:ext>
                </a:extLst>
              </p:cNvPr>
              <p:cNvSpPr txBox="1"/>
              <p:nvPr/>
            </p:nvSpPr>
            <p:spPr>
              <a:xfrm>
                <a:off x="6578555" y="4855513"/>
                <a:ext cx="15176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04</a:t>
                </a:r>
                <a:endParaRPr lang="ru-RU" dirty="0"/>
              </a:p>
            </p:txBody>
          </p:sp>
        </p:grpSp>
      </p:grp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7C68601-586F-8167-59A3-886DC1415713}"/>
              </a:ext>
            </a:extLst>
          </p:cNvPr>
          <p:cNvSpPr txBox="1">
            <a:spLocks/>
          </p:cNvSpPr>
          <p:nvPr/>
        </p:nvSpPr>
        <p:spPr bwMode="auto">
          <a:xfrm>
            <a:off x="550862" y="2328637"/>
            <a:ext cx="5110829" cy="332398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и результаты, что обеспечивает успех всего предприятия.</a:t>
            </a:r>
          </a:p>
          <a:p>
            <a:endParaRPr lang="ru-RU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  <a:p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Важным аспектом формирования команды является распределение ролей. Каждый член команды должен понимать свою роль и ответственность, </a:t>
            </a:r>
            <a:br>
              <a:rPr lang="en-US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а также то, каким образом его работа влияет на общий результат. Роли могут быть разными — от лидера</a:t>
            </a:r>
            <a:b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до исполнителя и коммуникатора. </a:t>
            </a:r>
            <a:br>
              <a:rPr lang="en-US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Как показывает практика, чёткое понимание ролей способствует сокращению конфликтов и повышению эффективности.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6983E18-4765-8779-9C6C-5732D17E4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1589116">
            <a:off x="5477096" y="4963270"/>
            <a:ext cx="2948978" cy="2948978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DFA9CC5-8105-6519-C107-A7A9D9319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3759825">
            <a:off x="6371381" y="4267789"/>
            <a:ext cx="532436" cy="555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784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23">
            <a:extLst>
              <a:ext uri="{FF2B5EF4-FFF2-40B4-BE49-F238E27FC236}">
                <a16:creationId xmlns:a16="http://schemas.microsoft.com/office/drawing/2014/main" id="{C609F854-6A77-4255-C334-D89FAC6944F2}"/>
              </a:ext>
            </a:extLst>
          </p:cNvPr>
          <p:cNvSpPr/>
          <p:nvPr/>
        </p:nvSpPr>
        <p:spPr bwMode="auto">
          <a:xfrm>
            <a:off x="550863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168BE5-230C-A74A-79C0-C96AE82D171E}"/>
              </a:ext>
            </a:extLst>
          </p:cNvPr>
          <p:cNvSpPr txBox="1">
            <a:spLocks/>
          </p:cNvSpPr>
          <p:nvPr/>
        </p:nvSpPr>
        <p:spPr>
          <a:xfrm>
            <a:off x="711775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Формирование успешной команды  это</a:t>
            </a:r>
            <a:r>
              <a:rPr lang="en-US" dirty="0"/>
              <a:t> </a:t>
            </a:r>
            <a:r>
              <a:rPr lang="ru-RU" dirty="0"/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/>
              <a:t> </a:t>
            </a:r>
            <a:r>
              <a:rPr lang="ru-RU" dirty="0"/>
              <a:t>демонстрирует высокую продуктивность и результаты, </a:t>
            </a:r>
            <a:br>
              <a:rPr lang="ru-RU" dirty="0"/>
            </a:br>
            <a:r>
              <a:rPr lang="ru-RU" dirty="0"/>
              <a:t>что обеспечивает успех всего предприятия.</a:t>
            </a:r>
          </a:p>
        </p:txBody>
      </p:sp>
      <p:sp>
        <p:nvSpPr>
          <p:cNvPr id="5" name="Text Placeholder 45">
            <a:extLst>
              <a:ext uri="{FF2B5EF4-FFF2-40B4-BE49-F238E27FC236}">
                <a16:creationId xmlns:a16="http://schemas.microsoft.com/office/drawing/2014/main" id="{4B792B3A-F1B7-DA9D-91A3-754D96EFCEC1}"/>
              </a:ext>
            </a:extLst>
          </p:cNvPr>
          <p:cNvSpPr txBox="1">
            <a:spLocks/>
          </p:cNvSpPr>
          <p:nvPr/>
        </p:nvSpPr>
        <p:spPr>
          <a:xfrm>
            <a:off x="1208932" y="5912694"/>
            <a:ext cx="10599218" cy="384025"/>
          </a:xfrm>
          <a:prstGeom prst="rect">
            <a:avLst/>
          </a:prstGeom>
        </p:spPr>
        <p:txBody>
          <a:bodyPr vert="horz" lIns="0" tIns="108000" rIns="0" bIns="0" rtlCol="0" anchor="t" anchorCtr="0">
            <a:noAutofit/>
          </a:bodyPr>
          <a:lstStyle>
            <a:defPPr>
              <a:defRPr lang="ru-RU"/>
            </a:defPPr>
            <a:lvl1pPr indent="0"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800" b="0" i="0" cap="none" baseline="0">
                <a:solidFill>
                  <a:schemeClr val="bg1"/>
                </a:solidFill>
                <a:latin typeface="SB Sans Text Light" panose="020B0303040504020204" pitchFamily="34" charset="0"/>
                <a:ea typeface="Arial" panose="020B04030400000200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200" dirty="0"/>
              <a:t>Важным аспектом формирования команды является распределение ролей. Эффективная команда демонстрирует высокий результат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6A1C642-1913-AE0E-EF5E-D7EA97281523}"/>
              </a:ext>
            </a:extLst>
          </p:cNvPr>
          <p:cNvSpPr/>
          <p:nvPr/>
        </p:nvSpPr>
        <p:spPr bwMode="auto">
          <a:xfrm>
            <a:off x="504208" y="2316114"/>
            <a:ext cx="2621545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1</a:t>
            </a:r>
            <a:endParaRPr sz="2400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4FD08C4-5357-408F-9A71-A41106065C71}"/>
              </a:ext>
            </a:extLst>
          </p:cNvPr>
          <p:cNvSpPr/>
          <p:nvPr/>
        </p:nvSpPr>
        <p:spPr bwMode="auto">
          <a:xfrm>
            <a:off x="4232331" y="2265046"/>
            <a:ext cx="2460827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2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C40E43C-1F1E-B704-BD38-588BF6CDD5E6}"/>
              </a:ext>
            </a:extLst>
          </p:cNvPr>
          <p:cNvSpPr/>
          <p:nvPr/>
        </p:nvSpPr>
        <p:spPr bwMode="auto">
          <a:xfrm>
            <a:off x="7976873" y="2265046"/>
            <a:ext cx="2554279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9210F1-953F-5DCC-A71D-9DB17E09CECD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текстом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C3E6B8-09EA-5468-6084-FAC487986D3A}"/>
              </a:ext>
            </a:extLst>
          </p:cNvPr>
          <p:cNvSpPr txBox="1"/>
          <p:nvPr/>
        </p:nvSpPr>
        <p:spPr bwMode="auto">
          <a:xfrm>
            <a:off x="453795" y="1438670"/>
            <a:ext cx="3841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</a:p>
        </p:txBody>
      </p:sp>
      <p:sp>
        <p:nvSpPr>
          <p:cNvPr id="10" name="Скругленный прямоугольник 23">
            <a:extLst>
              <a:ext uri="{FF2B5EF4-FFF2-40B4-BE49-F238E27FC236}">
                <a16:creationId xmlns:a16="http://schemas.microsoft.com/office/drawing/2014/main" id="{3AFB1003-DC96-B701-9926-F5B00034730A}"/>
              </a:ext>
            </a:extLst>
          </p:cNvPr>
          <p:cNvSpPr/>
          <p:nvPr/>
        </p:nvSpPr>
        <p:spPr bwMode="auto">
          <a:xfrm>
            <a:off x="4301769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68A4FCC-CDCE-6392-870C-F28B73FCD368}"/>
              </a:ext>
            </a:extLst>
          </p:cNvPr>
          <p:cNvSpPr txBox="1">
            <a:spLocks/>
          </p:cNvSpPr>
          <p:nvPr/>
        </p:nvSpPr>
        <p:spPr>
          <a:xfrm>
            <a:off x="4462681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Формирование успешной команды  это</a:t>
            </a:r>
            <a:r>
              <a:rPr lang="en-US" dirty="0"/>
              <a:t> </a:t>
            </a:r>
            <a:r>
              <a:rPr lang="ru-RU" dirty="0"/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/>
              <a:t> </a:t>
            </a:r>
            <a:r>
              <a:rPr lang="ru-RU" dirty="0"/>
              <a:t>демонстрирует высокую продуктивность и результаты, </a:t>
            </a:r>
            <a:br>
              <a:rPr lang="ru-RU" dirty="0"/>
            </a:br>
            <a:r>
              <a:rPr lang="ru-RU" dirty="0"/>
              <a:t>что обеспечивает успех всего предприятия.</a:t>
            </a:r>
          </a:p>
        </p:txBody>
      </p:sp>
      <p:sp>
        <p:nvSpPr>
          <p:cNvPr id="12" name="Скругленный прямоугольник 23">
            <a:extLst>
              <a:ext uri="{FF2B5EF4-FFF2-40B4-BE49-F238E27FC236}">
                <a16:creationId xmlns:a16="http://schemas.microsoft.com/office/drawing/2014/main" id="{6EDFE054-CF2C-DA14-E336-0D263D3702E9}"/>
              </a:ext>
            </a:extLst>
          </p:cNvPr>
          <p:cNvSpPr/>
          <p:nvPr/>
        </p:nvSpPr>
        <p:spPr bwMode="auto">
          <a:xfrm>
            <a:off x="8052675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9B7E2477-788C-47D9-1381-D4408F077635}"/>
              </a:ext>
            </a:extLst>
          </p:cNvPr>
          <p:cNvSpPr txBox="1">
            <a:spLocks/>
          </p:cNvSpPr>
          <p:nvPr/>
        </p:nvSpPr>
        <p:spPr>
          <a:xfrm>
            <a:off x="8213587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Формирование успешной команды  это</a:t>
            </a:r>
            <a:r>
              <a:rPr lang="en-US" dirty="0"/>
              <a:t> </a:t>
            </a:r>
            <a:r>
              <a:rPr lang="ru-RU" dirty="0"/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/>
              <a:t> </a:t>
            </a:r>
            <a:r>
              <a:rPr lang="ru-RU" dirty="0"/>
              <a:t>демонстрирует высокую продуктивность и результаты, </a:t>
            </a:r>
            <a:br>
              <a:rPr lang="ru-RU" dirty="0"/>
            </a:br>
            <a:r>
              <a:rPr lang="ru-RU" dirty="0"/>
              <a:t>что обеспечивает успех всего предприятия.</a:t>
            </a:r>
          </a:p>
        </p:txBody>
      </p:sp>
      <p:grpSp>
        <p:nvGrpSpPr>
          <p:cNvPr id="14" name="Рисунок 2">
            <a:extLst>
              <a:ext uri="{FF2B5EF4-FFF2-40B4-BE49-F238E27FC236}">
                <a16:creationId xmlns:a16="http://schemas.microsoft.com/office/drawing/2014/main" id="{8B2D86C5-860F-1974-6A1C-9A045D5784B6}"/>
              </a:ext>
            </a:extLst>
          </p:cNvPr>
          <p:cNvGrpSpPr/>
          <p:nvPr/>
        </p:nvGrpSpPr>
        <p:grpSpPr>
          <a:xfrm flipH="1">
            <a:off x="550862" y="5849305"/>
            <a:ext cx="363537" cy="461164"/>
            <a:chOff x="9643109" y="3041486"/>
            <a:chExt cx="224385" cy="284643"/>
          </a:xfrm>
          <a:solidFill>
            <a:schemeClr val="bg1"/>
          </a:solidFill>
        </p:grpSpPr>
        <p:sp>
          <p:nvSpPr>
            <p:cNvPr id="15" name="Полилиния: фигура 572">
              <a:extLst>
                <a:ext uri="{FF2B5EF4-FFF2-40B4-BE49-F238E27FC236}">
                  <a16:creationId xmlns:a16="http://schemas.microsoft.com/office/drawing/2014/main" id="{20C7182E-1529-74A5-CC66-590892727DDD}"/>
                </a:ext>
              </a:extLst>
            </p:cNvPr>
            <p:cNvSpPr/>
            <p:nvPr/>
          </p:nvSpPr>
          <p:spPr>
            <a:xfrm>
              <a:off x="9655006" y="3041486"/>
              <a:ext cx="212488" cy="244003"/>
            </a:xfrm>
            <a:custGeom>
              <a:avLst/>
              <a:gdLst>
                <a:gd name="connsiteX0" fmla="*/ 131613 w 212488"/>
                <a:gd name="connsiteY0" fmla="*/ 132243 h 244003"/>
                <a:gd name="connsiteX1" fmla="*/ 137963 w 212488"/>
                <a:gd name="connsiteY1" fmla="*/ 150024 h 244003"/>
                <a:gd name="connsiteX2" fmla="*/ 145584 w 212488"/>
                <a:gd name="connsiteY2" fmla="*/ 161453 h 244003"/>
                <a:gd name="connsiteX3" fmla="*/ 146853 w 212488"/>
                <a:gd name="connsiteY3" fmla="*/ 162724 h 244003"/>
                <a:gd name="connsiteX4" fmla="*/ 155744 w 212488"/>
                <a:gd name="connsiteY4" fmla="*/ 177963 h 244003"/>
                <a:gd name="connsiteX5" fmla="*/ 160824 w 212488"/>
                <a:gd name="connsiteY5" fmla="*/ 217334 h 244003"/>
                <a:gd name="connsiteX6" fmla="*/ 159553 w 212488"/>
                <a:gd name="connsiteY6" fmla="*/ 223684 h 244003"/>
                <a:gd name="connsiteX7" fmla="*/ 173524 w 212488"/>
                <a:gd name="connsiteY7" fmla="*/ 223684 h 244003"/>
                <a:gd name="connsiteX8" fmla="*/ 183684 w 212488"/>
                <a:gd name="connsiteY8" fmla="*/ 233843 h 244003"/>
                <a:gd name="connsiteX9" fmla="*/ 173524 w 212488"/>
                <a:gd name="connsiteY9" fmla="*/ 244004 h 244003"/>
                <a:gd name="connsiteX10" fmla="*/ 10963 w 212488"/>
                <a:gd name="connsiteY10" fmla="*/ 244004 h 244003"/>
                <a:gd name="connsiteX11" fmla="*/ 803 w 212488"/>
                <a:gd name="connsiteY11" fmla="*/ 233843 h 244003"/>
                <a:gd name="connsiteX12" fmla="*/ 10963 w 212488"/>
                <a:gd name="connsiteY12" fmla="*/ 223684 h 244003"/>
                <a:gd name="connsiteX13" fmla="*/ 22394 w 212488"/>
                <a:gd name="connsiteY13" fmla="*/ 223684 h 244003"/>
                <a:gd name="connsiteX14" fmla="*/ 803 w 212488"/>
                <a:gd name="connsiteY14" fmla="*/ 130974 h 244003"/>
                <a:gd name="connsiteX15" fmla="*/ 64303 w 212488"/>
                <a:gd name="connsiteY15" fmla="*/ 33184 h 244003"/>
                <a:gd name="connsiteX16" fmla="*/ 139234 w 212488"/>
                <a:gd name="connsiteY16" fmla="*/ 163 h 244003"/>
                <a:gd name="connsiteX17" fmla="*/ 153203 w 212488"/>
                <a:gd name="connsiteY17" fmla="*/ 11593 h 244003"/>
                <a:gd name="connsiteX18" fmla="*/ 153203 w 212488"/>
                <a:gd name="connsiteY18" fmla="*/ 36993 h 244003"/>
                <a:gd name="connsiteX19" fmla="*/ 206544 w 212488"/>
                <a:gd name="connsiteY19" fmla="*/ 97953 h 244003"/>
                <a:gd name="connsiteX20" fmla="*/ 204003 w 212488"/>
                <a:gd name="connsiteY20" fmla="*/ 133513 h 244003"/>
                <a:gd name="connsiteX21" fmla="*/ 195113 w 212488"/>
                <a:gd name="connsiteY21" fmla="*/ 141134 h 244003"/>
                <a:gd name="connsiteX22" fmla="*/ 162094 w 212488"/>
                <a:gd name="connsiteY22" fmla="*/ 141134 h 244003"/>
                <a:gd name="connsiteX23" fmla="*/ 146853 w 212488"/>
                <a:gd name="connsiteY23" fmla="*/ 128434 h 244003"/>
                <a:gd name="connsiteX24" fmla="*/ 131613 w 212488"/>
                <a:gd name="connsiteY24" fmla="*/ 132243 h 244003"/>
                <a:gd name="connsiteX25" fmla="*/ 130344 w 212488"/>
                <a:gd name="connsiteY25" fmla="*/ 24293 h 244003"/>
                <a:gd name="connsiteX26" fmla="*/ 73194 w 212488"/>
                <a:gd name="connsiteY26" fmla="*/ 50963 h 244003"/>
                <a:gd name="connsiteX27" fmla="*/ 18584 w 212488"/>
                <a:gd name="connsiteY27" fmla="*/ 134784 h 244003"/>
                <a:gd name="connsiteX28" fmla="*/ 43984 w 212488"/>
                <a:gd name="connsiteY28" fmla="*/ 224954 h 244003"/>
                <a:gd name="connsiteX29" fmla="*/ 135424 w 212488"/>
                <a:gd name="connsiteY29" fmla="*/ 224954 h 244003"/>
                <a:gd name="connsiteX30" fmla="*/ 139234 w 212488"/>
                <a:gd name="connsiteY30" fmla="*/ 214793 h 244003"/>
                <a:gd name="connsiteX31" fmla="*/ 136694 w 212488"/>
                <a:gd name="connsiteY31" fmla="*/ 189393 h 244003"/>
                <a:gd name="connsiteX32" fmla="*/ 129074 w 212488"/>
                <a:gd name="connsiteY32" fmla="*/ 175424 h 244003"/>
                <a:gd name="connsiteX33" fmla="*/ 127803 w 212488"/>
                <a:gd name="connsiteY33" fmla="*/ 174153 h 244003"/>
                <a:gd name="connsiteX34" fmla="*/ 120184 w 212488"/>
                <a:gd name="connsiteY34" fmla="*/ 161453 h 244003"/>
                <a:gd name="connsiteX35" fmla="*/ 110024 w 212488"/>
                <a:gd name="connsiteY35" fmla="*/ 128434 h 244003"/>
                <a:gd name="connsiteX36" fmla="*/ 108753 w 212488"/>
                <a:gd name="connsiteY36" fmla="*/ 128434 h 244003"/>
                <a:gd name="connsiteX37" fmla="*/ 88434 w 212488"/>
                <a:gd name="connsiteY37" fmla="*/ 94143 h 244003"/>
                <a:gd name="connsiteX38" fmla="*/ 98594 w 212488"/>
                <a:gd name="connsiteY38" fmla="*/ 83984 h 244003"/>
                <a:gd name="connsiteX39" fmla="*/ 108753 w 212488"/>
                <a:gd name="connsiteY39" fmla="*/ 94143 h 244003"/>
                <a:gd name="connsiteX40" fmla="*/ 118913 w 212488"/>
                <a:gd name="connsiteY40" fmla="*/ 110653 h 244003"/>
                <a:gd name="connsiteX41" fmla="*/ 137963 w 212488"/>
                <a:gd name="connsiteY41" fmla="*/ 110653 h 244003"/>
                <a:gd name="connsiteX42" fmla="*/ 150663 w 212488"/>
                <a:gd name="connsiteY42" fmla="*/ 111924 h 244003"/>
                <a:gd name="connsiteX43" fmla="*/ 170984 w 212488"/>
                <a:gd name="connsiteY43" fmla="*/ 128434 h 244003"/>
                <a:gd name="connsiteX44" fmla="*/ 177334 w 212488"/>
                <a:gd name="connsiteY44" fmla="*/ 128434 h 244003"/>
                <a:gd name="connsiteX45" fmla="*/ 186224 w 212488"/>
                <a:gd name="connsiteY45" fmla="*/ 120813 h 244003"/>
                <a:gd name="connsiteX46" fmla="*/ 186224 w 212488"/>
                <a:gd name="connsiteY46" fmla="*/ 113193 h 244003"/>
                <a:gd name="connsiteX47" fmla="*/ 130344 w 212488"/>
                <a:gd name="connsiteY47" fmla="*/ 49693 h 244003"/>
                <a:gd name="connsiteX48" fmla="*/ 127803 w 212488"/>
                <a:gd name="connsiteY48" fmla="*/ 42074 h 244003"/>
                <a:gd name="connsiteX49" fmla="*/ 127803 w 212488"/>
                <a:gd name="connsiteY49" fmla="*/ 24293 h 244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12488" h="244003">
                  <a:moveTo>
                    <a:pt x="131613" y="132243"/>
                  </a:moveTo>
                  <a:cubicBezTo>
                    <a:pt x="132884" y="138593"/>
                    <a:pt x="135424" y="144943"/>
                    <a:pt x="137963" y="150024"/>
                  </a:cubicBezTo>
                  <a:cubicBezTo>
                    <a:pt x="140503" y="153834"/>
                    <a:pt x="143044" y="157643"/>
                    <a:pt x="145584" y="161453"/>
                  </a:cubicBezTo>
                  <a:lnTo>
                    <a:pt x="146853" y="162724"/>
                  </a:lnTo>
                  <a:cubicBezTo>
                    <a:pt x="149394" y="167803"/>
                    <a:pt x="153203" y="172884"/>
                    <a:pt x="155744" y="177963"/>
                  </a:cubicBezTo>
                  <a:cubicBezTo>
                    <a:pt x="163363" y="191934"/>
                    <a:pt x="163363" y="205903"/>
                    <a:pt x="160824" y="217334"/>
                  </a:cubicBezTo>
                  <a:cubicBezTo>
                    <a:pt x="160824" y="219873"/>
                    <a:pt x="159553" y="221143"/>
                    <a:pt x="159553" y="223684"/>
                  </a:cubicBezTo>
                  <a:lnTo>
                    <a:pt x="173524" y="223684"/>
                  </a:lnTo>
                  <a:cubicBezTo>
                    <a:pt x="178603" y="223684"/>
                    <a:pt x="183684" y="228763"/>
                    <a:pt x="183684" y="233843"/>
                  </a:cubicBezTo>
                  <a:cubicBezTo>
                    <a:pt x="183684" y="238923"/>
                    <a:pt x="178603" y="244004"/>
                    <a:pt x="173524" y="244004"/>
                  </a:cubicBezTo>
                  <a:lnTo>
                    <a:pt x="10963" y="244004"/>
                  </a:lnTo>
                  <a:cubicBezTo>
                    <a:pt x="5884" y="244004"/>
                    <a:pt x="803" y="238923"/>
                    <a:pt x="803" y="233843"/>
                  </a:cubicBezTo>
                  <a:cubicBezTo>
                    <a:pt x="803" y="228763"/>
                    <a:pt x="5884" y="223684"/>
                    <a:pt x="10963" y="223684"/>
                  </a:cubicBezTo>
                  <a:lnTo>
                    <a:pt x="22394" y="223684"/>
                  </a:lnTo>
                  <a:cubicBezTo>
                    <a:pt x="7153" y="198284"/>
                    <a:pt x="-3006" y="165263"/>
                    <a:pt x="803" y="130974"/>
                  </a:cubicBezTo>
                  <a:cubicBezTo>
                    <a:pt x="5884" y="83984"/>
                    <a:pt x="35094" y="53503"/>
                    <a:pt x="64303" y="33184"/>
                  </a:cubicBezTo>
                  <a:cubicBezTo>
                    <a:pt x="93513" y="12863"/>
                    <a:pt x="125263" y="3974"/>
                    <a:pt x="139234" y="163"/>
                  </a:cubicBezTo>
                  <a:cubicBezTo>
                    <a:pt x="146853" y="-1107"/>
                    <a:pt x="153203" y="5243"/>
                    <a:pt x="153203" y="11593"/>
                  </a:cubicBezTo>
                  <a:lnTo>
                    <a:pt x="153203" y="36993"/>
                  </a:lnTo>
                  <a:lnTo>
                    <a:pt x="206544" y="97953"/>
                  </a:lnTo>
                  <a:cubicBezTo>
                    <a:pt x="215434" y="108113"/>
                    <a:pt x="214163" y="124624"/>
                    <a:pt x="204003" y="133513"/>
                  </a:cubicBezTo>
                  <a:lnTo>
                    <a:pt x="195113" y="141134"/>
                  </a:lnTo>
                  <a:cubicBezTo>
                    <a:pt x="186224" y="148753"/>
                    <a:pt x="172253" y="148753"/>
                    <a:pt x="162094" y="141134"/>
                  </a:cubicBezTo>
                  <a:lnTo>
                    <a:pt x="146853" y="128434"/>
                  </a:lnTo>
                  <a:cubicBezTo>
                    <a:pt x="140503" y="130974"/>
                    <a:pt x="136694" y="130974"/>
                    <a:pt x="131613" y="132243"/>
                  </a:cubicBezTo>
                  <a:close/>
                  <a:moveTo>
                    <a:pt x="130344" y="24293"/>
                  </a:moveTo>
                  <a:cubicBezTo>
                    <a:pt x="115103" y="28103"/>
                    <a:pt x="93513" y="36993"/>
                    <a:pt x="73194" y="50963"/>
                  </a:cubicBezTo>
                  <a:cubicBezTo>
                    <a:pt x="46524" y="68743"/>
                    <a:pt x="23663" y="95413"/>
                    <a:pt x="18584" y="134784"/>
                  </a:cubicBezTo>
                  <a:cubicBezTo>
                    <a:pt x="14774" y="167803"/>
                    <a:pt x="26203" y="200824"/>
                    <a:pt x="43984" y="224954"/>
                  </a:cubicBezTo>
                  <a:lnTo>
                    <a:pt x="135424" y="224954"/>
                  </a:lnTo>
                  <a:cubicBezTo>
                    <a:pt x="136694" y="222413"/>
                    <a:pt x="137963" y="218604"/>
                    <a:pt x="139234" y="214793"/>
                  </a:cubicBezTo>
                  <a:cubicBezTo>
                    <a:pt x="140503" y="207174"/>
                    <a:pt x="140503" y="198284"/>
                    <a:pt x="136694" y="189393"/>
                  </a:cubicBezTo>
                  <a:cubicBezTo>
                    <a:pt x="134153" y="184313"/>
                    <a:pt x="131613" y="180503"/>
                    <a:pt x="129074" y="175424"/>
                  </a:cubicBezTo>
                  <a:lnTo>
                    <a:pt x="127803" y="174153"/>
                  </a:lnTo>
                  <a:cubicBezTo>
                    <a:pt x="125263" y="170343"/>
                    <a:pt x="122724" y="165263"/>
                    <a:pt x="120184" y="161453"/>
                  </a:cubicBezTo>
                  <a:cubicBezTo>
                    <a:pt x="115103" y="152563"/>
                    <a:pt x="111294" y="141134"/>
                    <a:pt x="110024" y="128434"/>
                  </a:cubicBezTo>
                  <a:cubicBezTo>
                    <a:pt x="110024" y="128434"/>
                    <a:pt x="110024" y="128434"/>
                    <a:pt x="108753" y="128434"/>
                  </a:cubicBezTo>
                  <a:cubicBezTo>
                    <a:pt x="93513" y="118274"/>
                    <a:pt x="88434" y="103034"/>
                    <a:pt x="88434" y="94143"/>
                  </a:cubicBezTo>
                  <a:cubicBezTo>
                    <a:pt x="88434" y="89063"/>
                    <a:pt x="93513" y="83984"/>
                    <a:pt x="98594" y="83984"/>
                  </a:cubicBezTo>
                  <a:cubicBezTo>
                    <a:pt x="103674" y="83984"/>
                    <a:pt x="108753" y="89063"/>
                    <a:pt x="108753" y="94143"/>
                  </a:cubicBezTo>
                  <a:cubicBezTo>
                    <a:pt x="108753" y="96684"/>
                    <a:pt x="110024" y="105574"/>
                    <a:pt x="118913" y="110653"/>
                  </a:cubicBezTo>
                  <a:cubicBezTo>
                    <a:pt x="126534" y="115734"/>
                    <a:pt x="134153" y="113193"/>
                    <a:pt x="137963" y="110653"/>
                  </a:cubicBezTo>
                  <a:cubicBezTo>
                    <a:pt x="141774" y="108113"/>
                    <a:pt x="146853" y="108113"/>
                    <a:pt x="150663" y="111924"/>
                  </a:cubicBezTo>
                  <a:lnTo>
                    <a:pt x="170984" y="128434"/>
                  </a:lnTo>
                  <a:cubicBezTo>
                    <a:pt x="172253" y="129703"/>
                    <a:pt x="176063" y="129703"/>
                    <a:pt x="177334" y="128434"/>
                  </a:cubicBezTo>
                  <a:lnTo>
                    <a:pt x="186224" y="120813"/>
                  </a:lnTo>
                  <a:cubicBezTo>
                    <a:pt x="188763" y="119543"/>
                    <a:pt x="188763" y="115734"/>
                    <a:pt x="186224" y="113193"/>
                  </a:cubicBezTo>
                  <a:lnTo>
                    <a:pt x="130344" y="49693"/>
                  </a:lnTo>
                  <a:cubicBezTo>
                    <a:pt x="129074" y="47153"/>
                    <a:pt x="127803" y="44613"/>
                    <a:pt x="127803" y="42074"/>
                  </a:cubicBezTo>
                  <a:lnTo>
                    <a:pt x="127803" y="242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" name="Полилиния: фигура 573">
              <a:extLst>
                <a:ext uri="{FF2B5EF4-FFF2-40B4-BE49-F238E27FC236}">
                  <a16:creationId xmlns:a16="http://schemas.microsoft.com/office/drawing/2014/main" id="{7D2E209B-2FED-29CC-3DC1-F551202D582B}"/>
                </a:ext>
              </a:extLst>
            </p:cNvPr>
            <p:cNvSpPr/>
            <p:nvPr/>
          </p:nvSpPr>
          <p:spPr>
            <a:xfrm>
              <a:off x="9643109" y="3305809"/>
              <a:ext cx="203200" cy="20320"/>
            </a:xfrm>
            <a:custGeom>
              <a:avLst/>
              <a:gdLst>
                <a:gd name="connsiteX0" fmla="*/ 10160 w 203200"/>
                <a:gd name="connsiteY0" fmla="*/ 0 h 20320"/>
                <a:gd name="connsiteX1" fmla="*/ 0 w 203200"/>
                <a:gd name="connsiteY1" fmla="*/ 10160 h 20320"/>
                <a:gd name="connsiteX2" fmla="*/ 10160 w 203200"/>
                <a:gd name="connsiteY2" fmla="*/ 20320 h 20320"/>
                <a:gd name="connsiteX3" fmla="*/ 193040 w 203200"/>
                <a:gd name="connsiteY3" fmla="*/ 20320 h 20320"/>
                <a:gd name="connsiteX4" fmla="*/ 203200 w 203200"/>
                <a:gd name="connsiteY4" fmla="*/ 10160 h 20320"/>
                <a:gd name="connsiteX5" fmla="*/ 193040 w 203200"/>
                <a:gd name="connsiteY5" fmla="*/ 0 h 20320"/>
                <a:gd name="connsiteX6" fmla="*/ 10160 w 2032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93040" y="20320"/>
                  </a:lnTo>
                  <a:cubicBezTo>
                    <a:pt x="198120" y="20320"/>
                    <a:pt x="203200" y="15240"/>
                    <a:pt x="203200" y="10160"/>
                  </a:cubicBez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F27A4F4-010C-3860-6539-993952308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9800594">
            <a:off x="7608241" y="-5381883"/>
            <a:ext cx="9167517" cy="9167517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8C5FD448-CF15-321F-9175-B1FE633B9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3759825">
            <a:off x="10641108" y="1073289"/>
            <a:ext cx="700497" cy="730761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DD37E5D-38A3-6E9C-3CCD-CB4472EB667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rot="4771594">
            <a:off x="10629694" y="4848336"/>
            <a:ext cx="1193581" cy="119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007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F2D11155-4727-9F0A-2955-A66A3390D66D}"/>
              </a:ext>
            </a:extLst>
          </p:cNvPr>
          <p:cNvSpPr txBox="1">
            <a:spLocks/>
          </p:cNvSpPr>
          <p:nvPr/>
        </p:nvSpPr>
        <p:spPr>
          <a:xfrm>
            <a:off x="1595438" y="2674936"/>
            <a:ext cx="3251324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Важным аспектом формирования команды является распределение ролей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E777B59B-D59C-7C91-32C5-60765AF211DF}"/>
              </a:ext>
            </a:extLst>
          </p:cNvPr>
          <p:cNvSpPr txBox="1">
            <a:spLocks/>
          </p:cNvSpPr>
          <p:nvPr/>
        </p:nvSpPr>
        <p:spPr>
          <a:xfrm>
            <a:off x="1595438" y="3757151"/>
            <a:ext cx="285392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Каждый член команды должен понимать свою роль</a:t>
            </a:r>
            <a:br>
              <a:rPr lang="ru-RU" dirty="0"/>
            </a:br>
            <a:r>
              <a:rPr lang="ru-RU" dirty="0"/>
              <a:t>и ответственность</a:t>
            </a:r>
            <a:endParaRPr lang="en-US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A549BA2-99DA-CD6F-9F3D-5A02EF088FD2}"/>
              </a:ext>
            </a:extLst>
          </p:cNvPr>
          <p:cNvSpPr txBox="1">
            <a:spLocks/>
          </p:cNvSpPr>
          <p:nvPr/>
        </p:nvSpPr>
        <p:spPr>
          <a:xfrm>
            <a:off x="1595438" y="4876575"/>
            <a:ext cx="2853922" cy="52322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Каким образом его работа влияет на </a:t>
            </a:r>
            <a:r>
              <a:rPr lang="ru-RU"/>
              <a:t>общий результат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07B29-B148-D556-12BC-9A446FF5FE09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текстом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24A21B-EFD5-3C8F-1642-A01D9B2B1B34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13" name="Полилиния: фигура 225">
            <a:extLst>
              <a:ext uri="{FF2B5EF4-FFF2-40B4-BE49-F238E27FC236}">
                <a16:creationId xmlns:a16="http://schemas.microsoft.com/office/drawing/2014/main" id="{B61D5D0C-F5CE-D0D6-6DA8-B678A4F8E309}"/>
              </a:ext>
            </a:extLst>
          </p:cNvPr>
          <p:cNvSpPr/>
          <p:nvPr/>
        </p:nvSpPr>
        <p:spPr bwMode="auto">
          <a:xfrm>
            <a:off x="582087" y="4762056"/>
            <a:ext cx="632815" cy="657274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rgbClr val="56FF7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0" name="Полилиния: фигура 283">
            <a:extLst>
              <a:ext uri="{FF2B5EF4-FFF2-40B4-BE49-F238E27FC236}">
                <a16:creationId xmlns:a16="http://schemas.microsoft.com/office/drawing/2014/main" id="{A9840762-F737-4A79-13D2-E3895E34658D}"/>
              </a:ext>
            </a:extLst>
          </p:cNvPr>
          <p:cNvSpPr/>
          <p:nvPr/>
        </p:nvSpPr>
        <p:spPr bwMode="auto">
          <a:xfrm>
            <a:off x="550863" y="3743180"/>
            <a:ext cx="670998" cy="670998"/>
          </a:xfrm>
          <a:custGeom>
            <a:avLst/>
            <a:gdLst>
              <a:gd name="connsiteX0" fmla="*/ 86361 w 212407"/>
              <a:gd name="connsiteY0" fmla="*/ 152400 h 212407"/>
              <a:gd name="connsiteX1" fmla="*/ 152400 w 212407"/>
              <a:gd name="connsiteY1" fmla="*/ 86360 h 212407"/>
              <a:gd name="connsiteX2" fmla="*/ 86361 w 212407"/>
              <a:gd name="connsiteY2" fmla="*/ 20320 h 212407"/>
              <a:gd name="connsiteX3" fmla="*/ 20320 w 212407"/>
              <a:gd name="connsiteY3" fmla="*/ 86360 h 212407"/>
              <a:gd name="connsiteX4" fmla="*/ 86361 w 212407"/>
              <a:gd name="connsiteY4" fmla="*/ 152400 h 212407"/>
              <a:gd name="connsiteX5" fmla="*/ 153670 w 212407"/>
              <a:gd name="connsiteY5" fmla="*/ 139700 h 212407"/>
              <a:gd name="connsiteX6" fmla="*/ 172720 w 212407"/>
              <a:gd name="connsiteY6" fmla="*/ 86360 h 212407"/>
              <a:gd name="connsiteX7" fmla="*/ 86361 w 212407"/>
              <a:gd name="connsiteY7" fmla="*/ 0 h 212407"/>
              <a:gd name="connsiteX8" fmla="*/ 0 w 212407"/>
              <a:gd name="connsiteY8" fmla="*/ 86360 h 212407"/>
              <a:gd name="connsiteX9" fmla="*/ 86361 w 212407"/>
              <a:gd name="connsiteY9" fmla="*/ 172720 h 212407"/>
              <a:gd name="connsiteX10" fmla="*/ 139700 w 212407"/>
              <a:gd name="connsiteY10" fmla="*/ 153670 h 212407"/>
              <a:gd name="connsiteX11" fmla="*/ 195580 w 212407"/>
              <a:gd name="connsiteY11" fmla="*/ 209550 h 212407"/>
              <a:gd name="connsiteX12" fmla="*/ 209550 w 212407"/>
              <a:gd name="connsiteY12" fmla="*/ 209550 h 212407"/>
              <a:gd name="connsiteX13" fmla="*/ 209550 w 212407"/>
              <a:gd name="connsiteY13" fmla="*/ 195580 h 212407"/>
              <a:gd name="connsiteX14" fmla="*/ 153670 w 212407"/>
              <a:gd name="connsiteY14" fmla="*/ 139700 h 212407"/>
              <a:gd name="connsiteX15" fmla="*/ 76200 w 212407"/>
              <a:gd name="connsiteY15" fmla="*/ 46990 h 212407"/>
              <a:gd name="connsiteX16" fmla="*/ 86361 w 212407"/>
              <a:gd name="connsiteY16" fmla="*/ 36830 h 212407"/>
              <a:gd name="connsiteX17" fmla="*/ 121920 w 212407"/>
              <a:gd name="connsiteY17" fmla="*/ 52070 h 212407"/>
              <a:gd name="connsiteX18" fmla="*/ 137161 w 212407"/>
              <a:gd name="connsiteY18" fmla="*/ 87630 h 212407"/>
              <a:gd name="connsiteX19" fmla="*/ 127000 w 212407"/>
              <a:gd name="connsiteY19" fmla="*/ 97790 h 212407"/>
              <a:gd name="connsiteX20" fmla="*/ 116840 w 212407"/>
              <a:gd name="connsiteY20" fmla="*/ 87630 h 212407"/>
              <a:gd name="connsiteX21" fmla="*/ 106680 w 212407"/>
              <a:gd name="connsiteY21" fmla="*/ 67310 h 212407"/>
              <a:gd name="connsiteX22" fmla="*/ 86361 w 212407"/>
              <a:gd name="connsiteY22" fmla="*/ 57150 h 212407"/>
              <a:gd name="connsiteX23" fmla="*/ 76200 w 212407"/>
              <a:gd name="connsiteY23" fmla="*/ 46990 h 212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12407" h="212407">
                <a:moveTo>
                  <a:pt x="86361" y="152400"/>
                </a:moveTo>
                <a:cubicBezTo>
                  <a:pt x="123190" y="152400"/>
                  <a:pt x="152400" y="123190"/>
                  <a:pt x="152400" y="86360"/>
                </a:cubicBezTo>
                <a:cubicBezTo>
                  <a:pt x="152400" y="49530"/>
                  <a:pt x="123190" y="20320"/>
                  <a:pt x="86361" y="20320"/>
                </a:cubicBezTo>
                <a:cubicBezTo>
                  <a:pt x="49530" y="20320"/>
                  <a:pt x="20320" y="49530"/>
                  <a:pt x="20320" y="86360"/>
                </a:cubicBezTo>
                <a:cubicBezTo>
                  <a:pt x="20320" y="123190"/>
                  <a:pt x="49530" y="152400"/>
                  <a:pt x="86361" y="152400"/>
                </a:cubicBezTo>
                <a:close/>
                <a:moveTo>
                  <a:pt x="153670" y="139700"/>
                </a:moveTo>
                <a:cubicBezTo>
                  <a:pt x="165100" y="124460"/>
                  <a:pt x="172720" y="106680"/>
                  <a:pt x="172720" y="86360"/>
                </a:cubicBezTo>
                <a:cubicBezTo>
                  <a:pt x="172720" y="39370"/>
                  <a:pt x="134620" y="0"/>
                  <a:pt x="86361" y="0"/>
                </a:cubicBezTo>
                <a:cubicBezTo>
                  <a:pt x="38100" y="0"/>
                  <a:pt x="0" y="38100"/>
                  <a:pt x="0" y="86360"/>
                </a:cubicBezTo>
                <a:cubicBezTo>
                  <a:pt x="0" y="134620"/>
                  <a:pt x="38100" y="172720"/>
                  <a:pt x="86361" y="172720"/>
                </a:cubicBezTo>
                <a:cubicBezTo>
                  <a:pt x="106680" y="172720"/>
                  <a:pt x="124461" y="166370"/>
                  <a:pt x="139700" y="153670"/>
                </a:cubicBezTo>
                <a:lnTo>
                  <a:pt x="195580" y="209550"/>
                </a:lnTo>
                <a:cubicBezTo>
                  <a:pt x="199390" y="213360"/>
                  <a:pt x="205740" y="213360"/>
                  <a:pt x="209550" y="209550"/>
                </a:cubicBezTo>
                <a:cubicBezTo>
                  <a:pt x="213361" y="205740"/>
                  <a:pt x="213361" y="199390"/>
                  <a:pt x="209550" y="195580"/>
                </a:cubicBezTo>
                <a:lnTo>
                  <a:pt x="153670" y="139700"/>
                </a:lnTo>
                <a:close/>
                <a:moveTo>
                  <a:pt x="76200" y="46990"/>
                </a:moveTo>
                <a:cubicBezTo>
                  <a:pt x="76200" y="41910"/>
                  <a:pt x="81280" y="36830"/>
                  <a:pt x="86361" y="36830"/>
                </a:cubicBezTo>
                <a:cubicBezTo>
                  <a:pt x="100330" y="36830"/>
                  <a:pt x="113030" y="43180"/>
                  <a:pt x="121920" y="52070"/>
                </a:cubicBezTo>
                <a:cubicBezTo>
                  <a:pt x="130811" y="60960"/>
                  <a:pt x="137161" y="73660"/>
                  <a:pt x="137161" y="87630"/>
                </a:cubicBezTo>
                <a:cubicBezTo>
                  <a:pt x="137161" y="92710"/>
                  <a:pt x="132080" y="97790"/>
                  <a:pt x="127000" y="97790"/>
                </a:cubicBezTo>
                <a:cubicBezTo>
                  <a:pt x="121920" y="97790"/>
                  <a:pt x="116840" y="92710"/>
                  <a:pt x="116840" y="87630"/>
                </a:cubicBezTo>
                <a:cubicBezTo>
                  <a:pt x="116840" y="81280"/>
                  <a:pt x="113030" y="73660"/>
                  <a:pt x="106680" y="67310"/>
                </a:cubicBezTo>
                <a:cubicBezTo>
                  <a:pt x="100330" y="60960"/>
                  <a:pt x="92711" y="57150"/>
                  <a:pt x="86361" y="57150"/>
                </a:cubicBezTo>
                <a:cubicBezTo>
                  <a:pt x="80011" y="57150"/>
                  <a:pt x="76200" y="52070"/>
                  <a:pt x="76200" y="46990"/>
                </a:cubicBezTo>
                <a:close/>
              </a:path>
            </a:pathLst>
          </a:custGeom>
          <a:solidFill>
            <a:srgbClr val="56FF7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grpSp>
        <p:nvGrpSpPr>
          <p:cNvPr id="21" name="Рисунок 2">
            <a:extLst>
              <a:ext uri="{FF2B5EF4-FFF2-40B4-BE49-F238E27FC236}">
                <a16:creationId xmlns:a16="http://schemas.microsoft.com/office/drawing/2014/main" id="{1C59E714-4D98-0397-8F0A-1C4489E77CFD}"/>
              </a:ext>
            </a:extLst>
          </p:cNvPr>
          <p:cNvGrpSpPr/>
          <p:nvPr/>
        </p:nvGrpSpPr>
        <p:grpSpPr>
          <a:xfrm>
            <a:off x="550863" y="2544158"/>
            <a:ext cx="513527" cy="784776"/>
            <a:chOff x="5759450" y="1123175"/>
            <a:chExt cx="162559" cy="248424"/>
          </a:xfrm>
          <a:solidFill>
            <a:srgbClr val="56FF71"/>
          </a:solidFill>
        </p:grpSpPr>
        <p:sp>
          <p:nvSpPr>
            <p:cNvPr id="22" name="Полилиния: фигура 289">
              <a:extLst>
                <a:ext uri="{FF2B5EF4-FFF2-40B4-BE49-F238E27FC236}">
                  <a16:creationId xmlns:a16="http://schemas.microsoft.com/office/drawing/2014/main" id="{D693D1A2-FF1E-F9A2-AACB-502821BE98CA}"/>
                </a:ext>
              </a:extLst>
            </p:cNvPr>
            <p:cNvSpPr/>
            <p:nvPr/>
          </p:nvSpPr>
          <p:spPr>
            <a:xfrm>
              <a:off x="5759450" y="1123175"/>
              <a:ext cx="162559" cy="207784"/>
            </a:xfrm>
            <a:custGeom>
              <a:avLst/>
              <a:gdLst>
                <a:gd name="connsiteX0" fmla="*/ 81280 w 162559"/>
                <a:gd name="connsiteY0" fmla="*/ 207785 h 207784"/>
                <a:gd name="connsiteX1" fmla="*/ 162560 w 162559"/>
                <a:gd name="connsiteY1" fmla="*/ 126505 h 207784"/>
                <a:gd name="connsiteX2" fmla="*/ 154940 w 162559"/>
                <a:gd name="connsiteY2" fmla="*/ 82055 h 207784"/>
                <a:gd name="connsiteX3" fmla="*/ 138430 w 162559"/>
                <a:gd name="connsiteY3" fmla="*/ 82055 h 207784"/>
                <a:gd name="connsiteX4" fmla="*/ 116840 w 162559"/>
                <a:gd name="connsiteY4" fmla="*/ 92215 h 207784"/>
                <a:gd name="connsiteX5" fmla="*/ 91440 w 162559"/>
                <a:gd name="connsiteY5" fmla="*/ 66815 h 207784"/>
                <a:gd name="connsiteX6" fmla="*/ 91440 w 162559"/>
                <a:gd name="connsiteY6" fmla="*/ 9665 h 207784"/>
                <a:gd name="connsiteX7" fmla="*/ 76200 w 162559"/>
                <a:gd name="connsiteY7" fmla="*/ 2045 h 207784"/>
                <a:gd name="connsiteX8" fmla="*/ 0 w 162559"/>
                <a:gd name="connsiteY8" fmla="*/ 129045 h 207784"/>
                <a:gd name="connsiteX9" fmla="*/ 81280 w 162559"/>
                <a:gd name="connsiteY9" fmla="*/ 207785 h 207784"/>
                <a:gd name="connsiteX10" fmla="*/ 142240 w 162559"/>
                <a:gd name="connsiteY10" fmla="*/ 126505 h 207784"/>
                <a:gd name="connsiteX11" fmla="*/ 81280 w 162559"/>
                <a:gd name="connsiteY11" fmla="*/ 187465 h 207784"/>
                <a:gd name="connsiteX12" fmla="*/ 20320 w 162559"/>
                <a:gd name="connsiteY12" fmla="*/ 126505 h 207784"/>
                <a:gd name="connsiteX13" fmla="*/ 71120 w 162559"/>
                <a:gd name="connsiteY13" fmla="*/ 31255 h 207784"/>
                <a:gd name="connsiteX14" fmla="*/ 71120 w 162559"/>
                <a:gd name="connsiteY14" fmla="*/ 65545 h 207784"/>
                <a:gd name="connsiteX15" fmla="*/ 80010 w 162559"/>
                <a:gd name="connsiteY15" fmla="*/ 94755 h 207784"/>
                <a:gd name="connsiteX16" fmla="*/ 116840 w 162559"/>
                <a:gd name="connsiteY16" fmla="*/ 111265 h 207784"/>
                <a:gd name="connsiteX17" fmla="*/ 139700 w 162559"/>
                <a:gd name="connsiteY17" fmla="*/ 104915 h 207784"/>
                <a:gd name="connsiteX18" fmla="*/ 142240 w 162559"/>
                <a:gd name="connsiteY18" fmla="*/ 126505 h 20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559" h="207784">
                  <a:moveTo>
                    <a:pt x="81280" y="207785"/>
                  </a:moveTo>
                  <a:cubicBezTo>
                    <a:pt x="125730" y="207785"/>
                    <a:pt x="162560" y="170955"/>
                    <a:pt x="162560" y="126505"/>
                  </a:cubicBezTo>
                  <a:cubicBezTo>
                    <a:pt x="162560" y="109995"/>
                    <a:pt x="158750" y="93485"/>
                    <a:pt x="154940" y="82055"/>
                  </a:cubicBezTo>
                  <a:cubicBezTo>
                    <a:pt x="152400" y="74435"/>
                    <a:pt x="143510" y="75705"/>
                    <a:pt x="138430" y="82055"/>
                  </a:cubicBezTo>
                  <a:cubicBezTo>
                    <a:pt x="133350" y="87135"/>
                    <a:pt x="127000" y="92215"/>
                    <a:pt x="116840" y="92215"/>
                  </a:cubicBezTo>
                  <a:cubicBezTo>
                    <a:pt x="96520" y="92215"/>
                    <a:pt x="91440" y="76975"/>
                    <a:pt x="91440" y="66815"/>
                  </a:cubicBezTo>
                  <a:lnTo>
                    <a:pt x="91440" y="9665"/>
                  </a:lnTo>
                  <a:cubicBezTo>
                    <a:pt x="91440" y="2045"/>
                    <a:pt x="82550" y="-3035"/>
                    <a:pt x="76200" y="2045"/>
                  </a:cubicBezTo>
                  <a:cubicBezTo>
                    <a:pt x="29210" y="37605"/>
                    <a:pt x="0" y="88405"/>
                    <a:pt x="0" y="129045"/>
                  </a:cubicBezTo>
                  <a:cubicBezTo>
                    <a:pt x="1270" y="170955"/>
                    <a:pt x="36830" y="207785"/>
                    <a:pt x="81280" y="207785"/>
                  </a:cubicBezTo>
                  <a:close/>
                  <a:moveTo>
                    <a:pt x="142240" y="126505"/>
                  </a:moveTo>
                  <a:cubicBezTo>
                    <a:pt x="142240" y="159525"/>
                    <a:pt x="115570" y="187465"/>
                    <a:pt x="81280" y="187465"/>
                  </a:cubicBezTo>
                  <a:cubicBezTo>
                    <a:pt x="46990" y="187465"/>
                    <a:pt x="20320" y="160795"/>
                    <a:pt x="20320" y="126505"/>
                  </a:cubicBezTo>
                  <a:cubicBezTo>
                    <a:pt x="20320" y="98565"/>
                    <a:pt x="38100" y="61735"/>
                    <a:pt x="71120" y="31255"/>
                  </a:cubicBezTo>
                  <a:lnTo>
                    <a:pt x="71120" y="65545"/>
                  </a:lnTo>
                  <a:cubicBezTo>
                    <a:pt x="71120" y="73165"/>
                    <a:pt x="73660" y="84595"/>
                    <a:pt x="80010" y="94755"/>
                  </a:cubicBezTo>
                  <a:cubicBezTo>
                    <a:pt x="87630" y="104915"/>
                    <a:pt x="100330" y="111265"/>
                    <a:pt x="116840" y="111265"/>
                  </a:cubicBezTo>
                  <a:cubicBezTo>
                    <a:pt x="125730" y="111265"/>
                    <a:pt x="133350" y="108725"/>
                    <a:pt x="139700" y="104915"/>
                  </a:cubicBezTo>
                  <a:cubicBezTo>
                    <a:pt x="142240" y="112535"/>
                    <a:pt x="142240" y="118885"/>
                    <a:pt x="142240" y="12650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4" name="Полилиния: фигура 290">
              <a:extLst>
                <a:ext uri="{FF2B5EF4-FFF2-40B4-BE49-F238E27FC236}">
                  <a16:creationId xmlns:a16="http://schemas.microsoft.com/office/drawing/2014/main" id="{862EDC42-507B-FA86-19F0-117FCC338C6D}"/>
                </a:ext>
              </a:extLst>
            </p:cNvPr>
            <p:cNvSpPr/>
            <p:nvPr/>
          </p:nvSpPr>
          <p:spPr>
            <a:xfrm>
              <a:off x="5781040" y="1351280"/>
              <a:ext cx="111759" cy="20319"/>
            </a:xfrm>
            <a:custGeom>
              <a:avLst/>
              <a:gdLst>
                <a:gd name="connsiteX0" fmla="*/ 10160 w 111759"/>
                <a:gd name="connsiteY0" fmla="*/ 0 h 20319"/>
                <a:gd name="connsiteX1" fmla="*/ 0 w 111759"/>
                <a:gd name="connsiteY1" fmla="*/ 10160 h 20319"/>
                <a:gd name="connsiteX2" fmla="*/ 10160 w 111759"/>
                <a:gd name="connsiteY2" fmla="*/ 20320 h 20319"/>
                <a:gd name="connsiteX3" fmla="*/ 101600 w 111759"/>
                <a:gd name="connsiteY3" fmla="*/ 20320 h 20319"/>
                <a:gd name="connsiteX4" fmla="*/ 111760 w 111759"/>
                <a:gd name="connsiteY4" fmla="*/ 10160 h 20319"/>
                <a:gd name="connsiteX5" fmla="*/ 101600 w 111759"/>
                <a:gd name="connsiteY5" fmla="*/ 0 h 20319"/>
                <a:gd name="connsiteX6" fmla="*/ 10160 w 11175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75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0" y="20320"/>
                  </a:lnTo>
                  <a:cubicBezTo>
                    <a:pt x="106680" y="20320"/>
                    <a:pt x="111760" y="15240"/>
                    <a:pt x="111760" y="10160"/>
                  </a:cubicBezTo>
                  <a:cubicBezTo>
                    <a:pt x="111760" y="5080"/>
                    <a:pt x="106680" y="0"/>
                    <a:pt x="10160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FB8F478D-2C4C-451A-B900-2464665CE417}"/>
              </a:ext>
            </a:extLst>
          </p:cNvPr>
          <p:cNvSpPr txBox="1">
            <a:spLocks/>
          </p:cNvSpPr>
          <p:nvPr/>
        </p:nvSpPr>
        <p:spPr>
          <a:xfrm>
            <a:off x="6923313" y="2669494"/>
            <a:ext cx="2853922" cy="52322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Описание значимого показателя для компании</a:t>
            </a:r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0A06A913-B92D-A5EC-F7A9-93D74F6C4B82}"/>
              </a:ext>
            </a:extLst>
          </p:cNvPr>
          <p:cNvSpPr txBox="1">
            <a:spLocks/>
          </p:cNvSpPr>
          <p:nvPr/>
        </p:nvSpPr>
        <p:spPr>
          <a:xfrm>
            <a:off x="6923313" y="3751709"/>
            <a:ext cx="285392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Эффективная команда демонстрирует высокую продуктивность и результаты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04C74C0A-3CCB-FD34-9EBE-6535507F5012}"/>
              </a:ext>
            </a:extLst>
          </p:cNvPr>
          <p:cNvSpPr txBox="1">
            <a:spLocks/>
          </p:cNvSpPr>
          <p:nvPr/>
        </p:nvSpPr>
        <p:spPr>
          <a:xfrm>
            <a:off x="6923313" y="4871133"/>
            <a:ext cx="2995089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Роли могут быть разными —</a:t>
            </a:r>
            <a:b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от лидера до исполнителя</a:t>
            </a:r>
            <a:b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и коммуникатора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Полилиния: фигура 93">
            <a:extLst>
              <a:ext uri="{FF2B5EF4-FFF2-40B4-BE49-F238E27FC236}">
                <a16:creationId xmlns:a16="http://schemas.microsoft.com/office/drawing/2014/main" id="{F6661EBB-AAE9-EE95-983F-B4BAE1D16278}"/>
              </a:ext>
            </a:extLst>
          </p:cNvPr>
          <p:cNvSpPr/>
          <p:nvPr/>
        </p:nvSpPr>
        <p:spPr bwMode="auto">
          <a:xfrm>
            <a:off x="5894278" y="3639458"/>
            <a:ext cx="651793" cy="646331"/>
          </a:xfrm>
          <a:custGeom>
            <a:avLst/>
            <a:gdLst>
              <a:gd name="connsiteX0" fmla="*/ 110747 w 264674"/>
              <a:gd name="connsiteY0" fmla="*/ 13335 h 262456"/>
              <a:gd name="connsiteX1" fmla="*/ 82807 w 264674"/>
              <a:gd name="connsiteY1" fmla="*/ 73025 h 262456"/>
              <a:gd name="connsiteX2" fmla="*/ 81538 w 264674"/>
              <a:gd name="connsiteY2" fmla="*/ 74295 h 262456"/>
              <a:gd name="connsiteX3" fmla="*/ 19307 w 264674"/>
              <a:gd name="connsiteY3" fmla="*/ 83185 h 262456"/>
              <a:gd name="connsiteX4" fmla="*/ 6607 w 264674"/>
              <a:gd name="connsiteY4" fmla="*/ 122555 h 262456"/>
              <a:gd name="connsiteX5" fmla="*/ 51057 w 264674"/>
              <a:gd name="connsiteY5" fmla="*/ 168275 h 262456"/>
              <a:gd name="connsiteX6" fmla="*/ 52327 w 264674"/>
              <a:gd name="connsiteY6" fmla="*/ 170815 h 262456"/>
              <a:gd name="connsiteX7" fmla="*/ 42167 w 264674"/>
              <a:gd name="connsiteY7" fmla="*/ 235585 h 262456"/>
              <a:gd name="connsiteX8" fmla="*/ 75188 w 264674"/>
              <a:gd name="connsiteY8" fmla="*/ 259715 h 262456"/>
              <a:gd name="connsiteX9" fmla="*/ 131067 w 264674"/>
              <a:gd name="connsiteY9" fmla="*/ 229235 h 262456"/>
              <a:gd name="connsiteX10" fmla="*/ 133607 w 264674"/>
              <a:gd name="connsiteY10" fmla="*/ 229235 h 262456"/>
              <a:gd name="connsiteX11" fmla="*/ 189488 w 264674"/>
              <a:gd name="connsiteY11" fmla="*/ 259715 h 262456"/>
              <a:gd name="connsiteX12" fmla="*/ 222507 w 264674"/>
              <a:gd name="connsiteY12" fmla="*/ 235585 h 262456"/>
              <a:gd name="connsiteX13" fmla="*/ 212347 w 264674"/>
              <a:gd name="connsiteY13" fmla="*/ 170815 h 262456"/>
              <a:gd name="connsiteX14" fmla="*/ 213617 w 264674"/>
              <a:gd name="connsiteY14" fmla="*/ 168275 h 262456"/>
              <a:gd name="connsiteX15" fmla="*/ 258067 w 264674"/>
              <a:gd name="connsiteY15" fmla="*/ 122555 h 262456"/>
              <a:gd name="connsiteX16" fmla="*/ 245367 w 264674"/>
              <a:gd name="connsiteY16" fmla="*/ 83185 h 262456"/>
              <a:gd name="connsiteX17" fmla="*/ 183138 w 264674"/>
              <a:gd name="connsiteY17" fmla="*/ 74295 h 262456"/>
              <a:gd name="connsiteX18" fmla="*/ 181867 w 264674"/>
              <a:gd name="connsiteY18" fmla="*/ 73025 h 262456"/>
              <a:gd name="connsiteX19" fmla="*/ 153927 w 264674"/>
              <a:gd name="connsiteY19" fmla="*/ 13335 h 262456"/>
              <a:gd name="connsiteX20" fmla="*/ 110747 w 264674"/>
              <a:gd name="connsiteY20" fmla="*/ 13335 h 262456"/>
              <a:gd name="connsiteX21" fmla="*/ 133607 w 264674"/>
              <a:gd name="connsiteY21" fmla="*/ 22225 h 262456"/>
              <a:gd name="connsiteX22" fmla="*/ 161547 w 264674"/>
              <a:gd name="connsiteY22" fmla="*/ 81915 h 262456"/>
              <a:gd name="connsiteX23" fmla="*/ 178057 w 264674"/>
              <a:gd name="connsiteY23" fmla="*/ 94615 h 262456"/>
              <a:gd name="connsiteX24" fmla="*/ 240288 w 264674"/>
              <a:gd name="connsiteY24" fmla="*/ 103505 h 262456"/>
              <a:gd name="connsiteX25" fmla="*/ 241557 w 264674"/>
              <a:gd name="connsiteY25" fmla="*/ 108585 h 262456"/>
              <a:gd name="connsiteX26" fmla="*/ 197107 w 264674"/>
              <a:gd name="connsiteY26" fmla="*/ 154305 h 262456"/>
              <a:gd name="connsiteX27" fmla="*/ 190757 w 264674"/>
              <a:gd name="connsiteY27" fmla="*/ 174625 h 262456"/>
              <a:gd name="connsiteX28" fmla="*/ 200917 w 264674"/>
              <a:gd name="connsiteY28" fmla="*/ 239395 h 262456"/>
              <a:gd name="connsiteX29" fmla="*/ 197107 w 264674"/>
              <a:gd name="connsiteY29" fmla="*/ 243205 h 262456"/>
              <a:gd name="connsiteX30" fmla="*/ 141227 w 264674"/>
              <a:gd name="connsiteY30" fmla="*/ 212725 h 262456"/>
              <a:gd name="connsiteX31" fmla="*/ 119638 w 264674"/>
              <a:gd name="connsiteY31" fmla="*/ 212725 h 262456"/>
              <a:gd name="connsiteX32" fmla="*/ 63757 w 264674"/>
              <a:gd name="connsiteY32" fmla="*/ 243205 h 262456"/>
              <a:gd name="connsiteX33" fmla="*/ 59947 w 264674"/>
              <a:gd name="connsiteY33" fmla="*/ 239395 h 262456"/>
              <a:gd name="connsiteX34" fmla="*/ 70107 w 264674"/>
              <a:gd name="connsiteY34" fmla="*/ 174625 h 262456"/>
              <a:gd name="connsiteX35" fmla="*/ 63757 w 264674"/>
              <a:gd name="connsiteY35" fmla="*/ 154305 h 262456"/>
              <a:gd name="connsiteX36" fmla="*/ 19307 w 264674"/>
              <a:gd name="connsiteY36" fmla="*/ 108585 h 262456"/>
              <a:gd name="connsiteX37" fmla="*/ 20577 w 264674"/>
              <a:gd name="connsiteY37" fmla="*/ 103505 h 262456"/>
              <a:gd name="connsiteX38" fmla="*/ 82807 w 264674"/>
              <a:gd name="connsiteY38" fmla="*/ 94615 h 262456"/>
              <a:gd name="connsiteX39" fmla="*/ 99317 w 264674"/>
              <a:gd name="connsiteY39" fmla="*/ 81915 h 262456"/>
              <a:gd name="connsiteX40" fmla="*/ 127257 w 264674"/>
              <a:gd name="connsiteY40" fmla="*/ 22225 h 262456"/>
              <a:gd name="connsiteX41" fmla="*/ 133607 w 264674"/>
              <a:gd name="connsiteY41" fmla="*/ 22225 h 2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674" h="262456">
                <a:moveTo>
                  <a:pt x="110747" y="13335"/>
                </a:moveTo>
                <a:lnTo>
                  <a:pt x="82807" y="73025"/>
                </a:lnTo>
                <a:cubicBezTo>
                  <a:pt x="82807" y="74295"/>
                  <a:pt x="81538" y="74295"/>
                  <a:pt x="81538" y="74295"/>
                </a:cubicBezTo>
                <a:lnTo>
                  <a:pt x="19307" y="83185"/>
                </a:lnTo>
                <a:cubicBezTo>
                  <a:pt x="257" y="85725"/>
                  <a:pt x="-6093" y="109855"/>
                  <a:pt x="6607" y="122555"/>
                </a:cubicBezTo>
                <a:lnTo>
                  <a:pt x="51057" y="168275"/>
                </a:lnTo>
                <a:cubicBezTo>
                  <a:pt x="52327" y="169545"/>
                  <a:pt x="52327" y="169545"/>
                  <a:pt x="52327" y="170815"/>
                </a:cubicBezTo>
                <a:lnTo>
                  <a:pt x="42167" y="235585"/>
                </a:lnTo>
                <a:cubicBezTo>
                  <a:pt x="39627" y="254635"/>
                  <a:pt x="58677" y="268605"/>
                  <a:pt x="75188" y="259715"/>
                </a:cubicBezTo>
                <a:lnTo>
                  <a:pt x="131067" y="229235"/>
                </a:lnTo>
                <a:cubicBezTo>
                  <a:pt x="131067" y="229235"/>
                  <a:pt x="132338" y="229235"/>
                  <a:pt x="133607" y="229235"/>
                </a:cubicBezTo>
                <a:lnTo>
                  <a:pt x="189488" y="259715"/>
                </a:lnTo>
                <a:cubicBezTo>
                  <a:pt x="205997" y="268605"/>
                  <a:pt x="226317" y="254635"/>
                  <a:pt x="222507" y="235585"/>
                </a:cubicBezTo>
                <a:lnTo>
                  <a:pt x="212347" y="170815"/>
                </a:lnTo>
                <a:cubicBezTo>
                  <a:pt x="212347" y="169545"/>
                  <a:pt x="212347" y="168275"/>
                  <a:pt x="213617" y="168275"/>
                </a:cubicBezTo>
                <a:lnTo>
                  <a:pt x="258067" y="122555"/>
                </a:lnTo>
                <a:cubicBezTo>
                  <a:pt x="270767" y="108585"/>
                  <a:pt x="264417" y="85725"/>
                  <a:pt x="245367" y="83185"/>
                </a:cubicBezTo>
                <a:lnTo>
                  <a:pt x="183138" y="74295"/>
                </a:lnTo>
                <a:cubicBezTo>
                  <a:pt x="181867" y="74295"/>
                  <a:pt x="181867" y="73025"/>
                  <a:pt x="181867" y="73025"/>
                </a:cubicBezTo>
                <a:lnTo>
                  <a:pt x="153927" y="13335"/>
                </a:lnTo>
                <a:cubicBezTo>
                  <a:pt x="143767" y="-4445"/>
                  <a:pt x="119638" y="-4445"/>
                  <a:pt x="110747" y="13335"/>
                </a:cubicBezTo>
                <a:close/>
                <a:moveTo>
                  <a:pt x="133607" y="22225"/>
                </a:moveTo>
                <a:lnTo>
                  <a:pt x="161547" y="81915"/>
                </a:lnTo>
                <a:cubicBezTo>
                  <a:pt x="165357" y="88265"/>
                  <a:pt x="171707" y="93345"/>
                  <a:pt x="178057" y="94615"/>
                </a:cubicBezTo>
                <a:lnTo>
                  <a:pt x="240288" y="103505"/>
                </a:lnTo>
                <a:cubicBezTo>
                  <a:pt x="242827" y="103505"/>
                  <a:pt x="242827" y="107315"/>
                  <a:pt x="241557" y="108585"/>
                </a:cubicBezTo>
                <a:lnTo>
                  <a:pt x="197107" y="154305"/>
                </a:lnTo>
                <a:cubicBezTo>
                  <a:pt x="192027" y="159385"/>
                  <a:pt x="189488" y="167005"/>
                  <a:pt x="190757" y="174625"/>
                </a:cubicBezTo>
                <a:lnTo>
                  <a:pt x="200917" y="239395"/>
                </a:lnTo>
                <a:cubicBezTo>
                  <a:pt x="200917" y="241935"/>
                  <a:pt x="199647" y="243205"/>
                  <a:pt x="197107" y="243205"/>
                </a:cubicBezTo>
                <a:lnTo>
                  <a:pt x="141227" y="212725"/>
                </a:lnTo>
                <a:cubicBezTo>
                  <a:pt x="134877" y="208915"/>
                  <a:pt x="125988" y="208915"/>
                  <a:pt x="119638" y="212725"/>
                </a:cubicBezTo>
                <a:lnTo>
                  <a:pt x="63757" y="243205"/>
                </a:lnTo>
                <a:cubicBezTo>
                  <a:pt x="62488" y="244475"/>
                  <a:pt x="59947" y="241935"/>
                  <a:pt x="59947" y="239395"/>
                </a:cubicBezTo>
                <a:lnTo>
                  <a:pt x="70107" y="174625"/>
                </a:lnTo>
                <a:cubicBezTo>
                  <a:pt x="71377" y="167005"/>
                  <a:pt x="68838" y="159385"/>
                  <a:pt x="63757" y="154305"/>
                </a:cubicBezTo>
                <a:lnTo>
                  <a:pt x="19307" y="108585"/>
                </a:lnTo>
                <a:cubicBezTo>
                  <a:pt x="18038" y="107315"/>
                  <a:pt x="18038" y="103505"/>
                  <a:pt x="20577" y="103505"/>
                </a:cubicBezTo>
                <a:lnTo>
                  <a:pt x="82807" y="94615"/>
                </a:lnTo>
                <a:cubicBezTo>
                  <a:pt x="90427" y="93345"/>
                  <a:pt x="96777" y="88265"/>
                  <a:pt x="99317" y="81915"/>
                </a:cubicBezTo>
                <a:lnTo>
                  <a:pt x="127257" y="22225"/>
                </a:lnTo>
                <a:cubicBezTo>
                  <a:pt x="129797" y="19685"/>
                  <a:pt x="132338" y="19685"/>
                  <a:pt x="133607" y="22225"/>
                </a:cubicBezTo>
                <a:close/>
              </a:path>
            </a:pathLst>
          </a:custGeom>
          <a:solidFill>
            <a:srgbClr val="56FF7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2" name="Полилиния: фигура 205">
            <a:extLst>
              <a:ext uri="{FF2B5EF4-FFF2-40B4-BE49-F238E27FC236}">
                <a16:creationId xmlns:a16="http://schemas.microsoft.com/office/drawing/2014/main" id="{8FB099F5-30D8-F97A-8EB6-D6E01442295F}"/>
              </a:ext>
            </a:extLst>
          </p:cNvPr>
          <p:cNvSpPr/>
          <p:nvPr/>
        </p:nvSpPr>
        <p:spPr bwMode="auto">
          <a:xfrm>
            <a:off x="5943267" y="4719647"/>
            <a:ext cx="502208" cy="826191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rgbClr val="56FF7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5" name="Полилиния: фигура 311">
            <a:extLst>
              <a:ext uri="{FF2B5EF4-FFF2-40B4-BE49-F238E27FC236}">
                <a16:creationId xmlns:a16="http://schemas.microsoft.com/office/drawing/2014/main" id="{FCB33FA0-B3A4-A109-8FA4-C95A4A5A33A9}"/>
              </a:ext>
            </a:extLst>
          </p:cNvPr>
          <p:cNvSpPr/>
          <p:nvPr/>
        </p:nvSpPr>
        <p:spPr bwMode="auto">
          <a:xfrm>
            <a:off x="5878738" y="2594054"/>
            <a:ext cx="657274" cy="657274"/>
          </a:xfrm>
          <a:custGeom>
            <a:avLst/>
            <a:gdLst>
              <a:gd name="connsiteX0" fmla="*/ 150974 w 242258"/>
              <a:gd name="connsiteY0" fmla="*/ 32864 h 242258"/>
              <a:gd name="connsiteX1" fmla="*/ 208124 w 242258"/>
              <a:gd name="connsiteY1" fmla="*/ 32864 h 242258"/>
              <a:gd name="connsiteX2" fmla="*/ 209395 w 242258"/>
              <a:gd name="connsiteY2" fmla="*/ 34135 h 242258"/>
              <a:gd name="connsiteX3" fmla="*/ 209395 w 242258"/>
              <a:gd name="connsiteY3" fmla="*/ 91285 h 242258"/>
              <a:gd name="connsiteX4" fmla="*/ 163674 w 242258"/>
              <a:gd name="connsiteY4" fmla="*/ 137005 h 242258"/>
              <a:gd name="connsiteX5" fmla="*/ 106524 w 242258"/>
              <a:gd name="connsiteY5" fmla="*/ 137005 h 242258"/>
              <a:gd name="connsiteX6" fmla="*/ 105255 w 242258"/>
              <a:gd name="connsiteY6" fmla="*/ 135735 h 242258"/>
              <a:gd name="connsiteX7" fmla="*/ 91284 w 242258"/>
              <a:gd name="connsiteY7" fmla="*/ 135735 h 242258"/>
              <a:gd name="connsiteX8" fmla="*/ 91284 w 242258"/>
              <a:gd name="connsiteY8" fmla="*/ 149705 h 242258"/>
              <a:gd name="connsiteX9" fmla="*/ 92555 w 242258"/>
              <a:gd name="connsiteY9" fmla="*/ 150974 h 242258"/>
              <a:gd name="connsiteX10" fmla="*/ 178914 w 242258"/>
              <a:gd name="connsiteY10" fmla="*/ 150974 h 242258"/>
              <a:gd name="connsiteX11" fmla="*/ 224634 w 242258"/>
              <a:gd name="connsiteY11" fmla="*/ 105255 h 242258"/>
              <a:gd name="connsiteX12" fmla="*/ 224634 w 242258"/>
              <a:gd name="connsiteY12" fmla="*/ 18894 h 242258"/>
              <a:gd name="connsiteX13" fmla="*/ 223364 w 242258"/>
              <a:gd name="connsiteY13" fmla="*/ 17624 h 242258"/>
              <a:gd name="connsiteX14" fmla="*/ 137005 w 242258"/>
              <a:gd name="connsiteY14" fmla="*/ 17624 h 242258"/>
              <a:gd name="connsiteX15" fmla="*/ 121764 w 242258"/>
              <a:gd name="connsiteY15" fmla="*/ 32864 h 242258"/>
              <a:gd name="connsiteX16" fmla="*/ 121764 w 242258"/>
              <a:gd name="connsiteY16" fmla="*/ 46835 h 242258"/>
              <a:gd name="connsiteX17" fmla="*/ 135734 w 242258"/>
              <a:gd name="connsiteY17" fmla="*/ 46835 h 242258"/>
              <a:gd name="connsiteX18" fmla="*/ 150974 w 242258"/>
              <a:gd name="connsiteY18" fmla="*/ 32864 h 242258"/>
              <a:gd name="connsiteX19" fmla="*/ 92555 w 242258"/>
              <a:gd name="connsiteY19" fmla="*/ 209394 h 242258"/>
              <a:gd name="connsiteX20" fmla="*/ 35405 w 242258"/>
              <a:gd name="connsiteY20" fmla="*/ 209394 h 242258"/>
              <a:gd name="connsiteX21" fmla="*/ 32864 w 242258"/>
              <a:gd name="connsiteY21" fmla="*/ 208124 h 242258"/>
              <a:gd name="connsiteX22" fmla="*/ 32864 w 242258"/>
              <a:gd name="connsiteY22" fmla="*/ 150974 h 242258"/>
              <a:gd name="connsiteX23" fmla="*/ 78584 w 242258"/>
              <a:gd name="connsiteY23" fmla="*/ 105255 h 242258"/>
              <a:gd name="connsiteX24" fmla="*/ 135734 w 242258"/>
              <a:gd name="connsiteY24" fmla="*/ 105255 h 242258"/>
              <a:gd name="connsiteX25" fmla="*/ 137005 w 242258"/>
              <a:gd name="connsiteY25" fmla="*/ 106524 h 242258"/>
              <a:gd name="connsiteX26" fmla="*/ 150974 w 242258"/>
              <a:gd name="connsiteY26" fmla="*/ 106524 h 242258"/>
              <a:gd name="connsiteX27" fmla="*/ 150974 w 242258"/>
              <a:gd name="connsiteY27" fmla="*/ 92555 h 242258"/>
              <a:gd name="connsiteX28" fmla="*/ 149705 w 242258"/>
              <a:gd name="connsiteY28" fmla="*/ 91285 h 242258"/>
              <a:gd name="connsiteX29" fmla="*/ 63345 w 242258"/>
              <a:gd name="connsiteY29" fmla="*/ 91285 h 242258"/>
              <a:gd name="connsiteX30" fmla="*/ 17624 w 242258"/>
              <a:gd name="connsiteY30" fmla="*/ 137005 h 242258"/>
              <a:gd name="connsiteX31" fmla="*/ 17624 w 242258"/>
              <a:gd name="connsiteY31" fmla="*/ 223364 h 242258"/>
              <a:gd name="connsiteX32" fmla="*/ 18895 w 242258"/>
              <a:gd name="connsiteY32" fmla="*/ 224635 h 242258"/>
              <a:gd name="connsiteX33" fmla="*/ 105255 w 242258"/>
              <a:gd name="connsiteY33" fmla="*/ 224635 h 242258"/>
              <a:gd name="connsiteX34" fmla="*/ 120495 w 242258"/>
              <a:gd name="connsiteY34" fmla="*/ 209394 h 242258"/>
              <a:gd name="connsiteX35" fmla="*/ 120495 w 242258"/>
              <a:gd name="connsiteY35" fmla="*/ 195424 h 242258"/>
              <a:gd name="connsiteX36" fmla="*/ 106524 w 242258"/>
              <a:gd name="connsiteY36" fmla="*/ 195424 h 242258"/>
              <a:gd name="connsiteX37" fmla="*/ 92555 w 242258"/>
              <a:gd name="connsiteY37" fmla="*/ 209394 h 2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42258" h="242258">
                <a:moveTo>
                  <a:pt x="150974" y="32864"/>
                </a:moveTo>
                <a:cubicBezTo>
                  <a:pt x="166214" y="16355"/>
                  <a:pt x="192884" y="16355"/>
                  <a:pt x="208124" y="32864"/>
                </a:cubicBezTo>
                <a:lnTo>
                  <a:pt x="209395" y="34135"/>
                </a:lnTo>
                <a:cubicBezTo>
                  <a:pt x="225905" y="49374"/>
                  <a:pt x="225905" y="76044"/>
                  <a:pt x="209395" y="91285"/>
                </a:cubicBezTo>
                <a:lnTo>
                  <a:pt x="163674" y="137005"/>
                </a:lnTo>
                <a:cubicBezTo>
                  <a:pt x="148434" y="153514"/>
                  <a:pt x="121764" y="153514"/>
                  <a:pt x="106524" y="137005"/>
                </a:cubicBezTo>
                <a:lnTo>
                  <a:pt x="105255" y="135735"/>
                </a:lnTo>
                <a:cubicBezTo>
                  <a:pt x="101445" y="131924"/>
                  <a:pt x="95095" y="131924"/>
                  <a:pt x="91284" y="135735"/>
                </a:cubicBezTo>
                <a:cubicBezTo>
                  <a:pt x="87474" y="139544"/>
                  <a:pt x="87474" y="145894"/>
                  <a:pt x="91284" y="149705"/>
                </a:cubicBezTo>
                <a:lnTo>
                  <a:pt x="92555" y="150974"/>
                </a:lnTo>
                <a:cubicBezTo>
                  <a:pt x="116684" y="175105"/>
                  <a:pt x="154784" y="173835"/>
                  <a:pt x="178914" y="150974"/>
                </a:cubicBezTo>
                <a:lnTo>
                  <a:pt x="224634" y="105255"/>
                </a:lnTo>
                <a:cubicBezTo>
                  <a:pt x="248764" y="81124"/>
                  <a:pt x="247495" y="43024"/>
                  <a:pt x="224634" y="18894"/>
                </a:cubicBezTo>
                <a:lnTo>
                  <a:pt x="223364" y="17624"/>
                </a:lnTo>
                <a:cubicBezTo>
                  <a:pt x="199234" y="-6506"/>
                  <a:pt x="161134" y="-5236"/>
                  <a:pt x="137005" y="17624"/>
                </a:cubicBezTo>
                <a:lnTo>
                  <a:pt x="121764" y="32864"/>
                </a:lnTo>
                <a:cubicBezTo>
                  <a:pt x="117955" y="36674"/>
                  <a:pt x="117955" y="43024"/>
                  <a:pt x="121764" y="46835"/>
                </a:cubicBezTo>
                <a:cubicBezTo>
                  <a:pt x="125574" y="50644"/>
                  <a:pt x="131924" y="50644"/>
                  <a:pt x="135734" y="46835"/>
                </a:cubicBezTo>
                <a:lnTo>
                  <a:pt x="150974" y="32864"/>
                </a:lnTo>
                <a:close/>
                <a:moveTo>
                  <a:pt x="92555" y="209394"/>
                </a:moveTo>
                <a:cubicBezTo>
                  <a:pt x="77314" y="225905"/>
                  <a:pt x="50645" y="225905"/>
                  <a:pt x="35405" y="209394"/>
                </a:cubicBezTo>
                <a:lnTo>
                  <a:pt x="32864" y="208124"/>
                </a:lnTo>
                <a:cubicBezTo>
                  <a:pt x="16355" y="192885"/>
                  <a:pt x="16355" y="166214"/>
                  <a:pt x="32864" y="150974"/>
                </a:cubicBezTo>
                <a:lnTo>
                  <a:pt x="78584" y="105255"/>
                </a:lnTo>
                <a:cubicBezTo>
                  <a:pt x="93824" y="88744"/>
                  <a:pt x="120495" y="88744"/>
                  <a:pt x="135734" y="105255"/>
                </a:cubicBezTo>
                <a:lnTo>
                  <a:pt x="137005" y="106524"/>
                </a:lnTo>
                <a:cubicBezTo>
                  <a:pt x="140814" y="110335"/>
                  <a:pt x="147164" y="110335"/>
                  <a:pt x="150974" y="106524"/>
                </a:cubicBezTo>
                <a:cubicBezTo>
                  <a:pt x="154784" y="102714"/>
                  <a:pt x="154784" y="96364"/>
                  <a:pt x="150974" y="92555"/>
                </a:cubicBezTo>
                <a:lnTo>
                  <a:pt x="149705" y="91285"/>
                </a:lnTo>
                <a:cubicBezTo>
                  <a:pt x="125574" y="67155"/>
                  <a:pt x="87474" y="68424"/>
                  <a:pt x="63345" y="91285"/>
                </a:cubicBezTo>
                <a:lnTo>
                  <a:pt x="17624" y="137005"/>
                </a:lnTo>
                <a:cubicBezTo>
                  <a:pt x="-6505" y="161135"/>
                  <a:pt x="-5236" y="199235"/>
                  <a:pt x="17624" y="223364"/>
                </a:cubicBezTo>
                <a:lnTo>
                  <a:pt x="18895" y="224635"/>
                </a:lnTo>
                <a:cubicBezTo>
                  <a:pt x="43024" y="248764"/>
                  <a:pt x="81124" y="247494"/>
                  <a:pt x="105255" y="224635"/>
                </a:cubicBezTo>
                <a:lnTo>
                  <a:pt x="120495" y="209394"/>
                </a:lnTo>
                <a:cubicBezTo>
                  <a:pt x="124305" y="205585"/>
                  <a:pt x="124305" y="199235"/>
                  <a:pt x="120495" y="195424"/>
                </a:cubicBezTo>
                <a:cubicBezTo>
                  <a:pt x="116684" y="191614"/>
                  <a:pt x="110334" y="191614"/>
                  <a:pt x="106524" y="195424"/>
                </a:cubicBezTo>
                <a:lnTo>
                  <a:pt x="92555" y="209394"/>
                </a:lnTo>
                <a:close/>
              </a:path>
            </a:pathLst>
          </a:custGeom>
          <a:solidFill>
            <a:srgbClr val="56FF7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8485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75EB7C2F-18F0-533E-DB6E-C09E9D7F9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2556926">
            <a:off x="5755337" y="-7016042"/>
            <a:ext cx="12339638" cy="12339638"/>
          </a:xfrm>
          <a:prstGeom prst="rect">
            <a:avLst/>
          </a:prstGeom>
        </p:spPr>
      </p:pic>
      <p:grpSp>
        <p:nvGrpSpPr>
          <p:cNvPr id="3" name="Группа 2"/>
          <p:cNvGrpSpPr/>
          <p:nvPr/>
        </p:nvGrpSpPr>
        <p:grpSpPr bwMode="auto">
          <a:xfrm>
            <a:off x="550863" y="2312074"/>
            <a:ext cx="4210607" cy="1706176"/>
            <a:chOff x="6565139" y="805876"/>
            <a:chExt cx="4210607" cy="1706176"/>
          </a:xfrm>
        </p:grpSpPr>
        <p:sp>
          <p:nvSpPr>
            <p:cNvPr id="4" name="Скругленный прямоугольник 3"/>
            <p:cNvSpPr/>
            <p:nvPr/>
          </p:nvSpPr>
          <p:spPr bwMode="auto">
            <a:xfrm>
              <a:off x="6565139" y="805876"/>
              <a:ext cx="4210607" cy="1706176"/>
            </a:xfrm>
            <a:prstGeom prst="roundRect">
              <a:avLst>
                <a:gd name="adj" fmla="val 12984"/>
              </a:avLst>
            </a:prstGeom>
            <a:solidFill>
              <a:schemeClr val="bg1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spcAft>
                  <a:spcPts val="599"/>
                </a:spcAft>
                <a:buSzPct val="90000"/>
                <a:defRPr/>
              </a:pPr>
              <a:endParaRPr lang="ru-RU" sz="1600">
                <a:solidFill>
                  <a:srgbClr val="FFFFFF"/>
                </a:solidFill>
                <a:latin typeface="SB Sans Display Light"/>
                <a:ea typeface="SB Sans Text Light"/>
                <a:cs typeface="SB Sans Display Light"/>
              </a:endParaRPr>
            </a:p>
          </p:txBody>
        </p:sp>
        <p:sp>
          <p:nvSpPr>
            <p:cNvPr id="5" name="object 26"/>
            <p:cNvSpPr txBox="1"/>
            <p:nvPr/>
          </p:nvSpPr>
          <p:spPr bwMode="auto">
            <a:xfrm>
              <a:off x="7452518" y="979573"/>
              <a:ext cx="3207901" cy="64633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b="1" spc="-30">
                  <a:solidFill>
                    <a:schemeClr val="bg1"/>
                  </a:solidFill>
                  <a:latin typeface="SB Sans Display Semibold"/>
                  <a:cs typeface="SB Sans Display Semibold"/>
                </a:defRPr>
              </a:lvl1pPr>
              <a:lvl2pPr marL="685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599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9pPr>
            </a:lstStyle>
            <a:p>
              <a:r>
                <a:rPr lang="ru-RU" dirty="0"/>
                <a:t>Команда демонстрирует высокую продуктивность</a:t>
              </a:r>
              <a:endParaRPr lang="en-US" dirty="0"/>
            </a:p>
          </p:txBody>
        </p:sp>
        <p:sp>
          <p:nvSpPr>
            <p:cNvPr id="6" name="TextBox 5"/>
            <p:cNvSpPr txBox="1"/>
            <p:nvPr/>
          </p:nvSpPr>
          <p:spPr bwMode="auto">
            <a:xfrm>
              <a:off x="6743610" y="944560"/>
              <a:ext cx="1140817" cy="76944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sz="1600" spc="-30">
                  <a:solidFill>
                    <a:schemeClr val="bg1"/>
                  </a:solidFill>
                  <a:latin typeface="SB Sans Text"/>
                  <a:cs typeface="SB Sans Text"/>
                </a:defRPr>
              </a:lvl1pPr>
              <a:lvl2pPr marL="685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sz="4400" b="1" dirty="0">
                  <a:solidFill>
                    <a:srgbClr val="56FF71"/>
                  </a:solidFill>
                  <a:latin typeface="SB Sans Display Semibold"/>
                  <a:cs typeface="SB Sans Display Semibold"/>
                </a:rPr>
                <a:t>01</a:t>
              </a:r>
              <a:endParaRPr sz="4400" b="1" dirty="0">
                <a:solidFill>
                  <a:srgbClr val="56FF71"/>
                </a:solidFill>
                <a:latin typeface="SB Sans Display Semibold"/>
                <a:cs typeface="SB Sans Display Semibold"/>
              </a:endParaRPr>
            </a:p>
          </p:txBody>
        </p:sp>
      </p:grpSp>
      <p:sp>
        <p:nvSpPr>
          <p:cNvPr id="8" name="TextBox 7"/>
          <p:cNvSpPr txBox="1"/>
          <p:nvPr/>
        </p:nvSpPr>
        <p:spPr bwMode="auto">
          <a:xfrm>
            <a:off x="704620" y="3132102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5106387" y="2312074"/>
            <a:ext cx="4210607" cy="1706176"/>
            <a:chOff x="6565139" y="805876"/>
            <a:chExt cx="4210607" cy="1706176"/>
          </a:xfrm>
        </p:grpSpPr>
        <p:sp>
          <p:nvSpPr>
            <p:cNvPr id="10" name="Скругленный прямоугольник 9"/>
            <p:cNvSpPr/>
            <p:nvPr/>
          </p:nvSpPr>
          <p:spPr bwMode="auto">
            <a:xfrm>
              <a:off x="6565139" y="805876"/>
              <a:ext cx="4210607" cy="1706176"/>
            </a:xfrm>
            <a:prstGeom prst="roundRect">
              <a:avLst>
                <a:gd name="adj" fmla="val 12984"/>
              </a:avLst>
            </a:prstGeom>
            <a:solidFill>
              <a:schemeClr val="bg1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spcAft>
                  <a:spcPts val="599"/>
                </a:spcAft>
                <a:buSzPct val="90000"/>
                <a:defRPr/>
              </a:pPr>
              <a:endParaRPr lang="ru-RU" sz="1600">
                <a:solidFill>
                  <a:srgbClr val="FFFFFF"/>
                </a:solidFill>
                <a:latin typeface="SB Sans Display Light"/>
                <a:ea typeface="SB Sans Text Light"/>
                <a:cs typeface="SB Sans Display Light"/>
              </a:endParaRPr>
            </a:p>
          </p:txBody>
        </p:sp>
        <p:sp>
          <p:nvSpPr>
            <p:cNvPr id="11" name="object 26"/>
            <p:cNvSpPr txBox="1"/>
            <p:nvPr/>
          </p:nvSpPr>
          <p:spPr bwMode="auto">
            <a:xfrm>
              <a:off x="7518422" y="979573"/>
              <a:ext cx="3207901" cy="64633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b="1" spc="-30">
                  <a:solidFill>
                    <a:schemeClr val="bg1"/>
                  </a:solidFill>
                  <a:latin typeface="SB Sans Display Semibold"/>
                  <a:cs typeface="SB Sans Display Semibold"/>
                </a:defRPr>
              </a:lvl1pPr>
              <a:lvl2pPr marL="685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599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9pPr>
            </a:lstStyle>
            <a:p>
              <a:r>
                <a:rPr lang="ru-RU" dirty="0"/>
                <a:t>Команда демонстрирует высокую продуктивность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 bwMode="auto">
            <a:xfrm>
              <a:off x="6743610" y="944560"/>
              <a:ext cx="1140817" cy="76944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sz="1600" spc="-30">
                  <a:solidFill>
                    <a:schemeClr val="bg1"/>
                  </a:solidFill>
                  <a:latin typeface="SB Sans Text"/>
                  <a:cs typeface="SB Sans Text"/>
                </a:defRPr>
              </a:lvl1pPr>
              <a:lvl2pPr marL="685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sz="4400" b="1" dirty="0">
                  <a:solidFill>
                    <a:srgbClr val="56FF71"/>
                  </a:solidFill>
                  <a:latin typeface="SB Sans Display Semibold"/>
                  <a:cs typeface="SB Sans Display Semibold"/>
                </a:rPr>
                <a:t>02</a:t>
              </a:r>
              <a:endParaRPr sz="4400" b="1" dirty="0">
                <a:solidFill>
                  <a:srgbClr val="56FF71"/>
                </a:solidFill>
                <a:latin typeface="SB Sans Display Semibold"/>
                <a:cs typeface="SB Sans Display Semibold"/>
              </a:endParaRPr>
            </a:p>
          </p:txBody>
        </p:sp>
      </p:grpSp>
      <p:sp>
        <p:nvSpPr>
          <p:cNvPr id="13" name="TextBox 12"/>
          <p:cNvSpPr txBox="1"/>
          <p:nvPr/>
        </p:nvSpPr>
        <p:spPr bwMode="auto">
          <a:xfrm>
            <a:off x="5260144" y="3132102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550863" y="4297393"/>
            <a:ext cx="4210607" cy="1937530"/>
            <a:chOff x="6565139" y="805876"/>
            <a:chExt cx="4210607" cy="1937530"/>
          </a:xfrm>
        </p:grpSpPr>
        <p:sp>
          <p:nvSpPr>
            <p:cNvPr id="15" name="Скругленный прямоугольник 14"/>
            <p:cNvSpPr/>
            <p:nvPr/>
          </p:nvSpPr>
          <p:spPr bwMode="auto">
            <a:xfrm>
              <a:off x="6565139" y="805876"/>
              <a:ext cx="4210607" cy="1937530"/>
            </a:xfrm>
            <a:prstGeom prst="roundRect">
              <a:avLst>
                <a:gd name="adj" fmla="val 12984"/>
              </a:avLst>
            </a:prstGeom>
            <a:solidFill>
              <a:schemeClr val="bg1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spcAft>
                  <a:spcPts val="599"/>
                </a:spcAft>
                <a:buSzPct val="90000"/>
                <a:defRPr/>
              </a:pPr>
              <a:endParaRPr lang="ru-RU" sz="1600">
                <a:solidFill>
                  <a:srgbClr val="FFFFFF"/>
                </a:solidFill>
                <a:latin typeface="SB Sans Display Light"/>
                <a:ea typeface="SB Sans Text Light"/>
                <a:cs typeface="SB Sans Display Light"/>
              </a:endParaRPr>
            </a:p>
          </p:txBody>
        </p:sp>
        <p:sp>
          <p:nvSpPr>
            <p:cNvPr id="16" name="object 26"/>
            <p:cNvSpPr txBox="1"/>
            <p:nvPr/>
          </p:nvSpPr>
          <p:spPr bwMode="auto">
            <a:xfrm>
              <a:off x="7493708" y="979573"/>
              <a:ext cx="3207901" cy="64633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b="1" spc="-30">
                  <a:solidFill>
                    <a:schemeClr val="bg1"/>
                  </a:solidFill>
                  <a:latin typeface="SB Sans Display Semibold"/>
                  <a:cs typeface="SB Sans Display Semibold"/>
                </a:defRPr>
              </a:lvl1pPr>
              <a:lvl2pPr marL="685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599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9pPr>
            </a:lstStyle>
            <a:p>
              <a:r>
                <a:rPr lang="ru-RU" dirty="0"/>
                <a:t>Команда демонстрирует высокую продуктивность</a:t>
              </a:r>
              <a:endParaRPr lang="en-US" dirty="0"/>
            </a:p>
          </p:txBody>
        </p:sp>
        <p:sp>
          <p:nvSpPr>
            <p:cNvPr id="17" name="TextBox 16"/>
            <p:cNvSpPr txBox="1"/>
            <p:nvPr/>
          </p:nvSpPr>
          <p:spPr bwMode="auto">
            <a:xfrm>
              <a:off x="6743610" y="944560"/>
              <a:ext cx="1140817" cy="76944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sz="1600" spc="-30">
                  <a:solidFill>
                    <a:schemeClr val="bg1"/>
                  </a:solidFill>
                  <a:latin typeface="SB Sans Text"/>
                  <a:cs typeface="SB Sans Text"/>
                </a:defRPr>
              </a:lvl1pPr>
              <a:lvl2pPr marL="685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sz="4400" b="1" dirty="0">
                  <a:solidFill>
                    <a:srgbClr val="56FF71"/>
                  </a:solidFill>
                  <a:latin typeface="SB Sans Display Semibold"/>
                  <a:cs typeface="SB Sans Display Semibold"/>
                </a:rPr>
                <a:t>03</a:t>
              </a:r>
              <a:endParaRPr sz="4400" b="1" dirty="0">
                <a:solidFill>
                  <a:srgbClr val="56FF71"/>
                </a:solidFill>
                <a:latin typeface="SB Sans Display Semibold"/>
                <a:cs typeface="SB Sans Display Semibold"/>
              </a:endParaRPr>
            </a:p>
          </p:txBody>
        </p:sp>
      </p:grpSp>
      <p:sp>
        <p:nvSpPr>
          <p:cNvPr id="18" name="TextBox 17"/>
          <p:cNvSpPr txBox="1"/>
          <p:nvPr/>
        </p:nvSpPr>
        <p:spPr bwMode="auto">
          <a:xfrm>
            <a:off x="704620" y="5117421"/>
            <a:ext cx="39827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grpSp>
        <p:nvGrpSpPr>
          <p:cNvPr id="19" name="Группа 18"/>
          <p:cNvGrpSpPr/>
          <p:nvPr/>
        </p:nvGrpSpPr>
        <p:grpSpPr bwMode="auto">
          <a:xfrm>
            <a:off x="5106387" y="4297393"/>
            <a:ext cx="4210607" cy="1937530"/>
            <a:chOff x="6565139" y="805876"/>
            <a:chExt cx="4210607" cy="1937530"/>
          </a:xfrm>
        </p:grpSpPr>
        <p:sp>
          <p:nvSpPr>
            <p:cNvPr id="20" name="Скругленный прямоугольник 19"/>
            <p:cNvSpPr/>
            <p:nvPr/>
          </p:nvSpPr>
          <p:spPr bwMode="auto">
            <a:xfrm>
              <a:off x="6565139" y="805876"/>
              <a:ext cx="4210607" cy="1937530"/>
            </a:xfrm>
            <a:prstGeom prst="roundRect">
              <a:avLst>
                <a:gd name="adj" fmla="val 12984"/>
              </a:avLst>
            </a:prstGeom>
            <a:solidFill>
              <a:schemeClr val="bg1">
                <a:alpha val="1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>
                <a:spcAft>
                  <a:spcPts val="599"/>
                </a:spcAft>
                <a:buSzPct val="90000"/>
                <a:defRPr/>
              </a:pPr>
              <a:endParaRPr lang="ru-RU" sz="1600">
                <a:solidFill>
                  <a:srgbClr val="FFFFFF"/>
                </a:solidFill>
                <a:latin typeface="SB Sans Display Light"/>
                <a:ea typeface="SB Sans Text Light"/>
                <a:cs typeface="SB Sans Display Light"/>
              </a:endParaRPr>
            </a:p>
          </p:txBody>
        </p:sp>
        <p:sp>
          <p:nvSpPr>
            <p:cNvPr id="21" name="object 26"/>
            <p:cNvSpPr txBox="1"/>
            <p:nvPr/>
          </p:nvSpPr>
          <p:spPr bwMode="auto">
            <a:xfrm>
              <a:off x="7518422" y="979573"/>
              <a:ext cx="3207901" cy="64633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b="1" spc="-30">
                  <a:solidFill>
                    <a:schemeClr val="bg1"/>
                  </a:solidFill>
                  <a:latin typeface="SB Sans Display Semibold"/>
                  <a:cs typeface="SB Sans Display Semibold"/>
                </a:defRPr>
              </a:lvl1pPr>
              <a:lvl2pPr marL="685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599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499"/>
                </a:spcBef>
                <a:buFont typeface="Arial"/>
                <a:buChar char="•"/>
              </a:lvl9pPr>
            </a:lstStyle>
            <a:p>
              <a:r>
                <a:rPr lang="ru-RU" dirty="0"/>
                <a:t>Команда демонстрирует высокую продуктивность</a:t>
              </a:r>
              <a:endParaRPr lang="en-US" dirty="0"/>
            </a:p>
          </p:txBody>
        </p:sp>
        <p:sp>
          <p:nvSpPr>
            <p:cNvPr id="22" name="TextBox 21"/>
            <p:cNvSpPr txBox="1"/>
            <p:nvPr/>
          </p:nvSpPr>
          <p:spPr bwMode="auto">
            <a:xfrm>
              <a:off x="6743610" y="944560"/>
              <a:ext cx="1140817" cy="769441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en-US"/>
              </a:defPPr>
              <a:lvl1pPr>
                <a:defRPr sz="1600" spc="-30">
                  <a:solidFill>
                    <a:schemeClr val="bg1"/>
                  </a:solidFill>
                  <a:latin typeface="SB Sans Text"/>
                  <a:cs typeface="SB Sans Text"/>
                </a:defRPr>
              </a:lvl1pPr>
              <a:lvl2pPr marL="685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 defTabSz="9144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sz="4400" b="1" dirty="0">
                  <a:solidFill>
                    <a:srgbClr val="56FF71"/>
                  </a:solidFill>
                  <a:latin typeface="SB Sans Display Semibold"/>
                  <a:cs typeface="SB Sans Display Semibold"/>
                </a:rPr>
                <a:t>04</a:t>
              </a:r>
              <a:endParaRPr sz="4400" b="1" dirty="0">
                <a:solidFill>
                  <a:srgbClr val="56FF71"/>
                </a:solidFill>
                <a:latin typeface="SB Sans Display Semibold"/>
                <a:cs typeface="SB Sans Display Semibold"/>
              </a:endParaRPr>
            </a:p>
          </p:txBody>
        </p:sp>
      </p:grpSp>
      <p:sp>
        <p:nvSpPr>
          <p:cNvPr id="23" name="TextBox 22"/>
          <p:cNvSpPr txBox="1"/>
          <p:nvPr/>
        </p:nvSpPr>
        <p:spPr bwMode="auto">
          <a:xfrm>
            <a:off x="5260144" y="5117421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128F8F-B3A3-B569-4C30-E6B72C3E5CD7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текстом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4F4705-0FF5-F1A7-9BDC-3B8C77D71F91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B5EFA52C-5638-30FF-CADE-0F3EBE890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693968">
            <a:off x="8796943" y="4897030"/>
            <a:ext cx="2948978" cy="2948978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54F2AC2E-90B7-1B01-3BBF-A7FEBF165E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872794">
            <a:off x="11106928" y="5166778"/>
            <a:ext cx="532436" cy="555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0602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 bwMode="auto">
          <a:xfrm>
            <a:off x="425802" y="792340"/>
            <a:ext cx="631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данными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0A7E10-47E4-B9A0-6B7C-B469044B5A37}"/>
              </a:ext>
            </a:extLst>
          </p:cNvPr>
          <p:cNvSpPr txBox="1">
            <a:spLocks/>
          </p:cNvSpPr>
          <p:nvPr/>
        </p:nvSpPr>
        <p:spPr>
          <a:xfrm>
            <a:off x="1099017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sp>
        <p:nvSpPr>
          <p:cNvPr id="7" name="object 11">
            <a:extLst>
              <a:ext uri="{FF2B5EF4-FFF2-40B4-BE49-F238E27FC236}">
                <a16:creationId xmlns:a16="http://schemas.microsoft.com/office/drawing/2014/main" id="{4B338171-32D6-16F4-6F3C-69DC3C621A66}"/>
              </a:ext>
            </a:extLst>
          </p:cNvPr>
          <p:cNvSpPr txBox="1"/>
          <p:nvPr/>
        </p:nvSpPr>
        <p:spPr>
          <a:xfrm>
            <a:off x="1079780" y="2793325"/>
            <a:ext cx="2299122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en-US"/>
            </a:defPPr>
            <a:lvl1pPr marL="12700" defTabSz="457200">
              <a:spcBef>
                <a:spcPts val="100"/>
              </a:spcBef>
              <a:defRPr sz="48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8000" dirty="0"/>
              <a:t>70%</a:t>
            </a:r>
          </a:p>
        </p:txBody>
      </p:sp>
      <p:sp>
        <p:nvSpPr>
          <p:cNvPr id="8" name="object 11">
            <a:extLst>
              <a:ext uri="{FF2B5EF4-FFF2-40B4-BE49-F238E27FC236}">
                <a16:creationId xmlns:a16="http://schemas.microsoft.com/office/drawing/2014/main" id="{D4751A36-0A4F-B7DC-EE50-ADB36E90140D}"/>
              </a:ext>
            </a:extLst>
          </p:cNvPr>
          <p:cNvSpPr txBox="1"/>
          <p:nvPr/>
        </p:nvSpPr>
        <p:spPr>
          <a:xfrm>
            <a:off x="4737380" y="2793325"/>
            <a:ext cx="2589791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en-US" dirty="0"/>
              <a:t>55</a:t>
            </a:r>
            <a:r>
              <a:rPr lang="ru-RU" dirty="0"/>
              <a:t>%</a:t>
            </a: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B6EC8011-6ED4-AAF4-047C-45DF46C63F32}"/>
              </a:ext>
            </a:extLst>
          </p:cNvPr>
          <p:cNvSpPr txBox="1"/>
          <p:nvPr/>
        </p:nvSpPr>
        <p:spPr>
          <a:xfrm>
            <a:off x="8394981" y="2793325"/>
            <a:ext cx="2274898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en-US" dirty="0"/>
              <a:t>21</a:t>
            </a:r>
            <a:r>
              <a:rPr lang="ru-RU" dirty="0"/>
              <a:t>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553F64-6B88-2A3C-2DB5-7A0F41CC65A8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6A640A7-7286-22ED-DA85-BBCC6278741F}"/>
              </a:ext>
            </a:extLst>
          </p:cNvPr>
          <p:cNvSpPr txBox="1">
            <a:spLocks/>
          </p:cNvSpPr>
          <p:nvPr/>
        </p:nvSpPr>
        <p:spPr>
          <a:xfrm>
            <a:off x="482833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E7466B1-F5A0-DA47-3782-114736DBAD30}"/>
              </a:ext>
            </a:extLst>
          </p:cNvPr>
          <p:cNvSpPr txBox="1">
            <a:spLocks/>
          </p:cNvSpPr>
          <p:nvPr/>
        </p:nvSpPr>
        <p:spPr>
          <a:xfrm>
            <a:off x="846800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Описание значимого показателя </a:t>
            </a:r>
            <a:br>
              <a:rPr lang="ru-RU" dirty="0"/>
            </a:br>
            <a:r>
              <a:rPr lang="ru-RU" dirty="0"/>
              <a:t>для компании например доход</a:t>
            </a:r>
            <a:r>
              <a:rPr lang="en-US" dirty="0"/>
              <a:t>,</a:t>
            </a:r>
            <a:r>
              <a:rPr lang="ru-RU" dirty="0"/>
              <a:t> процент сотрудников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331D75E-0497-05F4-BA25-3CE67A395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802333">
            <a:off x="-6251144" y="2259840"/>
            <a:ext cx="12339638" cy="1233963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33CD779-B3BD-2325-5625-6200CA855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2556926">
            <a:off x="5755337" y="-7016042"/>
            <a:ext cx="12339638" cy="1233963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0E4C337-967F-5854-EA6E-65730E44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759825">
            <a:off x="9768825" y="366521"/>
            <a:ext cx="602396" cy="62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46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1E62FF6-4FB5-D9A9-B149-9E4A4BF6273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48594D-D3F6-78BA-D485-2851EC196F7A}"/>
              </a:ext>
            </a:extLst>
          </p:cNvPr>
          <p:cNvSpPr txBox="1"/>
          <p:nvPr/>
        </p:nvSpPr>
        <p:spPr bwMode="auto">
          <a:xfrm>
            <a:off x="425802" y="792340"/>
            <a:ext cx="63178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данными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B50D0FB1-C044-9B65-3002-4D699772741F}"/>
              </a:ext>
            </a:extLst>
          </p:cNvPr>
          <p:cNvGrpSpPr/>
          <p:nvPr/>
        </p:nvGrpSpPr>
        <p:grpSpPr>
          <a:xfrm>
            <a:off x="8636323" y="2793325"/>
            <a:ext cx="3035019" cy="1898774"/>
            <a:chOff x="1079780" y="2793325"/>
            <a:chExt cx="3035019" cy="1898774"/>
          </a:xfrm>
        </p:grpSpPr>
        <p:sp>
          <p:nvSpPr>
            <p:cNvPr id="4" name="Text Placeholder 3">
              <a:extLst>
                <a:ext uri="{FF2B5EF4-FFF2-40B4-BE49-F238E27FC236}">
                  <a16:creationId xmlns:a16="http://schemas.microsoft.com/office/drawing/2014/main" id="{60E03FAD-3935-A5A2-396E-6300B90FCC86}"/>
                </a:ext>
              </a:extLst>
            </p:cNvPr>
            <p:cNvSpPr txBox="1">
              <a:spLocks/>
            </p:cNvSpPr>
            <p:nvPr/>
          </p:nvSpPr>
          <p:spPr>
            <a:xfrm>
              <a:off x="1099017" y="3953435"/>
              <a:ext cx="3015782" cy="738664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chemeClr val="bg1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>
                  <a:latin typeface="SB Sans Display Regular" panose="020B050304050402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>
                  <a:latin typeface="SB Sans Display Regular" panose="020B050304050402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ru-RU" dirty="0"/>
                <a:t>Описание значимого показателя </a:t>
              </a:r>
              <a:br>
                <a:rPr lang="ru-RU" dirty="0"/>
              </a:br>
              <a:r>
                <a:rPr lang="ru-RU" dirty="0"/>
                <a:t>для компании например доход</a:t>
              </a:r>
              <a:r>
                <a:rPr lang="en-US" dirty="0"/>
                <a:t>,</a:t>
              </a:r>
              <a:r>
                <a:rPr lang="ru-RU" dirty="0"/>
                <a:t> процент сотрудников</a:t>
              </a:r>
            </a:p>
          </p:txBody>
        </p:sp>
        <p:sp>
          <p:nvSpPr>
            <p:cNvPr id="7" name="object 11">
              <a:extLst>
                <a:ext uri="{FF2B5EF4-FFF2-40B4-BE49-F238E27FC236}">
                  <a16:creationId xmlns:a16="http://schemas.microsoft.com/office/drawing/2014/main" id="{E481CB31-588A-7817-5606-B7DA8D608783}"/>
                </a:ext>
              </a:extLst>
            </p:cNvPr>
            <p:cNvSpPr txBox="1"/>
            <p:nvPr/>
          </p:nvSpPr>
          <p:spPr>
            <a:xfrm>
              <a:off x="1079780" y="2793325"/>
              <a:ext cx="2299122" cy="1280282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 defTabSz="457200">
                <a:spcBef>
                  <a:spcPts val="100"/>
                </a:spcBef>
                <a:defRPr sz="8000" b="1" spc="-16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defRPr>
              </a:lvl1pPr>
              <a:lvl2pPr defTabSz="457200"/>
              <a:lvl3pPr defTabSz="457200"/>
              <a:lvl4pPr defTabSz="457200"/>
              <a:lvl5pPr defTabSz="457200"/>
              <a:lvl6pPr defTabSz="457200"/>
              <a:lvl7pPr defTabSz="457200"/>
              <a:lvl8pPr defTabSz="457200"/>
              <a:lvl9pPr defTabSz="457200"/>
            </a:lstStyle>
            <a:p>
              <a:r>
                <a:rPr lang="ru-RU" dirty="0">
                  <a:solidFill>
                    <a:srgbClr val="56FF71"/>
                  </a:solidFill>
                </a:rPr>
                <a:t>99%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B48F43F-D867-5D4F-F2BA-0577EF905BD1}"/>
              </a:ext>
            </a:extLst>
          </p:cNvPr>
          <p:cNvSpPr txBox="1"/>
          <p:nvPr/>
        </p:nvSpPr>
        <p:spPr bwMode="auto">
          <a:xfrm>
            <a:off x="453795" y="1438670"/>
            <a:ext cx="5542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Отрицательные значения/негативные данные</a:t>
            </a: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BB895520-F7C5-DD96-7675-65D7E516EB00}"/>
              </a:ext>
            </a:extLst>
          </p:cNvPr>
          <p:cNvGrpSpPr/>
          <p:nvPr/>
        </p:nvGrpSpPr>
        <p:grpSpPr>
          <a:xfrm>
            <a:off x="4579143" y="2793325"/>
            <a:ext cx="3106737" cy="1898774"/>
            <a:chOff x="4737380" y="2793325"/>
            <a:chExt cx="3106737" cy="1898774"/>
          </a:xfrm>
        </p:grpSpPr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4B8C7F87-E8C0-76BF-02FE-EA7EFCFADA44}"/>
                </a:ext>
              </a:extLst>
            </p:cNvPr>
            <p:cNvSpPr txBox="1"/>
            <p:nvPr/>
          </p:nvSpPr>
          <p:spPr>
            <a:xfrm>
              <a:off x="4737380" y="2793325"/>
              <a:ext cx="2589791" cy="1280282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 defTabSz="457200">
                <a:spcBef>
                  <a:spcPts val="100"/>
                </a:spcBef>
                <a:defRPr sz="8000" b="1" spc="-16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defRPr>
              </a:lvl1pPr>
              <a:lvl2pPr defTabSz="457200"/>
              <a:lvl3pPr defTabSz="457200"/>
              <a:lvl4pPr defTabSz="457200"/>
              <a:lvl5pPr defTabSz="457200"/>
              <a:lvl6pPr defTabSz="457200"/>
              <a:lvl7pPr defTabSz="457200"/>
              <a:lvl8pPr defTabSz="457200"/>
              <a:lvl9pPr defTabSz="457200"/>
            </a:lstStyle>
            <a:p>
              <a:r>
                <a:rPr lang="en-US" dirty="0">
                  <a:solidFill>
                    <a:srgbClr val="62ECFF"/>
                  </a:solidFill>
                </a:rPr>
                <a:t>5</a:t>
              </a:r>
              <a:r>
                <a:rPr lang="ru-RU" dirty="0">
                  <a:solidFill>
                    <a:srgbClr val="62ECFF"/>
                  </a:solidFill>
                </a:rPr>
                <a:t>0%</a:t>
              </a:r>
            </a:p>
          </p:txBody>
        </p:sp>
        <p:sp>
          <p:nvSpPr>
            <p:cNvPr id="12" name="Text Placeholder 3">
              <a:extLst>
                <a:ext uri="{FF2B5EF4-FFF2-40B4-BE49-F238E27FC236}">
                  <a16:creationId xmlns:a16="http://schemas.microsoft.com/office/drawing/2014/main" id="{0C67023B-C310-E7FD-5D9F-92B78B014714}"/>
                </a:ext>
              </a:extLst>
            </p:cNvPr>
            <p:cNvSpPr txBox="1">
              <a:spLocks/>
            </p:cNvSpPr>
            <p:nvPr/>
          </p:nvSpPr>
          <p:spPr>
            <a:xfrm>
              <a:off x="4828335" y="3953435"/>
              <a:ext cx="3015782" cy="738664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chemeClr val="bg1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>
                  <a:latin typeface="SB Sans Display Regular" panose="020B050304050402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>
                  <a:latin typeface="SB Sans Display Regular" panose="020B050304050402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ru-RU" dirty="0"/>
                <a:t>Описание значимого показателя </a:t>
              </a:r>
              <a:br>
                <a:rPr lang="ru-RU" dirty="0"/>
              </a:br>
              <a:r>
                <a:rPr lang="ru-RU" dirty="0"/>
                <a:t>для компании например доход</a:t>
              </a:r>
              <a:r>
                <a:rPr lang="en-US" dirty="0"/>
                <a:t>,</a:t>
              </a:r>
              <a:r>
                <a:rPr lang="ru-RU" dirty="0"/>
                <a:t> процент сотрудников</a:t>
              </a:r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C71F1532-5615-BCFB-D6BE-DD84F5B34ECF}"/>
              </a:ext>
            </a:extLst>
          </p:cNvPr>
          <p:cNvGrpSpPr/>
          <p:nvPr/>
        </p:nvGrpSpPr>
        <p:grpSpPr>
          <a:xfrm>
            <a:off x="520658" y="2793325"/>
            <a:ext cx="3088806" cy="1898774"/>
            <a:chOff x="8394981" y="2793325"/>
            <a:chExt cx="3088806" cy="1898774"/>
          </a:xfrm>
        </p:grpSpPr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3AFBC4F2-18BC-991D-46D0-EB59EECE0B99}"/>
                </a:ext>
              </a:extLst>
            </p:cNvPr>
            <p:cNvSpPr txBox="1"/>
            <p:nvPr/>
          </p:nvSpPr>
          <p:spPr>
            <a:xfrm>
              <a:off x="8394981" y="2793325"/>
              <a:ext cx="2274898" cy="1280282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 defTabSz="457200">
                <a:spcBef>
                  <a:spcPts val="100"/>
                </a:spcBef>
                <a:defRPr sz="8000" b="1" spc="-160">
                  <a:solidFill>
                    <a:srgbClr val="FF3366"/>
                  </a:solidFill>
                  <a:latin typeface="SB Sans Display Semibold"/>
                  <a:cs typeface="SB Sans Display Semibold"/>
                </a:defRPr>
              </a:lvl1pPr>
              <a:lvl2pPr defTabSz="457200"/>
              <a:lvl3pPr defTabSz="457200"/>
              <a:lvl4pPr defTabSz="457200"/>
              <a:lvl5pPr defTabSz="457200"/>
              <a:lvl6pPr defTabSz="457200"/>
              <a:lvl7pPr defTabSz="457200"/>
              <a:lvl8pPr defTabSz="457200"/>
              <a:lvl9pPr defTabSz="457200"/>
            </a:lstStyle>
            <a:p>
              <a:r>
                <a:rPr lang="ru-RU" dirty="0">
                  <a:solidFill>
                    <a:srgbClr val="FF3256"/>
                  </a:solidFill>
                </a:rPr>
                <a:t>10%</a:t>
              </a:r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FAE35020-A947-5F5C-22D0-A8808A5AF28C}"/>
                </a:ext>
              </a:extLst>
            </p:cNvPr>
            <p:cNvSpPr txBox="1">
              <a:spLocks/>
            </p:cNvSpPr>
            <p:nvPr/>
          </p:nvSpPr>
          <p:spPr>
            <a:xfrm>
              <a:off x="8468005" y="3953435"/>
              <a:ext cx="3015782" cy="738664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chemeClr val="bg1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b="0" i="0">
                  <a:latin typeface="SB Sans Display Regular" panose="020B050304050402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b="0" i="0">
                  <a:latin typeface="SB Sans Display Regular" panose="020B050304050402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b="0" i="0">
                  <a:latin typeface="SB Sans Display Regular" panose="020B0503040504020204" pitchFamily="34" charset="0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ru-RU" dirty="0"/>
                <a:t>Описание значимого показателя </a:t>
              </a:r>
              <a:br>
                <a:rPr lang="ru-RU" dirty="0"/>
              </a:br>
              <a:r>
                <a:rPr lang="ru-RU" dirty="0"/>
                <a:t>для компании например доход</a:t>
              </a:r>
              <a:r>
                <a:rPr lang="en-US" dirty="0"/>
                <a:t>,</a:t>
              </a:r>
              <a:r>
                <a:rPr lang="ru-RU" dirty="0"/>
                <a:t> процент сотрудников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9576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043E9EF-B7EE-A28A-B8C5-3A32DFFEAB8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14EF4D91-D059-46E2-6A79-9EF9E2ED8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8519025">
            <a:off x="7428986" y="2572082"/>
            <a:ext cx="6582134" cy="6582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F22289-86DE-93F6-7C61-48319A596A63}"/>
              </a:ext>
            </a:extLst>
          </p:cNvPr>
          <p:cNvSpPr txBox="1"/>
          <p:nvPr/>
        </p:nvSpPr>
        <p:spPr bwMode="auto">
          <a:xfrm>
            <a:off x="424221" y="2190027"/>
            <a:ext cx="47591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</a:t>
            </a:r>
            <a:br>
              <a:rPr lang="ru-RU" dirty="0"/>
            </a:br>
            <a:r>
              <a:rPr lang="ru-RU" dirty="0"/>
              <a:t>слайда с данными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0946A28F-6464-3232-F27F-2035E7796A62}"/>
              </a:ext>
            </a:extLst>
          </p:cNvPr>
          <p:cNvSpPr/>
          <p:nvPr/>
        </p:nvSpPr>
        <p:spPr bwMode="auto">
          <a:xfrm>
            <a:off x="6503550" y="2637523"/>
            <a:ext cx="5033565" cy="3486485"/>
          </a:xfrm>
          <a:prstGeom prst="roundRect">
            <a:avLst>
              <a:gd name="adj" fmla="val 8850"/>
            </a:avLst>
          </a:prstGeom>
          <a:gradFill>
            <a:gsLst>
              <a:gs pos="0">
                <a:srgbClr val="A0E720">
                  <a:alpha val="9720"/>
                </a:srgbClr>
              </a:gs>
              <a:gs pos="30000">
                <a:srgbClr val="4BE87B">
                  <a:alpha val="16096"/>
                </a:srgbClr>
              </a:gs>
              <a:gs pos="60000">
                <a:srgbClr val="42E3B4">
                  <a:alpha val="27718"/>
                </a:srgbClr>
              </a:gs>
              <a:gs pos="100000">
                <a:srgbClr val="7AC0FF">
                  <a:alpha val="31159"/>
                </a:srgbClr>
              </a:gs>
            </a:gsLst>
            <a:path path="circle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spcAft>
                <a:spcPts val="599"/>
              </a:spcAft>
              <a:buSzPct val="90000"/>
              <a:defRPr/>
            </a:pPr>
            <a:endParaRPr lang="ru-RU" sz="1600">
              <a:solidFill>
                <a:srgbClr val="FFFFFF"/>
              </a:solidFill>
              <a:latin typeface="SB Sans Display Light"/>
              <a:ea typeface="SB Sans Text Light"/>
              <a:cs typeface="SB Sans Display Light"/>
            </a:endParaRP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156EBF99-F9DB-BA12-D8E9-E07154C09BE6}"/>
              </a:ext>
            </a:extLst>
          </p:cNvPr>
          <p:cNvGrpSpPr/>
          <p:nvPr/>
        </p:nvGrpSpPr>
        <p:grpSpPr>
          <a:xfrm>
            <a:off x="4295775" y="850392"/>
            <a:ext cx="1115182" cy="1262346"/>
            <a:chOff x="4860676" y="1022380"/>
            <a:chExt cx="1115182" cy="1262346"/>
          </a:xfrm>
        </p:grpSpPr>
        <p:sp>
          <p:nvSpPr>
            <p:cNvPr id="5" name="Text Placeholder 3">
              <a:extLst>
                <a:ext uri="{FF2B5EF4-FFF2-40B4-BE49-F238E27FC236}">
                  <a16:creationId xmlns:a16="http://schemas.microsoft.com/office/drawing/2014/main" id="{BE1FC92E-2AD6-97FB-6DE6-A4F377E5E71B}"/>
                </a:ext>
              </a:extLst>
            </p:cNvPr>
            <p:cNvSpPr txBox="1"/>
            <p:nvPr/>
          </p:nvSpPr>
          <p:spPr bwMode="auto">
            <a:xfrm>
              <a:off x="4896714" y="1022380"/>
              <a:ext cx="562014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CSAT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6" name="object 11">
              <a:extLst>
                <a:ext uri="{FF2B5EF4-FFF2-40B4-BE49-F238E27FC236}">
                  <a16:creationId xmlns:a16="http://schemas.microsoft.com/office/drawing/2014/main" id="{70254D0B-3AC1-2DC3-F5F6-E54FA86AF753}"/>
                </a:ext>
              </a:extLst>
            </p:cNvPr>
            <p:cNvSpPr txBox="1"/>
            <p:nvPr/>
          </p:nvSpPr>
          <p:spPr bwMode="auto">
            <a:xfrm>
              <a:off x="4860676" y="1496887"/>
              <a:ext cx="11151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>
                <a:spcBef>
                  <a:spcPts val="100"/>
                </a:spcBef>
                <a:defRPr sz="8000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Light"/>
                  <a:cs typeface="SB Sans Display Light"/>
                </a:defRPr>
              </a:lvl1pPr>
            </a:lstStyle>
            <a:p>
              <a:pPr>
                <a:defRPr/>
              </a:pP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r>
                <a:rPr lang="en-US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,</a:t>
              </a: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endParaRPr dirty="0"/>
            </a:p>
          </p:txBody>
        </p:sp>
      </p:grp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3403D212-847E-7DDA-0B1F-1A5502C922FE}"/>
              </a:ext>
            </a:extLst>
          </p:cNvPr>
          <p:cNvGrpSpPr/>
          <p:nvPr/>
        </p:nvGrpSpPr>
        <p:grpSpPr>
          <a:xfrm>
            <a:off x="5966160" y="850392"/>
            <a:ext cx="1674882" cy="1262346"/>
            <a:chOff x="6196288" y="1022380"/>
            <a:chExt cx="1674882" cy="1262346"/>
          </a:xfrm>
        </p:grpSpPr>
        <p:sp>
          <p:nvSpPr>
            <p:cNvPr id="10" name="Text Placeholder 3">
              <a:extLst>
                <a:ext uri="{FF2B5EF4-FFF2-40B4-BE49-F238E27FC236}">
                  <a16:creationId xmlns:a16="http://schemas.microsoft.com/office/drawing/2014/main" id="{4083D092-F331-554A-DEE2-182D14AD69A4}"/>
                </a:ext>
              </a:extLst>
            </p:cNvPr>
            <p:cNvSpPr txBox="1"/>
            <p:nvPr/>
          </p:nvSpPr>
          <p:spPr bwMode="auto">
            <a:xfrm>
              <a:off x="6259639" y="1022380"/>
              <a:ext cx="1021059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DAU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7CC8A926-804C-6F42-1A0C-2EE7D808E006}"/>
                </a:ext>
              </a:extLst>
            </p:cNvPr>
            <p:cNvSpPr txBox="1"/>
            <p:nvPr/>
          </p:nvSpPr>
          <p:spPr bwMode="auto">
            <a:xfrm>
              <a:off x="6196288" y="1496887"/>
              <a:ext cx="16748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 </a:t>
              </a: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ххх</a:t>
              </a:r>
              <a:endParaRPr dirty="0"/>
            </a:p>
          </p:txBody>
        </p: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2146B590-A225-F970-D3DC-1DFE07FC89E1}"/>
              </a:ext>
            </a:extLst>
          </p:cNvPr>
          <p:cNvGrpSpPr/>
          <p:nvPr/>
        </p:nvGrpSpPr>
        <p:grpSpPr>
          <a:xfrm>
            <a:off x="8375105" y="844814"/>
            <a:ext cx="1250338" cy="1267924"/>
            <a:chOff x="8236766" y="1016802"/>
            <a:chExt cx="1250338" cy="1267924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8AB3BACA-1363-E4DB-1345-2258A7BD63D6}"/>
                </a:ext>
              </a:extLst>
            </p:cNvPr>
            <p:cNvSpPr txBox="1"/>
            <p:nvPr/>
          </p:nvSpPr>
          <p:spPr bwMode="auto">
            <a:xfrm>
              <a:off x="8276521" y="1016802"/>
              <a:ext cx="772427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MAU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B10665E3-29EE-A2C2-5685-54E10D16BA74}"/>
                </a:ext>
              </a:extLst>
            </p:cNvPr>
            <p:cNvSpPr txBox="1"/>
            <p:nvPr/>
          </p:nvSpPr>
          <p:spPr bwMode="auto">
            <a:xfrm>
              <a:off x="8236766" y="1496887"/>
              <a:ext cx="1250338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хК</a:t>
              </a:r>
              <a:endParaRPr dirty="0"/>
            </a:p>
          </p:txBody>
        </p:sp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B18592E-BDBF-9808-51A4-5D5A98D43FC0}"/>
              </a:ext>
            </a:extLst>
          </p:cNvPr>
          <p:cNvGrpSpPr/>
          <p:nvPr/>
        </p:nvGrpSpPr>
        <p:grpSpPr>
          <a:xfrm>
            <a:off x="10116167" y="850392"/>
            <a:ext cx="1641100" cy="1262346"/>
            <a:chOff x="9735872" y="1022380"/>
            <a:chExt cx="1641100" cy="1262346"/>
          </a:xfrm>
        </p:grpSpPr>
        <p:sp>
          <p:nvSpPr>
            <p:cNvPr id="17" name="Text Placeholder 3">
              <a:extLst>
                <a:ext uri="{FF2B5EF4-FFF2-40B4-BE49-F238E27FC236}">
                  <a16:creationId xmlns:a16="http://schemas.microsoft.com/office/drawing/2014/main" id="{F3D987A2-6623-FBF5-0261-A63638BDBA6C}"/>
                </a:ext>
              </a:extLst>
            </p:cNvPr>
            <p:cNvSpPr txBox="1"/>
            <p:nvPr/>
          </p:nvSpPr>
          <p:spPr bwMode="auto">
            <a:xfrm>
              <a:off x="9791465" y="1022380"/>
              <a:ext cx="1333735" cy="523220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dirty="0">
                  <a:solidFill>
                    <a:schemeClr val="bg1"/>
                  </a:solidFill>
                </a:rPr>
                <a:t>Элементов ежедневно</a:t>
              </a:r>
              <a:endParaRPr dirty="0"/>
            </a:p>
          </p:txBody>
        </p:sp>
        <p:sp>
          <p:nvSpPr>
            <p:cNvPr id="18" name="object 11">
              <a:extLst>
                <a:ext uri="{FF2B5EF4-FFF2-40B4-BE49-F238E27FC236}">
                  <a16:creationId xmlns:a16="http://schemas.microsoft.com/office/drawing/2014/main" id="{C6CE53C3-6B93-FAC9-F9C0-D274EF73A672}"/>
                </a:ext>
              </a:extLst>
            </p:cNvPr>
            <p:cNvSpPr txBox="1"/>
            <p:nvPr/>
          </p:nvSpPr>
          <p:spPr bwMode="auto">
            <a:xfrm>
              <a:off x="9735872" y="1496887"/>
              <a:ext cx="1641100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ххК</a:t>
              </a:r>
              <a:endParaRPr dirty="0"/>
            </a:p>
          </p:txBody>
        </p:sp>
      </p:grp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4970912-EDE4-DB01-6D36-9B5EC9918B22}"/>
              </a:ext>
            </a:extLst>
          </p:cNvPr>
          <p:cNvSpPr txBox="1"/>
          <p:nvPr/>
        </p:nvSpPr>
        <p:spPr bwMode="auto">
          <a:xfrm>
            <a:off x="513990" y="3467645"/>
            <a:ext cx="5054912" cy="2262158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Display"/>
                <a:cs typeface="SB Sans Display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Поддержка </a:t>
            </a:r>
            <a:r>
              <a:rPr lang="ru-RU" dirty="0" err="1">
                <a:latin typeface="SB Sans Text" panose="020B0503040504020204" pitchFamily="34" charset="0"/>
                <a:cs typeface="SB Sans Text" panose="020B0503040504020204" pitchFamily="34" charset="0"/>
              </a:rPr>
              <a:t>тач</a:t>
            </a: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-устройств: </a:t>
            </a: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перемещение по доске, изменения масштаба и взаимодействие с объектами при помощи жестов, экранная клавиатура при вводе текста</a:t>
            </a:r>
            <a:endParaRPr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pPr>
              <a:defRPr/>
            </a:pP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Расширение и улучшение функциональности: </a:t>
            </a: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подписи на линиях, групповое изменение размеров объектов, 20 новых цветов в палитре стикеров, серьезное расширение возможностей в работе</a:t>
            </a:r>
            <a:br>
              <a:rPr lang="en-US" dirty="0"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с таблицами</a:t>
            </a:r>
            <a:endParaRPr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0" name="Скругленный прямоугольник 29">
            <a:extLst>
              <a:ext uri="{FF2B5EF4-FFF2-40B4-BE49-F238E27FC236}">
                <a16:creationId xmlns:a16="http://schemas.microsoft.com/office/drawing/2014/main" id="{736AEA9D-83D2-8D25-7AA7-72A3270B9355}"/>
              </a:ext>
            </a:extLst>
          </p:cNvPr>
          <p:cNvSpPr/>
          <p:nvPr/>
        </p:nvSpPr>
        <p:spPr>
          <a:xfrm>
            <a:off x="6694963" y="2829464"/>
            <a:ext cx="4634753" cy="3107013"/>
          </a:xfrm>
          <a:prstGeom prst="roundRect">
            <a:avLst>
              <a:gd name="adj" fmla="val 774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0333"/>
                </a:solidFill>
              </a:rPr>
              <a:t>Ваше изображение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AB513DD-7475-871D-A308-21ABFD350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7432112" flipH="1">
            <a:off x="5564840" y="2988883"/>
            <a:ext cx="1383461" cy="138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5497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984379F-95A2-B2D1-4B76-B43288FBB6C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8FB9CE4-FC36-3665-84CB-FAF13EB2B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20993797">
            <a:off x="4487403" y="1854620"/>
            <a:ext cx="12298557" cy="12298557"/>
          </a:xfrm>
          <a:prstGeom prst="rect">
            <a:avLst/>
          </a:prstGeom>
        </p:spPr>
      </p:pic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5CA53370-D501-40AA-1F0B-E5ABF830FAD5}"/>
              </a:ext>
            </a:extLst>
          </p:cNvPr>
          <p:cNvSpPr/>
          <p:nvPr/>
        </p:nvSpPr>
        <p:spPr bwMode="auto">
          <a:xfrm>
            <a:off x="7772400" y="2285046"/>
            <a:ext cx="1853043" cy="4026107"/>
          </a:xfrm>
          <a:prstGeom prst="roundRect">
            <a:avLst>
              <a:gd name="adj" fmla="val 1460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>
                <a:solidFill>
                  <a:srgbClr val="000333"/>
                </a:solidFill>
              </a:rPr>
              <a:t>Ваше изображение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F95914-C962-D9C9-7567-2F50FA9293DA}"/>
              </a:ext>
            </a:extLst>
          </p:cNvPr>
          <p:cNvSpPr txBox="1"/>
          <p:nvPr/>
        </p:nvSpPr>
        <p:spPr bwMode="auto">
          <a:xfrm>
            <a:off x="424221" y="2190027"/>
            <a:ext cx="47591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</a:t>
            </a:r>
            <a:br>
              <a:rPr lang="ru-RU" dirty="0"/>
            </a:br>
            <a:r>
              <a:rPr lang="ru-RU" dirty="0"/>
              <a:t>слайда с данными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48CF28AD-61ED-CD86-DCB2-7091A25DB375}"/>
              </a:ext>
            </a:extLst>
          </p:cNvPr>
          <p:cNvGrpSpPr/>
          <p:nvPr/>
        </p:nvGrpSpPr>
        <p:grpSpPr>
          <a:xfrm>
            <a:off x="4295775" y="850392"/>
            <a:ext cx="1115182" cy="1262346"/>
            <a:chOff x="4860676" y="1022380"/>
            <a:chExt cx="1115182" cy="1262346"/>
          </a:xfrm>
        </p:grpSpPr>
        <p:sp>
          <p:nvSpPr>
            <p:cNvPr id="5" name="Text Placeholder 3">
              <a:extLst>
                <a:ext uri="{FF2B5EF4-FFF2-40B4-BE49-F238E27FC236}">
                  <a16:creationId xmlns:a16="http://schemas.microsoft.com/office/drawing/2014/main" id="{87375197-0FEB-7173-FF8B-66468D6EA85D}"/>
                </a:ext>
              </a:extLst>
            </p:cNvPr>
            <p:cNvSpPr txBox="1"/>
            <p:nvPr/>
          </p:nvSpPr>
          <p:spPr bwMode="auto">
            <a:xfrm>
              <a:off x="4896714" y="1022380"/>
              <a:ext cx="562014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CSAT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6" name="object 11">
              <a:extLst>
                <a:ext uri="{FF2B5EF4-FFF2-40B4-BE49-F238E27FC236}">
                  <a16:creationId xmlns:a16="http://schemas.microsoft.com/office/drawing/2014/main" id="{1C7790D3-F7AF-A76A-7EB2-9B09E544013D}"/>
                </a:ext>
              </a:extLst>
            </p:cNvPr>
            <p:cNvSpPr txBox="1"/>
            <p:nvPr/>
          </p:nvSpPr>
          <p:spPr bwMode="auto">
            <a:xfrm>
              <a:off x="4860676" y="1496887"/>
              <a:ext cx="11151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>
                <a:spcBef>
                  <a:spcPts val="100"/>
                </a:spcBef>
                <a:defRPr sz="8000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Light"/>
                  <a:cs typeface="SB Sans Display Light"/>
                </a:defRPr>
              </a:lvl1pPr>
            </a:lstStyle>
            <a:p>
              <a:pPr>
                <a:defRPr/>
              </a:pP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r>
                <a:rPr lang="en-US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,</a:t>
              </a: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endParaRPr dirty="0"/>
            </a:p>
          </p:txBody>
        </p:sp>
      </p:grp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0A72B7E8-B254-66AD-17F4-71A8BE5D1D5E}"/>
              </a:ext>
            </a:extLst>
          </p:cNvPr>
          <p:cNvGrpSpPr/>
          <p:nvPr/>
        </p:nvGrpSpPr>
        <p:grpSpPr>
          <a:xfrm>
            <a:off x="5966160" y="850392"/>
            <a:ext cx="1674882" cy="1262346"/>
            <a:chOff x="6196288" y="1022380"/>
            <a:chExt cx="1674882" cy="1262346"/>
          </a:xfrm>
        </p:grpSpPr>
        <p:sp>
          <p:nvSpPr>
            <p:cNvPr id="10" name="Text Placeholder 3">
              <a:extLst>
                <a:ext uri="{FF2B5EF4-FFF2-40B4-BE49-F238E27FC236}">
                  <a16:creationId xmlns:a16="http://schemas.microsoft.com/office/drawing/2014/main" id="{696D8E05-D5A0-5CCB-4161-8B8DC0DB35D2}"/>
                </a:ext>
              </a:extLst>
            </p:cNvPr>
            <p:cNvSpPr txBox="1"/>
            <p:nvPr/>
          </p:nvSpPr>
          <p:spPr bwMode="auto">
            <a:xfrm>
              <a:off x="6259639" y="1022380"/>
              <a:ext cx="1021059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DAU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6D240C40-EB1A-A66D-21F8-F3C6B606C19A}"/>
                </a:ext>
              </a:extLst>
            </p:cNvPr>
            <p:cNvSpPr txBox="1"/>
            <p:nvPr/>
          </p:nvSpPr>
          <p:spPr bwMode="auto">
            <a:xfrm>
              <a:off x="6196288" y="1496887"/>
              <a:ext cx="16748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 </a:t>
              </a: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ххх</a:t>
              </a:r>
              <a:endParaRPr dirty="0"/>
            </a:p>
          </p:txBody>
        </p: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1BAA0743-4EC2-B339-0E91-9F80E45117C5}"/>
              </a:ext>
            </a:extLst>
          </p:cNvPr>
          <p:cNvGrpSpPr/>
          <p:nvPr/>
        </p:nvGrpSpPr>
        <p:grpSpPr>
          <a:xfrm>
            <a:off x="8375105" y="844814"/>
            <a:ext cx="1250338" cy="1267924"/>
            <a:chOff x="8236766" y="1016802"/>
            <a:chExt cx="1250338" cy="1267924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8B3AB31B-BA6F-78A5-7D09-CF2D298B41D1}"/>
                </a:ext>
              </a:extLst>
            </p:cNvPr>
            <p:cNvSpPr txBox="1"/>
            <p:nvPr/>
          </p:nvSpPr>
          <p:spPr bwMode="auto">
            <a:xfrm>
              <a:off x="8276521" y="1016802"/>
              <a:ext cx="772427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>
                  <a:solidFill>
                    <a:schemeClr val="bg1"/>
                  </a:solidFill>
                </a:rPr>
                <a:t>MAU</a:t>
              </a:r>
              <a:endParaRPr lang="ru-RU">
                <a:solidFill>
                  <a:schemeClr val="bg1"/>
                </a:solidFill>
              </a:endParaRPr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706E92B6-2094-F56F-E74C-1BC2F3891C15}"/>
                </a:ext>
              </a:extLst>
            </p:cNvPr>
            <p:cNvSpPr txBox="1"/>
            <p:nvPr/>
          </p:nvSpPr>
          <p:spPr bwMode="auto">
            <a:xfrm>
              <a:off x="8236766" y="1496887"/>
              <a:ext cx="1250338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хК</a:t>
              </a:r>
              <a:endParaRPr dirty="0"/>
            </a:p>
          </p:txBody>
        </p:sp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E740D332-2351-CC86-E957-DDB2A553FF33}"/>
              </a:ext>
            </a:extLst>
          </p:cNvPr>
          <p:cNvGrpSpPr/>
          <p:nvPr/>
        </p:nvGrpSpPr>
        <p:grpSpPr>
          <a:xfrm>
            <a:off x="10116167" y="850392"/>
            <a:ext cx="1641100" cy="1262346"/>
            <a:chOff x="9735872" y="1022380"/>
            <a:chExt cx="1641100" cy="1262346"/>
          </a:xfrm>
        </p:grpSpPr>
        <p:sp>
          <p:nvSpPr>
            <p:cNvPr id="17" name="Text Placeholder 3">
              <a:extLst>
                <a:ext uri="{FF2B5EF4-FFF2-40B4-BE49-F238E27FC236}">
                  <a16:creationId xmlns:a16="http://schemas.microsoft.com/office/drawing/2014/main" id="{9FE9FF8C-DC4B-FF15-0FB9-256CC223A842}"/>
                </a:ext>
              </a:extLst>
            </p:cNvPr>
            <p:cNvSpPr txBox="1"/>
            <p:nvPr/>
          </p:nvSpPr>
          <p:spPr bwMode="auto">
            <a:xfrm>
              <a:off x="9791465" y="1022380"/>
              <a:ext cx="1333735" cy="523220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dirty="0">
                  <a:solidFill>
                    <a:schemeClr val="bg1"/>
                  </a:solidFill>
                </a:rPr>
                <a:t>Элементов ежедневно</a:t>
              </a:r>
              <a:endParaRPr dirty="0"/>
            </a:p>
          </p:txBody>
        </p:sp>
        <p:sp>
          <p:nvSpPr>
            <p:cNvPr id="18" name="object 11">
              <a:extLst>
                <a:ext uri="{FF2B5EF4-FFF2-40B4-BE49-F238E27FC236}">
                  <a16:creationId xmlns:a16="http://schemas.microsoft.com/office/drawing/2014/main" id="{5AFC3AEA-2C94-6BE6-F177-F7E70A6E9AE7}"/>
                </a:ext>
              </a:extLst>
            </p:cNvPr>
            <p:cNvSpPr txBox="1"/>
            <p:nvPr/>
          </p:nvSpPr>
          <p:spPr bwMode="auto">
            <a:xfrm>
              <a:off x="9735872" y="1496887"/>
              <a:ext cx="1641100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ххК</a:t>
              </a:r>
              <a:endParaRPr dirty="0"/>
            </a:p>
          </p:txBody>
        </p:sp>
      </p:grp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F7BEBB0D-66CE-D3B6-8D34-6C319EA7C555}"/>
              </a:ext>
            </a:extLst>
          </p:cNvPr>
          <p:cNvSpPr txBox="1"/>
          <p:nvPr/>
        </p:nvSpPr>
        <p:spPr bwMode="auto">
          <a:xfrm>
            <a:off x="513990" y="3467645"/>
            <a:ext cx="5054912" cy="2262158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Display"/>
                <a:cs typeface="SB Sans Display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Поддержка </a:t>
            </a:r>
            <a:r>
              <a:rPr lang="ru-RU" dirty="0" err="1">
                <a:latin typeface="SB Sans Text" panose="020B0503040504020204" pitchFamily="34" charset="0"/>
                <a:cs typeface="SB Sans Text" panose="020B0503040504020204" pitchFamily="34" charset="0"/>
              </a:rPr>
              <a:t>тач</a:t>
            </a: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-устройств: </a:t>
            </a: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перемещение по доске, изменения масштаба и взаимодействие с объектами при помощи жестов, экранная клавиатура при вводе текста</a:t>
            </a:r>
            <a:endParaRPr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pPr>
              <a:defRPr/>
            </a:pPr>
            <a:r>
              <a:rPr lang="ru-RU" dirty="0">
                <a:latin typeface="SB Sans Text" panose="020B0503040504020204" pitchFamily="34" charset="0"/>
                <a:cs typeface="SB Sans Text" panose="020B0503040504020204" pitchFamily="34" charset="0"/>
              </a:rPr>
              <a:t>Расширение и улучшение функциональности: </a:t>
            </a: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подписи на линиях, групповое изменение размеров объектов, 20 новых цветов в палитре стикеров, серьезное расширение возможностей в работе</a:t>
            </a:r>
            <a:br>
              <a:rPr lang="en-US" dirty="0"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dirty="0">
                <a:latin typeface="SB Sans Text Light" panose="020B0303040504020204" pitchFamily="34" charset="0"/>
                <a:cs typeface="SB Sans Text Light" panose="020B0303040504020204" pitchFamily="34" charset="0"/>
              </a:rPr>
              <a:t>с таблицами</a:t>
            </a:r>
            <a:endParaRPr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35E6D68-1D74-27D5-D26E-19F895A94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708094" y="2206927"/>
            <a:ext cx="1971564" cy="417184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3A52B02-B384-9705-1F1B-BDC27BFD16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20577994">
            <a:off x="5890620" y="2703662"/>
            <a:ext cx="1110244" cy="11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89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491BC-BCFD-DD6A-EC6D-A80161194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6D6020-F61A-F3DF-E19A-5071FB5A9388}"/>
              </a:ext>
            </a:extLst>
          </p:cNvPr>
          <p:cNvSpPr txBox="1"/>
          <p:nvPr/>
        </p:nvSpPr>
        <p:spPr>
          <a:xfrm>
            <a:off x="2601456" y="3290512"/>
            <a:ext cx="9675030" cy="1200329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7200" b="1" spc="-160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dirty="0"/>
              <a:t>или важная цитата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F49E1A-A03A-747A-648E-67F3AC2B2DF2}"/>
              </a:ext>
            </a:extLst>
          </p:cNvPr>
          <p:cNvSpPr txBox="1"/>
          <p:nvPr/>
        </p:nvSpPr>
        <p:spPr>
          <a:xfrm>
            <a:off x="1395012" y="2310664"/>
            <a:ext cx="7813964" cy="1157171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7200" dirty="0"/>
              <a:t>Главная мысль</a:t>
            </a:r>
          </a:p>
        </p:txBody>
      </p:sp>
    </p:spTree>
    <p:extLst>
      <p:ext uri="{BB962C8B-B14F-4D97-AF65-F5344CB8AC3E}">
        <p14:creationId xmlns:p14="http://schemas.microsoft.com/office/powerpoint/2010/main" val="2221149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6EE8-0C8F-0906-1155-749784CD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FBD232-7250-03E8-5631-510BBD1C9FE5}"/>
              </a:ext>
            </a:extLst>
          </p:cNvPr>
          <p:cNvSpPr txBox="1"/>
          <p:nvPr/>
        </p:nvSpPr>
        <p:spPr>
          <a:xfrm>
            <a:off x="2601456" y="3290512"/>
            <a:ext cx="9675030" cy="1200329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72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dirty="0"/>
              <a:t>или важная цитата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8F4564-A4D1-D3CC-E46E-6C21E6A748C1}"/>
              </a:ext>
            </a:extLst>
          </p:cNvPr>
          <p:cNvSpPr txBox="1"/>
          <p:nvPr/>
        </p:nvSpPr>
        <p:spPr>
          <a:xfrm>
            <a:off x="1395012" y="2310664"/>
            <a:ext cx="7813964" cy="1157171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7200" dirty="0">
                <a:solidFill>
                  <a:schemeClr val="bg1"/>
                </a:solidFill>
              </a:rPr>
              <a:t>Главная мысль</a:t>
            </a:r>
          </a:p>
        </p:txBody>
      </p:sp>
    </p:spTree>
    <p:extLst>
      <p:ext uri="{BB962C8B-B14F-4D97-AF65-F5344CB8AC3E}">
        <p14:creationId xmlns:p14="http://schemas.microsoft.com/office/powerpoint/2010/main" val="1457373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A10FC-3FAF-92E5-A5BA-07A3BA57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ED9E04-8518-F719-0616-02A8A24ABE7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6730"/>
          <a:stretch/>
        </p:blipFill>
        <p:spPr>
          <a:xfrm>
            <a:off x="6095999" y="-1"/>
            <a:ext cx="8344620" cy="6858001"/>
          </a:xfrm>
          <a:prstGeom prst="roundRect">
            <a:avLst>
              <a:gd name="adj" fmla="val 15941"/>
            </a:avLst>
          </a:prstGeom>
          <a:effectLst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5FCC45-7E15-93AD-2201-4CF6A59800AF}"/>
              </a:ext>
            </a:extLst>
          </p:cNvPr>
          <p:cNvSpPr txBox="1"/>
          <p:nvPr/>
        </p:nvSpPr>
        <p:spPr>
          <a:xfrm>
            <a:off x="470654" y="2387890"/>
            <a:ext cx="4851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400" dirty="0">
                <a:solidFill>
                  <a:schemeClr val="bg1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sz="1400" dirty="0">
                <a:solidFill>
                  <a:schemeClr val="bg1"/>
                </a:solidFill>
              </a:rPr>
            </a:br>
            <a:r>
              <a:rPr lang="ru-RU" sz="1400" dirty="0">
                <a:solidFill>
                  <a:schemeClr val="bg1"/>
                </a:solidFill>
              </a:rPr>
              <a:t>и результаты, что обеспечивает успех всего предприятия.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A18F3F-8F2A-203F-5B64-8CD0A49A2F63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76252D-7A2B-02C7-BCDE-4F7B2C8634C9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10571366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7C2C-0345-C95B-78A2-869C59039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CA010BC-C558-CCB4-316E-2FD8D8E3CF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441325"/>
            <a:ext cx="5653088" cy="5984131"/>
          </a:xfrm>
          <a:prstGeom prst="roundRect">
            <a:avLst>
              <a:gd name="adj" fmla="val 13440"/>
            </a:avLst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0A77A0-9BD8-4B75-A317-AC4C9D58D853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07F60F-909C-A996-49E6-1C1C425303ED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65F4E-65D0-616E-43D5-1608FE9332AC}"/>
              </a:ext>
            </a:extLst>
          </p:cNvPr>
          <p:cNvSpPr txBox="1"/>
          <p:nvPr/>
        </p:nvSpPr>
        <p:spPr>
          <a:xfrm>
            <a:off x="470654" y="2387890"/>
            <a:ext cx="4851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400" dirty="0">
                <a:solidFill>
                  <a:schemeClr val="bg1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sz="1400" dirty="0">
                <a:solidFill>
                  <a:schemeClr val="bg1"/>
                </a:solidFill>
              </a:rPr>
            </a:br>
            <a:r>
              <a:rPr lang="ru-RU" sz="1400" dirty="0">
                <a:solidFill>
                  <a:schemeClr val="bg1"/>
                </a:solidFill>
              </a:rPr>
              <a:t>и результаты, что обеспечивает успех всего предприятия.</a:t>
            </a:r>
          </a:p>
        </p:txBody>
      </p:sp>
    </p:spTree>
    <p:extLst>
      <p:ext uri="{BB962C8B-B14F-4D97-AF65-F5344CB8AC3E}">
        <p14:creationId xmlns:p14="http://schemas.microsoft.com/office/powerpoint/2010/main" val="9901699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A127E-2FD2-9CEC-0D94-6108BCA05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F5F0541-9EA2-3044-BF5C-7E77A6FD071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244"/>
          <a:stretch/>
        </p:blipFill>
        <p:spPr>
          <a:xfrm>
            <a:off x="7967663" y="0"/>
            <a:ext cx="6177828" cy="6858000"/>
          </a:xfrm>
          <a:prstGeom prst="roundRect">
            <a:avLst>
              <a:gd name="adj" fmla="val 13984"/>
            </a:avLst>
          </a:prstGeom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FCAAA8-43F7-3644-AF35-37F4328BAE7E}"/>
              </a:ext>
            </a:extLst>
          </p:cNvPr>
          <p:cNvSpPr txBox="1"/>
          <p:nvPr/>
        </p:nvSpPr>
        <p:spPr>
          <a:xfrm>
            <a:off x="469293" y="2384425"/>
            <a:ext cx="6144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dirty="0"/>
            </a:br>
            <a:r>
              <a:rPr lang="ru-RU" dirty="0"/>
              <a:t>и результаты, что обеспечивает успех всего предприятия.</a:t>
            </a:r>
          </a:p>
          <a:p>
            <a:endParaRPr lang="ru-RU" dirty="0"/>
          </a:p>
          <a:p>
            <a:r>
              <a:rPr lang="ru-RU" dirty="0"/>
              <a:t>Важным аспектом формирования команды является распределение ролей. Каждый член команды должен понимать свою роль </a:t>
            </a:r>
            <a:br>
              <a:rPr lang="ru-RU" dirty="0"/>
            </a:br>
            <a:r>
              <a:rPr lang="ru-RU" dirty="0"/>
              <a:t>и ответственность, а также то, каким образом его работа влияет </a:t>
            </a:r>
            <a:br>
              <a:rPr lang="ru-RU" dirty="0"/>
            </a:br>
            <a:r>
              <a:rPr lang="ru-RU" dirty="0"/>
              <a:t>на общий результат.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E634DF-CA52-957F-3814-5D10996753BD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6B3B8-7DA0-8DE3-91C2-F5E2DAA30601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42735797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E3FB-01F8-048B-D05D-1BF9D450A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B6B3DD-90B5-49DB-A813-CBF0AAC0254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01000" y="441325"/>
            <a:ext cx="3748088" cy="5984131"/>
          </a:xfrm>
          <a:prstGeom prst="roundRect">
            <a:avLst>
              <a:gd name="adj" fmla="val 15188"/>
            </a:avLst>
          </a:prstGeom>
          <a:effectLst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E4DB34-91AB-951A-C5C9-074A88994A88}"/>
              </a:ext>
            </a:extLst>
          </p:cNvPr>
          <p:cNvSpPr txBox="1"/>
          <p:nvPr/>
        </p:nvSpPr>
        <p:spPr>
          <a:xfrm>
            <a:off x="461544" y="2384425"/>
            <a:ext cx="6144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dirty="0"/>
            </a:br>
            <a:r>
              <a:rPr lang="ru-RU" dirty="0"/>
              <a:t>и результаты, что обеспечивает успех всего предприятия.</a:t>
            </a:r>
          </a:p>
          <a:p>
            <a:endParaRPr lang="ru-RU" dirty="0"/>
          </a:p>
          <a:p>
            <a:r>
              <a:rPr lang="ru-RU" dirty="0"/>
              <a:t>Важным аспектом формирования команды является распределение ролей. Каждый член команды должен понимать свою роль </a:t>
            </a:r>
            <a:br>
              <a:rPr lang="ru-RU" dirty="0"/>
            </a:br>
            <a:r>
              <a:rPr lang="ru-RU" dirty="0"/>
              <a:t>и ответственность, а также то, каким образом его работа влияет </a:t>
            </a:r>
            <a:br>
              <a:rPr lang="ru-RU" dirty="0"/>
            </a:br>
            <a:r>
              <a:rPr lang="ru-RU" dirty="0"/>
              <a:t>на общий результат.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24C98B-E314-1A45-612E-C71970CFCA3A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ADBF42-D639-812F-EE00-7EDF6CDDA1BF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8093075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7DFD-B2EC-0F41-5F0C-7F9914D2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0">
            <a:extLst>
              <a:ext uri="{FF2B5EF4-FFF2-40B4-BE49-F238E27FC236}">
                <a16:creationId xmlns:a16="http://schemas.microsoft.com/office/drawing/2014/main" id="{691CA1AD-9DCD-66C1-6DE6-A7367F305D7A}"/>
              </a:ext>
            </a:extLst>
          </p:cNvPr>
          <p:cNvSpPr txBox="1">
            <a:spLocks/>
          </p:cNvSpPr>
          <p:nvPr/>
        </p:nvSpPr>
        <p:spPr bwMode="auto">
          <a:xfrm>
            <a:off x="442913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4" name="Текст 28">
            <a:extLst>
              <a:ext uri="{FF2B5EF4-FFF2-40B4-BE49-F238E27FC236}">
                <a16:creationId xmlns:a16="http://schemas.microsoft.com/office/drawing/2014/main" id="{B1B4A61C-592E-E4B3-67C1-B6708196F1EB}"/>
              </a:ext>
            </a:extLst>
          </p:cNvPr>
          <p:cNvSpPr txBox="1">
            <a:spLocks/>
          </p:cNvSpPr>
          <p:nvPr/>
        </p:nvSpPr>
        <p:spPr bwMode="auto">
          <a:xfrm>
            <a:off x="442913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pic>
        <p:nvPicPr>
          <p:cNvPr id="5" name="Рисунок 3">
            <a:extLst>
              <a:ext uri="{FF2B5EF4-FFF2-40B4-BE49-F238E27FC236}">
                <a16:creationId xmlns:a16="http://schemas.microsoft.com/office/drawing/2014/main" id="{E5120061-924D-70BD-9BFB-7A45F985C7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53163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9" name="Рисунок 6">
            <a:extLst>
              <a:ext uri="{FF2B5EF4-FFF2-40B4-BE49-F238E27FC236}">
                <a16:creationId xmlns:a16="http://schemas.microsoft.com/office/drawing/2014/main" id="{82D6DC16-529C-8C78-D4F7-414135FD9C9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71648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0" name="Рисунок 8">
            <a:extLst>
              <a:ext uri="{FF2B5EF4-FFF2-40B4-BE49-F238E27FC236}">
                <a16:creationId xmlns:a16="http://schemas.microsoft.com/office/drawing/2014/main" id="{367580FE-FFE3-6F29-7C6D-023F6570EEE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348038" y="2378250"/>
            <a:ext cx="2547894" cy="2547894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1" name="Рисунок 9">
            <a:extLst>
              <a:ext uri="{FF2B5EF4-FFF2-40B4-BE49-F238E27FC236}">
                <a16:creationId xmlns:a16="http://schemas.microsoft.com/office/drawing/2014/main" id="{11599AA9-DF12-D38D-FD09-A0584F581AB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3" y="2384425"/>
            <a:ext cx="2547894" cy="2547146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12" name="Текст 20">
            <a:extLst>
              <a:ext uri="{FF2B5EF4-FFF2-40B4-BE49-F238E27FC236}">
                <a16:creationId xmlns:a16="http://schemas.microsoft.com/office/drawing/2014/main" id="{D97D2017-F23E-2802-EB2C-939013043215}"/>
              </a:ext>
            </a:extLst>
          </p:cNvPr>
          <p:cNvSpPr txBox="1">
            <a:spLocks/>
          </p:cNvSpPr>
          <p:nvPr/>
        </p:nvSpPr>
        <p:spPr bwMode="auto">
          <a:xfrm>
            <a:off x="3356595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14" name="Текст 28">
            <a:extLst>
              <a:ext uri="{FF2B5EF4-FFF2-40B4-BE49-F238E27FC236}">
                <a16:creationId xmlns:a16="http://schemas.microsoft.com/office/drawing/2014/main" id="{E6DF601A-385C-92EF-D330-3F0EE45545EE}"/>
              </a:ext>
            </a:extLst>
          </p:cNvPr>
          <p:cNvSpPr txBox="1">
            <a:spLocks/>
          </p:cNvSpPr>
          <p:nvPr/>
        </p:nvSpPr>
        <p:spPr bwMode="auto">
          <a:xfrm>
            <a:off x="3356595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5" name="Текст 20">
            <a:extLst>
              <a:ext uri="{FF2B5EF4-FFF2-40B4-BE49-F238E27FC236}">
                <a16:creationId xmlns:a16="http://schemas.microsoft.com/office/drawing/2014/main" id="{6158B254-89B7-E6E0-D7AA-67298AF7D278}"/>
              </a:ext>
            </a:extLst>
          </p:cNvPr>
          <p:cNvSpPr txBox="1">
            <a:spLocks/>
          </p:cNvSpPr>
          <p:nvPr/>
        </p:nvSpPr>
        <p:spPr bwMode="auto">
          <a:xfrm>
            <a:off x="6254778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17" name="Текст 28">
            <a:extLst>
              <a:ext uri="{FF2B5EF4-FFF2-40B4-BE49-F238E27FC236}">
                <a16:creationId xmlns:a16="http://schemas.microsoft.com/office/drawing/2014/main" id="{63394B81-BFA0-EF7D-8DEC-D53ED3C7B1B4}"/>
              </a:ext>
            </a:extLst>
          </p:cNvPr>
          <p:cNvSpPr txBox="1">
            <a:spLocks/>
          </p:cNvSpPr>
          <p:nvPr/>
        </p:nvSpPr>
        <p:spPr bwMode="auto">
          <a:xfrm>
            <a:off x="6254778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8" name="Текст 20">
            <a:extLst>
              <a:ext uri="{FF2B5EF4-FFF2-40B4-BE49-F238E27FC236}">
                <a16:creationId xmlns:a16="http://schemas.microsoft.com/office/drawing/2014/main" id="{2B39D568-B991-1A1A-A160-C7FEF0D3CB5C}"/>
              </a:ext>
            </a:extLst>
          </p:cNvPr>
          <p:cNvSpPr txBox="1">
            <a:spLocks/>
          </p:cNvSpPr>
          <p:nvPr/>
        </p:nvSpPr>
        <p:spPr bwMode="auto">
          <a:xfrm>
            <a:off x="9168460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19" name="Текст 28">
            <a:extLst>
              <a:ext uri="{FF2B5EF4-FFF2-40B4-BE49-F238E27FC236}">
                <a16:creationId xmlns:a16="http://schemas.microsoft.com/office/drawing/2014/main" id="{BBE8FAA4-24AF-9FD2-8250-0A23C8FC7DC5}"/>
              </a:ext>
            </a:extLst>
          </p:cNvPr>
          <p:cNvSpPr txBox="1">
            <a:spLocks/>
          </p:cNvSpPr>
          <p:nvPr/>
        </p:nvSpPr>
        <p:spPr bwMode="auto">
          <a:xfrm>
            <a:off x="9168460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50C318-BCCB-6CB8-4658-B93EE1363F76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4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378C88-2C7A-1E28-1BB9-5ED65CB59BC6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34675846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DA1B-12BF-E717-A21D-2FAA4E0E6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4791B8-23B9-9CCA-B807-8402809AB0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27718" y="2384425"/>
            <a:ext cx="3521370" cy="3064169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5" name="Рисунок 3">
            <a:extLst>
              <a:ext uri="{FF2B5EF4-FFF2-40B4-BE49-F238E27FC236}">
                <a16:creationId xmlns:a16="http://schemas.microsoft.com/office/drawing/2014/main" id="{32FA0C60-4F2D-EE2A-4181-6F6772C36A4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971" y="2384425"/>
            <a:ext cx="3524200" cy="3064169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62CDD7B9-A5E4-698F-2AA4-CDAFBFC221D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4551" y="2384425"/>
            <a:ext cx="3522787" cy="3064169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8" name="Текст 28">
            <a:extLst>
              <a:ext uri="{FF2B5EF4-FFF2-40B4-BE49-F238E27FC236}">
                <a16:creationId xmlns:a16="http://schemas.microsoft.com/office/drawing/2014/main" id="{AF1C934B-E42D-5F1A-68F1-C72F392772EE}"/>
              </a:ext>
            </a:extLst>
          </p:cNvPr>
          <p:cNvSpPr txBox="1">
            <a:spLocks/>
          </p:cNvSpPr>
          <p:nvPr/>
        </p:nvSpPr>
        <p:spPr bwMode="auto">
          <a:xfrm>
            <a:off x="442912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  <a:br>
              <a:rPr lang="ru-RU" dirty="0"/>
            </a:br>
            <a:r>
              <a:rPr lang="ru-RU" dirty="0"/>
              <a:t>это искусство, которое требует более внимательного подхода </a:t>
            </a:r>
          </a:p>
        </p:txBody>
      </p:sp>
      <p:sp>
        <p:nvSpPr>
          <p:cNvPr id="9" name="Текст 28">
            <a:extLst>
              <a:ext uri="{FF2B5EF4-FFF2-40B4-BE49-F238E27FC236}">
                <a16:creationId xmlns:a16="http://schemas.microsoft.com/office/drawing/2014/main" id="{A44CFA9A-2059-4BE3-50D1-B1BA047EA141}"/>
              </a:ext>
            </a:extLst>
          </p:cNvPr>
          <p:cNvSpPr txBox="1">
            <a:spLocks/>
          </p:cNvSpPr>
          <p:nvPr/>
        </p:nvSpPr>
        <p:spPr bwMode="auto">
          <a:xfrm>
            <a:off x="4332287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  <a:br>
              <a:rPr lang="ru-RU" dirty="0"/>
            </a:br>
            <a:r>
              <a:rPr lang="ru-RU" dirty="0"/>
              <a:t>это искусство, которое требует более внимательного подхода </a:t>
            </a:r>
          </a:p>
        </p:txBody>
      </p:sp>
      <p:sp>
        <p:nvSpPr>
          <p:cNvPr id="10" name="Текст 28">
            <a:extLst>
              <a:ext uri="{FF2B5EF4-FFF2-40B4-BE49-F238E27FC236}">
                <a16:creationId xmlns:a16="http://schemas.microsoft.com/office/drawing/2014/main" id="{B3575C22-936B-C076-62CA-89B62F57A1EE}"/>
              </a:ext>
            </a:extLst>
          </p:cNvPr>
          <p:cNvSpPr txBox="1">
            <a:spLocks/>
          </p:cNvSpPr>
          <p:nvPr/>
        </p:nvSpPr>
        <p:spPr bwMode="auto">
          <a:xfrm>
            <a:off x="8258854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  <a:br>
              <a:rPr lang="ru-RU" dirty="0"/>
            </a:br>
            <a:r>
              <a:rPr lang="ru-RU" dirty="0"/>
              <a:t>это искусство, которое требует более внимательного подхода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B9B01-8291-44FF-EE50-EDC5B9A22CFB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3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E63950-7ADA-1E82-BEAF-5386FBB6ABE9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7642341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6CD3-C160-307C-A4F8-3443F105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A0203D-24C8-56ED-D67E-66303A45576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2" y="2386618"/>
            <a:ext cx="3517541" cy="1639759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3AF7C5F-4588-5956-F083-6B128E01828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0920" y="2386618"/>
            <a:ext cx="3509271" cy="1648888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B31CF42-EB8F-62D6-D549-3E11EEF709A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56181" y="2385953"/>
            <a:ext cx="3509851" cy="1648887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21" name="Текст 28">
            <a:extLst>
              <a:ext uri="{FF2B5EF4-FFF2-40B4-BE49-F238E27FC236}">
                <a16:creationId xmlns:a16="http://schemas.microsoft.com/office/drawing/2014/main" id="{88527D88-E597-75C9-7308-BFD7A927F655}"/>
              </a:ext>
            </a:extLst>
          </p:cNvPr>
          <p:cNvSpPr txBox="1">
            <a:spLocks/>
          </p:cNvSpPr>
          <p:nvPr/>
        </p:nvSpPr>
        <p:spPr bwMode="auto">
          <a:xfrm>
            <a:off x="434506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</a:p>
        </p:txBody>
      </p:sp>
      <p:sp>
        <p:nvSpPr>
          <p:cNvPr id="22" name="Текст 28">
            <a:extLst>
              <a:ext uri="{FF2B5EF4-FFF2-40B4-BE49-F238E27FC236}">
                <a16:creationId xmlns:a16="http://schemas.microsoft.com/office/drawing/2014/main" id="{57426AEB-30BD-FF17-4FCF-A4193FECC626}"/>
              </a:ext>
            </a:extLst>
          </p:cNvPr>
          <p:cNvSpPr txBox="1">
            <a:spLocks/>
          </p:cNvSpPr>
          <p:nvPr/>
        </p:nvSpPr>
        <p:spPr bwMode="auto">
          <a:xfrm>
            <a:off x="4320943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</a:p>
        </p:txBody>
      </p:sp>
      <p:sp>
        <p:nvSpPr>
          <p:cNvPr id="23" name="Текст 28">
            <a:extLst>
              <a:ext uri="{FF2B5EF4-FFF2-40B4-BE49-F238E27FC236}">
                <a16:creationId xmlns:a16="http://schemas.microsoft.com/office/drawing/2014/main" id="{DC6CE280-FB08-7592-E622-ADADCAB203C9}"/>
              </a:ext>
            </a:extLst>
          </p:cNvPr>
          <p:cNvSpPr txBox="1">
            <a:spLocks/>
          </p:cNvSpPr>
          <p:nvPr/>
        </p:nvSpPr>
        <p:spPr bwMode="auto">
          <a:xfrm>
            <a:off x="8273012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</a:t>
            </a:r>
            <a:r>
              <a:rPr lang="ru-RU"/>
              <a:t>команды </a:t>
            </a:r>
            <a:br>
              <a:rPr lang="en-US" dirty="0"/>
            </a:br>
            <a:endParaRPr lang="ru-RU" dirty="0"/>
          </a:p>
        </p:txBody>
      </p:sp>
      <p:sp>
        <p:nvSpPr>
          <p:cNvPr id="24" name="Текст 28">
            <a:extLst>
              <a:ext uri="{FF2B5EF4-FFF2-40B4-BE49-F238E27FC236}">
                <a16:creationId xmlns:a16="http://schemas.microsoft.com/office/drawing/2014/main" id="{01D19D18-F2EA-A6AC-2A23-95B79C43AA50}"/>
              </a:ext>
            </a:extLst>
          </p:cNvPr>
          <p:cNvSpPr txBox="1">
            <a:spLocks/>
          </p:cNvSpPr>
          <p:nvPr/>
        </p:nvSpPr>
        <p:spPr bwMode="auto">
          <a:xfrm>
            <a:off x="434506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</a:p>
        </p:txBody>
      </p:sp>
      <p:sp>
        <p:nvSpPr>
          <p:cNvPr id="25" name="Текст 28">
            <a:extLst>
              <a:ext uri="{FF2B5EF4-FFF2-40B4-BE49-F238E27FC236}">
                <a16:creationId xmlns:a16="http://schemas.microsoft.com/office/drawing/2014/main" id="{2AA8E06B-77CC-5BD9-FA3C-D339D0152D5F}"/>
              </a:ext>
            </a:extLst>
          </p:cNvPr>
          <p:cNvSpPr txBox="1">
            <a:spLocks/>
          </p:cNvSpPr>
          <p:nvPr/>
        </p:nvSpPr>
        <p:spPr bwMode="auto">
          <a:xfrm>
            <a:off x="4320943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</a:t>
            </a:r>
          </a:p>
        </p:txBody>
      </p:sp>
      <p:sp>
        <p:nvSpPr>
          <p:cNvPr id="26" name="Текст 28">
            <a:extLst>
              <a:ext uri="{FF2B5EF4-FFF2-40B4-BE49-F238E27FC236}">
                <a16:creationId xmlns:a16="http://schemas.microsoft.com/office/drawing/2014/main" id="{5AC36A13-1E32-70E2-9B0A-49BC05E2FB9B}"/>
              </a:ext>
            </a:extLst>
          </p:cNvPr>
          <p:cNvSpPr txBox="1">
            <a:spLocks/>
          </p:cNvSpPr>
          <p:nvPr/>
        </p:nvSpPr>
        <p:spPr bwMode="auto">
          <a:xfrm>
            <a:off x="8260312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</a:t>
            </a:r>
            <a:r>
              <a:rPr lang="ru-RU"/>
              <a:t>команды </a:t>
            </a:r>
            <a:br>
              <a:rPr lang="en-US" dirty="0"/>
            </a:b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B9CA6AF-AA4A-4E92-EECE-09F4ADCB88A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3" y="4529875"/>
            <a:ext cx="3517540" cy="1639759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229A8709-0F7B-EAAF-58AA-1DA32EBBAF8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34913" y="4512413"/>
            <a:ext cx="3503534" cy="1648888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C8BACC8-52BA-A304-D4F9-371AB3C48D1F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50211" y="4512413"/>
            <a:ext cx="3526333" cy="1648887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43818B-CBF2-9395-BCAE-1B7E24066B36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6</a:t>
            </a:r>
            <a:r>
              <a:rPr lang="en-US" dirty="0"/>
              <a:t> </a:t>
            </a:r>
            <a:r>
              <a:rPr lang="ru-RU" dirty="0"/>
              <a:t>фото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5A242D-6B55-F257-795F-D741BBF2C456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3244881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669E6-EF92-ED24-58D4-3B005ABB7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76088-4C8E-5BF0-9566-77F0D9222CD7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54C612-5C2B-5EC4-00E6-67B8EFCB62A8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377D17-7B9C-529C-0110-02C3BDF29C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097648" y="450923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216875-9261-86B1-A84F-AEE3483FFCB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34263" y="2396099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249ACF2-8B36-AC3E-A148-DEAC25EBFE9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821050" y="2384425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62D50A3-E0B2-A366-F368-2BE2B85CD9E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73363" y="2390384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D7C99B-83B6-BC86-5642-E9341560CC42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3" y="2390384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578E5C2-C248-083E-DD5F-942901D8F1FA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03813" y="2394842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9E4C99E-224A-0F17-792E-75CDBE762028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21896" y="451609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D977530-8F79-DD3A-991C-351C7F52A84D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163" y="4516608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0505CF52-8E12-589A-A0C6-7D5AAEB5A855}"/>
              </a:ext>
            </a:extLst>
          </p:cNvPr>
          <p:cNvSpPr/>
          <p:nvPr/>
        </p:nvSpPr>
        <p:spPr bwMode="auto">
          <a:xfrm>
            <a:off x="42940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ea typeface="SB Sans Text Regular" pitchFamily="34" charset="-122"/>
                <a:cs typeface="SB Sans Display Semibold" panose="020B0503040504020204" pitchFamily="34" charset="0"/>
              </a:rPr>
              <a:t>Станислав</a:t>
            </a:r>
            <a:br>
              <a:rPr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ea typeface="SB Sans Text Regular" pitchFamily="34" charset="-122"/>
                <a:cs typeface="SB Sans Display Semibold" panose="020B0503040504020204" pitchFamily="34" charset="0"/>
              </a:rPr>
              <a:t>Андреев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1CB7F60-F3AB-03CF-F1D6-905AFEADAA35}"/>
              </a:ext>
            </a:extLst>
          </p:cNvPr>
          <p:cNvSpPr/>
          <p:nvPr/>
        </p:nvSpPr>
        <p:spPr bwMode="auto">
          <a:xfrm>
            <a:off x="429400" y="3874740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ea typeface="SB Sans Text Light" pitchFamily="34" charset="-122"/>
                <a:cs typeface="SB Sans Text Light" panose="020B0303040504020204" pitchFamily="34" charset="0"/>
              </a:rPr>
              <a:t>Генеральный директор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86F3AEFD-7D48-7060-6225-F5E08083F302}"/>
              </a:ext>
            </a:extLst>
          </p:cNvPr>
          <p:cNvSpPr/>
          <p:nvPr/>
        </p:nvSpPr>
        <p:spPr bwMode="auto">
          <a:xfrm>
            <a:off x="275985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Татьяна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Шульгина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61D4DAEE-54ED-5FA1-E762-27ED5FB3BDAA}"/>
              </a:ext>
            </a:extLst>
          </p:cNvPr>
          <p:cNvSpPr/>
          <p:nvPr/>
        </p:nvSpPr>
        <p:spPr bwMode="auto">
          <a:xfrm>
            <a:off x="509030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Гавриил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Гордеев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2E4F0A67-2940-0F56-F1DC-3CE32B1C7A96}"/>
              </a:ext>
            </a:extLst>
          </p:cNvPr>
          <p:cNvSpPr/>
          <p:nvPr/>
        </p:nvSpPr>
        <p:spPr bwMode="auto">
          <a:xfrm>
            <a:off x="5090300" y="3874740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по развитию </a:t>
            </a:r>
            <a:br>
              <a:rPr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нового бизнеса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B231BE21-7401-512E-62A6-8810C48257B6}"/>
              </a:ext>
            </a:extLst>
          </p:cNvPr>
          <p:cNvSpPr/>
          <p:nvPr/>
        </p:nvSpPr>
        <p:spPr bwMode="auto">
          <a:xfrm>
            <a:off x="742075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Елизавета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Тринич-Афанасьева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E9907798-94C4-CC30-1B54-3D083B69BD02}"/>
              </a:ext>
            </a:extLst>
          </p:cNvPr>
          <p:cNvSpPr/>
          <p:nvPr/>
        </p:nvSpPr>
        <p:spPr bwMode="auto">
          <a:xfrm>
            <a:off x="7420750" y="3874740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</a:t>
            </a:r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креативного продакшена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2BF4632B-A3BD-94CC-0291-58A70C893F47}"/>
              </a:ext>
            </a:extLst>
          </p:cNvPr>
          <p:cNvSpPr/>
          <p:nvPr/>
        </p:nvSpPr>
        <p:spPr bwMode="auto">
          <a:xfrm>
            <a:off x="9808350" y="3410031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Алексей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Кузнецов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E8BC5605-A56F-7109-C629-8DFF384A776A}"/>
              </a:ext>
            </a:extLst>
          </p:cNvPr>
          <p:cNvSpPr/>
          <p:nvPr/>
        </p:nvSpPr>
        <p:spPr bwMode="auto">
          <a:xfrm>
            <a:off x="9808350" y="3879931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направления</a:t>
            </a:r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 </a:t>
            </a:r>
            <a:endParaRPr lang="ru-RU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цифровых продуктов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F61AA779-F37B-7C7B-8A66-9393806D089C}"/>
              </a:ext>
            </a:extLst>
          </p:cNvPr>
          <p:cNvSpPr/>
          <p:nvPr/>
        </p:nvSpPr>
        <p:spPr bwMode="auto">
          <a:xfrm>
            <a:off x="5089964" y="553624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ru-RU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Анна</a:t>
            </a:r>
            <a:br>
              <a:rPr lang="ru-RU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Тупикина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CA9EAEC-E05E-6E24-C8FC-05AAB325F81B}"/>
              </a:ext>
            </a:extLst>
          </p:cNvPr>
          <p:cNvSpPr/>
          <p:nvPr/>
        </p:nvSpPr>
        <p:spPr bwMode="auto">
          <a:xfrm>
            <a:off x="5089964" y="6006149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</a:t>
            </a:r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по маркетингу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9E68B042-E3B6-ECEE-4F57-6A5399982A09}"/>
              </a:ext>
            </a:extLst>
          </p:cNvPr>
          <p:cNvSpPr/>
          <p:nvPr/>
        </p:nvSpPr>
        <p:spPr bwMode="auto">
          <a:xfrm>
            <a:off x="7408383" y="553689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Надежда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Козлова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5F86A466-036E-47BE-1BC9-5F7BA9F64FAE}"/>
              </a:ext>
            </a:extLst>
          </p:cNvPr>
          <p:cNvSpPr/>
          <p:nvPr/>
        </p:nvSpPr>
        <p:spPr bwMode="auto">
          <a:xfrm>
            <a:off x="7408383" y="6006799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HR-директор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99C7B69E-B58D-5991-EF06-63E95FC529E2}"/>
              </a:ext>
            </a:extLst>
          </p:cNvPr>
          <p:cNvSpPr/>
          <p:nvPr/>
        </p:nvSpPr>
        <p:spPr bwMode="auto">
          <a:xfrm>
            <a:off x="435764" y="5556702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Анна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Ветринская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2970B459-22D7-8850-BEB0-4B89AF5833F5}"/>
              </a:ext>
            </a:extLst>
          </p:cNvPr>
          <p:cNvSpPr/>
          <p:nvPr/>
        </p:nvSpPr>
        <p:spPr bwMode="auto">
          <a:xfrm>
            <a:off x="435764" y="6026602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агентского </a:t>
            </a:r>
          </a:p>
          <a:p>
            <a:r>
              <a:rPr lang="ru-RU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направления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217430E3-E0C0-0578-06D6-C0B67D8A7B2E}"/>
              </a:ext>
            </a:extLst>
          </p:cNvPr>
          <p:cNvSpPr/>
          <p:nvPr/>
        </p:nvSpPr>
        <p:spPr bwMode="auto">
          <a:xfrm>
            <a:off x="2759850" y="3894377"/>
            <a:ext cx="187277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Заместитель генерального
</a:t>
            </a:r>
            <a:r>
              <a:rPr lang="en-US" sz="1000" dirty="0" err="1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директора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65D8F7CC-1FEA-6070-8D50-D528C15C85E1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85452" y="450546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sp>
        <p:nvSpPr>
          <p:cNvPr id="41" name="Text 23">
            <a:extLst>
              <a:ext uri="{FF2B5EF4-FFF2-40B4-BE49-F238E27FC236}">
                <a16:creationId xmlns:a16="http://schemas.microsoft.com/office/drawing/2014/main" id="{3B136CA1-BF2E-0D57-FD8D-5C228297D4D8}"/>
              </a:ext>
            </a:extLst>
          </p:cNvPr>
          <p:cNvSpPr/>
          <p:nvPr/>
        </p:nvSpPr>
        <p:spPr bwMode="auto">
          <a:xfrm>
            <a:off x="2779903" y="552866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Карина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Иванова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42" name="Text 24">
            <a:extLst>
              <a:ext uri="{FF2B5EF4-FFF2-40B4-BE49-F238E27FC236}">
                <a16:creationId xmlns:a16="http://schemas.microsoft.com/office/drawing/2014/main" id="{EF00C267-3D98-115B-A84B-95DCA2C07D40}"/>
              </a:ext>
            </a:extLst>
          </p:cNvPr>
          <p:cNvSpPr/>
          <p:nvPr/>
        </p:nvSpPr>
        <p:spPr bwMode="auto">
          <a:xfrm>
            <a:off x="2779903" y="5998569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направления </a:t>
            </a:r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организации мероприятий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6C319624-5AFF-0A4E-BC37-2AA9BD6002F5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804152" y="4505465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sp>
        <p:nvSpPr>
          <p:cNvPr id="44" name="Text 25">
            <a:extLst>
              <a:ext uri="{FF2B5EF4-FFF2-40B4-BE49-F238E27FC236}">
                <a16:creationId xmlns:a16="http://schemas.microsoft.com/office/drawing/2014/main" id="{9BF466E0-3ABC-B2DF-61A3-BE257D7642A5}"/>
              </a:ext>
            </a:extLst>
          </p:cNvPr>
          <p:cNvSpPr/>
          <p:nvPr/>
        </p:nvSpPr>
        <p:spPr bwMode="auto">
          <a:xfrm>
            <a:off x="9790639" y="5528671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Евгения </a:t>
            </a:r>
            <a:br>
              <a:rPr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Шмырева</a:t>
            </a:r>
            <a:endParaRPr lang="en-US" sz="1400" b="1" dirty="0">
              <a:solidFill>
                <a:schemeClr val="bg1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BBA68BA5-93BD-257B-88FD-9FE36EE10528}"/>
              </a:ext>
            </a:extLst>
          </p:cNvPr>
          <p:cNvSpPr/>
          <p:nvPr/>
        </p:nvSpPr>
        <p:spPr bwMode="auto">
          <a:xfrm>
            <a:off x="9790639" y="5998571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</a:t>
            </a:r>
            <a:br>
              <a:rPr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en-US" sz="100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юридического отдела</a:t>
            </a:r>
            <a:endParaRPr lang="en-US" sz="10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8770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A0C2A-F35D-A419-EC8D-D5A27D3C4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FC7432-4906-89E9-6A42-6597236DAD71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3</a:t>
            </a:r>
            <a:r>
              <a:rPr lang="en-US" dirty="0"/>
              <a:t> </a:t>
            </a:r>
            <a:r>
              <a:rPr lang="ru-RU" dirty="0"/>
              <a:t>карточки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6D47D1-F6EA-7D8D-DCBE-236FC6261D17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AFFE29CB-CCC3-F5BA-5CD5-57442D7A346A}"/>
              </a:ext>
            </a:extLst>
          </p:cNvPr>
          <p:cNvSpPr/>
          <p:nvPr/>
        </p:nvSpPr>
        <p:spPr>
          <a:xfrm>
            <a:off x="442912" y="2384426"/>
            <a:ext cx="3545194" cy="4032250"/>
          </a:xfrm>
          <a:prstGeom prst="roundRect">
            <a:avLst>
              <a:gd name="adj" fmla="val 12004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9F2B9325-F5F4-F1FB-79D6-60C47D1FA8C5}"/>
              </a:ext>
            </a:extLst>
          </p:cNvPr>
          <p:cNvSpPr/>
          <p:nvPr/>
        </p:nvSpPr>
        <p:spPr>
          <a:xfrm>
            <a:off x="4345353" y="2384426"/>
            <a:ext cx="3520689" cy="4032250"/>
          </a:xfrm>
          <a:prstGeom prst="roundRect">
            <a:avLst>
              <a:gd name="adj" fmla="val 11431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0CFF5FC4-56AA-0E1A-2973-24C148016E0C}"/>
              </a:ext>
            </a:extLst>
          </p:cNvPr>
          <p:cNvSpPr/>
          <p:nvPr/>
        </p:nvSpPr>
        <p:spPr>
          <a:xfrm>
            <a:off x="8229600" y="2384426"/>
            <a:ext cx="3519488" cy="4032250"/>
          </a:xfrm>
          <a:prstGeom prst="roundRect">
            <a:avLst>
              <a:gd name="adj" fmla="val 11717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3" name="Текст 28">
            <a:extLst>
              <a:ext uri="{FF2B5EF4-FFF2-40B4-BE49-F238E27FC236}">
                <a16:creationId xmlns:a16="http://schemas.microsoft.com/office/drawing/2014/main" id="{190DB2D8-6246-7D59-E524-B51E9178D9C5}"/>
              </a:ext>
            </a:extLst>
          </p:cNvPr>
          <p:cNvSpPr txBox="1">
            <a:spLocks/>
          </p:cNvSpPr>
          <p:nvPr/>
        </p:nvSpPr>
        <p:spPr bwMode="auto">
          <a:xfrm>
            <a:off x="687688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4" name="Текст 28">
            <a:extLst>
              <a:ext uri="{FF2B5EF4-FFF2-40B4-BE49-F238E27FC236}">
                <a16:creationId xmlns:a16="http://schemas.microsoft.com/office/drawing/2014/main" id="{07F36DFD-FF5C-F567-53E6-7C6742BC3908}"/>
              </a:ext>
            </a:extLst>
          </p:cNvPr>
          <p:cNvSpPr txBox="1">
            <a:spLocks/>
          </p:cNvSpPr>
          <p:nvPr/>
        </p:nvSpPr>
        <p:spPr bwMode="auto">
          <a:xfrm>
            <a:off x="4618659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5" name="Текст 28">
            <a:extLst>
              <a:ext uri="{FF2B5EF4-FFF2-40B4-BE49-F238E27FC236}">
                <a16:creationId xmlns:a16="http://schemas.microsoft.com/office/drawing/2014/main" id="{21390642-EA46-FFD0-F2CE-706232662C2F}"/>
              </a:ext>
            </a:extLst>
          </p:cNvPr>
          <p:cNvSpPr txBox="1">
            <a:spLocks/>
          </p:cNvSpPr>
          <p:nvPr/>
        </p:nvSpPr>
        <p:spPr bwMode="auto">
          <a:xfrm>
            <a:off x="8473419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это искусство, которое требует внимательного подхода 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91B5B33-3233-B949-A650-654B1D3AE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27718" y="2384425"/>
            <a:ext cx="352137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7" name="Рисунок 3">
            <a:extLst>
              <a:ext uri="{FF2B5EF4-FFF2-40B4-BE49-F238E27FC236}">
                <a16:creationId xmlns:a16="http://schemas.microsoft.com/office/drawing/2014/main" id="{E67DC1DE-CE6A-65C5-F342-83253F59913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971" y="2384425"/>
            <a:ext cx="352420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8" name="Рисунок 3">
            <a:extLst>
              <a:ext uri="{FF2B5EF4-FFF2-40B4-BE49-F238E27FC236}">
                <a16:creationId xmlns:a16="http://schemas.microsoft.com/office/drawing/2014/main" id="{3209A34B-ADB7-C6FD-B29E-9C2C96F73A7E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4551" y="2384425"/>
            <a:ext cx="3522787" cy="3064169"/>
          </a:xfrm>
          <a:prstGeom prst="roundRect">
            <a:avLst>
              <a:gd name="adj" fmla="val 12039"/>
            </a:avLst>
          </a:prstGeom>
          <a:effectLst/>
        </p:spPr>
      </p:pic>
    </p:spTree>
    <p:extLst>
      <p:ext uri="{BB962C8B-B14F-4D97-AF65-F5344CB8AC3E}">
        <p14:creationId xmlns:p14="http://schemas.microsoft.com/office/powerpoint/2010/main" val="2613620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77C89-D3BC-6BC8-3D42-578FB10D6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55DA06-CB69-7F59-12AF-A79FBA998339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3</a:t>
            </a:r>
            <a:r>
              <a:rPr lang="en-US" dirty="0"/>
              <a:t> </a:t>
            </a:r>
            <a:r>
              <a:rPr lang="ru-RU" dirty="0"/>
              <a:t>карточки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BAA2EC-25E5-EF14-050F-51FA7A0F40A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6EE0D1D-F812-C79A-BC3E-B0A4CB8F153D}"/>
              </a:ext>
            </a:extLst>
          </p:cNvPr>
          <p:cNvSpPr/>
          <p:nvPr/>
        </p:nvSpPr>
        <p:spPr>
          <a:xfrm>
            <a:off x="442912" y="2384426"/>
            <a:ext cx="3545194" cy="3317127"/>
          </a:xfrm>
          <a:prstGeom prst="roundRect">
            <a:avLst>
              <a:gd name="adj" fmla="val 12004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D49796E5-CE02-44C7-2266-4B01D06F973B}"/>
              </a:ext>
            </a:extLst>
          </p:cNvPr>
          <p:cNvSpPr/>
          <p:nvPr/>
        </p:nvSpPr>
        <p:spPr>
          <a:xfrm>
            <a:off x="4345353" y="2384426"/>
            <a:ext cx="3520689" cy="3317127"/>
          </a:xfrm>
          <a:prstGeom prst="roundRect">
            <a:avLst>
              <a:gd name="adj" fmla="val 11431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8660DF50-B7B4-35DF-D4D6-635A56A39EAE}"/>
              </a:ext>
            </a:extLst>
          </p:cNvPr>
          <p:cNvSpPr/>
          <p:nvPr/>
        </p:nvSpPr>
        <p:spPr>
          <a:xfrm>
            <a:off x="8229600" y="2384426"/>
            <a:ext cx="3519488" cy="3317127"/>
          </a:xfrm>
          <a:prstGeom prst="roundRect">
            <a:avLst>
              <a:gd name="adj" fmla="val 1171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3" name="Текст 28">
            <a:extLst>
              <a:ext uri="{FF2B5EF4-FFF2-40B4-BE49-F238E27FC236}">
                <a16:creationId xmlns:a16="http://schemas.microsoft.com/office/drawing/2014/main" id="{10FCA81A-6634-929D-9F9E-661A8768DD45}"/>
              </a:ext>
            </a:extLst>
          </p:cNvPr>
          <p:cNvSpPr txBox="1">
            <a:spLocks/>
          </p:cNvSpPr>
          <p:nvPr/>
        </p:nvSpPr>
        <p:spPr bwMode="auto">
          <a:xfrm>
            <a:off x="687688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4" name="Текст 28">
            <a:extLst>
              <a:ext uri="{FF2B5EF4-FFF2-40B4-BE49-F238E27FC236}">
                <a16:creationId xmlns:a16="http://schemas.microsoft.com/office/drawing/2014/main" id="{CA03726D-1199-BD25-F07A-0DD6B84A2B84}"/>
              </a:ext>
            </a:extLst>
          </p:cNvPr>
          <p:cNvSpPr txBox="1">
            <a:spLocks/>
          </p:cNvSpPr>
          <p:nvPr/>
        </p:nvSpPr>
        <p:spPr bwMode="auto">
          <a:xfrm>
            <a:off x="4618659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5" name="Текст 28">
            <a:extLst>
              <a:ext uri="{FF2B5EF4-FFF2-40B4-BE49-F238E27FC236}">
                <a16:creationId xmlns:a16="http://schemas.microsoft.com/office/drawing/2014/main" id="{55C2E771-C2E5-70DB-673C-FD1B1C5267F4}"/>
              </a:ext>
            </a:extLst>
          </p:cNvPr>
          <p:cNvSpPr txBox="1">
            <a:spLocks/>
          </p:cNvSpPr>
          <p:nvPr/>
        </p:nvSpPr>
        <p:spPr bwMode="auto">
          <a:xfrm>
            <a:off x="8473419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это искусство, которое требует внимательного подхода 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65F65E8-A15F-E873-D661-1B887BFF23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23221" y="2565400"/>
            <a:ext cx="1478700" cy="14787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249BD57-EB8D-F404-4F0F-9F1469C7C01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275068" y="2494530"/>
            <a:ext cx="1726065" cy="172606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A8E0BE3-211A-5137-3ED5-6B81090CF89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473419" y="2565400"/>
            <a:ext cx="1313789" cy="1313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2273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3DB7-9585-03B5-464D-BD6709BCE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Скругленный прямоугольник 29">
            <a:extLst>
              <a:ext uri="{FF2B5EF4-FFF2-40B4-BE49-F238E27FC236}">
                <a16:creationId xmlns:a16="http://schemas.microsoft.com/office/drawing/2014/main" id="{07BCB10C-84F3-4455-2265-4087D2CF9999}"/>
              </a:ext>
            </a:extLst>
          </p:cNvPr>
          <p:cNvSpPr/>
          <p:nvPr/>
        </p:nvSpPr>
        <p:spPr>
          <a:xfrm>
            <a:off x="9184393" y="2384425"/>
            <a:ext cx="2564695" cy="3793116"/>
          </a:xfrm>
          <a:prstGeom prst="roundRect">
            <a:avLst>
              <a:gd name="adj" fmla="val 11436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7824FB73-D1BA-1B3A-40F5-B341B80275EF}"/>
              </a:ext>
            </a:extLst>
          </p:cNvPr>
          <p:cNvSpPr/>
          <p:nvPr/>
        </p:nvSpPr>
        <p:spPr>
          <a:xfrm>
            <a:off x="6244008" y="2384425"/>
            <a:ext cx="2564695" cy="3793116"/>
          </a:xfrm>
          <a:prstGeom prst="roundRect">
            <a:avLst>
              <a:gd name="adj" fmla="val 11436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D6D07482-18DC-D4B0-05FA-4E7AE60AD70D}"/>
              </a:ext>
            </a:extLst>
          </p:cNvPr>
          <p:cNvSpPr/>
          <p:nvPr/>
        </p:nvSpPr>
        <p:spPr>
          <a:xfrm>
            <a:off x="442914" y="2384425"/>
            <a:ext cx="2543422" cy="3793116"/>
          </a:xfrm>
          <a:prstGeom prst="roundRect">
            <a:avLst>
              <a:gd name="adj" fmla="val 11436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4" name="Текст 28">
            <a:extLst>
              <a:ext uri="{FF2B5EF4-FFF2-40B4-BE49-F238E27FC236}">
                <a16:creationId xmlns:a16="http://schemas.microsoft.com/office/drawing/2014/main" id="{7F9989EC-B6F6-2558-D2CB-8E74E97597E1}"/>
              </a:ext>
            </a:extLst>
          </p:cNvPr>
          <p:cNvSpPr txBox="1">
            <a:spLocks/>
          </p:cNvSpPr>
          <p:nvPr/>
        </p:nvSpPr>
        <p:spPr bwMode="auto">
          <a:xfrm>
            <a:off x="658813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19599643-7EB9-A993-B847-7A4BAF6DD405}"/>
              </a:ext>
            </a:extLst>
          </p:cNvPr>
          <p:cNvSpPr/>
          <p:nvPr/>
        </p:nvSpPr>
        <p:spPr>
          <a:xfrm>
            <a:off x="3345753" y="2384425"/>
            <a:ext cx="2556219" cy="3793116"/>
          </a:xfrm>
          <a:prstGeom prst="roundRect">
            <a:avLst>
              <a:gd name="adj" fmla="val 11436"/>
            </a:avLst>
          </a:prstGeom>
          <a:solidFill>
            <a:schemeClr val="bg1">
              <a:alpha val="1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2" name="Текст 28">
            <a:extLst>
              <a:ext uri="{FF2B5EF4-FFF2-40B4-BE49-F238E27FC236}">
                <a16:creationId xmlns:a16="http://schemas.microsoft.com/office/drawing/2014/main" id="{CF771600-148B-C4A2-C0A1-25DBFD73C5E1}"/>
              </a:ext>
            </a:extLst>
          </p:cNvPr>
          <p:cNvSpPr txBox="1">
            <a:spLocks/>
          </p:cNvSpPr>
          <p:nvPr/>
        </p:nvSpPr>
        <p:spPr bwMode="auto">
          <a:xfrm>
            <a:off x="3567645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</a:t>
            </a:r>
          </a:p>
        </p:txBody>
      </p:sp>
      <p:sp>
        <p:nvSpPr>
          <p:cNvPr id="24" name="Текст 28">
            <a:extLst>
              <a:ext uri="{FF2B5EF4-FFF2-40B4-BE49-F238E27FC236}">
                <a16:creationId xmlns:a16="http://schemas.microsoft.com/office/drawing/2014/main" id="{58E15D1B-6FD8-C2CD-2FD5-E578E2398211}"/>
              </a:ext>
            </a:extLst>
          </p:cNvPr>
          <p:cNvSpPr txBox="1">
            <a:spLocks/>
          </p:cNvSpPr>
          <p:nvPr/>
        </p:nvSpPr>
        <p:spPr bwMode="auto">
          <a:xfrm>
            <a:off x="6471818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</a:t>
            </a:r>
          </a:p>
        </p:txBody>
      </p:sp>
      <p:sp>
        <p:nvSpPr>
          <p:cNvPr id="26" name="Текст 28">
            <a:extLst>
              <a:ext uri="{FF2B5EF4-FFF2-40B4-BE49-F238E27FC236}">
                <a16:creationId xmlns:a16="http://schemas.microsoft.com/office/drawing/2014/main" id="{EB1C1786-8B1F-760C-DEE4-9653948F1898}"/>
              </a:ext>
            </a:extLst>
          </p:cNvPr>
          <p:cNvSpPr txBox="1">
            <a:spLocks/>
          </p:cNvSpPr>
          <p:nvPr/>
        </p:nvSpPr>
        <p:spPr bwMode="auto">
          <a:xfrm>
            <a:off x="9400293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</a:t>
            </a:r>
          </a:p>
        </p:txBody>
      </p:sp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E67A171A-9774-DC4F-DB75-33A281EEC0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53163" y="2376350"/>
            <a:ext cx="2563153" cy="2563153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8" name="Рисунок 6">
            <a:extLst>
              <a:ext uri="{FF2B5EF4-FFF2-40B4-BE49-F238E27FC236}">
                <a16:creationId xmlns:a16="http://schemas.microsoft.com/office/drawing/2014/main" id="{DCB4EABD-255C-6D34-9BFB-734820C6992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71648" y="2376350"/>
            <a:ext cx="2563153" cy="2563153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2" name="Рисунок 8">
            <a:extLst>
              <a:ext uri="{FF2B5EF4-FFF2-40B4-BE49-F238E27FC236}">
                <a16:creationId xmlns:a16="http://schemas.microsoft.com/office/drawing/2014/main" id="{62849470-1DF6-2828-45F5-C40B74E870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348038" y="2378250"/>
            <a:ext cx="2547894" cy="2547894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3" name="Рисунок 9">
            <a:extLst>
              <a:ext uri="{FF2B5EF4-FFF2-40B4-BE49-F238E27FC236}">
                <a16:creationId xmlns:a16="http://schemas.microsoft.com/office/drawing/2014/main" id="{A04EF41C-F249-C821-B3CD-12C19395D9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44"/>
          <a:stretch/>
        </p:blipFill>
        <p:spPr bwMode="auto">
          <a:xfrm>
            <a:off x="442913" y="2384425"/>
            <a:ext cx="2547894" cy="2547146"/>
          </a:xfrm>
          <a:prstGeom prst="roundRect">
            <a:avLst>
              <a:gd name="adj" fmla="val 12039"/>
            </a:avLst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6CA5FE-290F-E33E-CCE9-B50389220277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4</a:t>
            </a:r>
            <a:r>
              <a:rPr lang="en-US" dirty="0"/>
              <a:t> </a:t>
            </a:r>
            <a:r>
              <a:rPr lang="ru-RU" dirty="0"/>
              <a:t>карточки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62B889-8639-FBB5-B248-B24077469E66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8641617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A5900-78A7-AEB3-40D1-44B29A2BA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2FAD5D6E-2190-F55F-0D32-5CE709E45BA7}"/>
              </a:ext>
            </a:extLst>
          </p:cNvPr>
          <p:cNvSpPr/>
          <p:nvPr/>
        </p:nvSpPr>
        <p:spPr>
          <a:xfrm>
            <a:off x="9184393" y="2384425"/>
            <a:ext cx="2564695" cy="3647240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BC2045C0-29D0-250C-2054-7ADE4E2ACF99}"/>
              </a:ext>
            </a:extLst>
          </p:cNvPr>
          <p:cNvSpPr/>
          <p:nvPr/>
        </p:nvSpPr>
        <p:spPr>
          <a:xfrm>
            <a:off x="6244008" y="2384425"/>
            <a:ext cx="2564695" cy="3647240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BB90539C-9F7F-9220-D0DA-7F6BD3E05B8F}"/>
              </a:ext>
            </a:extLst>
          </p:cNvPr>
          <p:cNvSpPr/>
          <p:nvPr/>
        </p:nvSpPr>
        <p:spPr>
          <a:xfrm>
            <a:off x="442914" y="2384425"/>
            <a:ext cx="2543422" cy="3647240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9D836AE-F2B9-EF9A-47FE-5132ED623F89}"/>
              </a:ext>
            </a:extLst>
          </p:cNvPr>
          <p:cNvSpPr/>
          <p:nvPr/>
        </p:nvSpPr>
        <p:spPr>
          <a:xfrm>
            <a:off x="3345753" y="2384425"/>
            <a:ext cx="2556219" cy="3647240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4" name="Текст 28">
            <a:extLst>
              <a:ext uri="{FF2B5EF4-FFF2-40B4-BE49-F238E27FC236}">
                <a16:creationId xmlns:a16="http://schemas.microsoft.com/office/drawing/2014/main" id="{3C8BBF67-847C-6226-7C1C-46D8BA5E85A6}"/>
              </a:ext>
            </a:extLst>
          </p:cNvPr>
          <p:cNvSpPr txBox="1">
            <a:spLocks/>
          </p:cNvSpPr>
          <p:nvPr/>
        </p:nvSpPr>
        <p:spPr bwMode="auto">
          <a:xfrm>
            <a:off x="658813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</a:t>
            </a:r>
            <a:r>
              <a:rPr lang="ru-RU"/>
              <a:t>внимательного подхода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13" name="Текст 28">
            <a:extLst>
              <a:ext uri="{FF2B5EF4-FFF2-40B4-BE49-F238E27FC236}">
                <a16:creationId xmlns:a16="http://schemas.microsoft.com/office/drawing/2014/main" id="{1CF15A09-898B-926A-35E5-8CABFC2DD501}"/>
              </a:ext>
            </a:extLst>
          </p:cNvPr>
          <p:cNvSpPr txBox="1">
            <a:spLocks/>
          </p:cNvSpPr>
          <p:nvPr/>
        </p:nvSpPr>
        <p:spPr bwMode="auto">
          <a:xfrm>
            <a:off x="3575720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</a:t>
            </a:r>
            <a:r>
              <a:rPr lang="ru-RU"/>
              <a:t>внимательного подхода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14" name="Текст 28">
            <a:extLst>
              <a:ext uri="{FF2B5EF4-FFF2-40B4-BE49-F238E27FC236}">
                <a16:creationId xmlns:a16="http://schemas.microsoft.com/office/drawing/2014/main" id="{E8AC25B7-9CD6-6096-E0E7-C7DB10F76706}"/>
              </a:ext>
            </a:extLst>
          </p:cNvPr>
          <p:cNvSpPr txBox="1">
            <a:spLocks/>
          </p:cNvSpPr>
          <p:nvPr/>
        </p:nvSpPr>
        <p:spPr bwMode="auto">
          <a:xfrm>
            <a:off x="6493111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</a:t>
            </a:r>
            <a:r>
              <a:rPr lang="ru-RU"/>
              <a:t>внимательного подхода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15" name="Текст 28">
            <a:extLst>
              <a:ext uri="{FF2B5EF4-FFF2-40B4-BE49-F238E27FC236}">
                <a16:creationId xmlns:a16="http://schemas.microsoft.com/office/drawing/2014/main" id="{226BCF92-8D3E-DA1B-7053-85FBC39432BD}"/>
              </a:ext>
            </a:extLst>
          </p:cNvPr>
          <p:cNvSpPr txBox="1">
            <a:spLocks/>
          </p:cNvSpPr>
          <p:nvPr/>
        </p:nvSpPr>
        <p:spPr bwMode="auto">
          <a:xfrm>
            <a:off x="9408368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/>
              <a:t>Формирование успешной команды — это не просто вопрос управления, это искусство, которое требует </a:t>
            </a:r>
            <a:r>
              <a:rPr lang="ru-RU"/>
              <a:t>внимательного подхода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138B99-77FA-26D4-C916-AF9562AC562E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4</a:t>
            </a:r>
            <a:r>
              <a:rPr lang="en-US" dirty="0"/>
              <a:t> </a:t>
            </a:r>
            <a:r>
              <a:rPr lang="ru-RU" dirty="0"/>
              <a:t>карточки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D1154A-BCF9-EE21-5F45-2E871E6115B6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90B205-1C49-F9EA-F1A1-5F15B7CA81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58813" y="2567866"/>
            <a:ext cx="1209223" cy="145433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AD63FFA-7EDB-B6CF-5C0B-9A3E6DF60EE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15209" y="2514415"/>
            <a:ext cx="1209223" cy="145433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1D406F1-5D52-DCED-D335-272A33F13CD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296944" y="2617212"/>
            <a:ext cx="1492463" cy="1094836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3EC3ED0-9D30-47CB-9EF3-4114AB7D834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60987" y="2514415"/>
            <a:ext cx="1356290" cy="1356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1291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EA25A93-3846-A2D0-5480-E04E4A20586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B39E820-9A13-21D5-5E02-DB2D56406D68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rot="12556926">
            <a:off x="3048011" y="-7401875"/>
            <a:ext cx="10825561" cy="10825561"/>
          </a:xfrm>
          <a:prstGeom prst="rect">
            <a:avLst/>
          </a:prstGeom>
        </p:spPr>
      </p:pic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B445BF4-F5DB-88CC-5C11-3FC5E9C55B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399754"/>
              </p:ext>
            </p:extLst>
          </p:nvPr>
        </p:nvGraphicFramePr>
        <p:xfrm>
          <a:off x="550863" y="2186234"/>
          <a:ext cx="11185730" cy="4309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5676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cs typeface="SB Sans Text Semibold"/>
                        </a:rPr>
                        <a:t>Компания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Периодичность</a:t>
                      </a:r>
                      <a:endParaRPr sz="1400" b="0" i="0" dirty="0">
                        <a:solidFill>
                          <a:schemeClr val="bg1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Отклонения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Показатель порогового значения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Итого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Эвотор</a:t>
                      </a:r>
                      <a:endParaRPr sz="1400" b="0" i="0" dirty="0">
                        <a:solidFill>
                          <a:schemeClr val="bg1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Ежемесячно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Да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0" i="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120 000</a:t>
                      </a:r>
                      <a:endParaRPr dirty="0">
                        <a:solidFill>
                          <a:srgbClr val="FF3256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13 000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Деловая среда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Ежеквартально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Да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0" i="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75 000</a:t>
                      </a:r>
                      <a:endParaRPr dirty="0">
                        <a:solidFill>
                          <a:srgbClr val="56FF7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1 250 480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СберСервис</a:t>
                      </a:r>
                      <a:endParaRPr sz="1400" b="0" i="0" dirty="0">
                        <a:solidFill>
                          <a:schemeClr val="bg1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Один раз в 3 года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Нет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124 700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76 790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СберБанк</a:t>
                      </a: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 Лизинг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Еженедельно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–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45 680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209 100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en-US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Vision Labs</a:t>
                      </a:r>
                      <a:endParaRPr sz="1400" b="0" i="0" dirty="0">
                        <a:solidFill>
                          <a:schemeClr val="bg1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Каждый февраль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Нет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12 400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25 000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Итого</a:t>
                      </a:r>
                      <a:endParaRPr b="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endParaRPr lang="ru-RU" sz="1400" b="0" i="0" dirty="0">
                        <a:solidFill>
                          <a:schemeClr val="bg1"/>
                        </a:solidFill>
                        <a:latin typeface="SB Sans Text Medium"/>
                        <a:ea typeface="+mn-ea"/>
                        <a:cs typeface="SB Sans Text Medium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endParaRPr lang="ru-RU" sz="1400" b="0" i="0" dirty="0">
                        <a:solidFill>
                          <a:schemeClr val="bg1"/>
                        </a:solidFill>
                        <a:latin typeface="SB Sans Text Medium"/>
                        <a:ea typeface="+mn-ea"/>
                        <a:cs typeface="SB Sans Text Medium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1" i="0" dirty="0">
                          <a:solidFill>
                            <a:srgbClr val="56FF71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377 780</a:t>
                      </a:r>
                      <a:endParaRPr dirty="0">
                        <a:solidFill>
                          <a:srgbClr val="56FF7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1" i="0" kern="1200" dirty="0">
                          <a:solidFill>
                            <a:srgbClr val="56FF71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1 574 370</a:t>
                      </a:r>
                      <a:endParaRPr sz="2800" b="1" i="0" kern="1200" dirty="0">
                        <a:solidFill>
                          <a:srgbClr val="56FF71"/>
                        </a:solidFill>
                        <a:latin typeface="SB Sans Display Semibold"/>
                        <a:ea typeface="+mn-ea"/>
                        <a:cs typeface="SB Sans Display Semibold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579F131-FD3C-30D5-3BED-52285588D630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таблицей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1AE1E-2EBD-A64F-3243-0CDFC05CD1C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698614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2F65FFE-10FB-FF33-A617-062DFC31485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D608F5-7A8D-90D9-0070-78DEA8BF35C6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таблицей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E12DE8-536E-7116-3813-83909493BA16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graphicFrame>
        <p:nvGraphicFramePr>
          <p:cNvPr id="2" name="Объект 14">
            <a:extLst>
              <a:ext uri="{FF2B5EF4-FFF2-40B4-BE49-F238E27FC236}">
                <a16:creationId xmlns:a16="http://schemas.microsoft.com/office/drawing/2014/main" id="{BBA44525-BA83-E212-93E3-0F47382DDD77}"/>
              </a:ext>
            </a:extLst>
          </p:cNvPr>
          <p:cNvGraphicFramePr>
            <a:graphicFrameLocks/>
          </p:cNvGraphicFramePr>
          <p:nvPr/>
        </p:nvGraphicFramePr>
        <p:xfrm>
          <a:off x="442913" y="2349500"/>
          <a:ext cx="11270833" cy="4067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833">
                  <a:extLst>
                    <a:ext uri="{9D8B030D-6E8A-4147-A177-3AD203B41FA5}">
                      <a16:colId xmlns:a16="http://schemas.microsoft.com/office/drawing/2014/main" val="15813706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90862098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9300848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22420481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53683501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37616019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00250469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62310954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864701372"/>
                    </a:ext>
                  </a:extLst>
                </a:gridCol>
              </a:tblGrid>
              <a:tr h="451908">
                <a:tc>
                  <a:txBody>
                    <a:bodyPr/>
                    <a:lstStyle/>
                    <a:p>
                      <a:endParaRPr lang="ru-RU" sz="1400" b="0" i="0" dirty="0">
                        <a:ln>
                          <a:noFill/>
                        </a:ln>
                        <a:solidFill>
                          <a:schemeClr val="bg1"/>
                        </a:solidFill>
                        <a:latin typeface="SB Sans Display" panose="020B0503040504020204" pitchFamily="34" charset="0"/>
                        <a:ea typeface="SB Sans Text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447128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318467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433417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452360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i="0" dirty="0">
                          <a:solidFill>
                            <a:schemeClr val="bg1"/>
                          </a:solidFill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Строка 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046276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5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811678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6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972055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7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38260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chemeClr val="bg1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8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302153"/>
                  </a:ext>
                </a:extLst>
              </a:tr>
            </a:tbl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7BD282-486C-17EC-1E6E-3D205FF0695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rot="12556926">
            <a:off x="3048011" y="-7401875"/>
            <a:ext cx="10825561" cy="1082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7285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17A1C62-0B6E-93D7-D2B3-1C67ECEB2C2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0E49A5-FAE5-3F15-6D4B-E69107A76591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таблицей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B4CCC1-747C-075E-4ADD-3278DB771EB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C7AB0E1-AB65-A188-D4C5-05A7A8348B35}"/>
              </a:ext>
            </a:extLst>
          </p:cNvPr>
          <p:cNvSpPr/>
          <p:nvPr/>
        </p:nvSpPr>
        <p:spPr bwMode="auto">
          <a:xfrm>
            <a:off x="1685942" y="2395071"/>
            <a:ext cx="1241405" cy="380078"/>
          </a:xfrm>
          <a:prstGeom prst="roundRect">
            <a:avLst>
              <a:gd name="adj" fmla="val 36013"/>
            </a:avLst>
          </a:prstGeom>
          <a:solidFill>
            <a:srgbClr val="50F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2B92C4F7-3D69-42CC-6C70-6029CD79131A}"/>
              </a:ext>
            </a:extLst>
          </p:cNvPr>
          <p:cNvSpPr/>
          <p:nvPr/>
        </p:nvSpPr>
        <p:spPr bwMode="auto">
          <a:xfrm>
            <a:off x="2927348" y="2395071"/>
            <a:ext cx="1251743" cy="380078"/>
          </a:xfrm>
          <a:prstGeom prst="roundRect">
            <a:avLst>
              <a:gd name="adj" fmla="val 36013"/>
            </a:avLst>
          </a:prstGeom>
          <a:solidFill>
            <a:srgbClr val="49F7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8ED3A37C-DA8B-B2BF-C8EC-6440717A81F0}"/>
              </a:ext>
            </a:extLst>
          </p:cNvPr>
          <p:cNvSpPr/>
          <p:nvPr/>
        </p:nvSpPr>
        <p:spPr bwMode="auto">
          <a:xfrm>
            <a:off x="4179092" y="2395071"/>
            <a:ext cx="2725340" cy="380078"/>
          </a:xfrm>
          <a:prstGeom prst="roundRect">
            <a:avLst>
              <a:gd name="adj" fmla="val 36013"/>
            </a:avLst>
          </a:prstGeom>
          <a:solidFill>
            <a:srgbClr val="42F2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F6FC2017-BA41-67AB-3CA6-9C7670498380}"/>
              </a:ext>
            </a:extLst>
          </p:cNvPr>
          <p:cNvSpPr/>
          <p:nvPr/>
        </p:nvSpPr>
        <p:spPr bwMode="auto">
          <a:xfrm>
            <a:off x="6904433" y="2395071"/>
            <a:ext cx="2595913" cy="380078"/>
          </a:xfrm>
          <a:prstGeom prst="roundRect">
            <a:avLst>
              <a:gd name="adj" fmla="val 36013"/>
            </a:avLst>
          </a:prstGeom>
          <a:solidFill>
            <a:srgbClr val="37ED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3B4C66AB-5EDF-DBFC-A431-858DDD0D4087}"/>
              </a:ext>
            </a:extLst>
          </p:cNvPr>
          <p:cNvSpPr/>
          <p:nvPr/>
        </p:nvSpPr>
        <p:spPr bwMode="auto">
          <a:xfrm>
            <a:off x="9500348" y="2395071"/>
            <a:ext cx="1743916" cy="380078"/>
          </a:xfrm>
          <a:prstGeom prst="roundRect">
            <a:avLst>
              <a:gd name="adj" fmla="val 36013"/>
            </a:avLst>
          </a:prstGeom>
          <a:solidFill>
            <a:srgbClr val="16DE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F99E7391-1328-B740-DA83-38AC652D7C1B}"/>
              </a:ext>
            </a:extLst>
          </p:cNvPr>
          <p:cNvSpPr/>
          <p:nvPr/>
        </p:nvSpPr>
        <p:spPr bwMode="auto">
          <a:xfrm>
            <a:off x="550864" y="2395071"/>
            <a:ext cx="1135077" cy="380078"/>
          </a:xfrm>
          <a:prstGeom prst="roundRect">
            <a:avLst>
              <a:gd name="adj" fmla="val 36013"/>
            </a:avLst>
          </a:prstGeom>
          <a:solidFill>
            <a:srgbClr val="59FF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graphicFrame>
        <p:nvGraphicFramePr>
          <p:cNvPr id="12" name="Таблица 11">
            <a:extLst>
              <a:ext uri="{FF2B5EF4-FFF2-40B4-BE49-F238E27FC236}">
                <a16:creationId xmlns:a16="http://schemas.microsoft.com/office/drawing/2014/main" id="{60930275-D272-097F-AE07-6D6216C586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1219432"/>
              </p:ext>
            </p:extLst>
          </p:nvPr>
        </p:nvGraphicFramePr>
        <p:xfrm>
          <a:off x="550863" y="2373805"/>
          <a:ext cx="10693401" cy="3005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7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143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37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45373"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АС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Инцидент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Влияние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200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Описание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Причина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Мероприятия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12700" algn="ctr">
                      <a:noFill/>
                      <a:prstDash val="dashDot"/>
                    </a:lnL>
                    <a:lnR w="12700" algn="ctr">
                      <a:noFill/>
                      <a:prstDash val="dashDot"/>
                    </a:lnR>
                    <a:lnT w="12700" algn="ctr">
                      <a:noFill/>
                      <a:prstDash val="dashDot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1" i="0" dirty="0">
                          <a:solidFill>
                            <a:srgbClr val="FFFFFF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algn="ctr">
                      <a:noFill/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noFill/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IM0318988</a:t>
                      </a:r>
                      <a:r>
                        <a:rPr lang="en-US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noFill/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1" i="0" dirty="0">
                          <a:solidFill>
                            <a:srgbClr val="FFFFFF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26,5%</a:t>
                      </a:r>
                      <a:endParaRPr sz="1600" b="1" i="0" dirty="0">
                        <a:latin typeface="SB Sans Text Semibold" panose="020B0503040504020204" pitchFamily="34" charset="0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noFill/>
                      <a:prstDash val="soli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Деградация производительности продукта</a:t>
                      </a:r>
                      <a:b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во всех каналах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noFill/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Некорректная обработка штатных операций</a:t>
                      </a:r>
                      <a:b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из-за дефекта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noFill/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Дефект устранен</a:t>
                      </a:r>
                      <a:endParaRPr sz="1600" b="0" i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noFill/>
                      <a:prstDash val="solid"/>
                    </a:lnR>
                    <a:lnT w="6350" algn="ctr">
                      <a:noFill/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1" i="0" dirty="0">
                          <a:solidFill>
                            <a:srgbClr val="FFFFFF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algn="ctr">
                      <a:noFill/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IM0321174</a:t>
                      </a:r>
                      <a:r>
                        <a:rPr lang="en-US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1" i="0" kern="1200" dirty="0">
                          <a:solidFill>
                            <a:srgbClr val="FFFFFF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0% </a:t>
                      </a:r>
                      <a:r>
                        <a:rPr lang="ru-RU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(есть обходное решение)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Недоступность </a:t>
                      </a:r>
                      <a: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desktop</a:t>
                      </a: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-приложений на </a:t>
                      </a:r>
                      <a: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MacOS</a:t>
                      </a: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 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Блокировка УЗ </a:t>
                      </a:r>
                      <a:r>
                        <a:rPr lang="en-US" sz="1200" b="0" i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Apple</a:t>
                      </a:r>
                      <a:endParaRPr lang="ru-RU" sz="1200" b="0" i="0">
                        <a:solidFill>
                          <a:srgbClr val="FFFFFF"/>
                        </a:solidFill>
                        <a:latin typeface="SB Sans Text" panose="020B0503040504020204" pitchFamily="34" charset="0"/>
                        <a:ea typeface="+mn-ea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Приложение подписано резервной УЗ</a:t>
                      </a:r>
                      <a:endParaRPr sz="1600" b="0" i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noFill/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1" i="0" dirty="0">
                          <a:solidFill>
                            <a:srgbClr val="FFFFFF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algn="ctr">
                      <a:noFill/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IM0321665</a:t>
                      </a:r>
                      <a:r>
                        <a:rPr lang="en-US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/>
                      </a:pPr>
                      <a:r>
                        <a:rPr lang="ru-RU" sz="1200" b="1" i="0" kern="1200" dirty="0">
                          <a:solidFill>
                            <a:srgbClr val="FFFFFF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2%</a:t>
                      </a:r>
                      <a:endParaRPr sz="1200" b="1" i="0" kern="1200" dirty="0">
                        <a:solidFill>
                          <a:srgbClr val="FFFFFF"/>
                        </a:solidFill>
                        <a:latin typeface="SB Sans Text Semibold" panose="020B0503040504020204" pitchFamily="34" charset="0"/>
                        <a:ea typeface="+mn-ea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Ошибки перекладки файлов</a:t>
                      </a:r>
                      <a:b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 </a:t>
                      </a:r>
                      <a: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Omega</a:t>
                      </a: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 в </a:t>
                      </a:r>
                      <a: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Sigma</a:t>
                      </a:r>
                      <a:endParaRPr lang="ru-RU" sz="1200" b="0" i="0" dirty="0">
                        <a:solidFill>
                          <a:srgbClr val="FFFFFF"/>
                        </a:solidFill>
                        <a:latin typeface="SB Sans Text" panose="020B0503040504020204" pitchFamily="34" charset="0"/>
                        <a:ea typeface="+mn-ea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Следствие инцидента</a:t>
                      </a:r>
                      <a:br>
                        <a:rPr lang="en-US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на АС ТФС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Миграция на выделенный ТФС (05.2026)</a:t>
                      </a:r>
                      <a:endParaRPr sz="1600" b="0" i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noFill/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solidFill>
                        <a:schemeClr val="bg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1" i="0" dirty="0">
                          <a:solidFill>
                            <a:srgbClr val="FFFFFF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algn="ctr">
                      <a:noFill/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IM0316640</a:t>
                      </a:r>
                      <a:r>
                        <a:rPr lang="en-US" sz="105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/>
                      </a:pPr>
                      <a:r>
                        <a:rPr lang="ru-RU" sz="1200" b="1" i="0" kern="1200" dirty="0">
                          <a:solidFill>
                            <a:srgbClr val="FFFFFF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31%</a:t>
                      </a:r>
                      <a:endParaRPr sz="1200" b="1" i="0" kern="1200" dirty="0">
                        <a:solidFill>
                          <a:srgbClr val="FFFFFF"/>
                        </a:solidFill>
                        <a:latin typeface="SB Sans Text Semibold" panose="020B0503040504020204" pitchFamily="34" charset="0"/>
                        <a:ea typeface="+mn-ea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Массовые инциденты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Сбой СПО – конкурентный запуск служб после обновления ОС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solidFill>
                        <a:schemeClr val="bg1"/>
                      </a:solidFill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FFFFFF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Изменена логика запуска</a:t>
                      </a:r>
                      <a:endParaRPr sz="1600" b="0" i="0" dirty="0"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algn="ctr">
                      <a:solidFill>
                        <a:schemeClr val="bg1"/>
                      </a:solidFill>
                      <a:prstDash val="solid"/>
                    </a:lnL>
                    <a:lnR w="6350" algn="ctr">
                      <a:noFill/>
                      <a:prstDash val="solid"/>
                    </a:lnR>
                    <a:lnT w="6350" algn="ctr">
                      <a:solidFill>
                        <a:schemeClr val="bg1"/>
                      </a:solidFill>
                      <a:prstDash val="solid"/>
                    </a:lnT>
                    <a:lnB w="6350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63514F8-F825-D921-4CCF-647020968E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rot="12556926">
            <a:off x="3048011" y="-7401875"/>
            <a:ext cx="10825561" cy="1082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1300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645AA-DA8A-B865-D3BE-7C51F4D67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Объект 5">
            <a:extLst>
              <a:ext uri="{FF2B5EF4-FFF2-40B4-BE49-F238E27FC236}">
                <a16:creationId xmlns:a16="http://schemas.microsoft.com/office/drawing/2014/main" id="{93165C61-5B6C-86EA-21F5-09F01D69D90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8597744"/>
              </p:ext>
            </p:extLst>
          </p:nvPr>
        </p:nvGraphicFramePr>
        <p:xfrm>
          <a:off x="550863" y="1352283"/>
          <a:ext cx="10813824" cy="5225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351EAD-9B20-7D03-E906-83A255B8EAB3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графиком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6F3B30-6F32-6720-7871-457EC114F084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718682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5D7B-CCF3-DC20-CE81-E191606D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64D5A55F-EB27-DBE6-3895-5B43FBEBBD06}"/>
              </a:ext>
            </a:extLst>
          </p:cNvPr>
          <p:cNvSpPr/>
          <p:nvPr/>
        </p:nvSpPr>
        <p:spPr bwMode="auto">
          <a:xfrm>
            <a:off x="1039837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03BF8CBA-0797-2981-3CB3-02FEBE3FEA92}"/>
              </a:ext>
            </a:extLst>
          </p:cNvPr>
          <p:cNvSpPr/>
          <p:nvPr/>
        </p:nvSpPr>
        <p:spPr bwMode="auto">
          <a:xfrm>
            <a:off x="1039838" y="4847190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62EC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9838E5-5722-3E42-37F6-56FF7FDAD57F}"/>
              </a:ext>
            </a:extLst>
          </p:cNvPr>
          <p:cNvSpPr/>
          <p:nvPr/>
        </p:nvSpPr>
        <p:spPr bwMode="auto">
          <a:xfrm>
            <a:off x="3248051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62EC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8CC0E87-F51E-2184-92DF-D0B0EE66CB00}"/>
              </a:ext>
            </a:extLst>
          </p:cNvPr>
          <p:cNvSpPr/>
          <p:nvPr/>
        </p:nvSpPr>
        <p:spPr bwMode="auto">
          <a:xfrm>
            <a:off x="5456264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62EC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graphicFrame>
        <p:nvGraphicFramePr>
          <p:cNvPr id="11" name="Объект 5">
            <a:extLst>
              <a:ext uri="{FF2B5EF4-FFF2-40B4-BE49-F238E27FC236}">
                <a16:creationId xmlns:a16="http://schemas.microsoft.com/office/drawing/2014/main" id="{189C1CE0-ABC7-989B-4B7B-8391D4C517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2080792"/>
              </p:ext>
            </p:extLst>
          </p:nvPr>
        </p:nvGraphicFramePr>
        <p:xfrm>
          <a:off x="442913" y="1003147"/>
          <a:ext cx="11306176" cy="37722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3">
            <a:extLst>
              <a:ext uri="{FF2B5EF4-FFF2-40B4-BE49-F238E27FC236}">
                <a16:creationId xmlns:a16="http://schemas.microsoft.com/office/drawing/2014/main" id="{2E0F1E29-6B94-3238-7967-0C60047D02A9}"/>
              </a:ext>
            </a:extLst>
          </p:cNvPr>
          <p:cNvSpPr/>
          <p:nvPr/>
        </p:nvSpPr>
        <p:spPr bwMode="auto">
          <a:xfrm>
            <a:off x="7664476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62EC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A2EE8D2E-06B3-693D-FE26-16AB947F4A00}"/>
              </a:ext>
            </a:extLst>
          </p:cNvPr>
          <p:cNvSpPr/>
          <p:nvPr/>
        </p:nvSpPr>
        <p:spPr bwMode="auto">
          <a:xfrm>
            <a:off x="9872688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62EC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9739C6B2-C414-80A8-0950-0B9314A7278C}"/>
              </a:ext>
            </a:extLst>
          </p:cNvPr>
          <p:cNvSpPr/>
          <p:nvPr/>
        </p:nvSpPr>
        <p:spPr bwMode="auto">
          <a:xfrm>
            <a:off x="3247932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FEDC0B1F-0AF2-E2E7-EE62-CE1F6C42583F}"/>
              </a:ext>
            </a:extLst>
          </p:cNvPr>
          <p:cNvSpPr/>
          <p:nvPr/>
        </p:nvSpPr>
        <p:spPr bwMode="auto">
          <a:xfrm>
            <a:off x="5447928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AAF2B8E2-DFD3-FE19-A7D2-A5BC1341542F}"/>
              </a:ext>
            </a:extLst>
          </p:cNvPr>
          <p:cNvSpPr/>
          <p:nvPr/>
        </p:nvSpPr>
        <p:spPr bwMode="auto">
          <a:xfrm>
            <a:off x="7680176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6A2AB2EE-F5FA-7F23-4D9D-3AA4B4837121}"/>
              </a:ext>
            </a:extLst>
          </p:cNvPr>
          <p:cNvSpPr/>
          <p:nvPr/>
        </p:nvSpPr>
        <p:spPr bwMode="auto">
          <a:xfrm>
            <a:off x="9885920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1C158E-EFFB-6248-0082-069CE4494D81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графиком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5FDA1-3F33-703B-114A-069F32DAC73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14535285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8CD8-074F-8308-3BEB-292EBB22E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2">
            <a:extLst>
              <a:ext uri="{FF2B5EF4-FFF2-40B4-BE49-F238E27FC236}">
                <a16:creationId xmlns:a16="http://schemas.microsoft.com/office/drawing/2014/main" id="{04E9EBFE-E575-E212-B16C-ED51724C8A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9149545"/>
              </p:ext>
            </p:extLst>
          </p:nvPr>
        </p:nvGraphicFramePr>
        <p:xfrm>
          <a:off x="442912" y="2384425"/>
          <a:ext cx="11306175" cy="428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F2E1784-BBFA-E3F2-2697-3B9499556145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графиком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05D1CC-51D6-B21E-6C2B-9CB325D53CA5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15305790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74499-2ED0-EFB7-0385-14CADC5E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>
            <a:extLst>
              <a:ext uri="{FF2B5EF4-FFF2-40B4-BE49-F238E27FC236}">
                <a16:creationId xmlns:a16="http://schemas.microsoft.com/office/drawing/2014/main" id="{E9C9AD83-0C38-FE81-C79B-7F8F48AC0856}"/>
              </a:ext>
            </a:extLst>
          </p:cNvPr>
          <p:cNvSpPr/>
          <p:nvPr/>
        </p:nvSpPr>
        <p:spPr bwMode="auto">
          <a:xfrm>
            <a:off x="550864" y="5062467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  <a:defRPr/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21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%</a:t>
            </a:r>
            <a:endParaRPr lang="en-US" sz="2000" dirty="0">
              <a:solidFill>
                <a:srgbClr val="56FF7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AA5F7B83-40FB-D1FA-1291-77A22AE97CE1}"/>
              </a:ext>
            </a:extLst>
          </p:cNvPr>
          <p:cNvSpPr/>
          <p:nvPr/>
        </p:nvSpPr>
        <p:spPr bwMode="auto">
          <a:xfrm>
            <a:off x="550863" y="5710167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2E22DDB-ED50-E605-72B7-9FBCACC35A11}"/>
              </a:ext>
            </a:extLst>
          </p:cNvPr>
          <p:cNvSpPr/>
          <p:nvPr/>
        </p:nvSpPr>
        <p:spPr bwMode="auto">
          <a:xfrm>
            <a:off x="2356978" y="5062467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  <a:defRPr/>
            </a:pPr>
            <a:r>
              <a:rPr lang="ru-RU" sz="3200" dirty="0">
                <a:solidFill>
                  <a:srgbClr val="62ECFF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79</a:t>
            </a:r>
            <a:r>
              <a:rPr lang="en-US" sz="2000" dirty="0">
                <a:solidFill>
                  <a:srgbClr val="62ECFF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%</a:t>
            </a:r>
            <a:endParaRPr lang="en-US" sz="2000" dirty="0">
              <a:solidFill>
                <a:srgbClr val="62ECFF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AB828A74-8B29-D5E1-D201-9BBFA991566B}"/>
              </a:ext>
            </a:extLst>
          </p:cNvPr>
          <p:cNvCxnSpPr>
            <a:cxnSpLocks/>
          </p:cNvCxnSpPr>
          <p:nvPr/>
        </p:nvCxnSpPr>
        <p:spPr bwMode="auto">
          <a:xfrm>
            <a:off x="550864" y="5601191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B1451E60-8DE3-49FC-C1FF-8357EA5CF344}"/>
              </a:ext>
            </a:extLst>
          </p:cNvPr>
          <p:cNvCxnSpPr>
            <a:cxnSpLocks/>
          </p:cNvCxnSpPr>
          <p:nvPr/>
        </p:nvCxnSpPr>
        <p:spPr bwMode="auto">
          <a:xfrm>
            <a:off x="2356978" y="5602013"/>
            <a:ext cx="598557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>
            <a:extLst>
              <a:ext uri="{FF2B5EF4-FFF2-40B4-BE49-F238E27FC236}">
                <a16:creationId xmlns:a16="http://schemas.microsoft.com/office/drawing/2014/main" id="{AC211282-A3B1-47A6-7FE2-6BC802B97184}"/>
              </a:ext>
            </a:extLst>
          </p:cNvPr>
          <p:cNvSpPr/>
          <p:nvPr/>
        </p:nvSpPr>
        <p:spPr>
          <a:xfrm>
            <a:off x="737586" y="2344179"/>
            <a:ext cx="2100649" cy="2100649"/>
          </a:xfrm>
          <a:prstGeom prst="ellipse">
            <a:avLst/>
          </a:prstGeom>
          <a:gradFill flip="none" rotWithShape="1">
            <a:gsLst>
              <a:gs pos="48000">
                <a:schemeClr val="accent5">
                  <a:alpha val="0"/>
                </a:schemeClr>
              </a:gs>
              <a:gs pos="84000">
                <a:schemeClr val="accent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Арка 46">
            <a:extLst>
              <a:ext uri="{FF2B5EF4-FFF2-40B4-BE49-F238E27FC236}">
                <a16:creationId xmlns:a16="http://schemas.microsoft.com/office/drawing/2014/main" id="{2DEE3301-FBB6-0996-4DC9-236A0B794D88}"/>
              </a:ext>
            </a:extLst>
          </p:cNvPr>
          <p:cNvSpPr/>
          <p:nvPr/>
        </p:nvSpPr>
        <p:spPr>
          <a:xfrm rot="20574035">
            <a:off x="568497" y="2158828"/>
            <a:ext cx="2430376" cy="2430376"/>
          </a:xfrm>
          <a:prstGeom prst="blockArc">
            <a:avLst>
              <a:gd name="adj1" fmla="val 9434403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48" name="object 11">
            <a:extLst>
              <a:ext uri="{FF2B5EF4-FFF2-40B4-BE49-F238E27FC236}">
                <a16:creationId xmlns:a16="http://schemas.microsoft.com/office/drawing/2014/main" id="{864865DC-53D7-288C-1962-78D4A48FF2AC}"/>
              </a:ext>
            </a:extLst>
          </p:cNvPr>
          <p:cNvSpPr txBox="1"/>
          <p:nvPr/>
        </p:nvSpPr>
        <p:spPr>
          <a:xfrm>
            <a:off x="1398541" y="3054153"/>
            <a:ext cx="1391777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chemeClr val="bg1"/>
                </a:solidFill>
                <a:latin typeface="SBSansDisplay-Light"/>
                <a:cs typeface="SBSansDisplay-Light"/>
              </a:rPr>
              <a:t>2</a:t>
            </a:r>
            <a:r>
              <a:rPr sz="5000" dirty="0">
                <a:solidFill>
                  <a:schemeClr val="bg1"/>
                </a:solidFill>
                <a:latin typeface="SBSansDisplay-Light"/>
                <a:cs typeface="SBSansDisplay-Light"/>
              </a:rPr>
              <a:t>1</a:t>
            </a:r>
            <a:r>
              <a:rPr sz="5000" baseline="30000" dirty="0">
                <a:solidFill>
                  <a:schemeClr val="bg1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E072139E-503E-02F6-DD7D-D5AB8448B1AD}"/>
              </a:ext>
            </a:extLst>
          </p:cNvPr>
          <p:cNvSpPr/>
          <p:nvPr/>
        </p:nvSpPr>
        <p:spPr bwMode="auto">
          <a:xfrm>
            <a:off x="2362250" y="5710167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CB8166CF-C88E-8CB0-FDB5-03AD6C05BC2F}"/>
              </a:ext>
            </a:extLst>
          </p:cNvPr>
          <p:cNvSpPr/>
          <p:nvPr/>
        </p:nvSpPr>
        <p:spPr bwMode="auto">
          <a:xfrm>
            <a:off x="8480509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75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538D0EB6-04D4-56DF-CB86-ABD5CC638062}"/>
              </a:ext>
            </a:extLst>
          </p:cNvPr>
          <p:cNvSpPr/>
          <p:nvPr/>
        </p:nvSpPr>
        <p:spPr bwMode="auto">
          <a:xfrm>
            <a:off x="8480508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52" name="Text 6">
            <a:extLst>
              <a:ext uri="{FF2B5EF4-FFF2-40B4-BE49-F238E27FC236}">
                <a16:creationId xmlns:a16="http://schemas.microsoft.com/office/drawing/2014/main" id="{D1686760-5FC0-9963-D46C-90B2644D7AAC}"/>
              </a:ext>
            </a:extLst>
          </p:cNvPr>
          <p:cNvSpPr/>
          <p:nvPr/>
        </p:nvSpPr>
        <p:spPr bwMode="auto">
          <a:xfrm>
            <a:off x="10286623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25</a:t>
            </a:r>
            <a:r>
              <a:rPr lang="en-US" sz="2000" dirty="0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cxnSp>
        <p:nvCxnSpPr>
          <p:cNvPr id="53" name="Прямая соединительная линия 52">
            <a:extLst>
              <a:ext uri="{FF2B5EF4-FFF2-40B4-BE49-F238E27FC236}">
                <a16:creationId xmlns:a16="http://schemas.microsoft.com/office/drawing/2014/main" id="{60F8D31D-54CF-EE89-714F-F797A37361C6}"/>
              </a:ext>
            </a:extLst>
          </p:cNvPr>
          <p:cNvCxnSpPr>
            <a:cxnSpLocks/>
          </p:cNvCxnSpPr>
          <p:nvPr/>
        </p:nvCxnSpPr>
        <p:spPr bwMode="auto">
          <a:xfrm>
            <a:off x="8480509" y="5601190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единительная линия 53">
            <a:extLst>
              <a:ext uri="{FF2B5EF4-FFF2-40B4-BE49-F238E27FC236}">
                <a16:creationId xmlns:a16="http://schemas.microsoft.com/office/drawing/2014/main" id="{8D20EEAE-1278-5530-8CF6-344F31576B94}"/>
              </a:ext>
            </a:extLst>
          </p:cNvPr>
          <p:cNvCxnSpPr>
            <a:cxnSpLocks/>
          </p:cNvCxnSpPr>
          <p:nvPr/>
        </p:nvCxnSpPr>
        <p:spPr bwMode="auto">
          <a:xfrm>
            <a:off x="10286623" y="5602012"/>
            <a:ext cx="598557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Овал 54">
            <a:extLst>
              <a:ext uri="{FF2B5EF4-FFF2-40B4-BE49-F238E27FC236}">
                <a16:creationId xmlns:a16="http://schemas.microsoft.com/office/drawing/2014/main" id="{F3D5D085-F7AD-DB2C-A8BA-4D4F65CE0A3E}"/>
              </a:ext>
            </a:extLst>
          </p:cNvPr>
          <p:cNvSpPr/>
          <p:nvPr/>
        </p:nvSpPr>
        <p:spPr>
          <a:xfrm>
            <a:off x="8667231" y="2344178"/>
            <a:ext cx="2100649" cy="2100649"/>
          </a:xfrm>
          <a:prstGeom prst="ellipse">
            <a:avLst/>
          </a:prstGeom>
          <a:gradFill flip="none" rotWithShape="1">
            <a:gsLst>
              <a:gs pos="49000">
                <a:schemeClr val="accent5">
                  <a:alpha val="0"/>
                </a:schemeClr>
              </a:gs>
              <a:gs pos="84000">
                <a:schemeClr val="accent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Арка 55">
            <a:extLst>
              <a:ext uri="{FF2B5EF4-FFF2-40B4-BE49-F238E27FC236}">
                <a16:creationId xmlns:a16="http://schemas.microsoft.com/office/drawing/2014/main" id="{2F08C2EC-CECD-977C-E911-8260D8951A46}"/>
              </a:ext>
            </a:extLst>
          </p:cNvPr>
          <p:cNvSpPr/>
          <p:nvPr/>
        </p:nvSpPr>
        <p:spPr>
          <a:xfrm rot="20710700">
            <a:off x="8498142" y="2181977"/>
            <a:ext cx="2430376" cy="2430376"/>
          </a:xfrm>
          <a:prstGeom prst="blockArc">
            <a:avLst>
              <a:gd name="adj1" fmla="val 20371259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57" name="object 11">
            <a:extLst>
              <a:ext uri="{FF2B5EF4-FFF2-40B4-BE49-F238E27FC236}">
                <a16:creationId xmlns:a16="http://schemas.microsoft.com/office/drawing/2014/main" id="{02A84A56-9AC8-77AF-12A5-CC7374202E95}"/>
              </a:ext>
            </a:extLst>
          </p:cNvPr>
          <p:cNvSpPr txBox="1"/>
          <p:nvPr/>
        </p:nvSpPr>
        <p:spPr>
          <a:xfrm>
            <a:off x="9255034" y="3066344"/>
            <a:ext cx="1538425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chemeClr val="bg1"/>
                </a:solidFill>
                <a:latin typeface="SBSansDisplay-Light"/>
                <a:cs typeface="SBSansDisplay-Light"/>
              </a:rPr>
              <a:t>75</a:t>
            </a:r>
            <a:r>
              <a:rPr sz="5000" baseline="30000" dirty="0">
                <a:solidFill>
                  <a:schemeClr val="bg1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006E3DC9-5AAF-34FA-85A6-239D317DE4CE}"/>
              </a:ext>
            </a:extLst>
          </p:cNvPr>
          <p:cNvSpPr/>
          <p:nvPr/>
        </p:nvSpPr>
        <p:spPr bwMode="auto">
          <a:xfrm>
            <a:off x="10291895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59" name="Text 4">
            <a:extLst>
              <a:ext uri="{FF2B5EF4-FFF2-40B4-BE49-F238E27FC236}">
                <a16:creationId xmlns:a16="http://schemas.microsoft.com/office/drawing/2014/main" id="{FB14C3ED-DBD7-F7B1-E5E2-40FAF54283C2}"/>
              </a:ext>
            </a:extLst>
          </p:cNvPr>
          <p:cNvSpPr/>
          <p:nvPr/>
        </p:nvSpPr>
        <p:spPr bwMode="auto">
          <a:xfrm>
            <a:off x="4452943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52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6B764F1F-D9E8-1C06-D27C-10BB80EEC4A1}"/>
              </a:ext>
            </a:extLst>
          </p:cNvPr>
          <p:cNvSpPr/>
          <p:nvPr/>
        </p:nvSpPr>
        <p:spPr bwMode="auto">
          <a:xfrm>
            <a:off x="4452942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D0F63AF2-0193-2445-E1FC-E644EBB4EA5C}"/>
              </a:ext>
            </a:extLst>
          </p:cNvPr>
          <p:cNvSpPr/>
          <p:nvPr/>
        </p:nvSpPr>
        <p:spPr bwMode="auto">
          <a:xfrm>
            <a:off x="6259057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48</a:t>
            </a:r>
            <a:r>
              <a:rPr lang="en-US" sz="2000" dirty="0">
                <a:solidFill>
                  <a:srgbClr val="62EC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679FC3D1-5BF8-22F6-1FB6-EB63C007A2E2}"/>
              </a:ext>
            </a:extLst>
          </p:cNvPr>
          <p:cNvCxnSpPr>
            <a:cxnSpLocks/>
          </p:cNvCxnSpPr>
          <p:nvPr/>
        </p:nvCxnSpPr>
        <p:spPr bwMode="auto">
          <a:xfrm>
            <a:off x="4452943" y="5601190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Прямая соединительная линия 62">
            <a:extLst>
              <a:ext uri="{FF2B5EF4-FFF2-40B4-BE49-F238E27FC236}">
                <a16:creationId xmlns:a16="http://schemas.microsoft.com/office/drawing/2014/main" id="{0D539432-3611-2094-1708-1D8C1EAAA899}"/>
              </a:ext>
            </a:extLst>
          </p:cNvPr>
          <p:cNvCxnSpPr>
            <a:cxnSpLocks/>
          </p:cNvCxnSpPr>
          <p:nvPr/>
        </p:nvCxnSpPr>
        <p:spPr bwMode="auto">
          <a:xfrm>
            <a:off x="6259057" y="5602012"/>
            <a:ext cx="598557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Овал 63">
            <a:extLst>
              <a:ext uri="{FF2B5EF4-FFF2-40B4-BE49-F238E27FC236}">
                <a16:creationId xmlns:a16="http://schemas.microsoft.com/office/drawing/2014/main" id="{A00D0BDA-457E-2D8C-0F7E-1D20D090C894}"/>
              </a:ext>
            </a:extLst>
          </p:cNvPr>
          <p:cNvSpPr/>
          <p:nvPr/>
        </p:nvSpPr>
        <p:spPr>
          <a:xfrm>
            <a:off x="4639665" y="2344178"/>
            <a:ext cx="2100649" cy="2100649"/>
          </a:xfrm>
          <a:prstGeom prst="ellipse">
            <a:avLst/>
          </a:prstGeom>
          <a:gradFill flip="none" rotWithShape="1">
            <a:gsLst>
              <a:gs pos="48000">
                <a:schemeClr val="accent5">
                  <a:alpha val="0"/>
                </a:schemeClr>
              </a:gs>
              <a:gs pos="84000">
                <a:schemeClr val="accent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Арка 64">
            <a:extLst>
              <a:ext uri="{FF2B5EF4-FFF2-40B4-BE49-F238E27FC236}">
                <a16:creationId xmlns:a16="http://schemas.microsoft.com/office/drawing/2014/main" id="{DCE858FC-C25C-89FB-FB24-488723336599}"/>
              </a:ext>
            </a:extLst>
          </p:cNvPr>
          <p:cNvSpPr/>
          <p:nvPr/>
        </p:nvSpPr>
        <p:spPr>
          <a:xfrm rot="20710700">
            <a:off x="4457876" y="2184227"/>
            <a:ext cx="2430376" cy="2430376"/>
          </a:xfrm>
          <a:prstGeom prst="blockArc">
            <a:avLst>
              <a:gd name="adj1" fmla="val 1466943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66" name="object 11">
            <a:extLst>
              <a:ext uri="{FF2B5EF4-FFF2-40B4-BE49-F238E27FC236}">
                <a16:creationId xmlns:a16="http://schemas.microsoft.com/office/drawing/2014/main" id="{DA1E6ABB-6485-EC47-705F-2FF2F2735A17}"/>
              </a:ext>
            </a:extLst>
          </p:cNvPr>
          <p:cNvSpPr txBox="1"/>
          <p:nvPr/>
        </p:nvSpPr>
        <p:spPr>
          <a:xfrm>
            <a:off x="5215276" y="3054152"/>
            <a:ext cx="1453313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chemeClr val="bg1"/>
                </a:solidFill>
                <a:latin typeface="SBSansDisplay-Light"/>
                <a:cs typeface="SBSansDisplay-Light"/>
              </a:rPr>
              <a:t>52</a:t>
            </a:r>
            <a:r>
              <a:rPr sz="5000" baseline="30000" dirty="0">
                <a:solidFill>
                  <a:schemeClr val="bg1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67" name="Text 5">
            <a:extLst>
              <a:ext uri="{FF2B5EF4-FFF2-40B4-BE49-F238E27FC236}">
                <a16:creationId xmlns:a16="http://schemas.microsoft.com/office/drawing/2014/main" id="{6FC5B72E-4EF4-537C-4CD1-5D87DB4004DE}"/>
              </a:ext>
            </a:extLst>
          </p:cNvPr>
          <p:cNvSpPr/>
          <p:nvPr/>
        </p:nvSpPr>
        <p:spPr bwMode="auto">
          <a:xfrm>
            <a:off x="6264329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44CB3B-1BF2-E30D-DEE4-7D9504469B08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графиком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C51B92-8526-CE9F-3907-30E7F6E99CAD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25350432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70AAB-7524-C7E6-D168-75A7D031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Текст 28">
            <a:extLst>
              <a:ext uri="{FF2B5EF4-FFF2-40B4-BE49-F238E27FC236}">
                <a16:creationId xmlns:a16="http://schemas.microsoft.com/office/drawing/2014/main" id="{43B04D13-14B2-A79B-5D42-294349AAA01F}"/>
              </a:ext>
            </a:extLst>
          </p:cNvPr>
          <p:cNvSpPr txBox="1"/>
          <p:nvPr/>
        </p:nvSpPr>
        <p:spPr bwMode="auto">
          <a:xfrm>
            <a:off x="8908893" y="4411937"/>
            <a:ext cx="3949626" cy="849107"/>
          </a:xfrm>
          <a:prstGeom prst="rect">
            <a:avLst/>
          </a:prstGeom>
        </p:spPr>
        <p:txBody>
          <a:bodyPr/>
          <a:lstStyle>
            <a:lvl1pPr marL="0" indent="0" algn="l" defTabSz="914400">
              <a:lnSpc>
                <a:spcPts val="2340"/>
              </a:lnSpc>
              <a:spcBef>
                <a:spcPts val="0"/>
              </a:spcBef>
              <a:buFont typeface="Arial"/>
              <a:buNone/>
              <a:defRPr sz="1800" b="0" i="0">
                <a:solidFill>
                  <a:schemeClr val="bg1"/>
                </a:solidFill>
                <a:latin typeface="SB Sans Text"/>
                <a:ea typeface="+mn-ea"/>
                <a:cs typeface="SB Sans Text"/>
              </a:defRPr>
            </a:lvl1pPr>
            <a:lvl2pPr marL="742950" indent="-285750" algn="l" defTabSz="914400">
              <a:spcBef>
                <a:spcPts val="0"/>
              </a:spcBef>
              <a:buFont typeface="Arial"/>
              <a:buChar char="–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>
              <a:spcBef>
                <a:spcPts val="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>
              <a:spcBef>
                <a:spcPts val="0"/>
              </a:spcBef>
              <a:buFont typeface="Arial"/>
              <a:buChar char="–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>
              <a:spcBef>
                <a:spcPts val="0"/>
              </a:spcBef>
              <a:buFont typeface="Arial"/>
              <a:buChar char="»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ru-RU" sz="1200">
              <a:solidFill>
                <a:schemeClr val="tx2"/>
              </a:solidFill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EE306E9-CAEE-5835-AECE-D54ECE4D117B}"/>
              </a:ext>
            </a:extLst>
          </p:cNvPr>
          <p:cNvSpPr/>
          <p:nvPr/>
        </p:nvSpPr>
        <p:spPr bwMode="auto">
          <a:xfrm>
            <a:off x="442913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AE10FCF-ED12-EE43-850B-DD248C20F165}"/>
              </a:ext>
            </a:extLst>
          </p:cNvPr>
          <p:cNvSpPr/>
          <p:nvPr/>
        </p:nvSpPr>
        <p:spPr bwMode="auto">
          <a:xfrm>
            <a:off x="442912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14" name="Straight Connector 4">
            <a:extLst>
              <a:ext uri="{FF2B5EF4-FFF2-40B4-BE49-F238E27FC236}">
                <a16:creationId xmlns:a16="http://schemas.microsoft.com/office/drawing/2014/main" id="{A8964671-C542-A624-1855-05A352FCFBD9}"/>
              </a:ext>
            </a:extLst>
          </p:cNvPr>
          <p:cNvCxnSpPr>
            <a:cxnSpLocks/>
          </p:cNvCxnSpPr>
          <p:nvPr/>
        </p:nvCxnSpPr>
        <p:spPr bwMode="auto">
          <a:xfrm flipV="1">
            <a:off x="442913" y="4367896"/>
            <a:ext cx="4409953" cy="6745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58">
            <a:extLst>
              <a:ext uri="{FF2B5EF4-FFF2-40B4-BE49-F238E27FC236}">
                <a16:creationId xmlns:a16="http://schemas.microsoft.com/office/drawing/2014/main" id="{8CFD9729-FD41-49F0-9A0C-1962F47BBE63}"/>
              </a:ext>
            </a:extLst>
          </p:cNvPr>
          <p:cNvCxnSpPr>
            <a:cxnSpLocks/>
          </p:cNvCxnSpPr>
          <p:nvPr/>
        </p:nvCxnSpPr>
        <p:spPr>
          <a:xfrm>
            <a:off x="442913" y="4367728"/>
            <a:ext cx="0" cy="1015752"/>
          </a:xfrm>
          <a:prstGeom prst="line">
            <a:avLst/>
          </a:prstGeom>
          <a:ln w="6350" cap="rnd">
            <a:solidFill>
              <a:schemeClr val="bg1">
                <a:lumMod val="85000"/>
              </a:schemeClr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4">
            <a:extLst>
              <a:ext uri="{FF2B5EF4-FFF2-40B4-BE49-F238E27FC236}">
                <a16:creationId xmlns:a16="http://schemas.microsoft.com/office/drawing/2014/main" id="{9296A93B-3E0B-9859-B2BD-BE61AC85A598}"/>
              </a:ext>
            </a:extLst>
          </p:cNvPr>
          <p:cNvCxnSpPr>
            <a:cxnSpLocks/>
          </p:cNvCxnSpPr>
          <p:nvPr/>
        </p:nvCxnSpPr>
        <p:spPr bwMode="auto">
          <a:xfrm>
            <a:off x="4871864" y="4368039"/>
            <a:ext cx="6877224" cy="0"/>
          </a:xfrm>
          <a:prstGeom prst="line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Овал 55">
            <a:extLst>
              <a:ext uri="{FF2B5EF4-FFF2-40B4-BE49-F238E27FC236}">
                <a16:creationId xmlns:a16="http://schemas.microsoft.com/office/drawing/2014/main" id="{8E1AB1F0-685B-19EF-E309-528597F318F7}"/>
              </a:ext>
            </a:extLst>
          </p:cNvPr>
          <p:cNvSpPr/>
          <p:nvPr/>
        </p:nvSpPr>
        <p:spPr>
          <a:xfrm>
            <a:off x="346825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FFEA3E7A-C3AA-28D4-7F78-7FE93D77D39C}"/>
              </a:ext>
            </a:extLst>
          </p:cNvPr>
          <p:cNvSpPr/>
          <p:nvPr/>
        </p:nvSpPr>
        <p:spPr bwMode="auto">
          <a:xfrm>
            <a:off x="4871864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AB0E1A5C-5858-D457-2152-36C89E292595}"/>
              </a:ext>
            </a:extLst>
          </p:cNvPr>
          <p:cNvSpPr/>
          <p:nvPr/>
        </p:nvSpPr>
        <p:spPr bwMode="auto">
          <a:xfrm>
            <a:off x="4871863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61" name="Straight Connector 58">
            <a:extLst>
              <a:ext uri="{FF2B5EF4-FFF2-40B4-BE49-F238E27FC236}">
                <a16:creationId xmlns:a16="http://schemas.microsoft.com/office/drawing/2014/main" id="{36CF59A1-1D29-20FD-A6C6-DD6E7F5DBCA4}"/>
              </a:ext>
            </a:extLst>
          </p:cNvPr>
          <p:cNvCxnSpPr>
            <a:cxnSpLocks/>
          </p:cNvCxnSpPr>
          <p:nvPr/>
        </p:nvCxnSpPr>
        <p:spPr>
          <a:xfrm>
            <a:off x="4871864" y="4367728"/>
            <a:ext cx="0" cy="1015752"/>
          </a:xfrm>
          <a:prstGeom prst="line">
            <a:avLst/>
          </a:prstGeom>
          <a:ln w="6350" cap="rnd">
            <a:solidFill>
              <a:schemeClr val="bg1">
                <a:lumMod val="85000"/>
              </a:schemeClr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58">
            <a:extLst>
              <a:ext uri="{FF2B5EF4-FFF2-40B4-BE49-F238E27FC236}">
                <a16:creationId xmlns:a16="http://schemas.microsoft.com/office/drawing/2014/main" id="{D72572E1-DB58-843C-84C5-322C77D01913}"/>
              </a:ext>
            </a:extLst>
          </p:cNvPr>
          <p:cNvCxnSpPr>
            <a:cxnSpLocks/>
          </p:cNvCxnSpPr>
          <p:nvPr/>
        </p:nvCxnSpPr>
        <p:spPr>
          <a:xfrm>
            <a:off x="2639616" y="3314403"/>
            <a:ext cx="0" cy="1015752"/>
          </a:xfrm>
          <a:prstGeom prst="line">
            <a:avLst/>
          </a:prstGeom>
          <a:ln w="6350" cap="rnd">
            <a:solidFill>
              <a:schemeClr val="bg1">
                <a:lumMod val="85000"/>
              </a:schemeClr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 5">
            <a:extLst>
              <a:ext uri="{FF2B5EF4-FFF2-40B4-BE49-F238E27FC236}">
                <a16:creationId xmlns:a16="http://schemas.microsoft.com/office/drawing/2014/main" id="{68A77E33-6B3F-68B8-81D3-F3DA7FBCC152}"/>
              </a:ext>
            </a:extLst>
          </p:cNvPr>
          <p:cNvSpPr/>
          <p:nvPr/>
        </p:nvSpPr>
        <p:spPr bwMode="auto">
          <a:xfrm>
            <a:off x="2639616" y="2317296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68" name="Text 6">
            <a:extLst>
              <a:ext uri="{FF2B5EF4-FFF2-40B4-BE49-F238E27FC236}">
                <a16:creationId xmlns:a16="http://schemas.microsoft.com/office/drawing/2014/main" id="{C56FDB91-C488-AA1B-713F-2018E5067EEB}"/>
              </a:ext>
            </a:extLst>
          </p:cNvPr>
          <p:cNvSpPr/>
          <p:nvPr/>
        </p:nvSpPr>
        <p:spPr bwMode="auto">
          <a:xfrm>
            <a:off x="2639615" y="2685596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1C4CA928-2BEE-6B9A-8217-5805BBFC7410}"/>
              </a:ext>
            </a:extLst>
          </p:cNvPr>
          <p:cNvCxnSpPr>
            <a:cxnSpLocks/>
          </p:cNvCxnSpPr>
          <p:nvPr/>
        </p:nvCxnSpPr>
        <p:spPr>
          <a:xfrm>
            <a:off x="6960096" y="3314403"/>
            <a:ext cx="0" cy="1015752"/>
          </a:xfrm>
          <a:prstGeom prst="line">
            <a:avLst/>
          </a:prstGeom>
          <a:ln w="6350" cap="rnd">
            <a:solidFill>
              <a:schemeClr val="bg1">
                <a:lumMod val="85000"/>
              </a:schemeClr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 5">
            <a:extLst>
              <a:ext uri="{FF2B5EF4-FFF2-40B4-BE49-F238E27FC236}">
                <a16:creationId xmlns:a16="http://schemas.microsoft.com/office/drawing/2014/main" id="{88FC4130-9C4B-AB36-2145-3B8D580D306D}"/>
              </a:ext>
            </a:extLst>
          </p:cNvPr>
          <p:cNvSpPr/>
          <p:nvPr/>
        </p:nvSpPr>
        <p:spPr bwMode="auto">
          <a:xfrm>
            <a:off x="6960096" y="2317296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72" name="Text 6">
            <a:extLst>
              <a:ext uri="{FF2B5EF4-FFF2-40B4-BE49-F238E27FC236}">
                <a16:creationId xmlns:a16="http://schemas.microsoft.com/office/drawing/2014/main" id="{58C57D65-1910-2F47-0916-3F40FE54CACC}"/>
              </a:ext>
            </a:extLst>
          </p:cNvPr>
          <p:cNvSpPr/>
          <p:nvPr/>
        </p:nvSpPr>
        <p:spPr bwMode="auto">
          <a:xfrm>
            <a:off x="6960095" y="2685596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73" name="Text 5">
            <a:extLst>
              <a:ext uri="{FF2B5EF4-FFF2-40B4-BE49-F238E27FC236}">
                <a16:creationId xmlns:a16="http://schemas.microsoft.com/office/drawing/2014/main" id="{1AFF9562-D2C2-0DF5-4073-09228C0E6888}"/>
              </a:ext>
            </a:extLst>
          </p:cNvPr>
          <p:cNvSpPr/>
          <p:nvPr/>
        </p:nvSpPr>
        <p:spPr bwMode="auto">
          <a:xfrm>
            <a:off x="9192344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74" name="Text 6">
            <a:extLst>
              <a:ext uri="{FF2B5EF4-FFF2-40B4-BE49-F238E27FC236}">
                <a16:creationId xmlns:a16="http://schemas.microsoft.com/office/drawing/2014/main" id="{27A2C7E0-0D90-A079-2FE3-0631B07F8E4B}"/>
              </a:ext>
            </a:extLst>
          </p:cNvPr>
          <p:cNvSpPr/>
          <p:nvPr/>
        </p:nvSpPr>
        <p:spPr bwMode="auto">
          <a:xfrm>
            <a:off x="9192343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chemeClr val="bg1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chemeClr val="bg1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75" name="Straight Connector 58">
            <a:extLst>
              <a:ext uri="{FF2B5EF4-FFF2-40B4-BE49-F238E27FC236}">
                <a16:creationId xmlns:a16="http://schemas.microsoft.com/office/drawing/2014/main" id="{C6869836-B46C-AD65-9453-7E6D1D73F7D1}"/>
              </a:ext>
            </a:extLst>
          </p:cNvPr>
          <p:cNvCxnSpPr>
            <a:cxnSpLocks/>
          </p:cNvCxnSpPr>
          <p:nvPr/>
        </p:nvCxnSpPr>
        <p:spPr>
          <a:xfrm>
            <a:off x="9192344" y="4367728"/>
            <a:ext cx="0" cy="1015752"/>
          </a:xfrm>
          <a:prstGeom prst="line">
            <a:avLst/>
          </a:prstGeom>
          <a:ln w="6350" cap="rnd">
            <a:solidFill>
              <a:schemeClr val="bg1">
                <a:lumMod val="85000"/>
              </a:schemeClr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BDD27AB-4C26-155A-8D68-9D6BEF4FAF57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таймлайном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50C3A-3A91-529B-BA7C-8FFA8944B1C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9D07FAEF-517D-069C-6B09-961EE271F00A}"/>
              </a:ext>
            </a:extLst>
          </p:cNvPr>
          <p:cNvSpPr/>
          <p:nvPr/>
        </p:nvSpPr>
        <p:spPr>
          <a:xfrm>
            <a:off x="2542915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6490A508-9B11-7DA2-81CB-F90079372C87}"/>
              </a:ext>
            </a:extLst>
          </p:cNvPr>
          <p:cNvSpPr/>
          <p:nvPr/>
        </p:nvSpPr>
        <p:spPr>
          <a:xfrm>
            <a:off x="4777264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64D42B8C-2DA3-AA6B-B560-DD983F893943}"/>
              </a:ext>
            </a:extLst>
          </p:cNvPr>
          <p:cNvSpPr/>
          <p:nvPr/>
        </p:nvSpPr>
        <p:spPr>
          <a:xfrm>
            <a:off x="6865385" y="4281248"/>
            <a:ext cx="186786" cy="186786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9670DC33-6083-6E42-971F-03D7B4D788C8}"/>
              </a:ext>
            </a:extLst>
          </p:cNvPr>
          <p:cNvSpPr/>
          <p:nvPr/>
        </p:nvSpPr>
        <p:spPr>
          <a:xfrm>
            <a:off x="9097726" y="4281248"/>
            <a:ext cx="186786" cy="186786"/>
          </a:xfrm>
          <a:prstGeom prst="ellipse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76850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E9246-A93E-D4AF-2516-A314961B6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DD752E1B-01E6-E343-A2EE-8D244F61BC52}"/>
              </a:ext>
            </a:extLst>
          </p:cNvPr>
          <p:cNvCxnSpPr>
            <a:cxnSpLocks/>
          </p:cNvCxnSpPr>
          <p:nvPr/>
        </p:nvCxnSpPr>
        <p:spPr>
          <a:xfrm>
            <a:off x="442913" y="2873829"/>
            <a:ext cx="0" cy="3542846"/>
          </a:xfrm>
          <a:prstGeom prst="line">
            <a:avLst/>
          </a:prstGeom>
          <a:ln w="22225">
            <a:solidFill>
              <a:schemeClr val="bg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192A2FDC-4CA2-C007-CBF0-096B868397F1}"/>
              </a:ext>
            </a:extLst>
          </p:cNvPr>
          <p:cNvCxnSpPr>
            <a:cxnSpLocks/>
          </p:cNvCxnSpPr>
          <p:nvPr/>
        </p:nvCxnSpPr>
        <p:spPr>
          <a:xfrm>
            <a:off x="2704148" y="2873829"/>
            <a:ext cx="0" cy="35428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5F8FCDCA-2AD4-19D5-467C-521FE3887B8A}"/>
              </a:ext>
            </a:extLst>
          </p:cNvPr>
          <p:cNvCxnSpPr>
            <a:cxnSpLocks/>
          </p:cNvCxnSpPr>
          <p:nvPr/>
        </p:nvCxnSpPr>
        <p:spPr>
          <a:xfrm>
            <a:off x="4965383" y="2873829"/>
            <a:ext cx="0" cy="35428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A75B6724-7593-CCD9-6448-2BF00FA98EB8}"/>
              </a:ext>
            </a:extLst>
          </p:cNvPr>
          <p:cNvCxnSpPr>
            <a:cxnSpLocks/>
          </p:cNvCxnSpPr>
          <p:nvPr/>
        </p:nvCxnSpPr>
        <p:spPr>
          <a:xfrm>
            <a:off x="7226618" y="2873829"/>
            <a:ext cx="0" cy="3542846"/>
          </a:xfrm>
          <a:prstGeom prst="line">
            <a:avLst/>
          </a:prstGeom>
          <a:ln w="22225">
            <a:solidFill>
              <a:schemeClr val="bg1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27EA0E9E-01BF-2AF7-D433-9A7AE23BED0F}"/>
              </a:ext>
            </a:extLst>
          </p:cNvPr>
          <p:cNvCxnSpPr>
            <a:cxnSpLocks/>
          </p:cNvCxnSpPr>
          <p:nvPr/>
        </p:nvCxnSpPr>
        <p:spPr>
          <a:xfrm>
            <a:off x="9487853" y="2873829"/>
            <a:ext cx="0" cy="35428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17087F3C-60A4-DAF9-26C4-56722646ADF8}"/>
              </a:ext>
            </a:extLst>
          </p:cNvPr>
          <p:cNvCxnSpPr>
            <a:cxnSpLocks/>
          </p:cNvCxnSpPr>
          <p:nvPr/>
        </p:nvCxnSpPr>
        <p:spPr>
          <a:xfrm>
            <a:off x="11749088" y="2873829"/>
            <a:ext cx="0" cy="35428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5">
            <a:extLst>
              <a:ext uri="{FF2B5EF4-FFF2-40B4-BE49-F238E27FC236}">
                <a16:creationId xmlns:a16="http://schemas.microsoft.com/office/drawing/2014/main" id="{9E77D388-1ACD-5AD1-0890-40CB508D2E8D}"/>
              </a:ext>
            </a:extLst>
          </p:cNvPr>
          <p:cNvSpPr/>
          <p:nvPr/>
        </p:nvSpPr>
        <p:spPr bwMode="auto">
          <a:xfrm>
            <a:off x="549559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01 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359CEA9E-5FC2-BB39-0B47-177AA8461599}"/>
              </a:ext>
            </a:extLst>
          </p:cNvPr>
          <p:cNvSpPr/>
          <p:nvPr/>
        </p:nvSpPr>
        <p:spPr bwMode="auto">
          <a:xfrm>
            <a:off x="2800265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0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7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2CF314B4-2069-B638-5CAC-96C282C073A6}"/>
              </a:ext>
            </a:extLst>
          </p:cNvPr>
          <p:cNvSpPr/>
          <p:nvPr/>
        </p:nvSpPr>
        <p:spPr bwMode="auto">
          <a:xfrm>
            <a:off x="5050971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13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E896B4DF-C844-625E-8DA8-BC00718D708A}"/>
              </a:ext>
            </a:extLst>
          </p:cNvPr>
          <p:cNvSpPr/>
          <p:nvPr/>
        </p:nvSpPr>
        <p:spPr bwMode="auto">
          <a:xfrm>
            <a:off x="7301677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19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953F22CE-A2F9-5004-825C-C14136D63C05}"/>
              </a:ext>
            </a:extLst>
          </p:cNvPr>
          <p:cNvSpPr/>
          <p:nvPr/>
        </p:nvSpPr>
        <p:spPr bwMode="auto">
          <a:xfrm>
            <a:off x="9552384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25</a:t>
            </a:r>
            <a:r>
              <a:rPr lang="en-US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chemeClr val="bg1">
                    <a:lumMod val="75000"/>
                  </a:schemeClr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chemeClr val="bg1">
                  <a:lumMod val="75000"/>
                </a:schemeClr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80C4AC77-23F4-35E9-E47D-86F0BC2C494B}"/>
              </a:ext>
            </a:extLst>
          </p:cNvPr>
          <p:cNvSpPr/>
          <p:nvPr/>
        </p:nvSpPr>
        <p:spPr bwMode="auto">
          <a:xfrm>
            <a:off x="549559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1</a:t>
            </a:r>
            <a:endParaRPr lang="en-US" sz="1200" dirty="0">
              <a:solidFill>
                <a:schemeClr val="bg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49A443B4-4BB4-A7DB-B85A-45AF8B83FAE1}"/>
              </a:ext>
            </a:extLst>
          </p:cNvPr>
          <p:cNvSpPr/>
          <p:nvPr/>
        </p:nvSpPr>
        <p:spPr bwMode="auto">
          <a:xfrm>
            <a:off x="2800265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2</a:t>
            </a:r>
            <a:endParaRPr lang="en-US" sz="1200" dirty="0">
              <a:solidFill>
                <a:schemeClr val="bg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F5FAFD02-CF28-78E6-F720-5D50B85491D4}"/>
              </a:ext>
            </a:extLst>
          </p:cNvPr>
          <p:cNvSpPr/>
          <p:nvPr/>
        </p:nvSpPr>
        <p:spPr bwMode="auto">
          <a:xfrm>
            <a:off x="5050971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3</a:t>
            </a:r>
            <a:endParaRPr lang="en-US" sz="1200" dirty="0">
              <a:solidFill>
                <a:schemeClr val="bg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9BC81183-0C37-849C-FFF5-A95EB596DA95}"/>
              </a:ext>
            </a:extLst>
          </p:cNvPr>
          <p:cNvSpPr/>
          <p:nvPr/>
        </p:nvSpPr>
        <p:spPr bwMode="auto">
          <a:xfrm>
            <a:off x="7301677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4</a:t>
            </a:r>
            <a:endParaRPr lang="en-US" sz="1200" dirty="0">
              <a:solidFill>
                <a:schemeClr val="bg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8" name="Text 5">
            <a:extLst>
              <a:ext uri="{FF2B5EF4-FFF2-40B4-BE49-F238E27FC236}">
                <a16:creationId xmlns:a16="http://schemas.microsoft.com/office/drawing/2014/main" id="{E5A5086A-BAD8-8249-9E47-EC99670603F5}"/>
              </a:ext>
            </a:extLst>
          </p:cNvPr>
          <p:cNvSpPr/>
          <p:nvPr/>
        </p:nvSpPr>
        <p:spPr bwMode="auto">
          <a:xfrm>
            <a:off x="9552384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5</a:t>
            </a:r>
            <a:endParaRPr lang="en-US" sz="1200" dirty="0">
              <a:solidFill>
                <a:schemeClr val="bg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9" name="Text 5">
            <a:extLst>
              <a:ext uri="{FF2B5EF4-FFF2-40B4-BE49-F238E27FC236}">
                <a16:creationId xmlns:a16="http://schemas.microsoft.com/office/drawing/2014/main" id="{BA379C5F-BF7A-372C-6455-8B2A9FFD4B14}"/>
              </a:ext>
            </a:extLst>
          </p:cNvPr>
          <p:cNvSpPr/>
          <p:nvPr/>
        </p:nvSpPr>
        <p:spPr bwMode="auto">
          <a:xfrm>
            <a:off x="497332" y="2331509"/>
            <a:ext cx="1587500" cy="326174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Этап 1</a:t>
            </a:r>
            <a:endParaRPr lang="en-US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BC328A6E-94D2-D7D9-E4D8-0C2D268D5D97}"/>
              </a:ext>
            </a:extLst>
          </p:cNvPr>
          <p:cNvSpPr/>
          <p:nvPr/>
        </p:nvSpPr>
        <p:spPr bwMode="auto">
          <a:xfrm>
            <a:off x="7301677" y="2331509"/>
            <a:ext cx="1587500" cy="326174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Этап 2</a:t>
            </a:r>
            <a:endParaRPr lang="en-US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42" name="Скругленный прямоугольник 41">
            <a:extLst>
              <a:ext uri="{FF2B5EF4-FFF2-40B4-BE49-F238E27FC236}">
                <a16:creationId xmlns:a16="http://schemas.microsoft.com/office/drawing/2014/main" id="{C2E35188-1CE8-F05C-D6A3-27191805221C}"/>
              </a:ext>
            </a:extLst>
          </p:cNvPr>
          <p:cNvSpPr/>
          <p:nvPr/>
        </p:nvSpPr>
        <p:spPr>
          <a:xfrm>
            <a:off x="451104" y="3718560"/>
            <a:ext cx="3267456" cy="402336"/>
          </a:xfrm>
          <a:prstGeom prst="roundRect">
            <a:avLst/>
          </a:prstGeom>
          <a:gradFill flip="none" rotWithShape="1">
            <a:gsLst>
              <a:gs pos="37000">
                <a:srgbClr val="56FF71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tx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090051D4-791D-45F0-ADDC-34EA1D871828}"/>
              </a:ext>
            </a:extLst>
          </p:cNvPr>
          <p:cNvSpPr/>
          <p:nvPr/>
        </p:nvSpPr>
        <p:spPr>
          <a:xfrm>
            <a:off x="900761" y="4229180"/>
            <a:ext cx="3267456" cy="402336"/>
          </a:xfrm>
          <a:prstGeom prst="roundRect">
            <a:avLst/>
          </a:prstGeom>
          <a:gradFill flip="none" rotWithShape="1">
            <a:gsLst>
              <a:gs pos="51000">
                <a:srgbClr val="62ECFF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tx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A2D57A78-D8ED-47B4-56AF-CCA97451AFCD}"/>
              </a:ext>
            </a:extLst>
          </p:cNvPr>
          <p:cNvSpPr/>
          <p:nvPr/>
        </p:nvSpPr>
        <p:spPr>
          <a:xfrm>
            <a:off x="3513438" y="4731814"/>
            <a:ext cx="4938584" cy="402336"/>
          </a:xfrm>
          <a:prstGeom prst="roundRect">
            <a:avLst/>
          </a:prstGeom>
          <a:gradFill flip="none" rotWithShape="1">
            <a:gsLst>
              <a:gs pos="74000">
                <a:srgbClr val="1532A1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46" name="Скругленный прямоугольник 45">
            <a:extLst>
              <a:ext uri="{FF2B5EF4-FFF2-40B4-BE49-F238E27FC236}">
                <a16:creationId xmlns:a16="http://schemas.microsoft.com/office/drawing/2014/main" id="{02AA9367-EE8C-DFF0-E87F-B984B165D96E}"/>
              </a:ext>
            </a:extLst>
          </p:cNvPr>
          <p:cNvSpPr/>
          <p:nvPr/>
        </p:nvSpPr>
        <p:spPr>
          <a:xfrm>
            <a:off x="7693152" y="5249649"/>
            <a:ext cx="2894440" cy="402336"/>
          </a:xfrm>
          <a:prstGeom prst="roundRect">
            <a:avLst/>
          </a:prstGeom>
          <a:gradFill flip="none" rotWithShape="1">
            <a:gsLst>
              <a:gs pos="37000">
                <a:srgbClr val="56FF71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tx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47" name="Скругленный прямоугольник 46">
            <a:extLst>
              <a:ext uri="{FF2B5EF4-FFF2-40B4-BE49-F238E27FC236}">
                <a16:creationId xmlns:a16="http://schemas.microsoft.com/office/drawing/2014/main" id="{42622CC0-8391-9AF7-8FD0-B4252FFACC5A}"/>
              </a:ext>
            </a:extLst>
          </p:cNvPr>
          <p:cNvSpPr/>
          <p:nvPr/>
        </p:nvSpPr>
        <p:spPr>
          <a:xfrm>
            <a:off x="8496978" y="5745613"/>
            <a:ext cx="3267456" cy="402336"/>
          </a:xfrm>
          <a:prstGeom prst="roundRect">
            <a:avLst/>
          </a:prstGeom>
          <a:gradFill flip="none" rotWithShape="1">
            <a:gsLst>
              <a:gs pos="74000">
                <a:srgbClr val="1532A1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48" name="Скругленный прямоугольник 47">
            <a:extLst>
              <a:ext uri="{FF2B5EF4-FFF2-40B4-BE49-F238E27FC236}">
                <a16:creationId xmlns:a16="http://schemas.microsoft.com/office/drawing/2014/main" id="{F846DCE1-6E04-61EA-BDC3-9448A4FC657D}"/>
              </a:ext>
            </a:extLst>
          </p:cNvPr>
          <p:cNvSpPr/>
          <p:nvPr/>
        </p:nvSpPr>
        <p:spPr>
          <a:xfrm>
            <a:off x="4978528" y="5223676"/>
            <a:ext cx="1327780" cy="402336"/>
          </a:xfrm>
          <a:prstGeom prst="roundRect">
            <a:avLst/>
          </a:prstGeom>
          <a:gradFill flip="none" rotWithShape="1">
            <a:gsLst>
              <a:gs pos="51000">
                <a:srgbClr val="62ECFF"/>
              </a:gs>
              <a:gs pos="100000">
                <a:schemeClr val="tx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tx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D484F-020E-5443-1865-A1645808BA7F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Пример слайда с таймлайном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B709C4-42C4-5306-69E5-08F9282BEF0C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Пример подзаголовка слайда </a:t>
            </a:r>
            <a:br>
              <a:rPr lang="ru-RU" dirty="0"/>
            </a:br>
            <a:r>
              <a:rPr lang="ru-RU" dirty="0"/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764232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F0CCD-1C9E-EFFA-4028-45EE9C4BA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Скругленный прямоугольник 70">
            <a:extLst>
              <a:ext uri="{FF2B5EF4-FFF2-40B4-BE49-F238E27FC236}">
                <a16:creationId xmlns:a16="http://schemas.microsoft.com/office/drawing/2014/main" id="{5DD09D2F-6578-6ED5-898E-23BFD46C0FF6}"/>
              </a:ext>
            </a:extLst>
          </p:cNvPr>
          <p:cNvSpPr/>
          <p:nvPr/>
        </p:nvSpPr>
        <p:spPr>
          <a:xfrm>
            <a:off x="550863" y="3190086"/>
            <a:ext cx="6624638" cy="2733393"/>
          </a:xfrm>
          <a:prstGeom prst="roundRect">
            <a:avLst>
              <a:gd name="adj" fmla="val 11436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A04D4-9946-340D-D75E-FD43120B0FD2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Мемы в презентациях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4BD0F8-D607-9BA7-4007-742BF57B7FFF}"/>
              </a:ext>
            </a:extLst>
          </p:cNvPr>
          <p:cNvSpPr txBox="1"/>
          <p:nvPr/>
        </p:nvSpPr>
        <p:spPr bwMode="auto">
          <a:xfrm>
            <a:off x="486453" y="2337413"/>
            <a:ext cx="7155318" cy="787839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2400" b="1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Мемы — это один из современных способов визуализации информации, который: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E2281A4-ACD9-B341-47D1-700E05FAAB66}"/>
              </a:ext>
            </a:extLst>
          </p:cNvPr>
          <p:cNvSpPr txBox="1"/>
          <p:nvPr/>
        </p:nvSpPr>
        <p:spPr bwMode="auto">
          <a:xfrm>
            <a:off x="453795" y="1438671"/>
            <a:ext cx="8679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Если презентации обучающие, информационные, рассчитанные</a:t>
            </a:r>
            <a:br>
              <a:rPr lang="ru-RU" dirty="0"/>
            </a:br>
            <a:r>
              <a:rPr lang="ru-RU" dirty="0"/>
              <a:t>на более расслабленную аудиторию, то допускают использование мемов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D05D72-4371-03ED-A5BD-06811172CE74}"/>
              </a:ext>
            </a:extLst>
          </p:cNvPr>
          <p:cNvSpPr txBox="1"/>
          <p:nvPr/>
        </p:nvSpPr>
        <p:spPr bwMode="auto">
          <a:xfrm>
            <a:off x="754328" y="3349025"/>
            <a:ext cx="6529122" cy="2431435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ru-RU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spcAft>
                <a:spcPts val="0"/>
              </a:spcAft>
            </a:pPr>
            <a:r>
              <a:rPr lang="ru-RU" dirty="0"/>
              <a:t>дает зрительный образ</a:t>
            </a:r>
          </a:p>
          <a:p>
            <a:pPr>
              <a:spcAft>
                <a:spcPts val="0"/>
              </a:spcAft>
            </a:pPr>
            <a:r>
              <a:rPr lang="ru-RU" dirty="0"/>
              <a:t>выражает эмоциональное отношения автора к информации</a:t>
            </a:r>
          </a:p>
          <a:p>
            <a:pPr>
              <a:spcAft>
                <a:spcPts val="0"/>
              </a:spcAft>
            </a:pPr>
            <a:r>
              <a:rPr lang="ru-RU" dirty="0"/>
              <a:t>заставляет вспомнить что-то забавное и получить положительный</a:t>
            </a:r>
            <a:br>
              <a:rPr lang="ru-RU" dirty="0"/>
            </a:br>
            <a:r>
              <a:rPr lang="ru-RU" dirty="0"/>
              <a:t>настрой, а позже и положительное впечатление от презентации</a:t>
            </a:r>
          </a:p>
          <a:p>
            <a:pPr>
              <a:spcAft>
                <a:spcPts val="0"/>
              </a:spcAft>
            </a:pPr>
            <a:r>
              <a:rPr lang="ru-RU" dirty="0"/>
              <a:t>дает возможность переключить внимание со скучного контента</a:t>
            </a:r>
            <a:br>
              <a:rPr lang="ru-RU" dirty="0"/>
            </a:br>
            <a:r>
              <a:rPr lang="ru-RU" dirty="0"/>
              <a:t>и повысить вовлеченность зрителя в презентацию</a:t>
            </a:r>
          </a:p>
          <a:p>
            <a:pPr>
              <a:spcAft>
                <a:spcPts val="0"/>
              </a:spcAft>
            </a:pPr>
            <a:r>
              <a:rPr lang="ru-RU" dirty="0"/>
              <a:t>дает возможность почувствовать себя частью комьюнити,</a:t>
            </a:r>
            <a:br>
              <a:rPr lang="ru-RU" dirty="0"/>
            </a:br>
            <a:r>
              <a:rPr lang="ru-RU" dirty="0"/>
              <a:t>понимающего специфический юмор</a:t>
            </a:r>
          </a:p>
        </p:txBody>
      </p:sp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4B839B11-CCBD-8EEE-1EEC-2795FA543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580" y="1179285"/>
            <a:ext cx="2101092" cy="549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9767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AF08-6335-0E8E-134D-C14F0359C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97B4C05-387D-6A40-CA0D-8194BFE3503C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Мемы в презентациях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E27455A-015E-94D0-8C91-B584BDB5A91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6330" y="2690355"/>
            <a:ext cx="4845458" cy="2725570"/>
          </a:xfrm>
          <a:prstGeom prst="roundRect">
            <a:avLst>
              <a:gd name="adj" fmla="val 11192"/>
            </a:avLst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518A0DE4-AB60-579A-7210-2877DA20691D}"/>
              </a:ext>
            </a:extLst>
          </p:cNvPr>
          <p:cNvSpPr/>
          <p:nvPr/>
        </p:nvSpPr>
        <p:spPr bwMode="auto">
          <a:xfrm>
            <a:off x="3073673" y="1767959"/>
            <a:ext cx="2475865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dirty="0">
                <a:solidFill>
                  <a:schemeClr val="bg1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Можно использовать</a:t>
            </a:r>
            <a:endParaRPr lang="ru-RU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F586EFAB-B24E-0693-6AE3-E42A65C47217}"/>
              </a:ext>
            </a:extLst>
          </p:cNvPr>
          <p:cNvSpPr/>
          <p:nvPr/>
        </p:nvSpPr>
        <p:spPr bwMode="auto">
          <a:xfrm>
            <a:off x="4581227" y="2007144"/>
            <a:ext cx="1663859" cy="480063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8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если</a:t>
            </a:r>
          </a:p>
        </p:txBody>
      </p: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E6EC9E11-37CD-623E-DFA5-B6B0D4482C32}"/>
              </a:ext>
            </a:extLst>
          </p:cNvPr>
          <p:cNvGrpSpPr/>
          <p:nvPr/>
        </p:nvGrpSpPr>
        <p:grpSpPr>
          <a:xfrm>
            <a:off x="6728109" y="1767959"/>
            <a:ext cx="3365309" cy="900065"/>
            <a:chOff x="5965848" y="1734846"/>
            <a:chExt cx="3365309" cy="900065"/>
          </a:xfrm>
        </p:grpSpPr>
        <p:sp>
          <p:nvSpPr>
            <p:cNvPr id="12" name="Text 5">
              <a:extLst>
                <a:ext uri="{FF2B5EF4-FFF2-40B4-BE49-F238E27FC236}">
                  <a16:creationId xmlns:a16="http://schemas.microsoft.com/office/drawing/2014/main" id="{0D9C0860-A8EA-380D-CC3A-26A2B1588DDE}"/>
                </a:ext>
              </a:extLst>
            </p:cNvPr>
            <p:cNvSpPr/>
            <p:nvPr/>
          </p:nvSpPr>
          <p:spPr bwMode="auto">
            <a:xfrm>
              <a:off x="5965848" y="1734846"/>
              <a:ext cx="3365309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Это уместно</a:t>
              </a:r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A46C4523-76F9-39EA-FFE3-F0A9CF7138A8}"/>
                </a:ext>
              </a:extLst>
            </p:cNvPr>
            <p:cNvSpPr/>
            <p:nvPr/>
          </p:nvSpPr>
          <p:spPr bwMode="auto">
            <a:xfrm>
              <a:off x="6019632" y="2184829"/>
              <a:ext cx="2599349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chemeClr val="bg1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Лояльная аудитория</a:t>
              </a:r>
              <a:endParaRPr lang="ru-RU" sz="16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CDD48A99-708D-A49B-2A1D-002A78141BCA}"/>
              </a:ext>
            </a:extLst>
          </p:cNvPr>
          <p:cNvGrpSpPr/>
          <p:nvPr/>
        </p:nvGrpSpPr>
        <p:grpSpPr>
          <a:xfrm>
            <a:off x="6728109" y="2911582"/>
            <a:ext cx="5441850" cy="905730"/>
            <a:chOff x="5965848" y="2985257"/>
            <a:chExt cx="5441850" cy="905730"/>
          </a:xfrm>
        </p:grpSpPr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6C48D0AB-CB43-624E-0314-0B68BEC674EE}"/>
                </a:ext>
              </a:extLst>
            </p:cNvPr>
            <p:cNvSpPr/>
            <p:nvPr/>
          </p:nvSpPr>
          <p:spPr bwMode="auto">
            <a:xfrm>
              <a:off x="5965848" y="2985257"/>
              <a:ext cx="5441850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Общий культурный контекст</a:t>
              </a:r>
            </a:p>
          </p:txBody>
        </p:sp>
        <p:sp>
          <p:nvSpPr>
            <p:cNvPr id="17" name="Text 5">
              <a:extLst>
                <a:ext uri="{FF2B5EF4-FFF2-40B4-BE49-F238E27FC236}">
                  <a16:creationId xmlns:a16="http://schemas.microsoft.com/office/drawing/2014/main" id="{D86019D6-DD3D-14E4-F4BB-974A47EDABD3}"/>
                </a:ext>
              </a:extLst>
            </p:cNvPr>
            <p:cNvSpPr/>
            <p:nvPr/>
          </p:nvSpPr>
          <p:spPr bwMode="auto">
            <a:xfrm>
              <a:off x="6019631" y="3440905"/>
              <a:ext cx="4168471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chemeClr val="bg1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Уверенность в том, что мем все поймут</a:t>
              </a:r>
              <a:endParaRPr lang="ru-RU" sz="16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9F3FEC75-E110-4A93-9D71-2BA61AE53EFA}"/>
              </a:ext>
            </a:extLst>
          </p:cNvPr>
          <p:cNvGrpSpPr/>
          <p:nvPr/>
        </p:nvGrpSpPr>
        <p:grpSpPr>
          <a:xfrm>
            <a:off x="6728109" y="4060870"/>
            <a:ext cx="3765055" cy="902367"/>
            <a:chOff x="5965848" y="4241333"/>
            <a:chExt cx="3765055" cy="902367"/>
          </a:xfrm>
        </p:grpSpPr>
        <p:sp>
          <p:nvSpPr>
            <p:cNvPr id="14" name="Text 5">
              <a:extLst>
                <a:ext uri="{FF2B5EF4-FFF2-40B4-BE49-F238E27FC236}">
                  <a16:creationId xmlns:a16="http://schemas.microsoft.com/office/drawing/2014/main" id="{E69F4C7D-00AC-1C7C-0C4A-DABA396A1101}"/>
                </a:ext>
              </a:extLst>
            </p:cNvPr>
            <p:cNvSpPr/>
            <p:nvPr/>
          </p:nvSpPr>
          <p:spPr bwMode="auto">
            <a:xfrm>
              <a:off x="5965848" y="4241333"/>
              <a:ext cx="3765055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Один или два раза</a:t>
              </a:r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64141CBF-4289-B7B0-10BC-953314F54709}"/>
                </a:ext>
              </a:extLst>
            </p:cNvPr>
            <p:cNvSpPr/>
            <p:nvPr/>
          </p:nvSpPr>
          <p:spPr bwMode="auto">
            <a:xfrm>
              <a:off x="6019632" y="4693618"/>
              <a:ext cx="3311525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chemeClr val="bg1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За презентацию</a:t>
              </a:r>
              <a:endParaRPr lang="ru-RU" sz="16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50" name="Группа 49">
            <a:extLst>
              <a:ext uri="{FF2B5EF4-FFF2-40B4-BE49-F238E27FC236}">
                <a16:creationId xmlns:a16="http://schemas.microsoft.com/office/drawing/2014/main" id="{DFE950D0-9D1C-8999-92FF-995D42565E91}"/>
              </a:ext>
            </a:extLst>
          </p:cNvPr>
          <p:cNvGrpSpPr/>
          <p:nvPr/>
        </p:nvGrpSpPr>
        <p:grpSpPr>
          <a:xfrm>
            <a:off x="6728110" y="5206794"/>
            <a:ext cx="3981040" cy="906792"/>
            <a:chOff x="5965849" y="5494045"/>
            <a:chExt cx="3981040" cy="906792"/>
          </a:xfrm>
        </p:grpSpPr>
        <p:sp>
          <p:nvSpPr>
            <p:cNvPr id="15" name="Text 5">
              <a:extLst>
                <a:ext uri="{FF2B5EF4-FFF2-40B4-BE49-F238E27FC236}">
                  <a16:creationId xmlns:a16="http://schemas.microsoft.com/office/drawing/2014/main" id="{100CBB3D-06C5-C93C-D389-E135745A43AB}"/>
                </a:ext>
              </a:extLst>
            </p:cNvPr>
            <p:cNvSpPr/>
            <p:nvPr/>
          </p:nvSpPr>
          <p:spPr bwMode="auto">
            <a:xfrm>
              <a:off x="5965849" y="5494045"/>
              <a:ext cx="3981040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Безопасная шутка</a:t>
              </a:r>
            </a:p>
          </p:txBody>
        </p:sp>
        <p:sp>
          <p:nvSpPr>
            <p:cNvPr id="19" name="Text 5">
              <a:extLst>
                <a:ext uri="{FF2B5EF4-FFF2-40B4-BE49-F238E27FC236}">
                  <a16:creationId xmlns:a16="http://schemas.microsoft.com/office/drawing/2014/main" id="{88AC2F6E-CCF6-B7FC-378E-224B4C2F3274}"/>
                </a:ext>
              </a:extLst>
            </p:cNvPr>
            <p:cNvSpPr/>
            <p:nvPr/>
          </p:nvSpPr>
          <p:spPr bwMode="auto">
            <a:xfrm>
              <a:off x="6019632" y="5950755"/>
              <a:ext cx="3711271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chemeClr val="bg1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Например, с позиции самоиронии</a:t>
              </a:r>
              <a:endParaRPr lang="ru-RU" sz="1600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cxnSp>
        <p:nvCxnSpPr>
          <p:cNvPr id="57" name="Прямая соединительная линия 56">
            <a:extLst>
              <a:ext uri="{FF2B5EF4-FFF2-40B4-BE49-F238E27FC236}">
                <a16:creationId xmlns:a16="http://schemas.microsoft.com/office/drawing/2014/main" id="{0ABF73AA-68A1-1B3C-02A7-1AC6A13E5D40}"/>
              </a:ext>
            </a:extLst>
          </p:cNvPr>
          <p:cNvCxnSpPr/>
          <p:nvPr/>
        </p:nvCxnSpPr>
        <p:spPr>
          <a:xfrm>
            <a:off x="6204711" y="5408613"/>
            <a:ext cx="392033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единительная линия 57">
            <a:extLst>
              <a:ext uri="{FF2B5EF4-FFF2-40B4-BE49-F238E27FC236}">
                <a16:creationId xmlns:a16="http://schemas.microsoft.com/office/drawing/2014/main" id="{FDC1418C-9AB9-095B-6FC7-49695F0BCA6C}"/>
              </a:ext>
            </a:extLst>
          </p:cNvPr>
          <p:cNvCxnSpPr/>
          <p:nvPr/>
        </p:nvCxnSpPr>
        <p:spPr>
          <a:xfrm>
            <a:off x="6204711" y="4282340"/>
            <a:ext cx="392033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5E4F8102-0FDD-7344-CBB0-519EDB3DFA68}"/>
              </a:ext>
            </a:extLst>
          </p:cNvPr>
          <p:cNvCxnSpPr/>
          <p:nvPr/>
        </p:nvCxnSpPr>
        <p:spPr>
          <a:xfrm>
            <a:off x="6204711" y="3133764"/>
            <a:ext cx="392033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Прямая соединительная линия 59">
            <a:extLst>
              <a:ext uri="{FF2B5EF4-FFF2-40B4-BE49-F238E27FC236}">
                <a16:creationId xmlns:a16="http://schemas.microsoft.com/office/drawing/2014/main" id="{5C476805-3116-F2E1-8642-2E6F61D8404D}"/>
              </a:ext>
            </a:extLst>
          </p:cNvPr>
          <p:cNvCxnSpPr/>
          <p:nvPr/>
        </p:nvCxnSpPr>
        <p:spPr>
          <a:xfrm>
            <a:off x="6204711" y="2000297"/>
            <a:ext cx="392033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C77288B9-C900-0286-9546-23A01549A045}"/>
              </a:ext>
            </a:extLst>
          </p:cNvPr>
          <p:cNvCxnSpPr>
            <a:cxnSpLocks/>
          </p:cNvCxnSpPr>
          <p:nvPr/>
        </p:nvCxnSpPr>
        <p:spPr>
          <a:xfrm>
            <a:off x="6208669" y="1996339"/>
            <a:ext cx="0" cy="341886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единительная линия 64">
            <a:extLst>
              <a:ext uri="{FF2B5EF4-FFF2-40B4-BE49-F238E27FC236}">
                <a16:creationId xmlns:a16="http://schemas.microsoft.com/office/drawing/2014/main" id="{03077661-13A0-33A3-42F7-3409760A7F47}"/>
              </a:ext>
            </a:extLst>
          </p:cNvPr>
          <p:cNvCxnSpPr/>
          <p:nvPr/>
        </p:nvCxnSpPr>
        <p:spPr>
          <a:xfrm>
            <a:off x="5584933" y="2241602"/>
            <a:ext cx="392033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2391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0AA70BB-8729-7FC5-C722-2B5523C3E19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3">
            <a:extLst>
              <a:ext uri="{FF2B5EF4-FFF2-40B4-BE49-F238E27FC236}">
                <a16:creationId xmlns:a16="http://schemas.microsoft.com/office/drawing/2014/main" id="{4A50EF94-86BD-EE63-2245-5415D5A5F4B7}"/>
              </a:ext>
            </a:extLst>
          </p:cNvPr>
          <p:cNvSpPr/>
          <p:nvPr/>
        </p:nvSpPr>
        <p:spPr bwMode="auto">
          <a:xfrm>
            <a:off x="524164" y="1916877"/>
            <a:ext cx="3876943" cy="4301044"/>
          </a:xfrm>
          <a:prstGeom prst="roundRect">
            <a:avLst>
              <a:gd name="adj" fmla="val 6786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652D813B-766C-D9CC-BABA-3F121292934C}"/>
              </a:ext>
            </a:extLst>
          </p:cNvPr>
          <p:cNvGrpSpPr/>
          <p:nvPr/>
        </p:nvGrpSpPr>
        <p:grpSpPr>
          <a:xfrm>
            <a:off x="8773872" y="2623752"/>
            <a:ext cx="3009427" cy="1092586"/>
            <a:chOff x="6567095" y="1648193"/>
            <a:chExt cx="4140461" cy="1503213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7864C592-9112-C3C1-F485-525648D45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p:blipFill>
          <p:spPr bwMode="auto">
            <a:xfrm>
              <a:off x="6567095" y="1669407"/>
              <a:ext cx="1481999" cy="1481999"/>
            </a:xfrm>
            <a:prstGeom prst="rect">
              <a:avLst/>
            </a:prstGeom>
            <a:effectLst/>
          </p:spPr>
        </p:pic>
        <p:cxnSp>
          <p:nvCxnSpPr>
            <p:cNvPr id="354" name="Прямая соединительная линия 353">
              <a:extLst>
                <a:ext uri="{FF2B5EF4-FFF2-40B4-BE49-F238E27FC236}">
                  <a16:creationId xmlns:a16="http://schemas.microsoft.com/office/drawing/2014/main" id="{E734D4D8-EA29-F8D7-1555-59E1EF550614}"/>
                </a:ext>
              </a:extLst>
            </p:cNvPr>
            <p:cNvCxnSpPr/>
            <p:nvPr/>
          </p:nvCxnSpPr>
          <p:spPr>
            <a:xfrm>
              <a:off x="8286849" y="1710797"/>
              <a:ext cx="0" cy="1414669"/>
            </a:xfrm>
            <a:prstGeom prst="line">
              <a:avLst/>
            </a:prstGeom>
            <a:gradFill>
              <a:gsLst>
                <a:gs pos="0">
                  <a:schemeClr val="bg1">
                    <a:alpha val="15000"/>
                  </a:schemeClr>
                </a:gs>
                <a:gs pos="98000">
                  <a:schemeClr val="bg1">
                    <a:alpha val="20000"/>
                  </a:schemeClr>
                </a:gs>
              </a:gsLst>
              <a:lin ang="17400000" scaled="0"/>
            </a:gradFill>
            <a:ln w="12700">
              <a:solidFill>
                <a:srgbClr val="56FF7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FD5B2D2A-6654-E5DE-21F9-2536D8F41659}"/>
                </a:ext>
              </a:extLst>
            </p:cNvPr>
            <p:cNvSpPr txBox="1"/>
            <p:nvPr/>
          </p:nvSpPr>
          <p:spPr bwMode="auto">
            <a:xfrm>
              <a:off x="8359308" y="1648193"/>
              <a:ext cx="2348248" cy="11080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1000"/>
                </a:spcBef>
                <a:defRPr/>
              </a:pPr>
              <a:r>
                <a:rPr lang="ru-RU" sz="24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Название</a:t>
              </a:r>
            </a:p>
            <a:p>
              <a:pPr>
                <a:spcBef>
                  <a:spcPts val="1000"/>
                </a:spcBef>
                <a:defRPr/>
              </a:pPr>
              <a:r>
                <a:rPr lang="ru-RU" sz="14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Описание ссылки</a:t>
              </a:r>
              <a:endParaRPr dirty="0">
                <a:solidFill>
                  <a:schemeClr val="bg1"/>
                </a:solidFill>
              </a:endParaRPr>
            </a:p>
          </p:txBody>
        </p:sp>
      </p:grpSp>
      <p:sp>
        <p:nvSpPr>
          <p:cNvPr id="350" name="Скругленный прямоугольник 23">
            <a:extLst>
              <a:ext uri="{FF2B5EF4-FFF2-40B4-BE49-F238E27FC236}">
                <a16:creationId xmlns:a16="http://schemas.microsoft.com/office/drawing/2014/main" id="{4B177498-0364-3D4A-5D18-FA42E75E6DD9}"/>
              </a:ext>
            </a:extLst>
          </p:cNvPr>
          <p:cNvSpPr/>
          <p:nvPr/>
        </p:nvSpPr>
        <p:spPr bwMode="auto">
          <a:xfrm>
            <a:off x="4562117" y="1916877"/>
            <a:ext cx="3788323" cy="4301044"/>
          </a:xfrm>
          <a:prstGeom prst="roundRect">
            <a:avLst>
              <a:gd name="adj" fmla="val 6786"/>
            </a:avLst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917FFE7A-CE00-4F17-F165-FAE6FC8CE398}"/>
              </a:ext>
            </a:extLst>
          </p:cNvPr>
          <p:cNvGrpSpPr/>
          <p:nvPr/>
        </p:nvGrpSpPr>
        <p:grpSpPr>
          <a:xfrm>
            <a:off x="4760535" y="4282192"/>
            <a:ext cx="3152042" cy="1654838"/>
            <a:chOff x="4135235" y="2790095"/>
            <a:chExt cx="5008014" cy="262923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57C89D-BC9E-5FCB-52AF-457995C675BE}"/>
                </a:ext>
              </a:extLst>
            </p:cNvPr>
            <p:cNvSpPr txBox="1"/>
            <p:nvPr/>
          </p:nvSpPr>
          <p:spPr bwMode="auto">
            <a:xfrm>
              <a:off x="7939651" y="2790095"/>
              <a:ext cx="1203598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>
                <a:defRPr/>
              </a:pP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скругление меньшего диаметра</a:t>
              </a:r>
              <a:endParaRPr sz="900" dirty="0">
                <a:solidFill>
                  <a:schemeClr val="bg1"/>
                </a:solidFill>
                <a:latin typeface="SB Sans Text Light"/>
                <a:cs typeface="SB Sans Text Light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45EDAE-0F41-35F4-110F-31EFA47780AF}"/>
                </a:ext>
              </a:extLst>
            </p:cNvPr>
            <p:cNvSpPr txBox="1"/>
            <p:nvPr/>
          </p:nvSpPr>
          <p:spPr bwMode="auto">
            <a:xfrm>
              <a:off x="7939651" y="4554502"/>
              <a:ext cx="1180401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>
                <a:defRPr/>
              </a:pP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скругления</a:t>
              </a:r>
              <a:b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углов</a:t>
              </a:r>
              <a:b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квадратов</a:t>
              </a:r>
              <a:endParaRPr sz="900" dirty="0">
                <a:solidFill>
                  <a:schemeClr val="bg1"/>
                </a:solidFill>
                <a:latin typeface="SB Sans Text Light"/>
                <a:cs typeface="SB Sans Text Light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890F46-E5B4-0E95-0AFD-B79CC162FA65}"/>
                </a:ext>
              </a:extLst>
            </p:cNvPr>
            <p:cNvSpPr txBox="1"/>
            <p:nvPr/>
          </p:nvSpPr>
          <p:spPr bwMode="auto">
            <a:xfrm>
              <a:off x="4135235" y="3764563"/>
              <a:ext cx="1255015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>
                <a:defRPr/>
              </a:pP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скругления</a:t>
              </a:r>
              <a:b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большего</a:t>
              </a:r>
              <a:b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диаметра</a:t>
              </a:r>
              <a:endParaRPr sz="900" dirty="0">
                <a:solidFill>
                  <a:schemeClr val="bg1"/>
                </a:solidFill>
                <a:latin typeface="SB Sans Text Light"/>
                <a:cs typeface="SB Sans Text Light"/>
              </a:endParaRPr>
            </a:p>
          </p:txBody>
        </p:sp>
        <p:grpSp>
          <p:nvGrpSpPr>
            <p:cNvPr id="349" name="Группа 348">
              <a:extLst>
                <a:ext uri="{FF2B5EF4-FFF2-40B4-BE49-F238E27FC236}">
                  <a16:creationId xmlns:a16="http://schemas.microsoft.com/office/drawing/2014/main" id="{8D140E58-71BC-54A1-73CE-1B6C643E4E92}"/>
                </a:ext>
              </a:extLst>
            </p:cNvPr>
            <p:cNvGrpSpPr/>
            <p:nvPr/>
          </p:nvGrpSpPr>
          <p:grpSpPr>
            <a:xfrm>
              <a:off x="5288631" y="2838466"/>
              <a:ext cx="2568318" cy="2580862"/>
              <a:chOff x="5288631" y="2838466"/>
              <a:chExt cx="2568318" cy="2580862"/>
            </a:xfrm>
          </p:grpSpPr>
          <p:sp>
            <p:nvSpPr>
              <p:cNvPr id="14" name="Полилиния 13">
                <a:extLst>
                  <a:ext uri="{FF2B5EF4-FFF2-40B4-BE49-F238E27FC236}">
                    <a16:creationId xmlns:a16="http://schemas.microsoft.com/office/drawing/2014/main" id="{4029BCE2-7DDA-521E-8756-BC03923F29DB}"/>
                  </a:ext>
                </a:extLst>
              </p:cNvPr>
              <p:cNvSpPr/>
              <p:nvPr/>
            </p:nvSpPr>
            <p:spPr>
              <a:xfrm>
                <a:off x="5465121" y="2999769"/>
                <a:ext cx="2225313" cy="2227530"/>
              </a:xfrm>
              <a:custGeom>
                <a:avLst/>
                <a:gdLst>
                  <a:gd name="connsiteX0" fmla="*/ 0 w 2225313"/>
                  <a:gd name="connsiteY0" fmla="*/ 284970 h 2227530"/>
                  <a:gd name="connsiteX1" fmla="*/ 0 w 2225313"/>
                  <a:gd name="connsiteY1" fmla="*/ 1942560 h 2227530"/>
                  <a:gd name="connsiteX2" fmla="*/ 284687 w 2225313"/>
                  <a:gd name="connsiteY2" fmla="*/ 2227531 h 2227530"/>
                  <a:gd name="connsiteX3" fmla="*/ 1940627 w 2225313"/>
                  <a:gd name="connsiteY3" fmla="*/ 2227531 h 2227530"/>
                  <a:gd name="connsiteX4" fmla="*/ 2225314 w 2225313"/>
                  <a:gd name="connsiteY4" fmla="*/ 1942560 h 2227530"/>
                  <a:gd name="connsiteX5" fmla="*/ 2225314 w 2225313"/>
                  <a:gd name="connsiteY5" fmla="*/ 106768 h 2227530"/>
                  <a:gd name="connsiteX6" fmla="*/ 2118652 w 2225313"/>
                  <a:gd name="connsiteY6" fmla="*/ 0 h 2227530"/>
                  <a:gd name="connsiteX7" fmla="*/ 284687 w 2225313"/>
                  <a:gd name="connsiteY7" fmla="*/ 0 h 2227530"/>
                  <a:gd name="connsiteX8" fmla="*/ 0 w 2225313"/>
                  <a:gd name="connsiteY8" fmla="*/ 284970 h 222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225313" h="2227530">
                    <a:moveTo>
                      <a:pt x="0" y="284970"/>
                    </a:moveTo>
                    <a:lnTo>
                      <a:pt x="0" y="1942560"/>
                    </a:lnTo>
                    <a:cubicBezTo>
                      <a:pt x="0" y="2100024"/>
                      <a:pt x="127380" y="2227531"/>
                      <a:pt x="284687" y="2227531"/>
                    </a:cubicBezTo>
                    <a:lnTo>
                      <a:pt x="1940627" y="2227531"/>
                    </a:lnTo>
                    <a:cubicBezTo>
                      <a:pt x="2097934" y="2227531"/>
                      <a:pt x="2225314" y="2100024"/>
                      <a:pt x="2225314" y="1942560"/>
                    </a:cubicBezTo>
                    <a:lnTo>
                      <a:pt x="2225314" y="106768"/>
                    </a:lnTo>
                    <a:cubicBezTo>
                      <a:pt x="2225314" y="47623"/>
                      <a:pt x="2177738" y="0"/>
                      <a:pt x="2118652" y="0"/>
                    </a:cubicBezTo>
                    <a:lnTo>
                      <a:pt x="284687" y="0"/>
                    </a:lnTo>
                    <a:cubicBezTo>
                      <a:pt x="127380" y="0"/>
                      <a:pt x="0" y="127507"/>
                      <a:pt x="0" y="28497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" name="Полилиния 14">
                <a:extLst>
                  <a:ext uri="{FF2B5EF4-FFF2-40B4-BE49-F238E27FC236}">
                    <a16:creationId xmlns:a16="http://schemas.microsoft.com/office/drawing/2014/main" id="{C32C8CA7-664C-5FD1-3CAF-C46D5766E0D9}"/>
                  </a:ext>
                </a:extLst>
              </p:cNvPr>
              <p:cNvSpPr/>
              <p:nvPr/>
            </p:nvSpPr>
            <p:spPr>
              <a:xfrm>
                <a:off x="560094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" name="Полилиния 15">
                <a:extLst>
                  <a:ext uri="{FF2B5EF4-FFF2-40B4-BE49-F238E27FC236}">
                    <a16:creationId xmlns:a16="http://schemas.microsoft.com/office/drawing/2014/main" id="{BC8D4E32-47E3-9FD5-8497-07A980883EBC}"/>
                  </a:ext>
                </a:extLst>
              </p:cNvPr>
              <p:cNvSpPr/>
              <p:nvPr/>
            </p:nvSpPr>
            <p:spPr>
              <a:xfrm>
                <a:off x="560094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" name="Полилиния 16">
                <a:extLst>
                  <a:ext uri="{FF2B5EF4-FFF2-40B4-BE49-F238E27FC236}">
                    <a16:creationId xmlns:a16="http://schemas.microsoft.com/office/drawing/2014/main" id="{DAD7E4EF-5983-9995-8DB3-661E7E1761AA}"/>
                  </a:ext>
                </a:extLst>
              </p:cNvPr>
              <p:cNvSpPr/>
              <p:nvPr/>
            </p:nvSpPr>
            <p:spPr>
              <a:xfrm>
                <a:off x="560094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" name="Полилиния 17">
                <a:extLst>
                  <a:ext uri="{FF2B5EF4-FFF2-40B4-BE49-F238E27FC236}">
                    <a16:creationId xmlns:a16="http://schemas.microsoft.com/office/drawing/2014/main" id="{0D20239A-0AE0-E07D-97CF-FD07B39BA599}"/>
                  </a:ext>
                </a:extLst>
              </p:cNvPr>
              <p:cNvSpPr/>
              <p:nvPr/>
            </p:nvSpPr>
            <p:spPr>
              <a:xfrm>
                <a:off x="560094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" name="Полилиния 18">
                <a:extLst>
                  <a:ext uri="{FF2B5EF4-FFF2-40B4-BE49-F238E27FC236}">
                    <a16:creationId xmlns:a16="http://schemas.microsoft.com/office/drawing/2014/main" id="{ED610159-207B-3D9E-CB75-855B8865081B}"/>
                  </a:ext>
                </a:extLst>
              </p:cNvPr>
              <p:cNvSpPr/>
              <p:nvPr/>
            </p:nvSpPr>
            <p:spPr>
              <a:xfrm>
                <a:off x="560094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" name="Полилиния 19">
                <a:extLst>
                  <a:ext uri="{FF2B5EF4-FFF2-40B4-BE49-F238E27FC236}">
                    <a16:creationId xmlns:a16="http://schemas.microsoft.com/office/drawing/2014/main" id="{BD9DD3B2-DE85-5EEB-8FF1-1F741EB0AEA3}"/>
                  </a:ext>
                </a:extLst>
              </p:cNvPr>
              <p:cNvSpPr/>
              <p:nvPr/>
            </p:nvSpPr>
            <p:spPr>
              <a:xfrm>
                <a:off x="560094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" name="Полилиния 20">
                <a:extLst>
                  <a:ext uri="{FF2B5EF4-FFF2-40B4-BE49-F238E27FC236}">
                    <a16:creationId xmlns:a16="http://schemas.microsoft.com/office/drawing/2014/main" id="{24176183-26C7-B68A-9D2A-AFF14C6116B9}"/>
                  </a:ext>
                </a:extLst>
              </p:cNvPr>
              <p:cNvSpPr/>
              <p:nvPr/>
            </p:nvSpPr>
            <p:spPr>
              <a:xfrm>
                <a:off x="560094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" name="Полилиния 21">
                <a:extLst>
                  <a:ext uri="{FF2B5EF4-FFF2-40B4-BE49-F238E27FC236}">
                    <a16:creationId xmlns:a16="http://schemas.microsoft.com/office/drawing/2014/main" id="{03C34EFF-CFD6-BD1C-A53A-E668EA6B6239}"/>
                  </a:ext>
                </a:extLst>
              </p:cNvPr>
              <p:cNvSpPr/>
              <p:nvPr/>
            </p:nvSpPr>
            <p:spPr>
              <a:xfrm>
                <a:off x="566846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" name="Полилиния 22">
                <a:extLst>
                  <a:ext uri="{FF2B5EF4-FFF2-40B4-BE49-F238E27FC236}">
                    <a16:creationId xmlns:a16="http://schemas.microsoft.com/office/drawing/2014/main" id="{2815505F-3A23-67B7-B9E4-9472D88A8676}"/>
                  </a:ext>
                </a:extLst>
              </p:cNvPr>
              <p:cNvSpPr/>
              <p:nvPr/>
            </p:nvSpPr>
            <p:spPr>
              <a:xfrm>
                <a:off x="566846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" name="Полилиния 23">
                <a:extLst>
                  <a:ext uri="{FF2B5EF4-FFF2-40B4-BE49-F238E27FC236}">
                    <a16:creationId xmlns:a16="http://schemas.microsoft.com/office/drawing/2014/main" id="{D8443D0D-C444-EF72-09B0-2D4E0E40ED82}"/>
                  </a:ext>
                </a:extLst>
              </p:cNvPr>
              <p:cNvSpPr/>
              <p:nvPr/>
            </p:nvSpPr>
            <p:spPr>
              <a:xfrm>
                <a:off x="566846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" name="Полилиния 24">
                <a:extLst>
                  <a:ext uri="{FF2B5EF4-FFF2-40B4-BE49-F238E27FC236}">
                    <a16:creationId xmlns:a16="http://schemas.microsoft.com/office/drawing/2014/main" id="{D90876BB-E595-CD17-190B-4847609F4F10}"/>
                  </a:ext>
                </a:extLst>
              </p:cNvPr>
              <p:cNvSpPr/>
              <p:nvPr/>
            </p:nvSpPr>
            <p:spPr>
              <a:xfrm>
                <a:off x="5668469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" name="Полилиния 25">
                <a:extLst>
                  <a:ext uri="{FF2B5EF4-FFF2-40B4-BE49-F238E27FC236}">
                    <a16:creationId xmlns:a16="http://schemas.microsoft.com/office/drawing/2014/main" id="{60693BFE-B717-09B2-2B5D-F4E5BBE06F28}"/>
                  </a:ext>
                </a:extLst>
              </p:cNvPr>
              <p:cNvSpPr/>
              <p:nvPr/>
            </p:nvSpPr>
            <p:spPr>
              <a:xfrm>
                <a:off x="566846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20198BCF-E8B3-A5EC-3A11-C1433B9B9393}"/>
                  </a:ext>
                </a:extLst>
              </p:cNvPr>
              <p:cNvSpPr/>
              <p:nvPr/>
            </p:nvSpPr>
            <p:spPr>
              <a:xfrm>
                <a:off x="566846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AD388DFC-BDCB-19FE-8E3D-548A868CB877}"/>
                  </a:ext>
                </a:extLst>
              </p:cNvPr>
              <p:cNvSpPr/>
              <p:nvPr/>
            </p:nvSpPr>
            <p:spPr>
              <a:xfrm>
                <a:off x="566846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DE7E6AD-1DFA-57FD-B27F-2F01B3568D3E}"/>
                  </a:ext>
                </a:extLst>
              </p:cNvPr>
              <p:cNvSpPr/>
              <p:nvPr/>
            </p:nvSpPr>
            <p:spPr>
              <a:xfrm>
                <a:off x="566846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7514331A-4EDC-452D-C8B4-032718803407}"/>
                  </a:ext>
                </a:extLst>
              </p:cNvPr>
              <p:cNvSpPr/>
              <p:nvPr/>
            </p:nvSpPr>
            <p:spPr>
              <a:xfrm>
                <a:off x="566846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F9CF6551-732C-F6F8-5988-1294B5498051}"/>
                  </a:ext>
                </a:extLst>
              </p:cNvPr>
              <p:cNvSpPr/>
              <p:nvPr/>
            </p:nvSpPr>
            <p:spPr>
              <a:xfrm>
                <a:off x="566846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A3550A40-2BA8-60F6-F1CC-86871885FCA2}"/>
                  </a:ext>
                </a:extLst>
              </p:cNvPr>
              <p:cNvSpPr/>
              <p:nvPr/>
            </p:nvSpPr>
            <p:spPr>
              <a:xfrm>
                <a:off x="566846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3F3361F-4E19-DF50-61B1-B6155DBF4244}"/>
                  </a:ext>
                </a:extLst>
              </p:cNvPr>
              <p:cNvSpPr/>
              <p:nvPr/>
            </p:nvSpPr>
            <p:spPr>
              <a:xfrm>
                <a:off x="566846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019D32-EBCC-614B-6BA9-4F755DA83741}"/>
                  </a:ext>
                </a:extLst>
              </p:cNvPr>
              <p:cNvSpPr/>
              <p:nvPr/>
            </p:nvSpPr>
            <p:spPr>
              <a:xfrm>
                <a:off x="573599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7D01ABE-7B45-9B9B-D12B-A95E8000A318}"/>
                  </a:ext>
                </a:extLst>
              </p:cNvPr>
              <p:cNvSpPr/>
              <p:nvPr/>
            </p:nvSpPr>
            <p:spPr>
              <a:xfrm>
                <a:off x="573599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AEAE25F2-A8A5-614B-2EBF-E8D4D1532A5F}"/>
                  </a:ext>
                </a:extLst>
              </p:cNvPr>
              <p:cNvSpPr/>
              <p:nvPr/>
            </p:nvSpPr>
            <p:spPr>
              <a:xfrm>
                <a:off x="573599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409EBAE-1115-60F0-79E6-B4960C0C95F3}"/>
                  </a:ext>
                </a:extLst>
              </p:cNvPr>
              <p:cNvSpPr/>
              <p:nvPr/>
            </p:nvSpPr>
            <p:spPr>
              <a:xfrm>
                <a:off x="573599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4EA1805-7D55-BF48-72D3-30F76F2484AF}"/>
                  </a:ext>
                </a:extLst>
              </p:cNvPr>
              <p:cNvSpPr/>
              <p:nvPr/>
            </p:nvSpPr>
            <p:spPr>
              <a:xfrm>
                <a:off x="573599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89E64A3C-3DCB-C8D7-E20C-677C15BD51CF}"/>
                  </a:ext>
                </a:extLst>
              </p:cNvPr>
              <p:cNvSpPr/>
              <p:nvPr/>
            </p:nvSpPr>
            <p:spPr>
              <a:xfrm>
                <a:off x="573599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D85E9B3-ADA1-25C7-D079-74ED41A5DB2B}"/>
                  </a:ext>
                </a:extLst>
              </p:cNvPr>
              <p:cNvSpPr/>
              <p:nvPr/>
            </p:nvSpPr>
            <p:spPr>
              <a:xfrm>
                <a:off x="573599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BA3CA989-6E1C-B314-9C6B-067BD0411157}"/>
                  </a:ext>
                </a:extLst>
              </p:cNvPr>
              <p:cNvSpPr/>
              <p:nvPr/>
            </p:nvSpPr>
            <p:spPr>
              <a:xfrm>
                <a:off x="580352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1A1BDD16-FF79-935C-4EBA-B3304702C53B}"/>
                  </a:ext>
                </a:extLst>
              </p:cNvPr>
              <p:cNvSpPr/>
              <p:nvPr/>
            </p:nvSpPr>
            <p:spPr>
              <a:xfrm>
                <a:off x="580352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B9A02BD3-56A3-61F3-B9E3-B9F55CD8B954}"/>
                  </a:ext>
                </a:extLst>
              </p:cNvPr>
              <p:cNvSpPr/>
              <p:nvPr/>
            </p:nvSpPr>
            <p:spPr>
              <a:xfrm>
                <a:off x="580352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EA24EFCB-3CDD-3919-880A-E2A25FFCF252}"/>
                  </a:ext>
                </a:extLst>
              </p:cNvPr>
              <p:cNvSpPr/>
              <p:nvPr/>
            </p:nvSpPr>
            <p:spPr>
              <a:xfrm>
                <a:off x="580352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96B8813E-1DD3-4A7E-DBC7-B6385A00FEF8}"/>
                  </a:ext>
                </a:extLst>
              </p:cNvPr>
              <p:cNvSpPr/>
              <p:nvPr/>
            </p:nvSpPr>
            <p:spPr>
              <a:xfrm>
                <a:off x="580352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6" name="Полилиния 45">
                <a:extLst>
                  <a:ext uri="{FF2B5EF4-FFF2-40B4-BE49-F238E27FC236}">
                    <a16:creationId xmlns:a16="http://schemas.microsoft.com/office/drawing/2014/main" id="{495ABCFB-B165-DDB3-DF28-16576F36423D}"/>
                  </a:ext>
                </a:extLst>
              </p:cNvPr>
              <p:cNvSpPr/>
              <p:nvPr/>
            </p:nvSpPr>
            <p:spPr>
              <a:xfrm>
                <a:off x="580352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7" name="Полилиния 46">
                <a:extLst>
                  <a:ext uri="{FF2B5EF4-FFF2-40B4-BE49-F238E27FC236}">
                    <a16:creationId xmlns:a16="http://schemas.microsoft.com/office/drawing/2014/main" id="{26311CAF-1CBE-7BDC-05D0-58C7E8021572}"/>
                  </a:ext>
                </a:extLst>
              </p:cNvPr>
              <p:cNvSpPr/>
              <p:nvPr/>
            </p:nvSpPr>
            <p:spPr>
              <a:xfrm>
                <a:off x="580352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8" name="Полилиния 47">
                <a:extLst>
                  <a:ext uri="{FF2B5EF4-FFF2-40B4-BE49-F238E27FC236}">
                    <a16:creationId xmlns:a16="http://schemas.microsoft.com/office/drawing/2014/main" id="{A8E03BFE-0874-8DBC-ECBF-D50ADEAEFA5A}"/>
                  </a:ext>
                </a:extLst>
              </p:cNvPr>
              <p:cNvSpPr/>
              <p:nvPr/>
            </p:nvSpPr>
            <p:spPr>
              <a:xfrm>
                <a:off x="580352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9" name="Полилиния 48">
                <a:extLst>
                  <a:ext uri="{FF2B5EF4-FFF2-40B4-BE49-F238E27FC236}">
                    <a16:creationId xmlns:a16="http://schemas.microsoft.com/office/drawing/2014/main" id="{0325343C-312F-3B6E-6590-9F1332C405EA}"/>
                  </a:ext>
                </a:extLst>
              </p:cNvPr>
              <p:cNvSpPr/>
              <p:nvPr/>
            </p:nvSpPr>
            <p:spPr>
              <a:xfrm>
                <a:off x="580352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0" name="Полилиния 49">
                <a:extLst>
                  <a:ext uri="{FF2B5EF4-FFF2-40B4-BE49-F238E27FC236}">
                    <a16:creationId xmlns:a16="http://schemas.microsoft.com/office/drawing/2014/main" id="{A3304231-A73B-B228-31AB-569E2A70E674}"/>
                  </a:ext>
                </a:extLst>
              </p:cNvPr>
              <p:cNvSpPr/>
              <p:nvPr/>
            </p:nvSpPr>
            <p:spPr>
              <a:xfrm>
                <a:off x="5870281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1" name="Полилиния 50">
                <a:extLst>
                  <a:ext uri="{FF2B5EF4-FFF2-40B4-BE49-F238E27FC236}">
                    <a16:creationId xmlns:a16="http://schemas.microsoft.com/office/drawing/2014/main" id="{3AD0B2FA-EF49-A0C7-1657-BFB1D8EA9626}"/>
                  </a:ext>
                </a:extLst>
              </p:cNvPr>
              <p:cNvSpPr/>
              <p:nvPr/>
            </p:nvSpPr>
            <p:spPr>
              <a:xfrm>
                <a:off x="5870281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2" name="Полилиния 51">
                <a:extLst>
                  <a:ext uri="{FF2B5EF4-FFF2-40B4-BE49-F238E27FC236}">
                    <a16:creationId xmlns:a16="http://schemas.microsoft.com/office/drawing/2014/main" id="{9C4BE727-45D0-2870-DF6C-6055935522A6}"/>
                  </a:ext>
                </a:extLst>
              </p:cNvPr>
              <p:cNvSpPr/>
              <p:nvPr/>
            </p:nvSpPr>
            <p:spPr>
              <a:xfrm>
                <a:off x="5870281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3" name="Полилиния 52">
                <a:extLst>
                  <a:ext uri="{FF2B5EF4-FFF2-40B4-BE49-F238E27FC236}">
                    <a16:creationId xmlns:a16="http://schemas.microsoft.com/office/drawing/2014/main" id="{37E14F47-342F-BAB8-9B42-664BE694B3FB}"/>
                  </a:ext>
                </a:extLst>
              </p:cNvPr>
              <p:cNvSpPr/>
              <p:nvPr/>
            </p:nvSpPr>
            <p:spPr>
              <a:xfrm>
                <a:off x="5870281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4" name="Полилиния 53">
                <a:extLst>
                  <a:ext uri="{FF2B5EF4-FFF2-40B4-BE49-F238E27FC236}">
                    <a16:creationId xmlns:a16="http://schemas.microsoft.com/office/drawing/2014/main" id="{31C84F4C-C3E0-635B-1B30-9B34FDC0303C}"/>
                  </a:ext>
                </a:extLst>
              </p:cNvPr>
              <p:cNvSpPr/>
              <p:nvPr/>
            </p:nvSpPr>
            <p:spPr>
              <a:xfrm>
                <a:off x="5870281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5" name="Полилиния 54">
                <a:extLst>
                  <a:ext uri="{FF2B5EF4-FFF2-40B4-BE49-F238E27FC236}">
                    <a16:creationId xmlns:a16="http://schemas.microsoft.com/office/drawing/2014/main" id="{694652DF-9152-CDA3-6958-8001F99DB128}"/>
                  </a:ext>
                </a:extLst>
              </p:cNvPr>
              <p:cNvSpPr/>
              <p:nvPr/>
            </p:nvSpPr>
            <p:spPr>
              <a:xfrm>
                <a:off x="5870281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6" name="Полилиния 55">
                <a:extLst>
                  <a:ext uri="{FF2B5EF4-FFF2-40B4-BE49-F238E27FC236}">
                    <a16:creationId xmlns:a16="http://schemas.microsoft.com/office/drawing/2014/main" id="{2B3EBB9D-3C3B-F56E-F444-B9C5B2450324}"/>
                  </a:ext>
                </a:extLst>
              </p:cNvPr>
              <p:cNvSpPr/>
              <p:nvPr/>
            </p:nvSpPr>
            <p:spPr>
              <a:xfrm>
                <a:off x="5870281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7" name="Полилиния 56">
                <a:extLst>
                  <a:ext uri="{FF2B5EF4-FFF2-40B4-BE49-F238E27FC236}">
                    <a16:creationId xmlns:a16="http://schemas.microsoft.com/office/drawing/2014/main" id="{EF983B63-EC62-C33A-D505-3919D59A5828}"/>
                  </a:ext>
                </a:extLst>
              </p:cNvPr>
              <p:cNvSpPr/>
              <p:nvPr/>
            </p:nvSpPr>
            <p:spPr>
              <a:xfrm>
                <a:off x="5870281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8" name="Полилиния 57">
                <a:extLst>
                  <a:ext uri="{FF2B5EF4-FFF2-40B4-BE49-F238E27FC236}">
                    <a16:creationId xmlns:a16="http://schemas.microsoft.com/office/drawing/2014/main" id="{FDCA9C23-09DB-245D-B07E-FA582DD2AFB0}"/>
                  </a:ext>
                </a:extLst>
              </p:cNvPr>
              <p:cNvSpPr/>
              <p:nvPr/>
            </p:nvSpPr>
            <p:spPr>
              <a:xfrm>
                <a:off x="5870281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9" name="Полилиния 58">
                <a:extLst>
                  <a:ext uri="{FF2B5EF4-FFF2-40B4-BE49-F238E27FC236}">
                    <a16:creationId xmlns:a16="http://schemas.microsoft.com/office/drawing/2014/main" id="{22A7F541-967E-3C9C-EF2E-34FD75215D9E}"/>
                  </a:ext>
                </a:extLst>
              </p:cNvPr>
              <p:cNvSpPr/>
              <p:nvPr/>
            </p:nvSpPr>
            <p:spPr>
              <a:xfrm>
                <a:off x="5937808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" name="Полилиния 59">
                <a:extLst>
                  <a:ext uri="{FF2B5EF4-FFF2-40B4-BE49-F238E27FC236}">
                    <a16:creationId xmlns:a16="http://schemas.microsoft.com/office/drawing/2014/main" id="{7AA40D56-33F5-73BA-7576-96FDE411BD3F}"/>
                  </a:ext>
                </a:extLst>
              </p:cNvPr>
              <p:cNvSpPr/>
              <p:nvPr/>
            </p:nvSpPr>
            <p:spPr>
              <a:xfrm>
                <a:off x="593780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" name="Полилиния 60">
                <a:extLst>
                  <a:ext uri="{FF2B5EF4-FFF2-40B4-BE49-F238E27FC236}">
                    <a16:creationId xmlns:a16="http://schemas.microsoft.com/office/drawing/2014/main" id="{7288A033-669B-8720-2CC4-BBD51826F075}"/>
                  </a:ext>
                </a:extLst>
              </p:cNvPr>
              <p:cNvSpPr/>
              <p:nvPr/>
            </p:nvSpPr>
            <p:spPr>
              <a:xfrm>
                <a:off x="593780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" name="Полилиния 61">
                <a:extLst>
                  <a:ext uri="{FF2B5EF4-FFF2-40B4-BE49-F238E27FC236}">
                    <a16:creationId xmlns:a16="http://schemas.microsoft.com/office/drawing/2014/main" id="{E09754F6-66EE-0FDC-4930-E8D336A94B70}"/>
                  </a:ext>
                </a:extLst>
              </p:cNvPr>
              <p:cNvSpPr/>
              <p:nvPr/>
            </p:nvSpPr>
            <p:spPr>
              <a:xfrm>
                <a:off x="5937808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" name="Полилиния 62">
                <a:extLst>
                  <a:ext uri="{FF2B5EF4-FFF2-40B4-BE49-F238E27FC236}">
                    <a16:creationId xmlns:a16="http://schemas.microsoft.com/office/drawing/2014/main" id="{B31096A7-548D-4C88-3B3C-E4FBF95F995A}"/>
                  </a:ext>
                </a:extLst>
              </p:cNvPr>
              <p:cNvSpPr/>
              <p:nvPr/>
            </p:nvSpPr>
            <p:spPr>
              <a:xfrm>
                <a:off x="593780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" name="Полилиния 63">
                <a:extLst>
                  <a:ext uri="{FF2B5EF4-FFF2-40B4-BE49-F238E27FC236}">
                    <a16:creationId xmlns:a16="http://schemas.microsoft.com/office/drawing/2014/main" id="{6D6CFA16-E8FE-4B0B-9B74-F34224FB69CD}"/>
                  </a:ext>
                </a:extLst>
              </p:cNvPr>
              <p:cNvSpPr/>
              <p:nvPr/>
            </p:nvSpPr>
            <p:spPr>
              <a:xfrm>
                <a:off x="600533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" name="Полилиния 64">
                <a:extLst>
                  <a:ext uri="{FF2B5EF4-FFF2-40B4-BE49-F238E27FC236}">
                    <a16:creationId xmlns:a16="http://schemas.microsoft.com/office/drawing/2014/main" id="{438B2336-9543-805B-68DC-AD2EBC8E7961}"/>
                  </a:ext>
                </a:extLst>
              </p:cNvPr>
              <p:cNvSpPr/>
              <p:nvPr/>
            </p:nvSpPr>
            <p:spPr>
              <a:xfrm>
                <a:off x="600533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6" name="Полилиния 65">
                <a:extLst>
                  <a:ext uri="{FF2B5EF4-FFF2-40B4-BE49-F238E27FC236}">
                    <a16:creationId xmlns:a16="http://schemas.microsoft.com/office/drawing/2014/main" id="{5C3078FB-D602-5592-849F-91635B169BEE}"/>
                  </a:ext>
                </a:extLst>
              </p:cNvPr>
              <p:cNvSpPr/>
              <p:nvPr/>
            </p:nvSpPr>
            <p:spPr>
              <a:xfrm>
                <a:off x="600533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7" name="Полилиния 66">
                <a:extLst>
                  <a:ext uri="{FF2B5EF4-FFF2-40B4-BE49-F238E27FC236}">
                    <a16:creationId xmlns:a16="http://schemas.microsoft.com/office/drawing/2014/main" id="{7F1796E9-D331-A5D2-5ECF-3B688E023435}"/>
                  </a:ext>
                </a:extLst>
              </p:cNvPr>
              <p:cNvSpPr/>
              <p:nvPr/>
            </p:nvSpPr>
            <p:spPr>
              <a:xfrm>
                <a:off x="600533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8" name="Полилиния 67">
                <a:extLst>
                  <a:ext uri="{FF2B5EF4-FFF2-40B4-BE49-F238E27FC236}">
                    <a16:creationId xmlns:a16="http://schemas.microsoft.com/office/drawing/2014/main" id="{B470ACF9-544F-CF14-FCBF-A10EE6CDC141}"/>
                  </a:ext>
                </a:extLst>
              </p:cNvPr>
              <p:cNvSpPr/>
              <p:nvPr/>
            </p:nvSpPr>
            <p:spPr>
              <a:xfrm>
                <a:off x="600533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9" name="Полилиния 68">
                <a:extLst>
                  <a:ext uri="{FF2B5EF4-FFF2-40B4-BE49-F238E27FC236}">
                    <a16:creationId xmlns:a16="http://schemas.microsoft.com/office/drawing/2014/main" id="{E79C1DBD-95DD-1FC4-DD16-B2727D04BACE}"/>
                  </a:ext>
                </a:extLst>
              </p:cNvPr>
              <p:cNvSpPr/>
              <p:nvPr/>
            </p:nvSpPr>
            <p:spPr>
              <a:xfrm>
                <a:off x="6005335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0" name="Полилиния 69">
                <a:extLst>
                  <a:ext uri="{FF2B5EF4-FFF2-40B4-BE49-F238E27FC236}">
                    <a16:creationId xmlns:a16="http://schemas.microsoft.com/office/drawing/2014/main" id="{04913AF7-9F9F-3AA3-E40F-22F8D408767A}"/>
                  </a:ext>
                </a:extLst>
              </p:cNvPr>
              <p:cNvSpPr/>
              <p:nvPr/>
            </p:nvSpPr>
            <p:spPr>
              <a:xfrm>
                <a:off x="600533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1" name="Полилиния 70">
                <a:extLst>
                  <a:ext uri="{FF2B5EF4-FFF2-40B4-BE49-F238E27FC236}">
                    <a16:creationId xmlns:a16="http://schemas.microsoft.com/office/drawing/2014/main" id="{9A37F948-00A3-4409-B9D6-A8B411F05D2D}"/>
                  </a:ext>
                </a:extLst>
              </p:cNvPr>
              <p:cNvSpPr/>
              <p:nvPr/>
            </p:nvSpPr>
            <p:spPr>
              <a:xfrm>
                <a:off x="607286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2" name="Полилиния 71">
                <a:extLst>
                  <a:ext uri="{FF2B5EF4-FFF2-40B4-BE49-F238E27FC236}">
                    <a16:creationId xmlns:a16="http://schemas.microsoft.com/office/drawing/2014/main" id="{068372AB-BC60-E563-5687-98C23BD0B6C9}"/>
                  </a:ext>
                </a:extLst>
              </p:cNvPr>
              <p:cNvSpPr/>
              <p:nvPr/>
            </p:nvSpPr>
            <p:spPr>
              <a:xfrm>
                <a:off x="607286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3" name="Полилиния 72">
                <a:extLst>
                  <a:ext uri="{FF2B5EF4-FFF2-40B4-BE49-F238E27FC236}">
                    <a16:creationId xmlns:a16="http://schemas.microsoft.com/office/drawing/2014/main" id="{96BC8C17-5032-9B12-EFFD-099B6B38CCE9}"/>
                  </a:ext>
                </a:extLst>
              </p:cNvPr>
              <p:cNvSpPr/>
              <p:nvPr/>
            </p:nvSpPr>
            <p:spPr>
              <a:xfrm>
                <a:off x="607286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4" name="Полилиния 73">
                <a:extLst>
                  <a:ext uri="{FF2B5EF4-FFF2-40B4-BE49-F238E27FC236}">
                    <a16:creationId xmlns:a16="http://schemas.microsoft.com/office/drawing/2014/main" id="{88C90411-8246-9834-5DB9-E37827DA03EA}"/>
                  </a:ext>
                </a:extLst>
              </p:cNvPr>
              <p:cNvSpPr/>
              <p:nvPr/>
            </p:nvSpPr>
            <p:spPr>
              <a:xfrm>
                <a:off x="6140389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5" name="Полилиния 74">
                <a:extLst>
                  <a:ext uri="{FF2B5EF4-FFF2-40B4-BE49-F238E27FC236}">
                    <a16:creationId xmlns:a16="http://schemas.microsoft.com/office/drawing/2014/main" id="{1C70E342-C5E0-46FB-74A4-BAFBA29252EB}"/>
                  </a:ext>
                </a:extLst>
              </p:cNvPr>
              <p:cNvSpPr/>
              <p:nvPr/>
            </p:nvSpPr>
            <p:spPr>
              <a:xfrm>
                <a:off x="6140389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6" name="Полилиния 75">
                <a:extLst>
                  <a:ext uri="{FF2B5EF4-FFF2-40B4-BE49-F238E27FC236}">
                    <a16:creationId xmlns:a16="http://schemas.microsoft.com/office/drawing/2014/main" id="{C7D383C0-3C16-3074-07DF-CCFE298D1523}"/>
                  </a:ext>
                </a:extLst>
              </p:cNvPr>
              <p:cNvSpPr/>
              <p:nvPr/>
            </p:nvSpPr>
            <p:spPr>
              <a:xfrm>
                <a:off x="6140389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7" name="Полилиния 76">
                <a:extLst>
                  <a:ext uri="{FF2B5EF4-FFF2-40B4-BE49-F238E27FC236}">
                    <a16:creationId xmlns:a16="http://schemas.microsoft.com/office/drawing/2014/main" id="{37FE0718-78EE-A86B-FDD7-B2D59FAD30D1}"/>
                  </a:ext>
                </a:extLst>
              </p:cNvPr>
              <p:cNvSpPr/>
              <p:nvPr/>
            </p:nvSpPr>
            <p:spPr>
              <a:xfrm>
                <a:off x="6140389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8" name="Полилиния 77">
                <a:extLst>
                  <a:ext uri="{FF2B5EF4-FFF2-40B4-BE49-F238E27FC236}">
                    <a16:creationId xmlns:a16="http://schemas.microsoft.com/office/drawing/2014/main" id="{B4C17AD8-F072-A4B7-0A4F-DEF936485865}"/>
                  </a:ext>
                </a:extLst>
              </p:cNvPr>
              <p:cNvSpPr/>
              <p:nvPr/>
            </p:nvSpPr>
            <p:spPr>
              <a:xfrm>
                <a:off x="6140389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9" name="Полилиния 78">
                <a:extLst>
                  <a:ext uri="{FF2B5EF4-FFF2-40B4-BE49-F238E27FC236}">
                    <a16:creationId xmlns:a16="http://schemas.microsoft.com/office/drawing/2014/main" id="{2176D08B-4311-0B1D-6048-0AF20E7240D7}"/>
                  </a:ext>
                </a:extLst>
              </p:cNvPr>
              <p:cNvSpPr/>
              <p:nvPr/>
            </p:nvSpPr>
            <p:spPr>
              <a:xfrm>
                <a:off x="6140389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0" name="Полилиния 79">
                <a:extLst>
                  <a:ext uri="{FF2B5EF4-FFF2-40B4-BE49-F238E27FC236}">
                    <a16:creationId xmlns:a16="http://schemas.microsoft.com/office/drawing/2014/main" id="{83AB2B77-5566-F254-DCC7-80886AE41AAD}"/>
                  </a:ext>
                </a:extLst>
              </p:cNvPr>
              <p:cNvSpPr/>
              <p:nvPr/>
            </p:nvSpPr>
            <p:spPr>
              <a:xfrm>
                <a:off x="614038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1" name="Полилиния 80">
                <a:extLst>
                  <a:ext uri="{FF2B5EF4-FFF2-40B4-BE49-F238E27FC236}">
                    <a16:creationId xmlns:a16="http://schemas.microsoft.com/office/drawing/2014/main" id="{EA2AEE09-A922-2354-BBA0-2B365EDBE4D2}"/>
                  </a:ext>
                </a:extLst>
              </p:cNvPr>
              <p:cNvSpPr/>
              <p:nvPr/>
            </p:nvSpPr>
            <p:spPr>
              <a:xfrm>
                <a:off x="614038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2" name="Полилиния 81">
                <a:extLst>
                  <a:ext uri="{FF2B5EF4-FFF2-40B4-BE49-F238E27FC236}">
                    <a16:creationId xmlns:a16="http://schemas.microsoft.com/office/drawing/2014/main" id="{4B97CE8F-6E37-A121-2BE5-46981B78DE5D}"/>
                  </a:ext>
                </a:extLst>
              </p:cNvPr>
              <p:cNvSpPr/>
              <p:nvPr/>
            </p:nvSpPr>
            <p:spPr>
              <a:xfrm>
                <a:off x="614038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3" name="Полилиния 82">
                <a:extLst>
                  <a:ext uri="{FF2B5EF4-FFF2-40B4-BE49-F238E27FC236}">
                    <a16:creationId xmlns:a16="http://schemas.microsoft.com/office/drawing/2014/main" id="{FE073611-2B15-10C4-EF17-63063DED8ED1}"/>
                  </a:ext>
                </a:extLst>
              </p:cNvPr>
              <p:cNvSpPr/>
              <p:nvPr/>
            </p:nvSpPr>
            <p:spPr>
              <a:xfrm>
                <a:off x="614038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4" name="Полилиния 83">
                <a:extLst>
                  <a:ext uri="{FF2B5EF4-FFF2-40B4-BE49-F238E27FC236}">
                    <a16:creationId xmlns:a16="http://schemas.microsoft.com/office/drawing/2014/main" id="{1D163E16-A5EB-A088-0F41-7E4A4A849C54}"/>
                  </a:ext>
                </a:extLst>
              </p:cNvPr>
              <p:cNvSpPr/>
              <p:nvPr/>
            </p:nvSpPr>
            <p:spPr>
              <a:xfrm>
                <a:off x="614038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5" name="Полилиния 84">
                <a:extLst>
                  <a:ext uri="{FF2B5EF4-FFF2-40B4-BE49-F238E27FC236}">
                    <a16:creationId xmlns:a16="http://schemas.microsoft.com/office/drawing/2014/main" id="{DF71505C-D5DF-271A-4DBA-1B8D85AF54F4}"/>
                  </a:ext>
                </a:extLst>
              </p:cNvPr>
              <p:cNvSpPr/>
              <p:nvPr/>
            </p:nvSpPr>
            <p:spPr>
              <a:xfrm>
                <a:off x="614038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6" name="Полилиния 85">
                <a:extLst>
                  <a:ext uri="{FF2B5EF4-FFF2-40B4-BE49-F238E27FC236}">
                    <a16:creationId xmlns:a16="http://schemas.microsoft.com/office/drawing/2014/main" id="{BD8B8A53-B25B-6853-21C3-4A6248346B57}"/>
                  </a:ext>
                </a:extLst>
              </p:cNvPr>
              <p:cNvSpPr/>
              <p:nvPr/>
            </p:nvSpPr>
            <p:spPr>
              <a:xfrm>
                <a:off x="614038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7" name="Полилиния 86">
                <a:extLst>
                  <a:ext uri="{FF2B5EF4-FFF2-40B4-BE49-F238E27FC236}">
                    <a16:creationId xmlns:a16="http://schemas.microsoft.com/office/drawing/2014/main" id="{46D93FF3-D8DA-B65D-D32C-A5E8BE3ACBF8}"/>
                  </a:ext>
                </a:extLst>
              </p:cNvPr>
              <p:cNvSpPr/>
              <p:nvPr/>
            </p:nvSpPr>
            <p:spPr>
              <a:xfrm>
                <a:off x="614038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8" name="Полилиния 87">
                <a:extLst>
                  <a:ext uri="{FF2B5EF4-FFF2-40B4-BE49-F238E27FC236}">
                    <a16:creationId xmlns:a16="http://schemas.microsoft.com/office/drawing/2014/main" id="{29241AB5-2DFA-87BF-9EF2-C9DD952B30C6}"/>
                  </a:ext>
                </a:extLst>
              </p:cNvPr>
              <p:cNvSpPr/>
              <p:nvPr/>
            </p:nvSpPr>
            <p:spPr>
              <a:xfrm>
                <a:off x="614038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9" name="Полилиния 88">
                <a:extLst>
                  <a:ext uri="{FF2B5EF4-FFF2-40B4-BE49-F238E27FC236}">
                    <a16:creationId xmlns:a16="http://schemas.microsoft.com/office/drawing/2014/main" id="{1187D8FA-9504-2590-9ADB-4816CE2B4200}"/>
                  </a:ext>
                </a:extLst>
              </p:cNvPr>
              <p:cNvSpPr/>
              <p:nvPr/>
            </p:nvSpPr>
            <p:spPr>
              <a:xfrm>
                <a:off x="6140389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0" name="Полилиния 89">
                <a:extLst>
                  <a:ext uri="{FF2B5EF4-FFF2-40B4-BE49-F238E27FC236}">
                    <a16:creationId xmlns:a16="http://schemas.microsoft.com/office/drawing/2014/main" id="{DC4DB838-DFB9-33D9-E521-6100D39CE456}"/>
                  </a:ext>
                </a:extLst>
              </p:cNvPr>
              <p:cNvSpPr/>
              <p:nvPr/>
            </p:nvSpPr>
            <p:spPr>
              <a:xfrm>
                <a:off x="6140389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1" name="Полилиния 90">
                <a:extLst>
                  <a:ext uri="{FF2B5EF4-FFF2-40B4-BE49-F238E27FC236}">
                    <a16:creationId xmlns:a16="http://schemas.microsoft.com/office/drawing/2014/main" id="{053E5F0E-4A78-2DEA-1E09-99162F435120}"/>
                  </a:ext>
                </a:extLst>
              </p:cNvPr>
              <p:cNvSpPr/>
              <p:nvPr/>
            </p:nvSpPr>
            <p:spPr>
              <a:xfrm>
                <a:off x="6140389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2" name="Полилиния 91">
                <a:extLst>
                  <a:ext uri="{FF2B5EF4-FFF2-40B4-BE49-F238E27FC236}">
                    <a16:creationId xmlns:a16="http://schemas.microsoft.com/office/drawing/2014/main" id="{9B1A55E4-9FC5-8FFA-15E3-92474063CE35}"/>
                  </a:ext>
                </a:extLst>
              </p:cNvPr>
              <p:cNvSpPr/>
              <p:nvPr/>
            </p:nvSpPr>
            <p:spPr>
              <a:xfrm>
                <a:off x="614038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3" name="Полилиния 92">
                <a:extLst>
                  <a:ext uri="{FF2B5EF4-FFF2-40B4-BE49-F238E27FC236}">
                    <a16:creationId xmlns:a16="http://schemas.microsoft.com/office/drawing/2014/main" id="{C70E9E6D-0F35-9C27-5773-AFC22802835F}"/>
                  </a:ext>
                </a:extLst>
              </p:cNvPr>
              <p:cNvSpPr/>
              <p:nvPr/>
            </p:nvSpPr>
            <p:spPr>
              <a:xfrm>
                <a:off x="620791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4" name="Полилиния 93">
                <a:extLst>
                  <a:ext uri="{FF2B5EF4-FFF2-40B4-BE49-F238E27FC236}">
                    <a16:creationId xmlns:a16="http://schemas.microsoft.com/office/drawing/2014/main" id="{58C92B68-BA91-F65B-7EF4-BC1E21F78A80}"/>
                  </a:ext>
                </a:extLst>
              </p:cNvPr>
              <p:cNvSpPr/>
              <p:nvPr/>
            </p:nvSpPr>
            <p:spPr>
              <a:xfrm>
                <a:off x="620791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5" name="Полилиния 94">
                <a:extLst>
                  <a:ext uri="{FF2B5EF4-FFF2-40B4-BE49-F238E27FC236}">
                    <a16:creationId xmlns:a16="http://schemas.microsoft.com/office/drawing/2014/main" id="{CBC7A30A-857F-5716-230E-5F0A4AB5B462}"/>
                  </a:ext>
                </a:extLst>
              </p:cNvPr>
              <p:cNvSpPr/>
              <p:nvPr/>
            </p:nvSpPr>
            <p:spPr>
              <a:xfrm>
                <a:off x="620791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6" name="Полилиния 95">
                <a:extLst>
                  <a:ext uri="{FF2B5EF4-FFF2-40B4-BE49-F238E27FC236}">
                    <a16:creationId xmlns:a16="http://schemas.microsoft.com/office/drawing/2014/main" id="{6AB30625-64EB-FC6B-23E9-1E340E5BA7E4}"/>
                  </a:ext>
                </a:extLst>
              </p:cNvPr>
              <p:cNvSpPr/>
              <p:nvPr/>
            </p:nvSpPr>
            <p:spPr>
              <a:xfrm>
                <a:off x="620791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7" name="Полилиния 96">
                <a:extLst>
                  <a:ext uri="{FF2B5EF4-FFF2-40B4-BE49-F238E27FC236}">
                    <a16:creationId xmlns:a16="http://schemas.microsoft.com/office/drawing/2014/main" id="{A48A5E42-19C9-571E-A90A-3674AF56535B}"/>
                  </a:ext>
                </a:extLst>
              </p:cNvPr>
              <p:cNvSpPr/>
              <p:nvPr/>
            </p:nvSpPr>
            <p:spPr>
              <a:xfrm>
                <a:off x="620791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8" name="Полилиния 97">
                <a:extLst>
                  <a:ext uri="{FF2B5EF4-FFF2-40B4-BE49-F238E27FC236}">
                    <a16:creationId xmlns:a16="http://schemas.microsoft.com/office/drawing/2014/main" id="{DC10606A-3664-0D79-3047-36D84F6A0303}"/>
                  </a:ext>
                </a:extLst>
              </p:cNvPr>
              <p:cNvSpPr/>
              <p:nvPr/>
            </p:nvSpPr>
            <p:spPr>
              <a:xfrm>
                <a:off x="620791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9" name="Полилиния 98">
                <a:extLst>
                  <a:ext uri="{FF2B5EF4-FFF2-40B4-BE49-F238E27FC236}">
                    <a16:creationId xmlns:a16="http://schemas.microsoft.com/office/drawing/2014/main" id="{F1B8EB08-ADC2-8C0E-16A4-5C2124FE1EA4}"/>
                  </a:ext>
                </a:extLst>
              </p:cNvPr>
              <p:cNvSpPr/>
              <p:nvPr/>
            </p:nvSpPr>
            <p:spPr>
              <a:xfrm>
                <a:off x="620791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0" name="Полилиния 99">
                <a:extLst>
                  <a:ext uri="{FF2B5EF4-FFF2-40B4-BE49-F238E27FC236}">
                    <a16:creationId xmlns:a16="http://schemas.microsoft.com/office/drawing/2014/main" id="{02F939AC-6FEC-A499-8BD3-B01CDB61B127}"/>
                  </a:ext>
                </a:extLst>
              </p:cNvPr>
              <p:cNvSpPr/>
              <p:nvPr/>
            </p:nvSpPr>
            <p:spPr>
              <a:xfrm>
                <a:off x="620791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1" name="Полилиния 100">
                <a:extLst>
                  <a:ext uri="{FF2B5EF4-FFF2-40B4-BE49-F238E27FC236}">
                    <a16:creationId xmlns:a16="http://schemas.microsoft.com/office/drawing/2014/main" id="{03730329-1D60-D7BC-1C2B-3503AAB80C46}"/>
                  </a:ext>
                </a:extLst>
              </p:cNvPr>
              <p:cNvSpPr/>
              <p:nvPr/>
            </p:nvSpPr>
            <p:spPr>
              <a:xfrm>
                <a:off x="620791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2" name="Полилиния 101">
                <a:extLst>
                  <a:ext uri="{FF2B5EF4-FFF2-40B4-BE49-F238E27FC236}">
                    <a16:creationId xmlns:a16="http://schemas.microsoft.com/office/drawing/2014/main" id="{52780D93-0CCE-3D97-F657-9CD84DF7D3B8}"/>
                  </a:ext>
                </a:extLst>
              </p:cNvPr>
              <p:cNvSpPr/>
              <p:nvPr/>
            </p:nvSpPr>
            <p:spPr>
              <a:xfrm>
                <a:off x="620791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3" name="Полилиния 102">
                <a:extLst>
                  <a:ext uri="{FF2B5EF4-FFF2-40B4-BE49-F238E27FC236}">
                    <a16:creationId xmlns:a16="http://schemas.microsoft.com/office/drawing/2014/main" id="{9F244FA1-469A-D31A-7FFE-677778ACE79E}"/>
                  </a:ext>
                </a:extLst>
              </p:cNvPr>
              <p:cNvSpPr/>
              <p:nvPr/>
            </p:nvSpPr>
            <p:spPr>
              <a:xfrm>
                <a:off x="620791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4" name="Полилиния 103">
                <a:extLst>
                  <a:ext uri="{FF2B5EF4-FFF2-40B4-BE49-F238E27FC236}">
                    <a16:creationId xmlns:a16="http://schemas.microsoft.com/office/drawing/2014/main" id="{4F0662A4-C7F2-4690-2EF6-F95839EC4D1D}"/>
                  </a:ext>
                </a:extLst>
              </p:cNvPr>
              <p:cNvSpPr/>
              <p:nvPr/>
            </p:nvSpPr>
            <p:spPr>
              <a:xfrm>
                <a:off x="620791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5" name="Полилиния 104">
                <a:extLst>
                  <a:ext uri="{FF2B5EF4-FFF2-40B4-BE49-F238E27FC236}">
                    <a16:creationId xmlns:a16="http://schemas.microsoft.com/office/drawing/2014/main" id="{78019E92-B767-43F9-4CA6-C989D0AE1434}"/>
                  </a:ext>
                </a:extLst>
              </p:cNvPr>
              <p:cNvSpPr/>
              <p:nvPr/>
            </p:nvSpPr>
            <p:spPr>
              <a:xfrm>
                <a:off x="6275442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6" name="Полилиния 105">
                <a:extLst>
                  <a:ext uri="{FF2B5EF4-FFF2-40B4-BE49-F238E27FC236}">
                    <a16:creationId xmlns:a16="http://schemas.microsoft.com/office/drawing/2014/main" id="{57B98002-F5CD-F455-3145-42BC95CB7937}"/>
                  </a:ext>
                </a:extLst>
              </p:cNvPr>
              <p:cNvSpPr/>
              <p:nvPr/>
            </p:nvSpPr>
            <p:spPr>
              <a:xfrm>
                <a:off x="6275442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7" name="Полилиния 106">
                <a:extLst>
                  <a:ext uri="{FF2B5EF4-FFF2-40B4-BE49-F238E27FC236}">
                    <a16:creationId xmlns:a16="http://schemas.microsoft.com/office/drawing/2014/main" id="{5721DA16-DE82-CA2D-D0FB-A214FF23E899}"/>
                  </a:ext>
                </a:extLst>
              </p:cNvPr>
              <p:cNvSpPr/>
              <p:nvPr/>
            </p:nvSpPr>
            <p:spPr>
              <a:xfrm>
                <a:off x="6275442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8" name="Полилиния 107">
                <a:extLst>
                  <a:ext uri="{FF2B5EF4-FFF2-40B4-BE49-F238E27FC236}">
                    <a16:creationId xmlns:a16="http://schemas.microsoft.com/office/drawing/2014/main" id="{93C8CB82-0C38-9559-C37E-C03AA2C66D51}"/>
                  </a:ext>
                </a:extLst>
              </p:cNvPr>
              <p:cNvSpPr/>
              <p:nvPr/>
            </p:nvSpPr>
            <p:spPr>
              <a:xfrm>
                <a:off x="6275442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9" name="Полилиния 108">
                <a:extLst>
                  <a:ext uri="{FF2B5EF4-FFF2-40B4-BE49-F238E27FC236}">
                    <a16:creationId xmlns:a16="http://schemas.microsoft.com/office/drawing/2014/main" id="{943CE522-D793-4CC2-7531-52E80A16A773}"/>
                  </a:ext>
                </a:extLst>
              </p:cNvPr>
              <p:cNvSpPr/>
              <p:nvPr/>
            </p:nvSpPr>
            <p:spPr>
              <a:xfrm>
                <a:off x="6275442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0" name="Полилиния 109">
                <a:extLst>
                  <a:ext uri="{FF2B5EF4-FFF2-40B4-BE49-F238E27FC236}">
                    <a16:creationId xmlns:a16="http://schemas.microsoft.com/office/drawing/2014/main" id="{A8D0A387-CCEF-DC2D-2719-2F15140AC1A3}"/>
                  </a:ext>
                </a:extLst>
              </p:cNvPr>
              <p:cNvSpPr/>
              <p:nvPr/>
            </p:nvSpPr>
            <p:spPr>
              <a:xfrm>
                <a:off x="627544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1" name="Полилиния 110">
                <a:extLst>
                  <a:ext uri="{FF2B5EF4-FFF2-40B4-BE49-F238E27FC236}">
                    <a16:creationId xmlns:a16="http://schemas.microsoft.com/office/drawing/2014/main" id="{A108522E-04A9-3B34-990C-B007786576E4}"/>
                  </a:ext>
                </a:extLst>
              </p:cNvPr>
              <p:cNvSpPr/>
              <p:nvPr/>
            </p:nvSpPr>
            <p:spPr>
              <a:xfrm>
                <a:off x="627544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2" name="Полилиния 111">
                <a:extLst>
                  <a:ext uri="{FF2B5EF4-FFF2-40B4-BE49-F238E27FC236}">
                    <a16:creationId xmlns:a16="http://schemas.microsoft.com/office/drawing/2014/main" id="{E3702634-0442-0F12-B7CF-214ABE904ABE}"/>
                  </a:ext>
                </a:extLst>
              </p:cNvPr>
              <p:cNvSpPr/>
              <p:nvPr/>
            </p:nvSpPr>
            <p:spPr>
              <a:xfrm>
                <a:off x="627544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3" name="Полилиния 112">
                <a:extLst>
                  <a:ext uri="{FF2B5EF4-FFF2-40B4-BE49-F238E27FC236}">
                    <a16:creationId xmlns:a16="http://schemas.microsoft.com/office/drawing/2014/main" id="{FC022170-1F67-1F2B-C0E2-1FE6D6EE83F1}"/>
                  </a:ext>
                </a:extLst>
              </p:cNvPr>
              <p:cNvSpPr/>
              <p:nvPr/>
            </p:nvSpPr>
            <p:spPr>
              <a:xfrm>
                <a:off x="627544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4" name="Полилиния 113">
                <a:extLst>
                  <a:ext uri="{FF2B5EF4-FFF2-40B4-BE49-F238E27FC236}">
                    <a16:creationId xmlns:a16="http://schemas.microsoft.com/office/drawing/2014/main" id="{2C5D7D0B-E004-75D1-774F-E5C996EAAF69}"/>
                  </a:ext>
                </a:extLst>
              </p:cNvPr>
              <p:cNvSpPr/>
              <p:nvPr/>
            </p:nvSpPr>
            <p:spPr>
              <a:xfrm>
                <a:off x="627544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5" name="Полилиния 114">
                <a:extLst>
                  <a:ext uri="{FF2B5EF4-FFF2-40B4-BE49-F238E27FC236}">
                    <a16:creationId xmlns:a16="http://schemas.microsoft.com/office/drawing/2014/main" id="{49DBA3B1-B7DF-D6D4-A28A-D7E3DA60441D}"/>
                  </a:ext>
                </a:extLst>
              </p:cNvPr>
              <p:cNvSpPr/>
              <p:nvPr/>
            </p:nvSpPr>
            <p:spPr>
              <a:xfrm>
                <a:off x="627544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6" name="Полилиния 115">
                <a:extLst>
                  <a:ext uri="{FF2B5EF4-FFF2-40B4-BE49-F238E27FC236}">
                    <a16:creationId xmlns:a16="http://schemas.microsoft.com/office/drawing/2014/main" id="{7B4C5530-C8BF-00C0-302E-CF43F624B226}"/>
                  </a:ext>
                </a:extLst>
              </p:cNvPr>
              <p:cNvSpPr/>
              <p:nvPr/>
            </p:nvSpPr>
            <p:spPr>
              <a:xfrm>
                <a:off x="627544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7" name="Полилиния 116">
                <a:extLst>
                  <a:ext uri="{FF2B5EF4-FFF2-40B4-BE49-F238E27FC236}">
                    <a16:creationId xmlns:a16="http://schemas.microsoft.com/office/drawing/2014/main" id="{DDDC833A-7574-CF9A-F3BC-7BA57772F785}"/>
                  </a:ext>
                </a:extLst>
              </p:cNvPr>
              <p:cNvSpPr/>
              <p:nvPr/>
            </p:nvSpPr>
            <p:spPr>
              <a:xfrm>
                <a:off x="627544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8" name="Полилиния 117">
                <a:extLst>
                  <a:ext uri="{FF2B5EF4-FFF2-40B4-BE49-F238E27FC236}">
                    <a16:creationId xmlns:a16="http://schemas.microsoft.com/office/drawing/2014/main" id="{2B09A7F5-5314-DD27-2000-CB9A9F743E82}"/>
                  </a:ext>
                </a:extLst>
              </p:cNvPr>
              <p:cNvSpPr/>
              <p:nvPr/>
            </p:nvSpPr>
            <p:spPr>
              <a:xfrm>
                <a:off x="6342969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9" name="Полилиния 118">
                <a:extLst>
                  <a:ext uri="{FF2B5EF4-FFF2-40B4-BE49-F238E27FC236}">
                    <a16:creationId xmlns:a16="http://schemas.microsoft.com/office/drawing/2014/main" id="{A457DE69-4D97-498D-97B9-F0D49B110C15}"/>
                  </a:ext>
                </a:extLst>
              </p:cNvPr>
              <p:cNvSpPr/>
              <p:nvPr/>
            </p:nvSpPr>
            <p:spPr>
              <a:xfrm>
                <a:off x="6342969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0" name="Полилиния 119">
                <a:extLst>
                  <a:ext uri="{FF2B5EF4-FFF2-40B4-BE49-F238E27FC236}">
                    <a16:creationId xmlns:a16="http://schemas.microsoft.com/office/drawing/2014/main" id="{F8171B2C-18AE-E4FA-8386-C0C70025A12E}"/>
                  </a:ext>
                </a:extLst>
              </p:cNvPr>
              <p:cNvSpPr/>
              <p:nvPr/>
            </p:nvSpPr>
            <p:spPr>
              <a:xfrm>
                <a:off x="634296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1" name="Полилиния 120">
                <a:extLst>
                  <a:ext uri="{FF2B5EF4-FFF2-40B4-BE49-F238E27FC236}">
                    <a16:creationId xmlns:a16="http://schemas.microsoft.com/office/drawing/2014/main" id="{79C83395-BA72-0F50-FBF3-78CEDBCEAC53}"/>
                  </a:ext>
                </a:extLst>
              </p:cNvPr>
              <p:cNvSpPr/>
              <p:nvPr/>
            </p:nvSpPr>
            <p:spPr>
              <a:xfrm>
                <a:off x="634296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2" name="Полилиния 121">
                <a:extLst>
                  <a:ext uri="{FF2B5EF4-FFF2-40B4-BE49-F238E27FC236}">
                    <a16:creationId xmlns:a16="http://schemas.microsoft.com/office/drawing/2014/main" id="{61D371FC-06C8-E25D-7056-7501B2079591}"/>
                  </a:ext>
                </a:extLst>
              </p:cNvPr>
              <p:cNvSpPr/>
              <p:nvPr/>
            </p:nvSpPr>
            <p:spPr>
              <a:xfrm>
                <a:off x="634296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3" name="Полилиния 122">
                <a:extLst>
                  <a:ext uri="{FF2B5EF4-FFF2-40B4-BE49-F238E27FC236}">
                    <a16:creationId xmlns:a16="http://schemas.microsoft.com/office/drawing/2014/main" id="{9C6AAA13-8BAC-84B1-AC1F-3C38440E93FF}"/>
                  </a:ext>
                </a:extLst>
              </p:cNvPr>
              <p:cNvSpPr/>
              <p:nvPr/>
            </p:nvSpPr>
            <p:spPr>
              <a:xfrm>
                <a:off x="634296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4" name="Полилиния 123">
                <a:extLst>
                  <a:ext uri="{FF2B5EF4-FFF2-40B4-BE49-F238E27FC236}">
                    <a16:creationId xmlns:a16="http://schemas.microsoft.com/office/drawing/2014/main" id="{1EB012F9-DCD3-C6D2-C944-2343501AD96B}"/>
                  </a:ext>
                </a:extLst>
              </p:cNvPr>
              <p:cNvSpPr/>
              <p:nvPr/>
            </p:nvSpPr>
            <p:spPr>
              <a:xfrm>
                <a:off x="634296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5" name="Полилиния 124">
                <a:extLst>
                  <a:ext uri="{FF2B5EF4-FFF2-40B4-BE49-F238E27FC236}">
                    <a16:creationId xmlns:a16="http://schemas.microsoft.com/office/drawing/2014/main" id="{E95FEC6F-A95C-E5C6-2E60-A92CAB33909A}"/>
                  </a:ext>
                </a:extLst>
              </p:cNvPr>
              <p:cNvSpPr/>
              <p:nvPr/>
            </p:nvSpPr>
            <p:spPr>
              <a:xfrm>
                <a:off x="634296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6" name="Полилиния 125">
                <a:extLst>
                  <a:ext uri="{FF2B5EF4-FFF2-40B4-BE49-F238E27FC236}">
                    <a16:creationId xmlns:a16="http://schemas.microsoft.com/office/drawing/2014/main" id="{A8145EBA-BB77-CFF8-29AD-D91E3923552B}"/>
                  </a:ext>
                </a:extLst>
              </p:cNvPr>
              <p:cNvSpPr/>
              <p:nvPr/>
            </p:nvSpPr>
            <p:spPr>
              <a:xfrm>
                <a:off x="634296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7" name="Полилиния 126">
                <a:extLst>
                  <a:ext uri="{FF2B5EF4-FFF2-40B4-BE49-F238E27FC236}">
                    <a16:creationId xmlns:a16="http://schemas.microsoft.com/office/drawing/2014/main" id="{CE378192-E968-D232-D516-D83E6270C89F}"/>
                  </a:ext>
                </a:extLst>
              </p:cNvPr>
              <p:cNvSpPr/>
              <p:nvPr/>
            </p:nvSpPr>
            <p:spPr>
              <a:xfrm>
                <a:off x="634296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8" name="Полилиния 127">
                <a:extLst>
                  <a:ext uri="{FF2B5EF4-FFF2-40B4-BE49-F238E27FC236}">
                    <a16:creationId xmlns:a16="http://schemas.microsoft.com/office/drawing/2014/main" id="{29B3E176-A532-22C5-EDAB-1168E613910F}"/>
                  </a:ext>
                </a:extLst>
              </p:cNvPr>
              <p:cNvSpPr/>
              <p:nvPr/>
            </p:nvSpPr>
            <p:spPr>
              <a:xfrm>
                <a:off x="634296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9" name="Полилиния 128">
                <a:extLst>
                  <a:ext uri="{FF2B5EF4-FFF2-40B4-BE49-F238E27FC236}">
                    <a16:creationId xmlns:a16="http://schemas.microsoft.com/office/drawing/2014/main" id="{725628CB-59CE-ADEE-D5AB-FBA8D75CB95E}"/>
                  </a:ext>
                </a:extLst>
              </p:cNvPr>
              <p:cNvSpPr/>
              <p:nvPr/>
            </p:nvSpPr>
            <p:spPr>
              <a:xfrm>
                <a:off x="634296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0" name="Полилиния 129">
                <a:extLst>
                  <a:ext uri="{FF2B5EF4-FFF2-40B4-BE49-F238E27FC236}">
                    <a16:creationId xmlns:a16="http://schemas.microsoft.com/office/drawing/2014/main" id="{F66A337D-8451-38F6-9AC5-7DBC4ACF07F7}"/>
                  </a:ext>
                </a:extLst>
              </p:cNvPr>
              <p:cNvSpPr/>
              <p:nvPr/>
            </p:nvSpPr>
            <p:spPr>
              <a:xfrm>
                <a:off x="634296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1" name="Полилиния 130">
                <a:extLst>
                  <a:ext uri="{FF2B5EF4-FFF2-40B4-BE49-F238E27FC236}">
                    <a16:creationId xmlns:a16="http://schemas.microsoft.com/office/drawing/2014/main" id="{0E62226D-B669-7D0D-1226-4635DF3D2439}"/>
                  </a:ext>
                </a:extLst>
              </p:cNvPr>
              <p:cNvSpPr/>
              <p:nvPr/>
            </p:nvSpPr>
            <p:spPr>
              <a:xfrm>
                <a:off x="6409728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2" name="Полилиния 131">
                <a:extLst>
                  <a:ext uri="{FF2B5EF4-FFF2-40B4-BE49-F238E27FC236}">
                    <a16:creationId xmlns:a16="http://schemas.microsoft.com/office/drawing/2014/main" id="{1D9F46AD-3F2A-33D7-BA71-9ECDC06DBA4A}"/>
                  </a:ext>
                </a:extLst>
              </p:cNvPr>
              <p:cNvSpPr/>
              <p:nvPr/>
            </p:nvSpPr>
            <p:spPr>
              <a:xfrm>
                <a:off x="6409728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3" name="Полилиния 132">
                <a:extLst>
                  <a:ext uri="{FF2B5EF4-FFF2-40B4-BE49-F238E27FC236}">
                    <a16:creationId xmlns:a16="http://schemas.microsoft.com/office/drawing/2014/main" id="{0BCA0F0A-3D7B-C477-DB93-D3773EA6E94B}"/>
                  </a:ext>
                </a:extLst>
              </p:cNvPr>
              <p:cNvSpPr/>
              <p:nvPr/>
            </p:nvSpPr>
            <p:spPr>
              <a:xfrm>
                <a:off x="6409728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4" name="Полилиния 133">
                <a:extLst>
                  <a:ext uri="{FF2B5EF4-FFF2-40B4-BE49-F238E27FC236}">
                    <a16:creationId xmlns:a16="http://schemas.microsoft.com/office/drawing/2014/main" id="{8658AB16-3B72-F701-1EA4-60A473D01406}"/>
                  </a:ext>
                </a:extLst>
              </p:cNvPr>
              <p:cNvSpPr/>
              <p:nvPr/>
            </p:nvSpPr>
            <p:spPr>
              <a:xfrm>
                <a:off x="6409728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5" name="Полилиния 134">
                <a:extLst>
                  <a:ext uri="{FF2B5EF4-FFF2-40B4-BE49-F238E27FC236}">
                    <a16:creationId xmlns:a16="http://schemas.microsoft.com/office/drawing/2014/main" id="{F902F613-F550-8F25-297E-AFB84A900048}"/>
                  </a:ext>
                </a:extLst>
              </p:cNvPr>
              <p:cNvSpPr/>
              <p:nvPr/>
            </p:nvSpPr>
            <p:spPr>
              <a:xfrm>
                <a:off x="6409728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6" name="Полилиния 135">
                <a:extLst>
                  <a:ext uri="{FF2B5EF4-FFF2-40B4-BE49-F238E27FC236}">
                    <a16:creationId xmlns:a16="http://schemas.microsoft.com/office/drawing/2014/main" id="{4483B8CC-C458-E541-BE35-0E79B5391F7E}"/>
                  </a:ext>
                </a:extLst>
              </p:cNvPr>
              <p:cNvSpPr/>
              <p:nvPr/>
            </p:nvSpPr>
            <p:spPr>
              <a:xfrm>
                <a:off x="6409728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7" name="Полилиния 136">
                <a:extLst>
                  <a:ext uri="{FF2B5EF4-FFF2-40B4-BE49-F238E27FC236}">
                    <a16:creationId xmlns:a16="http://schemas.microsoft.com/office/drawing/2014/main" id="{B0A4987B-7B0D-B928-ECAE-B55B36A7589C}"/>
                  </a:ext>
                </a:extLst>
              </p:cNvPr>
              <p:cNvSpPr/>
              <p:nvPr/>
            </p:nvSpPr>
            <p:spPr>
              <a:xfrm>
                <a:off x="6409728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8" name="Полилиния 137">
                <a:extLst>
                  <a:ext uri="{FF2B5EF4-FFF2-40B4-BE49-F238E27FC236}">
                    <a16:creationId xmlns:a16="http://schemas.microsoft.com/office/drawing/2014/main" id="{703600DA-3A72-4964-CB39-9A5401EBCC48}"/>
                  </a:ext>
                </a:extLst>
              </p:cNvPr>
              <p:cNvSpPr/>
              <p:nvPr/>
            </p:nvSpPr>
            <p:spPr>
              <a:xfrm>
                <a:off x="640972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9" name="Полилиния 138">
                <a:extLst>
                  <a:ext uri="{FF2B5EF4-FFF2-40B4-BE49-F238E27FC236}">
                    <a16:creationId xmlns:a16="http://schemas.microsoft.com/office/drawing/2014/main" id="{B987CF78-6117-11C8-4341-07373166D236}"/>
                  </a:ext>
                </a:extLst>
              </p:cNvPr>
              <p:cNvSpPr/>
              <p:nvPr/>
            </p:nvSpPr>
            <p:spPr>
              <a:xfrm>
                <a:off x="640972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0" name="Полилиния 139">
                <a:extLst>
                  <a:ext uri="{FF2B5EF4-FFF2-40B4-BE49-F238E27FC236}">
                    <a16:creationId xmlns:a16="http://schemas.microsoft.com/office/drawing/2014/main" id="{C091C476-6B00-CFA9-EC87-4D7752D1D343}"/>
                  </a:ext>
                </a:extLst>
              </p:cNvPr>
              <p:cNvSpPr/>
              <p:nvPr/>
            </p:nvSpPr>
            <p:spPr>
              <a:xfrm>
                <a:off x="6409728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1" name="Полилиния 140">
                <a:extLst>
                  <a:ext uri="{FF2B5EF4-FFF2-40B4-BE49-F238E27FC236}">
                    <a16:creationId xmlns:a16="http://schemas.microsoft.com/office/drawing/2014/main" id="{80C5D210-4E79-06FC-9612-974951DDC127}"/>
                  </a:ext>
                </a:extLst>
              </p:cNvPr>
              <p:cNvSpPr/>
              <p:nvPr/>
            </p:nvSpPr>
            <p:spPr>
              <a:xfrm>
                <a:off x="640972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2" name="Полилиния 141">
                <a:extLst>
                  <a:ext uri="{FF2B5EF4-FFF2-40B4-BE49-F238E27FC236}">
                    <a16:creationId xmlns:a16="http://schemas.microsoft.com/office/drawing/2014/main" id="{BD133C0C-BDC6-1D10-A161-35B4E8B5FB82}"/>
                  </a:ext>
                </a:extLst>
              </p:cNvPr>
              <p:cNvSpPr/>
              <p:nvPr/>
            </p:nvSpPr>
            <p:spPr>
              <a:xfrm>
                <a:off x="6409728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3" name="Полилиния 142">
                <a:extLst>
                  <a:ext uri="{FF2B5EF4-FFF2-40B4-BE49-F238E27FC236}">
                    <a16:creationId xmlns:a16="http://schemas.microsoft.com/office/drawing/2014/main" id="{55947AA3-E89C-4F52-CAF5-1DA42BAB90A5}"/>
                  </a:ext>
                </a:extLst>
              </p:cNvPr>
              <p:cNvSpPr/>
              <p:nvPr/>
            </p:nvSpPr>
            <p:spPr>
              <a:xfrm>
                <a:off x="6409728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4" name="Полилиния 143">
                <a:extLst>
                  <a:ext uri="{FF2B5EF4-FFF2-40B4-BE49-F238E27FC236}">
                    <a16:creationId xmlns:a16="http://schemas.microsoft.com/office/drawing/2014/main" id="{C03F55BD-34B2-9138-61DE-FB99C7DA4B6D}"/>
                  </a:ext>
                </a:extLst>
              </p:cNvPr>
              <p:cNvSpPr/>
              <p:nvPr/>
            </p:nvSpPr>
            <p:spPr>
              <a:xfrm>
                <a:off x="6409728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5" name="Полилиния 144">
                <a:extLst>
                  <a:ext uri="{FF2B5EF4-FFF2-40B4-BE49-F238E27FC236}">
                    <a16:creationId xmlns:a16="http://schemas.microsoft.com/office/drawing/2014/main" id="{60F8BDBB-EB5B-AAF9-20EA-CF59E3847497}"/>
                  </a:ext>
                </a:extLst>
              </p:cNvPr>
              <p:cNvSpPr/>
              <p:nvPr/>
            </p:nvSpPr>
            <p:spPr>
              <a:xfrm>
                <a:off x="647725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6" name="Полилиния 145">
                <a:extLst>
                  <a:ext uri="{FF2B5EF4-FFF2-40B4-BE49-F238E27FC236}">
                    <a16:creationId xmlns:a16="http://schemas.microsoft.com/office/drawing/2014/main" id="{85025AB1-9525-BB4E-41F9-C664E0B199E3}"/>
                  </a:ext>
                </a:extLst>
              </p:cNvPr>
              <p:cNvSpPr/>
              <p:nvPr/>
            </p:nvSpPr>
            <p:spPr>
              <a:xfrm>
                <a:off x="647725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7" name="Полилиния 146">
                <a:extLst>
                  <a:ext uri="{FF2B5EF4-FFF2-40B4-BE49-F238E27FC236}">
                    <a16:creationId xmlns:a16="http://schemas.microsoft.com/office/drawing/2014/main" id="{E3ED4468-2A3F-A30F-D4C4-E9F6BF55728A}"/>
                  </a:ext>
                </a:extLst>
              </p:cNvPr>
              <p:cNvSpPr/>
              <p:nvPr/>
            </p:nvSpPr>
            <p:spPr>
              <a:xfrm>
                <a:off x="647725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8" name="Полилиния 147">
                <a:extLst>
                  <a:ext uri="{FF2B5EF4-FFF2-40B4-BE49-F238E27FC236}">
                    <a16:creationId xmlns:a16="http://schemas.microsoft.com/office/drawing/2014/main" id="{AF7EA24B-3ADB-2890-5A07-1BB4AC3FC562}"/>
                  </a:ext>
                </a:extLst>
              </p:cNvPr>
              <p:cNvSpPr/>
              <p:nvPr/>
            </p:nvSpPr>
            <p:spPr>
              <a:xfrm>
                <a:off x="647725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9" name="Полилиния 148">
                <a:extLst>
                  <a:ext uri="{FF2B5EF4-FFF2-40B4-BE49-F238E27FC236}">
                    <a16:creationId xmlns:a16="http://schemas.microsoft.com/office/drawing/2014/main" id="{5B6F3E6F-FFA2-728B-09C9-AE962ED494E4}"/>
                  </a:ext>
                </a:extLst>
              </p:cNvPr>
              <p:cNvSpPr/>
              <p:nvPr/>
            </p:nvSpPr>
            <p:spPr>
              <a:xfrm>
                <a:off x="6477255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0" name="Полилиния 149">
                <a:extLst>
                  <a:ext uri="{FF2B5EF4-FFF2-40B4-BE49-F238E27FC236}">
                    <a16:creationId xmlns:a16="http://schemas.microsoft.com/office/drawing/2014/main" id="{F7E29A22-5E8B-6BBF-8E6A-9A2081EE3E85}"/>
                  </a:ext>
                </a:extLst>
              </p:cNvPr>
              <p:cNvSpPr/>
              <p:nvPr/>
            </p:nvSpPr>
            <p:spPr>
              <a:xfrm>
                <a:off x="647725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1" name="Полилиния 150">
                <a:extLst>
                  <a:ext uri="{FF2B5EF4-FFF2-40B4-BE49-F238E27FC236}">
                    <a16:creationId xmlns:a16="http://schemas.microsoft.com/office/drawing/2014/main" id="{73F03378-7901-02C3-E2F8-50D70376386C}"/>
                  </a:ext>
                </a:extLst>
              </p:cNvPr>
              <p:cNvSpPr/>
              <p:nvPr/>
            </p:nvSpPr>
            <p:spPr>
              <a:xfrm>
                <a:off x="647725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2" name="Полилиния 151">
                <a:extLst>
                  <a:ext uri="{FF2B5EF4-FFF2-40B4-BE49-F238E27FC236}">
                    <a16:creationId xmlns:a16="http://schemas.microsoft.com/office/drawing/2014/main" id="{42DA0E26-3D37-DE19-03E6-3BBCFD296ECD}"/>
                  </a:ext>
                </a:extLst>
              </p:cNvPr>
              <p:cNvSpPr/>
              <p:nvPr/>
            </p:nvSpPr>
            <p:spPr>
              <a:xfrm>
                <a:off x="647725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3" name="Полилиния 152">
                <a:extLst>
                  <a:ext uri="{FF2B5EF4-FFF2-40B4-BE49-F238E27FC236}">
                    <a16:creationId xmlns:a16="http://schemas.microsoft.com/office/drawing/2014/main" id="{70C82CD6-84D4-6752-B8AB-AD5BFEFBC3E0}"/>
                  </a:ext>
                </a:extLst>
              </p:cNvPr>
              <p:cNvSpPr/>
              <p:nvPr/>
            </p:nvSpPr>
            <p:spPr>
              <a:xfrm>
                <a:off x="647725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4" name="Полилиния 153">
                <a:extLst>
                  <a:ext uri="{FF2B5EF4-FFF2-40B4-BE49-F238E27FC236}">
                    <a16:creationId xmlns:a16="http://schemas.microsoft.com/office/drawing/2014/main" id="{C2BDE7E9-9CD9-2B6B-7E5A-0B1206B87744}"/>
                  </a:ext>
                </a:extLst>
              </p:cNvPr>
              <p:cNvSpPr/>
              <p:nvPr/>
            </p:nvSpPr>
            <p:spPr>
              <a:xfrm>
                <a:off x="647725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5" name="Полилиния 154">
                <a:extLst>
                  <a:ext uri="{FF2B5EF4-FFF2-40B4-BE49-F238E27FC236}">
                    <a16:creationId xmlns:a16="http://schemas.microsoft.com/office/drawing/2014/main" id="{55ADE01D-70C3-7DA9-CC58-73F27F902374}"/>
                  </a:ext>
                </a:extLst>
              </p:cNvPr>
              <p:cNvSpPr/>
              <p:nvPr/>
            </p:nvSpPr>
            <p:spPr>
              <a:xfrm>
                <a:off x="647725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6" name="Полилиния 155">
                <a:extLst>
                  <a:ext uri="{FF2B5EF4-FFF2-40B4-BE49-F238E27FC236}">
                    <a16:creationId xmlns:a16="http://schemas.microsoft.com/office/drawing/2014/main" id="{62491752-99C7-BB1F-28D1-F1A7C3374C15}"/>
                  </a:ext>
                </a:extLst>
              </p:cNvPr>
              <p:cNvSpPr/>
              <p:nvPr/>
            </p:nvSpPr>
            <p:spPr>
              <a:xfrm>
                <a:off x="6477255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7" name="Полилиния 156">
                <a:extLst>
                  <a:ext uri="{FF2B5EF4-FFF2-40B4-BE49-F238E27FC236}">
                    <a16:creationId xmlns:a16="http://schemas.microsoft.com/office/drawing/2014/main" id="{A0154309-4623-6D72-3B1C-A04C1645251A}"/>
                  </a:ext>
                </a:extLst>
              </p:cNvPr>
              <p:cNvSpPr/>
              <p:nvPr/>
            </p:nvSpPr>
            <p:spPr>
              <a:xfrm>
                <a:off x="6544782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8" name="Полилиния 157">
                <a:extLst>
                  <a:ext uri="{FF2B5EF4-FFF2-40B4-BE49-F238E27FC236}">
                    <a16:creationId xmlns:a16="http://schemas.microsoft.com/office/drawing/2014/main" id="{46535C54-946F-5154-F3E2-0799418B21C7}"/>
                  </a:ext>
                </a:extLst>
              </p:cNvPr>
              <p:cNvSpPr/>
              <p:nvPr/>
            </p:nvSpPr>
            <p:spPr>
              <a:xfrm>
                <a:off x="6544782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9" name="Полилиния 158">
                <a:extLst>
                  <a:ext uri="{FF2B5EF4-FFF2-40B4-BE49-F238E27FC236}">
                    <a16:creationId xmlns:a16="http://schemas.microsoft.com/office/drawing/2014/main" id="{38FFF109-DE9A-3693-BE5B-CFE3406F9F52}"/>
                  </a:ext>
                </a:extLst>
              </p:cNvPr>
              <p:cNvSpPr/>
              <p:nvPr/>
            </p:nvSpPr>
            <p:spPr>
              <a:xfrm>
                <a:off x="6544782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0" name="Полилиния 159">
                <a:extLst>
                  <a:ext uri="{FF2B5EF4-FFF2-40B4-BE49-F238E27FC236}">
                    <a16:creationId xmlns:a16="http://schemas.microsoft.com/office/drawing/2014/main" id="{E01B218D-7ED8-5CAA-0135-3858416B2D8B}"/>
                  </a:ext>
                </a:extLst>
              </p:cNvPr>
              <p:cNvSpPr/>
              <p:nvPr/>
            </p:nvSpPr>
            <p:spPr>
              <a:xfrm>
                <a:off x="6544782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1" name="Полилиния 160">
                <a:extLst>
                  <a:ext uri="{FF2B5EF4-FFF2-40B4-BE49-F238E27FC236}">
                    <a16:creationId xmlns:a16="http://schemas.microsoft.com/office/drawing/2014/main" id="{06123E7A-F674-5710-2438-DD8A7F9F4B30}"/>
                  </a:ext>
                </a:extLst>
              </p:cNvPr>
              <p:cNvSpPr/>
              <p:nvPr/>
            </p:nvSpPr>
            <p:spPr>
              <a:xfrm>
                <a:off x="654478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2" name="Полилиния 161">
                <a:extLst>
                  <a:ext uri="{FF2B5EF4-FFF2-40B4-BE49-F238E27FC236}">
                    <a16:creationId xmlns:a16="http://schemas.microsoft.com/office/drawing/2014/main" id="{270CEB25-E142-1F3B-216C-324425A8095B}"/>
                  </a:ext>
                </a:extLst>
              </p:cNvPr>
              <p:cNvSpPr/>
              <p:nvPr/>
            </p:nvSpPr>
            <p:spPr>
              <a:xfrm>
                <a:off x="654478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3" name="Полилиния 162">
                <a:extLst>
                  <a:ext uri="{FF2B5EF4-FFF2-40B4-BE49-F238E27FC236}">
                    <a16:creationId xmlns:a16="http://schemas.microsoft.com/office/drawing/2014/main" id="{9D833526-406E-6D2C-532F-FE3B8C7B6F51}"/>
                  </a:ext>
                </a:extLst>
              </p:cNvPr>
              <p:cNvSpPr/>
              <p:nvPr/>
            </p:nvSpPr>
            <p:spPr>
              <a:xfrm>
                <a:off x="654478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4" name="Полилиния 163">
                <a:extLst>
                  <a:ext uri="{FF2B5EF4-FFF2-40B4-BE49-F238E27FC236}">
                    <a16:creationId xmlns:a16="http://schemas.microsoft.com/office/drawing/2014/main" id="{5A7886B7-6827-1814-5A84-F628F5E19AD8}"/>
                  </a:ext>
                </a:extLst>
              </p:cNvPr>
              <p:cNvSpPr/>
              <p:nvPr/>
            </p:nvSpPr>
            <p:spPr>
              <a:xfrm>
                <a:off x="654478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5" name="Полилиния 164">
                <a:extLst>
                  <a:ext uri="{FF2B5EF4-FFF2-40B4-BE49-F238E27FC236}">
                    <a16:creationId xmlns:a16="http://schemas.microsoft.com/office/drawing/2014/main" id="{570913A0-5817-0092-0FA2-88420F695ED6}"/>
                  </a:ext>
                </a:extLst>
              </p:cNvPr>
              <p:cNvSpPr/>
              <p:nvPr/>
            </p:nvSpPr>
            <p:spPr>
              <a:xfrm>
                <a:off x="654478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6" name="Полилиния 165">
                <a:extLst>
                  <a:ext uri="{FF2B5EF4-FFF2-40B4-BE49-F238E27FC236}">
                    <a16:creationId xmlns:a16="http://schemas.microsoft.com/office/drawing/2014/main" id="{A574F722-4A54-7704-7652-EDDA0B7F6A9F}"/>
                  </a:ext>
                </a:extLst>
              </p:cNvPr>
              <p:cNvSpPr/>
              <p:nvPr/>
            </p:nvSpPr>
            <p:spPr>
              <a:xfrm>
                <a:off x="654478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7" name="Полилиния 166">
                <a:extLst>
                  <a:ext uri="{FF2B5EF4-FFF2-40B4-BE49-F238E27FC236}">
                    <a16:creationId xmlns:a16="http://schemas.microsoft.com/office/drawing/2014/main" id="{0A8EA436-90C7-D33C-75B3-EC15CE64F5D1}"/>
                  </a:ext>
                </a:extLst>
              </p:cNvPr>
              <p:cNvSpPr/>
              <p:nvPr/>
            </p:nvSpPr>
            <p:spPr>
              <a:xfrm>
                <a:off x="654478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8" name="Полилиния 167">
                <a:extLst>
                  <a:ext uri="{FF2B5EF4-FFF2-40B4-BE49-F238E27FC236}">
                    <a16:creationId xmlns:a16="http://schemas.microsoft.com/office/drawing/2014/main" id="{BC4BDD18-55B2-40D0-54B1-C6D37BC7F83D}"/>
                  </a:ext>
                </a:extLst>
              </p:cNvPr>
              <p:cNvSpPr/>
              <p:nvPr/>
            </p:nvSpPr>
            <p:spPr>
              <a:xfrm>
                <a:off x="654478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9" name="Полилиния 168">
                <a:extLst>
                  <a:ext uri="{FF2B5EF4-FFF2-40B4-BE49-F238E27FC236}">
                    <a16:creationId xmlns:a16="http://schemas.microsoft.com/office/drawing/2014/main" id="{BBF58721-E080-B1BF-67AB-6D6E5C109F70}"/>
                  </a:ext>
                </a:extLst>
              </p:cNvPr>
              <p:cNvSpPr/>
              <p:nvPr/>
            </p:nvSpPr>
            <p:spPr>
              <a:xfrm>
                <a:off x="6544782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0" name="Полилиния 169">
                <a:extLst>
                  <a:ext uri="{FF2B5EF4-FFF2-40B4-BE49-F238E27FC236}">
                    <a16:creationId xmlns:a16="http://schemas.microsoft.com/office/drawing/2014/main" id="{424E01B8-9D93-AC9D-160F-2709C2BB81DD}"/>
                  </a:ext>
                </a:extLst>
              </p:cNvPr>
              <p:cNvSpPr/>
              <p:nvPr/>
            </p:nvSpPr>
            <p:spPr>
              <a:xfrm>
                <a:off x="654478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1" name="Полилиния 170">
                <a:extLst>
                  <a:ext uri="{FF2B5EF4-FFF2-40B4-BE49-F238E27FC236}">
                    <a16:creationId xmlns:a16="http://schemas.microsoft.com/office/drawing/2014/main" id="{FD765FD1-8112-CA88-3594-47E500D18864}"/>
                  </a:ext>
                </a:extLst>
              </p:cNvPr>
              <p:cNvSpPr/>
              <p:nvPr/>
            </p:nvSpPr>
            <p:spPr>
              <a:xfrm>
                <a:off x="654478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2" name="Полилиния 171">
                <a:extLst>
                  <a:ext uri="{FF2B5EF4-FFF2-40B4-BE49-F238E27FC236}">
                    <a16:creationId xmlns:a16="http://schemas.microsoft.com/office/drawing/2014/main" id="{2432FA23-8B2E-E9D1-9C3D-4776ABF2908F}"/>
                  </a:ext>
                </a:extLst>
              </p:cNvPr>
              <p:cNvSpPr/>
              <p:nvPr/>
            </p:nvSpPr>
            <p:spPr>
              <a:xfrm>
                <a:off x="6544782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3" name="Полилиния 172">
                <a:extLst>
                  <a:ext uri="{FF2B5EF4-FFF2-40B4-BE49-F238E27FC236}">
                    <a16:creationId xmlns:a16="http://schemas.microsoft.com/office/drawing/2014/main" id="{0B55DA39-DA56-22B5-8BAC-26C882E349E8}"/>
                  </a:ext>
                </a:extLst>
              </p:cNvPr>
              <p:cNvSpPr/>
              <p:nvPr/>
            </p:nvSpPr>
            <p:spPr>
              <a:xfrm>
                <a:off x="6612308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4" name="Полилиния 173">
                <a:extLst>
                  <a:ext uri="{FF2B5EF4-FFF2-40B4-BE49-F238E27FC236}">
                    <a16:creationId xmlns:a16="http://schemas.microsoft.com/office/drawing/2014/main" id="{71B1EC12-E11A-407A-2CAD-1813427454DC}"/>
                  </a:ext>
                </a:extLst>
              </p:cNvPr>
              <p:cNvSpPr/>
              <p:nvPr/>
            </p:nvSpPr>
            <p:spPr>
              <a:xfrm>
                <a:off x="6612308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5" name="Полилиния 174">
                <a:extLst>
                  <a:ext uri="{FF2B5EF4-FFF2-40B4-BE49-F238E27FC236}">
                    <a16:creationId xmlns:a16="http://schemas.microsoft.com/office/drawing/2014/main" id="{5D652E76-54EF-BF89-14A6-69AB4D7FBAB3}"/>
                  </a:ext>
                </a:extLst>
              </p:cNvPr>
              <p:cNvSpPr/>
              <p:nvPr/>
            </p:nvSpPr>
            <p:spPr>
              <a:xfrm>
                <a:off x="6612308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6" name="Полилиния 175">
                <a:extLst>
                  <a:ext uri="{FF2B5EF4-FFF2-40B4-BE49-F238E27FC236}">
                    <a16:creationId xmlns:a16="http://schemas.microsoft.com/office/drawing/2014/main" id="{A66265AC-AD1C-90FD-54F5-5C4A79F793F0}"/>
                  </a:ext>
                </a:extLst>
              </p:cNvPr>
              <p:cNvSpPr/>
              <p:nvPr/>
            </p:nvSpPr>
            <p:spPr>
              <a:xfrm>
                <a:off x="6612308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7" name="Полилиния 176">
                <a:extLst>
                  <a:ext uri="{FF2B5EF4-FFF2-40B4-BE49-F238E27FC236}">
                    <a16:creationId xmlns:a16="http://schemas.microsoft.com/office/drawing/2014/main" id="{D571C9A0-E3EB-6EC0-896C-AC780DF5D165}"/>
                  </a:ext>
                </a:extLst>
              </p:cNvPr>
              <p:cNvSpPr/>
              <p:nvPr/>
            </p:nvSpPr>
            <p:spPr>
              <a:xfrm>
                <a:off x="6612308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8" name="Полилиния 177">
                <a:extLst>
                  <a:ext uri="{FF2B5EF4-FFF2-40B4-BE49-F238E27FC236}">
                    <a16:creationId xmlns:a16="http://schemas.microsoft.com/office/drawing/2014/main" id="{50D202B8-EAFF-F4B5-FB49-C521663BB071}"/>
                  </a:ext>
                </a:extLst>
              </p:cNvPr>
              <p:cNvSpPr/>
              <p:nvPr/>
            </p:nvSpPr>
            <p:spPr>
              <a:xfrm>
                <a:off x="6612308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9" name="Полилиния 178">
                <a:extLst>
                  <a:ext uri="{FF2B5EF4-FFF2-40B4-BE49-F238E27FC236}">
                    <a16:creationId xmlns:a16="http://schemas.microsoft.com/office/drawing/2014/main" id="{22980A77-EAA0-5AB6-9EC4-81EB900C2D89}"/>
                  </a:ext>
                </a:extLst>
              </p:cNvPr>
              <p:cNvSpPr/>
              <p:nvPr/>
            </p:nvSpPr>
            <p:spPr>
              <a:xfrm>
                <a:off x="661230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0" name="Полилиния 179">
                <a:extLst>
                  <a:ext uri="{FF2B5EF4-FFF2-40B4-BE49-F238E27FC236}">
                    <a16:creationId xmlns:a16="http://schemas.microsoft.com/office/drawing/2014/main" id="{9D49F354-38B7-13B9-FF19-AFAF8FECE2C5}"/>
                  </a:ext>
                </a:extLst>
              </p:cNvPr>
              <p:cNvSpPr/>
              <p:nvPr/>
            </p:nvSpPr>
            <p:spPr>
              <a:xfrm>
                <a:off x="661230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1" name="Полилиния 180">
                <a:extLst>
                  <a:ext uri="{FF2B5EF4-FFF2-40B4-BE49-F238E27FC236}">
                    <a16:creationId xmlns:a16="http://schemas.microsoft.com/office/drawing/2014/main" id="{FFABB157-66CD-D809-0946-3D9B01A8B7AC}"/>
                  </a:ext>
                </a:extLst>
              </p:cNvPr>
              <p:cNvSpPr/>
              <p:nvPr/>
            </p:nvSpPr>
            <p:spPr>
              <a:xfrm>
                <a:off x="6612308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2" name="Полилиния 181">
                <a:extLst>
                  <a:ext uri="{FF2B5EF4-FFF2-40B4-BE49-F238E27FC236}">
                    <a16:creationId xmlns:a16="http://schemas.microsoft.com/office/drawing/2014/main" id="{D4C1A5CC-5EE2-3CB9-E337-D8B3274F3CE6}"/>
                  </a:ext>
                </a:extLst>
              </p:cNvPr>
              <p:cNvSpPr/>
              <p:nvPr/>
            </p:nvSpPr>
            <p:spPr>
              <a:xfrm>
                <a:off x="6612308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3" name="Полилиния 182">
                <a:extLst>
                  <a:ext uri="{FF2B5EF4-FFF2-40B4-BE49-F238E27FC236}">
                    <a16:creationId xmlns:a16="http://schemas.microsoft.com/office/drawing/2014/main" id="{FEA0572C-431E-8CA3-68FE-4CD4B7DBF8F6}"/>
                  </a:ext>
                </a:extLst>
              </p:cNvPr>
              <p:cNvSpPr/>
              <p:nvPr/>
            </p:nvSpPr>
            <p:spPr>
              <a:xfrm>
                <a:off x="6612308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4" name="Полилиния 183">
                <a:extLst>
                  <a:ext uri="{FF2B5EF4-FFF2-40B4-BE49-F238E27FC236}">
                    <a16:creationId xmlns:a16="http://schemas.microsoft.com/office/drawing/2014/main" id="{3C83E2A0-F154-A9FF-867D-A72B5179BC08}"/>
                  </a:ext>
                </a:extLst>
              </p:cNvPr>
              <p:cNvSpPr/>
              <p:nvPr/>
            </p:nvSpPr>
            <p:spPr>
              <a:xfrm>
                <a:off x="6612308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5" name="Полилиния 184">
                <a:extLst>
                  <a:ext uri="{FF2B5EF4-FFF2-40B4-BE49-F238E27FC236}">
                    <a16:creationId xmlns:a16="http://schemas.microsoft.com/office/drawing/2014/main" id="{CA4E2D82-469C-54FB-8415-A73E34C046A7}"/>
                  </a:ext>
                </a:extLst>
              </p:cNvPr>
              <p:cNvSpPr/>
              <p:nvPr/>
            </p:nvSpPr>
            <p:spPr>
              <a:xfrm>
                <a:off x="6612308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6" name="Полилиния 185">
                <a:extLst>
                  <a:ext uri="{FF2B5EF4-FFF2-40B4-BE49-F238E27FC236}">
                    <a16:creationId xmlns:a16="http://schemas.microsoft.com/office/drawing/2014/main" id="{87998D4E-F048-CD0B-15CE-22F987A0E51B}"/>
                  </a:ext>
                </a:extLst>
              </p:cNvPr>
              <p:cNvSpPr/>
              <p:nvPr/>
            </p:nvSpPr>
            <p:spPr>
              <a:xfrm>
                <a:off x="6612308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7" name="Полилиния 186">
                <a:extLst>
                  <a:ext uri="{FF2B5EF4-FFF2-40B4-BE49-F238E27FC236}">
                    <a16:creationId xmlns:a16="http://schemas.microsoft.com/office/drawing/2014/main" id="{EF95DF0D-9A44-B2A2-7C22-4859281B2715}"/>
                  </a:ext>
                </a:extLst>
              </p:cNvPr>
              <p:cNvSpPr/>
              <p:nvPr/>
            </p:nvSpPr>
            <p:spPr>
              <a:xfrm>
                <a:off x="6679835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8" name="Полилиния 187">
                <a:extLst>
                  <a:ext uri="{FF2B5EF4-FFF2-40B4-BE49-F238E27FC236}">
                    <a16:creationId xmlns:a16="http://schemas.microsoft.com/office/drawing/2014/main" id="{4CA0D7FB-CEE7-9E5A-C33C-8EF1CC1BA02F}"/>
                  </a:ext>
                </a:extLst>
              </p:cNvPr>
              <p:cNvSpPr/>
              <p:nvPr/>
            </p:nvSpPr>
            <p:spPr>
              <a:xfrm>
                <a:off x="6679835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9" name="Полилиния 188">
                <a:extLst>
                  <a:ext uri="{FF2B5EF4-FFF2-40B4-BE49-F238E27FC236}">
                    <a16:creationId xmlns:a16="http://schemas.microsoft.com/office/drawing/2014/main" id="{6F3C13C4-5C25-3ADA-B53F-3A7F7CBCC8C6}"/>
                  </a:ext>
                </a:extLst>
              </p:cNvPr>
              <p:cNvSpPr/>
              <p:nvPr/>
            </p:nvSpPr>
            <p:spPr>
              <a:xfrm>
                <a:off x="667983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0" name="Полилиния 189">
                <a:extLst>
                  <a:ext uri="{FF2B5EF4-FFF2-40B4-BE49-F238E27FC236}">
                    <a16:creationId xmlns:a16="http://schemas.microsoft.com/office/drawing/2014/main" id="{8655DE73-A522-256E-34EA-22289D17BF8A}"/>
                  </a:ext>
                </a:extLst>
              </p:cNvPr>
              <p:cNvSpPr/>
              <p:nvPr/>
            </p:nvSpPr>
            <p:spPr>
              <a:xfrm>
                <a:off x="6679835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1" name="Полилиния 190">
                <a:extLst>
                  <a:ext uri="{FF2B5EF4-FFF2-40B4-BE49-F238E27FC236}">
                    <a16:creationId xmlns:a16="http://schemas.microsoft.com/office/drawing/2014/main" id="{6AC2C134-83F8-583B-BF3F-A5B4E7ED0C65}"/>
                  </a:ext>
                </a:extLst>
              </p:cNvPr>
              <p:cNvSpPr/>
              <p:nvPr/>
            </p:nvSpPr>
            <p:spPr>
              <a:xfrm>
                <a:off x="667983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2" name="Полилиния 191">
                <a:extLst>
                  <a:ext uri="{FF2B5EF4-FFF2-40B4-BE49-F238E27FC236}">
                    <a16:creationId xmlns:a16="http://schemas.microsoft.com/office/drawing/2014/main" id="{3EB1301B-35F8-3366-C285-D80DA29A2E5B}"/>
                  </a:ext>
                </a:extLst>
              </p:cNvPr>
              <p:cNvSpPr/>
              <p:nvPr/>
            </p:nvSpPr>
            <p:spPr>
              <a:xfrm>
                <a:off x="667983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3" name="Полилиния 192">
                <a:extLst>
                  <a:ext uri="{FF2B5EF4-FFF2-40B4-BE49-F238E27FC236}">
                    <a16:creationId xmlns:a16="http://schemas.microsoft.com/office/drawing/2014/main" id="{737070A2-6907-B5DF-646D-683FE7A6BE9B}"/>
                  </a:ext>
                </a:extLst>
              </p:cNvPr>
              <p:cNvSpPr/>
              <p:nvPr/>
            </p:nvSpPr>
            <p:spPr>
              <a:xfrm>
                <a:off x="667983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4" name="Полилиния 193">
                <a:extLst>
                  <a:ext uri="{FF2B5EF4-FFF2-40B4-BE49-F238E27FC236}">
                    <a16:creationId xmlns:a16="http://schemas.microsoft.com/office/drawing/2014/main" id="{D9BC7A3E-F974-1F31-18DE-9D27822A00E9}"/>
                  </a:ext>
                </a:extLst>
              </p:cNvPr>
              <p:cNvSpPr/>
              <p:nvPr/>
            </p:nvSpPr>
            <p:spPr>
              <a:xfrm>
                <a:off x="6747362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5" name="Полилиния 194">
                <a:extLst>
                  <a:ext uri="{FF2B5EF4-FFF2-40B4-BE49-F238E27FC236}">
                    <a16:creationId xmlns:a16="http://schemas.microsoft.com/office/drawing/2014/main" id="{C57C4420-A4A9-1368-99ED-A504CED7B067}"/>
                  </a:ext>
                </a:extLst>
              </p:cNvPr>
              <p:cNvSpPr/>
              <p:nvPr/>
            </p:nvSpPr>
            <p:spPr>
              <a:xfrm>
                <a:off x="6747362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6" name="Полилиния 195">
                <a:extLst>
                  <a:ext uri="{FF2B5EF4-FFF2-40B4-BE49-F238E27FC236}">
                    <a16:creationId xmlns:a16="http://schemas.microsoft.com/office/drawing/2014/main" id="{1A1B62C1-76DA-BC42-E08D-49327AD1E43F}"/>
                  </a:ext>
                </a:extLst>
              </p:cNvPr>
              <p:cNvSpPr/>
              <p:nvPr/>
            </p:nvSpPr>
            <p:spPr>
              <a:xfrm>
                <a:off x="674736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7" name="Полилиния 196">
                <a:extLst>
                  <a:ext uri="{FF2B5EF4-FFF2-40B4-BE49-F238E27FC236}">
                    <a16:creationId xmlns:a16="http://schemas.microsoft.com/office/drawing/2014/main" id="{FA8DFEFE-5A0D-4044-4A02-AC322ACB6D7E}"/>
                  </a:ext>
                </a:extLst>
              </p:cNvPr>
              <p:cNvSpPr/>
              <p:nvPr/>
            </p:nvSpPr>
            <p:spPr>
              <a:xfrm>
                <a:off x="674736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8" name="Полилиния 197">
                <a:extLst>
                  <a:ext uri="{FF2B5EF4-FFF2-40B4-BE49-F238E27FC236}">
                    <a16:creationId xmlns:a16="http://schemas.microsoft.com/office/drawing/2014/main" id="{A03183EB-DB33-109E-3386-F5479FEA14F6}"/>
                  </a:ext>
                </a:extLst>
              </p:cNvPr>
              <p:cNvSpPr/>
              <p:nvPr/>
            </p:nvSpPr>
            <p:spPr>
              <a:xfrm>
                <a:off x="674736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9" name="Полилиния 198">
                <a:extLst>
                  <a:ext uri="{FF2B5EF4-FFF2-40B4-BE49-F238E27FC236}">
                    <a16:creationId xmlns:a16="http://schemas.microsoft.com/office/drawing/2014/main" id="{82C0A0E2-7A41-F20C-85FC-54ED96410050}"/>
                  </a:ext>
                </a:extLst>
              </p:cNvPr>
              <p:cNvSpPr/>
              <p:nvPr/>
            </p:nvSpPr>
            <p:spPr>
              <a:xfrm>
                <a:off x="674736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0" name="Полилиния 199">
                <a:extLst>
                  <a:ext uri="{FF2B5EF4-FFF2-40B4-BE49-F238E27FC236}">
                    <a16:creationId xmlns:a16="http://schemas.microsoft.com/office/drawing/2014/main" id="{99588E23-34DC-33E4-0226-6EDABA9029A4}"/>
                  </a:ext>
                </a:extLst>
              </p:cNvPr>
              <p:cNvSpPr/>
              <p:nvPr/>
            </p:nvSpPr>
            <p:spPr>
              <a:xfrm>
                <a:off x="674736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1" name="Полилиния 200">
                <a:extLst>
                  <a:ext uri="{FF2B5EF4-FFF2-40B4-BE49-F238E27FC236}">
                    <a16:creationId xmlns:a16="http://schemas.microsoft.com/office/drawing/2014/main" id="{1BC326E1-EE0F-9765-7427-7CA1E7188971}"/>
                  </a:ext>
                </a:extLst>
              </p:cNvPr>
              <p:cNvSpPr/>
              <p:nvPr/>
            </p:nvSpPr>
            <p:spPr>
              <a:xfrm>
                <a:off x="674736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2" name="Полилиния 201">
                <a:extLst>
                  <a:ext uri="{FF2B5EF4-FFF2-40B4-BE49-F238E27FC236}">
                    <a16:creationId xmlns:a16="http://schemas.microsoft.com/office/drawing/2014/main" id="{0A2652CA-94E0-0759-0174-4D47215044FA}"/>
                  </a:ext>
                </a:extLst>
              </p:cNvPr>
              <p:cNvSpPr/>
              <p:nvPr/>
            </p:nvSpPr>
            <p:spPr>
              <a:xfrm>
                <a:off x="674736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3" name="Полилиния 202">
                <a:extLst>
                  <a:ext uri="{FF2B5EF4-FFF2-40B4-BE49-F238E27FC236}">
                    <a16:creationId xmlns:a16="http://schemas.microsoft.com/office/drawing/2014/main" id="{D0FCCDD1-0F23-0150-438A-E47C537534F4}"/>
                  </a:ext>
                </a:extLst>
              </p:cNvPr>
              <p:cNvSpPr/>
              <p:nvPr/>
            </p:nvSpPr>
            <p:spPr>
              <a:xfrm>
                <a:off x="6747362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4" name="Полилиния 203">
                <a:extLst>
                  <a:ext uri="{FF2B5EF4-FFF2-40B4-BE49-F238E27FC236}">
                    <a16:creationId xmlns:a16="http://schemas.microsoft.com/office/drawing/2014/main" id="{D66DE240-D0E0-41DE-F4B5-57775E921F6B}"/>
                  </a:ext>
                </a:extLst>
              </p:cNvPr>
              <p:cNvSpPr/>
              <p:nvPr/>
            </p:nvSpPr>
            <p:spPr>
              <a:xfrm>
                <a:off x="6814889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5" name="Полилиния 204">
                <a:extLst>
                  <a:ext uri="{FF2B5EF4-FFF2-40B4-BE49-F238E27FC236}">
                    <a16:creationId xmlns:a16="http://schemas.microsoft.com/office/drawing/2014/main" id="{CF302E6A-D027-CB5B-AB4A-E43F8DBB542D}"/>
                  </a:ext>
                </a:extLst>
              </p:cNvPr>
              <p:cNvSpPr/>
              <p:nvPr/>
            </p:nvSpPr>
            <p:spPr>
              <a:xfrm>
                <a:off x="6814889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6" name="Полилиния 205">
                <a:extLst>
                  <a:ext uri="{FF2B5EF4-FFF2-40B4-BE49-F238E27FC236}">
                    <a16:creationId xmlns:a16="http://schemas.microsoft.com/office/drawing/2014/main" id="{4C77610E-479A-B929-F2DC-FCB63DCBF0F7}"/>
                  </a:ext>
                </a:extLst>
              </p:cNvPr>
              <p:cNvSpPr/>
              <p:nvPr/>
            </p:nvSpPr>
            <p:spPr>
              <a:xfrm>
                <a:off x="6814889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7" name="Полилиния 206">
                <a:extLst>
                  <a:ext uri="{FF2B5EF4-FFF2-40B4-BE49-F238E27FC236}">
                    <a16:creationId xmlns:a16="http://schemas.microsoft.com/office/drawing/2014/main" id="{4A01038B-E5C0-5414-AF96-6358D1E525C0}"/>
                  </a:ext>
                </a:extLst>
              </p:cNvPr>
              <p:cNvSpPr/>
              <p:nvPr/>
            </p:nvSpPr>
            <p:spPr>
              <a:xfrm>
                <a:off x="6814889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8" name="Полилиния 207">
                <a:extLst>
                  <a:ext uri="{FF2B5EF4-FFF2-40B4-BE49-F238E27FC236}">
                    <a16:creationId xmlns:a16="http://schemas.microsoft.com/office/drawing/2014/main" id="{BA70540F-8860-AEA6-E879-76CFAC1C6E5A}"/>
                  </a:ext>
                </a:extLst>
              </p:cNvPr>
              <p:cNvSpPr/>
              <p:nvPr/>
            </p:nvSpPr>
            <p:spPr>
              <a:xfrm>
                <a:off x="6814889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9" name="Полилиния 208">
                <a:extLst>
                  <a:ext uri="{FF2B5EF4-FFF2-40B4-BE49-F238E27FC236}">
                    <a16:creationId xmlns:a16="http://schemas.microsoft.com/office/drawing/2014/main" id="{F5D86823-AEAC-7E8E-591E-DBAB9AF290B2}"/>
                  </a:ext>
                </a:extLst>
              </p:cNvPr>
              <p:cNvSpPr/>
              <p:nvPr/>
            </p:nvSpPr>
            <p:spPr>
              <a:xfrm>
                <a:off x="681488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0" name="Полилиния 209">
                <a:extLst>
                  <a:ext uri="{FF2B5EF4-FFF2-40B4-BE49-F238E27FC236}">
                    <a16:creationId xmlns:a16="http://schemas.microsoft.com/office/drawing/2014/main" id="{0AD7DFFE-F6A3-B5EA-7C54-47A12D2F73AC}"/>
                  </a:ext>
                </a:extLst>
              </p:cNvPr>
              <p:cNvSpPr/>
              <p:nvPr/>
            </p:nvSpPr>
            <p:spPr>
              <a:xfrm>
                <a:off x="681488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1" name="Полилиния 210">
                <a:extLst>
                  <a:ext uri="{FF2B5EF4-FFF2-40B4-BE49-F238E27FC236}">
                    <a16:creationId xmlns:a16="http://schemas.microsoft.com/office/drawing/2014/main" id="{1B6A8F7B-2FE2-B7A0-7922-0CD4A1A06894}"/>
                  </a:ext>
                </a:extLst>
              </p:cNvPr>
              <p:cNvSpPr/>
              <p:nvPr/>
            </p:nvSpPr>
            <p:spPr>
              <a:xfrm>
                <a:off x="681488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2" name="Полилиния 211">
                <a:extLst>
                  <a:ext uri="{FF2B5EF4-FFF2-40B4-BE49-F238E27FC236}">
                    <a16:creationId xmlns:a16="http://schemas.microsoft.com/office/drawing/2014/main" id="{63DBE6B2-141B-7727-8B3E-3264E96AB1FA}"/>
                  </a:ext>
                </a:extLst>
              </p:cNvPr>
              <p:cNvSpPr/>
              <p:nvPr/>
            </p:nvSpPr>
            <p:spPr>
              <a:xfrm>
                <a:off x="681488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3" name="Полилиния 212">
                <a:extLst>
                  <a:ext uri="{FF2B5EF4-FFF2-40B4-BE49-F238E27FC236}">
                    <a16:creationId xmlns:a16="http://schemas.microsoft.com/office/drawing/2014/main" id="{7CBE28B9-2D84-EFB3-AE7A-3A9F4C3B04C8}"/>
                  </a:ext>
                </a:extLst>
              </p:cNvPr>
              <p:cNvSpPr/>
              <p:nvPr/>
            </p:nvSpPr>
            <p:spPr>
              <a:xfrm>
                <a:off x="681488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4" name="Полилиния 213">
                <a:extLst>
                  <a:ext uri="{FF2B5EF4-FFF2-40B4-BE49-F238E27FC236}">
                    <a16:creationId xmlns:a16="http://schemas.microsoft.com/office/drawing/2014/main" id="{26436910-650E-B2A0-7A10-1181DBE1E609}"/>
                  </a:ext>
                </a:extLst>
              </p:cNvPr>
              <p:cNvSpPr/>
              <p:nvPr/>
            </p:nvSpPr>
            <p:spPr>
              <a:xfrm>
                <a:off x="681488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5" name="Полилиния 214">
                <a:extLst>
                  <a:ext uri="{FF2B5EF4-FFF2-40B4-BE49-F238E27FC236}">
                    <a16:creationId xmlns:a16="http://schemas.microsoft.com/office/drawing/2014/main" id="{4650D409-B089-6F15-94C8-8F32837D6872}"/>
                  </a:ext>
                </a:extLst>
              </p:cNvPr>
              <p:cNvSpPr/>
              <p:nvPr/>
            </p:nvSpPr>
            <p:spPr>
              <a:xfrm>
                <a:off x="681488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6" name="Полилиния 215">
                <a:extLst>
                  <a:ext uri="{FF2B5EF4-FFF2-40B4-BE49-F238E27FC236}">
                    <a16:creationId xmlns:a16="http://schemas.microsoft.com/office/drawing/2014/main" id="{1F77E5B6-2AB2-B5A4-D840-21C14ABAB76E}"/>
                  </a:ext>
                </a:extLst>
              </p:cNvPr>
              <p:cNvSpPr/>
              <p:nvPr/>
            </p:nvSpPr>
            <p:spPr>
              <a:xfrm>
                <a:off x="681488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7" name="Полилиния 216">
                <a:extLst>
                  <a:ext uri="{FF2B5EF4-FFF2-40B4-BE49-F238E27FC236}">
                    <a16:creationId xmlns:a16="http://schemas.microsoft.com/office/drawing/2014/main" id="{A76F3D43-9924-D445-9E25-174C2F57B3CA}"/>
                  </a:ext>
                </a:extLst>
              </p:cNvPr>
              <p:cNvSpPr/>
              <p:nvPr/>
            </p:nvSpPr>
            <p:spPr>
              <a:xfrm>
                <a:off x="681488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8" name="Полилиния 217">
                <a:extLst>
                  <a:ext uri="{FF2B5EF4-FFF2-40B4-BE49-F238E27FC236}">
                    <a16:creationId xmlns:a16="http://schemas.microsoft.com/office/drawing/2014/main" id="{04D32443-52BE-F269-0AF5-19D2AA5F505B}"/>
                  </a:ext>
                </a:extLst>
              </p:cNvPr>
              <p:cNvSpPr/>
              <p:nvPr/>
            </p:nvSpPr>
            <p:spPr>
              <a:xfrm>
                <a:off x="681488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9" name="Полилиния 218">
                <a:extLst>
                  <a:ext uri="{FF2B5EF4-FFF2-40B4-BE49-F238E27FC236}">
                    <a16:creationId xmlns:a16="http://schemas.microsoft.com/office/drawing/2014/main" id="{F7E5C5BA-5C64-D80F-AD60-D02289198045}"/>
                  </a:ext>
                </a:extLst>
              </p:cNvPr>
              <p:cNvSpPr/>
              <p:nvPr/>
            </p:nvSpPr>
            <p:spPr>
              <a:xfrm>
                <a:off x="681488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0" name="Полилиния 219">
                <a:extLst>
                  <a:ext uri="{FF2B5EF4-FFF2-40B4-BE49-F238E27FC236}">
                    <a16:creationId xmlns:a16="http://schemas.microsoft.com/office/drawing/2014/main" id="{48047637-474F-88B2-A104-B0EC9F250901}"/>
                  </a:ext>
                </a:extLst>
              </p:cNvPr>
              <p:cNvSpPr/>
              <p:nvPr/>
            </p:nvSpPr>
            <p:spPr>
              <a:xfrm>
                <a:off x="688241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1" name="Полилиния 220">
                <a:extLst>
                  <a:ext uri="{FF2B5EF4-FFF2-40B4-BE49-F238E27FC236}">
                    <a16:creationId xmlns:a16="http://schemas.microsoft.com/office/drawing/2014/main" id="{8CBFCB73-BF3A-0BB1-82F6-F7C367F06E89}"/>
                  </a:ext>
                </a:extLst>
              </p:cNvPr>
              <p:cNvSpPr/>
              <p:nvPr/>
            </p:nvSpPr>
            <p:spPr>
              <a:xfrm>
                <a:off x="6882415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2" name="Полилиния 221">
                <a:extLst>
                  <a:ext uri="{FF2B5EF4-FFF2-40B4-BE49-F238E27FC236}">
                    <a16:creationId xmlns:a16="http://schemas.microsoft.com/office/drawing/2014/main" id="{6F99199A-E5C7-7929-4AE9-AC3C4E887687}"/>
                  </a:ext>
                </a:extLst>
              </p:cNvPr>
              <p:cNvSpPr/>
              <p:nvPr/>
            </p:nvSpPr>
            <p:spPr>
              <a:xfrm>
                <a:off x="6882415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3" name="Полилиния 222">
                <a:extLst>
                  <a:ext uri="{FF2B5EF4-FFF2-40B4-BE49-F238E27FC236}">
                    <a16:creationId xmlns:a16="http://schemas.microsoft.com/office/drawing/2014/main" id="{293B7786-690A-EF38-2A95-23096394C0A7}"/>
                  </a:ext>
                </a:extLst>
              </p:cNvPr>
              <p:cNvSpPr/>
              <p:nvPr/>
            </p:nvSpPr>
            <p:spPr>
              <a:xfrm>
                <a:off x="6882415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4" name="Полилиния 223">
                <a:extLst>
                  <a:ext uri="{FF2B5EF4-FFF2-40B4-BE49-F238E27FC236}">
                    <a16:creationId xmlns:a16="http://schemas.microsoft.com/office/drawing/2014/main" id="{A721C4FD-C5D5-3C4C-4E32-2BE760C382FF}"/>
                  </a:ext>
                </a:extLst>
              </p:cNvPr>
              <p:cNvSpPr/>
              <p:nvPr/>
            </p:nvSpPr>
            <p:spPr>
              <a:xfrm>
                <a:off x="6882415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5" name="Полилиния 224">
                <a:extLst>
                  <a:ext uri="{FF2B5EF4-FFF2-40B4-BE49-F238E27FC236}">
                    <a16:creationId xmlns:a16="http://schemas.microsoft.com/office/drawing/2014/main" id="{62007FFB-B31A-317C-73FC-D668526E772F}"/>
                  </a:ext>
                </a:extLst>
              </p:cNvPr>
              <p:cNvSpPr/>
              <p:nvPr/>
            </p:nvSpPr>
            <p:spPr>
              <a:xfrm>
                <a:off x="688241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6" name="Полилиния 225">
                <a:extLst>
                  <a:ext uri="{FF2B5EF4-FFF2-40B4-BE49-F238E27FC236}">
                    <a16:creationId xmlns:a16="http://schemas.microsoft.com/office/drawing/2014/main" id="{CC801616-BB42-9056-434B-E581216BA775}"/>
                  </a:ext>
                </a:extLst>
              </p:cNvPr>
              <p:cNvSpPr/>
              <p:nvPr/>
            </p:nvSpPr>
            <p:spPr>
              <a:xfrm>
                <a:off x="688241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7" name="Полилиния 226">
                <a:extLst>
                  <a:ext uri="{FF2B5EF4-FFF2-40B4-BE49-F238E27FC236}">
                    <a16:creationId xmlns:a16="http://schemas.microsoft.com/office/drawing/2014/main" id="{99F4BCF7-1F0E-8CEA-DD09-4A9F2B2DE95F}"/>
                  </a:ext>
                </a:extLst>
              </p:cNvPr>
              <p:cNvSpPr/>
              <p:nvPr/>
            </p:nvSpPr>
            <p:spPr>
              <a:xfrm>
                <a:off x="688241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8" name="Полилиния 227">
                <a:extLst>
                  <a:ext uri="{FF2B5EF4-FFF2-40B4-BE49-F238E27FC236}">
                    <a16:creationId xmlns:a16="http://schemas.microsoft.com/office/drawing/2014/main" id="{8FC8752C-D29B-5689-B970-3214B3385404}"/>
                  </a:ext>
                </a:extLst>
              </p:cNvPr>
              <p:cNvSpPr/>
              <p:nvPr/>
            </p:nvSpPr>
            <p:spPr>
              <a:xfrm>
                <a:off x="688241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9" name="Полилиния 228">
                <a:extLst>
                  <a:ext uri="{FF2B5EF4-FFF2-40B4-BE49-F238E27FC236}">
                    <a16:creationId xmlns:a16="http://schemas.microsoft.com/office/drawing/2014/main" id="{EF51B4C4-7938-9D61-C9B5-6026A6011DB3}"/>
                  </a:ext>
                </a:extLst>
              </p:cNvPr>
              <p:cNvSpPr/>
              <p:nvPr/>
            </p:nvSpPr>
            <p:spPr>
              <a:xfrm>
                <a:off x="688241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0" name="Полилиния 229">
                <a:extLst>
                  <a:ext uri="{FF2B5EF4-FFF2-40B4-BE49-F238E27FC236}">
                    <a16:creationId xmlns:a16="http://schemas.microsoft.com/office/drawing/2014/main" id="{058B4FA2-A0DE-B27C-3E6F-2C8F49ACC90C}"/>
                  </a:ext>
                </a:extLst>
              </p:cNvPr>
              <p:cNvSpPr/>
              <p:nvPr/>
            </p:nvSpPr>
            <p:spPr>
              <a:xfrm>
                <a:off x="6882415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1" name="Полилиния 230">
                <a:extLst>
                  <a:ext uri="{FF2B5EF4-FFF2-40B4-BE49-F238E27FC236}">
                    <a16:creationId xmlns:a16="http://schemas.microsoft.com/office/drawing/2014/main" id="{F3A92DEC-0427-FA8F-1B54-A6F3BB5CC86F}"/>
                  </a:ext>
                </a:extLst>
              </p:cNvPr>
              <p:cNvSpPr/>
              <p:nvPr/>
            </p:nvSpPr>
            <p:spPr>
              <a:xfrm>
                <a:off x="688241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2" name="Полилиния 231">
                <a:extLst>
                  <a:ext uri="{FF2B5EF4-FFF2-40B4-BE49-F238E27FC236}">
                    <a16:creationId xmlns:a16="http://schemas.microsoft.com/office/drawing/2014/main" id="{0E0E6E1A-65CB-BD9B-7528-F38B9526C553}"/>
                  </a:ext>
                </a:extLst>
              </p:cNvPr>
              <p:cNvSpPr/>
              <p:nvPr/>
            </p:nvSpPr>
            <p:spPr>
              <a:xfrm>
                <a:off x="688241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3" name="Полилиния 232">
                <a:extLst>
                  <a:ext uri="{FF2B5EF4-FFF2-40B4-BE49-F238E27FC236}">
                    <a16:creationId xmlns:a16="http://schemas.microsoft.com/office/drawing/2014/main" id="{02DBE9F2-862E-32FA-E958-340A0B326F99}"/>
                  </a:ext>
                </a:extLst>
              </p:cNvPr>
              <p:cNvSpPr/>
              <p:nvPr/>
            </p:nvSpPr>
            <p:spPr>
              <a:xfrm>
                <a:off x="688241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4" name="Полилиния 233">
                <a:extLst>
                  <a:ext uri="{FF2B5EF4-FFF2-40B4-BE49-F238E27FC236}">
                    <a16:creationId xmlns:a16="http://schemas.microsoft.com/office/drawing/2014/main" id="{2BCAA532-7957-112C-2CB7-4207FF9A2C88}"/>
                  </a:ext>
                </a:extLst>
              </p:cNvPr>
              <p:cNvSpPr/>
              <p:nvPr/>
            </p:nvSpPr>
            <p:spPr>
              <a:xfrm>
                <a:off x="688241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5" name="Полилиния 234">
                <a:extLst>
                  <a:ext uri="{FF2B5EF4-FFF2-40B4-BE49-F238E27FC236}">
                    <a16:creationId xmlns:a16="http://schemas.microsoft.com/office/drawing/2014/main" id="{ECDE7528-70A3-79A3-BAE9-2643340B791E}"/>
                  </a:ext>
                </a:extLst>
              </p:cNvPr>
              <p:cNvSpPr/>
              <p:nvPr/>
            </p:nvSpPr>
            <p:spPr>
              <a:xfrm>
                <a:off x="688241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6" name="Полилиния 235">
                <a:extLst>
                  <a:ext uri="{FF2B5EF4-FFF2-40B4-BE49-F238E27FC236}">
                    <a16:creationId xmlns:a16="http://schemas.microsoft.com/office/drawing/2014/main" id="{3859CA58-B2AF-49C4-70BD-CD4499B4258F}"/>
                  </a:ext>
                </a:extLst>
              </p:cNvPr>
              <p:cNvSpPr/>
              <p:nvPr/>
            </p:nvSpPr>
            <p:spPr>
              <a:xfrm>
                <a:off x="688241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7" name="Полилиния 236">
                <a:extLst>
                  <a:ext uri="{FF2B5EF4-FFF2-40B4-BE49-F238E27FC236}">
                    <a16:creationId xmlns:a16="http://schemas.microsoft.com/office/drawing/2014/main" id="{222AAF0B-3DC8-94A0-A2C7-32E7CF232961}"/>
                  </a:ext>
                </a:extLst>
              </p:cNvPr>
              <p:cNvSpPr/>
              <p:nvPr/>
            </p:nvSpPr>
            <p:spPr>
              <a:xfrm>
                <a:off x="688241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8" name="Полилиния 237">
                <a:extLst>
                  <a:ext uri="{FF2B5EF4-FFF2-40B4-BE49-F238E27FC236}">
                    <a16:creationId xmlns:a16="http://schemas.microsoft.com/office/drawing/2014/main" id="{F6225420-F171-04D5-0D05-1F132A126EA0}"/>
                  </a:ext>
                </a:extLst>
              </p:cNvPr>
              <p:cNvSpPr/>
              <p:nvPr/>
            </p:nvSpPr>
            <p:spPr>
              <a:xfrm>
                <a:off x="688241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9" name="Полилиния 238">
                <a:extLst>
                  <a:ext uri="{FF2B5EF4-FFF2-40B4-BE49-F238E27FC236}">
                    <a16:creationId xmlns:a16="http://schemas.microsoft.com/office/drawing/2014/main" id="{2442B5A1-F3AE-F121-E892-89733AF36EDA}"/>
                  </a:ext>
                </a:extLst>
              </p:cNvPr>
              <p:cNvSpPr/>
              <p:nvPr/>
            </p:nvSpPr>
            <p:spPr>
              <a:xfrm>
                <a:off x="694917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0" name="Полилиния 239">
                <a:extLst>
                  <a:ext uri="{FF2B5EF4-FFF2-40B4-BE49-F238E27FC236}">
                    <a16:creationId xmlns:a16="http://schemas.microsoft.com/office/drawing/2014/main" id="{E6641611-093D-14FD-B929-7DF1AE1CFBEE}"/>
                  </a:ext>
                </a:extLst>
              </p:cNvPr>
              <p:cNvSpPr/>
              <p:nvPr/>
            </p:nvSpPr>
            <p:spPr>
              <a:xfrm>
                <a:off x="6949175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1" name="Полилиния 240">
                <a:extLst>
                  <a:ext uri="{FF2B5EF4-FFF2-40B4-BE49-F238E27FC236}">
                    <a16:creationId xmlns:a16="http://schemas.microsoft.com/office/drawing/2014/main" id="{1579E718-CC97-FF3A-574F-C70629A51295}"/>
                  </a:ext>
                </a:extLst>
              </p:cNvPr>
              <p:cNvSpPr/>
              <p:nvPr/>
            </p:nvSpPr>
            <p:spPr>
              <a:xfrm>
                <a:off x="694917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2" name="Полилиния 241">
                <a:extLst>
                  <a:ext uri="{FF2B5EF4-FFF2-40B4-BE49-F238E27FC236}">
                    <a16:creationId xmlns:a16="http://schemas.microsoft.com/office/drawing/2014/main" id="{3E9E46D5-FDB3-20D9-462B-C65A6E25B327}"/>
                  </a:ext>
                </a:extLst>
              </p:cNvPr>
              <p:cNvSpPr/>
              <p:nvPr/>
            </p:nvSpPr>
            <p:spPr>
              <a:xfrm>
                <a:off x="6949175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3" name="Полилиния 242">
                <a:extLst>
                  <a:ext uri="{FF2B5EF4-FFF2-40B4-BE49-F238E27FC236}">
                    <a16:creationId xmlns:a16="http://schemas.microsoft.com/office/drawing/2014/main" id="{BDD2F0F5-168E-841B-4FE6-C58594A6E498}"/>
                  </a:ext>
                </a:extLst>
              </p:cNvPr>
              <p:cNvSpPr/>
              <p:nvPr/>
            </p:nvSpPr>
            <p:spPr>
              <a:xfrm>
                <a:off x="6949175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4" name="Полилиния 243">
                <a:extLst>
                  <a:ext uri="{FF2B5EF4-FFF2-40B4-BE49-F238E27FC236}">
                    <a16:creationId xmlns:a16="http://schemas.microsoft.com/office/drawing/2014/main" id="{8239AE48-AE7B-E29F-C052-D9E8BD9B2DB2}"/>
                  </a:ext>
                </a:extLst>
              </p:cNvPr>
              <p:cNvSpPr/>
              <p:nvPr/>
            </p:nvSpPr>
            <p:spPr>
              <a:xfrm>
                <a:off x="694917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5" name="Полилиния 244">
                <a:extLst>
                  <a:ext uri="{FF2B5EF4-FFF2-40B4-BE49-F238E27FC236}">
                    <a16:creationId xmlns:a16="http://schemas.microsoft.com/office/drawing/2014/main" id="{4B61B847-A7A0-828F-BE1E-2CA3BC48FA4D}"/>
                  </a:ext>
                </a:extLst>
              </p:cNvPr>
              <p:cNvSpPr/>
              <p:nvPr/>
            </p:nvSpPr>
            <p:spPr>
              <a:xfrm>
                <a:off x="694917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6" name="Полилиния 245">
                <a:extLst>
                  <a:ext uri="{FF2B5EF4-FFF2-40B4-BE49-F238E27FC236}">
                    <a16:creationId xmlns:a16="http://schemas.microsoft.com/office/drawing/2014/main" id="{3E72FA79-320D-9326-8F32-69595F4249CB}"/>
                  </a:ext>
                </a:extLst>
              </p:cNvPr>
              <p:cNvSpPr/>
              <p:nvPr/>
            </p:nvSpPr>
            <p:spPr>
              <a:xfrm>
                <a:off x="694917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7" name="Полилиния 246">
                <a:extLst>
                  <a:ext uri="{FF2B5EF4-FFF2-40B4-BE49-F238E27FC236}">
                    <a16:creationId xmlns:a16="http://schemas.microsoft.com/office/drawing/2014/main" id="{0AAB689C-C726-9F46-90A3-5F17C1DA8D65}"/>
                  </a:ext>
                </a:extLst>
              </p:cNvPr>
              <p:cNvSpPr/>
              <p:nvPr/>
            </p:nvSpPr>
            <p:spPr>
              <a:xfrm>
                <a:off x="694917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8" name="Полилиния 247">
                <a:extLst>
                  <a:ext uri="{FF2B5EF4-FFF2-40B4-BE49-F238E27FC236}">
                    <a16:creationId xmlns:a16="http://schemas.microsoft.com/office/drawing/2014/main" id="{71EF4AF5-4F70-CAB2-D0F9-80A8D68E239C}"/>
                  </a:ext>
                </a:extLst>
              </p:cNvPr>
              <p:cNvSpPr/>
              <p:nvPr/>
            </p:nvSpPr>
            <p:spPr>
              <a:xfrm>
                <a:off x="694917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9" name="Полилиния 248">
                <a:extLst>
                  <a:ext uri="{FF2B5EF4-FFF2-40B4-BE49-F238E27FC236}">
                    <a16:creationId xmlns:a16="http://schemas.microsoft.com/office/drawing/2014/main" id="{08EBF485-8290-C4B2-5C2D-95B7DBA2F143}"/>
                  </a:ext>
                </a:extLst>
              </p:cNvPr>
              <p:cNvSpPr/>
              <p:nvPr/>
            </p:nvSpPr>
            <p:spPr>
              <a:xfrm>
                <a:off x="694917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0" name="Полилиния 249">
                <a:extLst>
                  <a:ext uri="{FF2B5EF4-FFF2-40B4-BE49-F238E27FC236}">
                    <a16:creationId xmlns:a16="http://schemas.microsoft.com/office/drawing/2014/main" id="{5B1762C6-D495-88A2-C378-F5715A0F54F4}"/>
                  </a:ext>
                </a:extLst>
              </p:cNvPr>
              <p:cNvSpPr/>
              <p:nvPr/>
            </p:nvSpPr>
            <p:spPr>
              <a:xfrm>
                <a:off x="694917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1" name="Полилиния 250">
                <a:extLst>
                  <a:ext uri="{FF2B5EF4-FFF2-40B4-BE49-F238E27FC236}">
                    <a16:creationId xmlns:a16="http://schemas.microsoft.com/office/drawing/2014/main" id="{27E597D5-CAB0-2849-9576-40AD0E9DB5CD}"/>
                  </a:ext>
                </a:extLst>
              </p:cNvPr>
              <p:cNvSpPr/>
              <p:nvPr/>
            </p:nvSpPr>
            <p:spPr>
              <a:xfrm>
                <a:off x="694917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2" name="Полилиния 251">
                <a:extLst>
                  <a:ext uri="{FF2B5EF4-FFF2-40B4-BE49-F238E27FC236}">
                    <a16:creationId xmlns:a16="http://schemas.microsoft.com/office/drawing/2014/main" id="{4666E20A-1CEB-AD6C-05EF-91AF205D6A23}"/>
                  </a:ext>
                </a:extLst>
              </p:cNvPr>
              <p:cNvSpPr/>
              <p:nvPr/>
            </p:nvSpPr>
            <p:spPr>
              <a:xfrm>
                <a:off x="694917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3" name="Полилиния 252">
                <a:extLst>
                  <a:ext uri="{FF2B5EF4-FFF2-40B4-BE49-F238E27FC236}">
                    <a16:creationId xmlns:a16="http://schemas.microsoft.com/office/drawing/2014/main" id="{BCBAF095-D189-2EEA-B50C-EA40E63D4BB1}"/>
                  </a:ext>
                </a:extLst>
              </p:cNvPr>
              <p:cNvSpPr/>
              <p:nvPr/>
            </p:nvSpPr>
            <p:spPr>
              <a:xfrm>
                <a:off x="694917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4" name="Полилиния 253">
                <a:extLst>
                  <a:ext uri="{FF2B5EF4-FFF2-40B4-BE49-F238E27FC236}">
                    <a16:creationId xmlns:a16="http://schemas.microsoft.com/office/drawing/2014/main" id="{611E3493-9246-1DF6-320B-D37A3D050D08}"/>
                  </a:ext>
                </a:extLst>
              </p:cNvPr>
              <p:cNvSpPr/>
              <p:nvPr/>
            </p:nvSpPr>
            <p:spPr>
              <a:xfrm>
                <a:off x="694917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5" name="Полилиния 254">
                <a:extLst>
                  <a:ext uri="{FF2B5EF4-FFF2-40B4-BE49-F238E27FC236}">
                    <a16:creationId xmlns:a16="http://schemas.microsoft.com/office/drawing/2014/main" id="{695AE00D-0B19-F031-319B-41148580EF76}"/>
                  </a:ext>
                </a:extLst>
              </p:cNvPr>
              <p:cNvSpPr/>
              <p:nvPr/>
            </p:nvSpPr>
            <p:spPr>
              <a:xfrm>
                <a:off x="694917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6" name="Полилиния 255">
                <a:extLst>
                  <a:ext uri="{FF2B5EF4-FFF2-40B4-BE49-F238E27FC236}">
                    <a16:creationId xmlns:a16="http://schemas.microsoft.com/office/drawing/2014/main" id="{F221A1CB-2A0D-2BB3-C410-187A65D29C36}"/>
                  </a:ext>
                </a:extLst>
              </p:cNvPr>
              <p:cNvSpPr/>
              <p:nvPr/>
            </p:nvSpPr>
            <p:spPr>
              <a:xfrm>
                <a:off x="694917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7" name="Полилиния 256">
                <a:extLst>
                  <a:ext uri="{FF2B5EF4-FFF2-40B4-BE49-F238E27FC236}">
                    <a16:creationId xmlns:a16="http://schemas.microsoft.com/office/drawing/2014/main" id="{6E519C7B-D052-6A31-DF26-A710BCA6BF7B}"/>
                  </a:ext>
                </a:extLst>
              </p:cNvPr>
              <p:cNvSpPr/>
              <p:nvPr/>
            </p:nvSpPr>
            <p:spPr>
              <a:xfrm>
                <a:off x="694917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8" name="Полилиния 257">
                <a:extLst>
                  <a:ext uri="{FF2B5EF4-FFF2-40B4-BE49-F238E27FC236}">
                    <a16:creationId xmlns:a16="http://schemas.microsoft.com/office/drawing/2014/main" id="{ECBF532B-4FDA-3657-D601-81DDCD0246A5}"/>
                  </a:ext>
                </a:extLst>
              </p:cNvPr>
              <p:cNvSpPr/>
              <p:nvPr/>
            </p:nvSpPr>
            <p:spPr>
              <a:xfrm>
                <a:off x="701670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9" name="Полилиния 258">
                <a:extLst>
                  <a:ext uri="{FF2B5EF4-FFF2-40B4-BE49-F238E27FC236}">
                    <a16:creationId xmlns:a16="http://schemas.microsoft.com/office/drawing/2014/main" id="{A5BE928B-8D0B-0011-DED2-E48B80D3B840}"/>
                  </a:ext>
                </a:extLst>
              </p:cNvPr>
              <p:cNvSpPr/>
              <p:nvPr/>
            </p:nvSpPr>
            <p:spPr>
              <a:xfrm>
                <a:off x="701670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0" name="Полилиния 259">
                <a:extLst>
                  <a:ext uri="{FF2B5EF4-FFF2-40B4-BE49-F238E27FC236}">
                    <a16:creationId xmlns:a16="http://schemas.microsoft.com/office/drawing/2014/main" id="{612AF480-DC17-5CFE-8E23-2DAEAD6F76F7}"/>
                  </a:ext>
                </a:extLst>
              </p:cNvPr>
              <p:cNvSpPr/>
              <p:nvPr/>
            </p:nvSpPr>
            <p:spPr>
              <a:xfrm>
                <a:off x="701670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1" name="Полилиния 260">
                <a:extLst>
                  <a:ext uri="{FF2B5EF4-FFF2-40B4-BE49-F238E27FC236}">
                    <a16:creationId xmlns:a16="http://schemas.microsoft.com/office/drawing/2014/main" id="{E1427097-7DA4-6735-792F-42A48A34ACD9}"/>
                  </a:ext>
                </a:extLst>
              </p:cNvPr>
              <p:cNvSpPr/>
              <p:nvPr/>
            </p:nvSpPr>
            <p:spPr>
              <a:xfrm>
                <a:off x="7016702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2" name="Полилиния 261">
                <a:extLst>
                  <a:ext uri="{FF2B5EF4-FFF2-40B4-BE49-F238E27FC236}">
                    <a16:creationId xmlns:a16="http://schemas.microsoft.com/office/drawing/2014/main" id="{896009F0-8EE5-57FE-5FB5-25CC18ADB6D8}"/>
                  </a:ext>
                </a:extLst>
              </p:cNvPr>
              <p:cNvSpPr/>
              <p:nvPr/>
            </p:nvSpPr>
            <p:spPr>
              <a:xfrm>
                <a:off x="701670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3" name="Полилиния 262">
                <a:extLst>
                  <a:ext uri="{FF2B5EF4-FFF2-40B4-BE49-F238E27FC236}">
                    <a16:creationId xmlns:a16="http://schemas.microsoft.com/office/drawing/2014/main" id="{A5CDCD16-D45D-3643-999D-2044E23B35ED}"/>
                  </a:ext>
                </a:extLst>
              </p:cNvPr>
              <p:cNvSpPr/>
              <p:nvPr/>
            </p:nvSpPr>
            <p:spPr>
              <a:xfrm>
                <a:off x="701670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4" name="Полилиния 263">
                <a:extLst>
                  <a:ext uri="{FF2B5EF4-FFF2-40B4-BE49-F238E27FC236}">
                    <a16:creationId xmlns:a16="http://schemas.microsoft.com/office/drawing/2014/main" id="{F0625C63-A29F-0BD4-9126-9D6E5E2F1302}"/>
                  </a:ext>
                </a:extLst>
              </p:cNvPr>
              <p:cNvSpPr/>
              <p:nvPr/>
            </p:nvSpPr>
            <p:spPr>
              <a:xfrm>
                <a:off x="701670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5" name="Полилиния 264">
                <a:extLst>
                  <a:ext uri="{FF2B5EF4-FFF2-40B4-BE49-F238E27FC236}">
                    <a16:creationId xmlns:a16="http://schemas.microsoft.com/office/drawing/2014/main" id="{795D0163-4458-0F2E-7301-A8E714ABF9D6}"/>
                  </a:ext>
                </a:extLst>
              </p:cNvPr>
              <p:cNvSpPr/>
              <p:nvPr/>
            </p:nvSpPr>
            <p:spPr>
              <a:xfrm>
                <a:off x="701670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6" name="Полилиния 265">
                <a:extLst>
                  <a:ext uri="{FF2B5EF4-FFF2-40B4-BE49-F238E27FC236}">
                    <a16:creationId xmlns:a16="http://schemas.microsoft.com/office/drawing/2014/main" id="{F0C5DACB-0ECD-60F3-ADDD-ACFF3D5FE42B}"/>
                  </a:ext>
                </a:extLst>
              </p:cNvPr>
              <p:cNvSpPr/>
              <p:nvPr/>
            </p:nvSpPr>
            <p:spPr>
              <a:xfrm>
                <a:off x="701670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7" name="Полилиния 266">
                <a:extLst>
                  <a:ext uri="{FF2B5EF4-FFF2-40B4-BE49-F238E27FC236}">
                    <a16:creationId xmlns:a16="http://schemas.microsoft.com/office/drawing/2014/main" id="{00334388-DC84-09E3-9807-75A3075F5B4B}"/>
                  </a:ext>
                </a:extLst>
              </p:cNvPr>
              <p:cNvSpPr/>
              <p:nvPr/>
            </p:nvSpPr>
            <p:spPr>
              <a:xfrm>
                <a:off x="7084228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8" name="Полилиния 267">
                <a:extLst>
                  <a:ext uri="{FF2B5EF4-FFF2-40B4-BE49-F238E27FC236}">
                    <a16:creationId xmlns:a16="http://schemas.microsoft.com/office/drawing/2014/main" id="{1E6624FD-2DAC-8C21-052D-C1F90BD9AAD0}"/>
                  </a:ext>
                </a:extLst>
              </p:cNvPr>
              <p:cNvSpPr/>
              <p:nvPr/>
            </p:nvSpPr>
            <p:spPr>
              <a:xfrm>
                <a:off x="708422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9" name="Полилиния 268">
                <a:extLst>
                  <a:ext uri="{FF2B5EF4-FFF2-40B4-BE49-F238E27FC236}">
                    <a16:creationId xmlns:a16="http://schemas.microsoft.com/office/drawing/2014/main" id="{7AE5F0B4-C9ED-0B06-AE89-7C956F3F8808}"/>
                  </a:ext>
                </a:extLst>
              </p:cNvPr>
              <p:cNvSpPr/>
              <p:nvPr/>
            </p:nvSpPr>
            <p:spPr>
              <a:xfrm>
                <a:off x="7084228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0" name="Полилиния 269">
                <a:extLst>
                  <a:ext uri="{FF2B5EF4-FFF2-40B4-BE49-F238E27FC236}">
                    <a16:creationId xmlns:a16="http://schemas.microsoft.com/office/drawing/2014/main" id="{FCAE95AC-C595-1A6A-CC4A-7188B357E5CA}"/>
                  </a:ext>
                </a:extLst>
              </p:cNvPr>
              <p:cNvSpPr/>
              <p:nvPr/>
            </p:nvSpPr>
            <p:spPr>
              <a:xfrm>
                <a:off x="7084228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1" name="Полилиния 270">
                <a:extLst>
                  <a:ext uri="{FF2B5EF4-FFF2-40B4-BE49-F238E27FC236}">
                    <a16:creationId xmlns:a16="http://schemas.microsoft.com/office/drawing/2014/main" id="{03E354F1-67EC-1405-3748-CC687E0590B3}"/>
                  </a:ext>
                </a:extLst>
              </p:cNvPr>
              <p:cNvSpPr/>
              <p:nvPr/>
            </p:nvSpPr>
            <p:spPr>
              <a:xfrm>
                <a:off x="7084228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2" name="Полилиния 271">
                <a:extLst>
                  <a:ext uri="{FF2B5EF4-FFF2-40B4-BE49-F238E27FC236}">
                    <a16:creationId xmlns:a16="http://schemas.microsoft.com/office/drawing/2014/main" id="{421459EF-515F-E9F4-FF70-75ACA779BAF7}"/>
                  </a:ext>
                </a:extLst>
              </p:cNvPr>
              <p:cNvSpPr/>
              <p:nvPr/>
            </p:nvSpPr>
            <p:spPr>
              <a:xfrm>
                <a:off x="708422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3" name="Полилиния 272">
                <a:extLst>
                  <a:ext uri="{FF2B5EF4-FFF2-40B4-BE49-F238E27FC236}">
                    <a16:creationId xmlns:a16="http://schemas.microsoft.com/office/drawing/2014/main" id="{93CC7BD6-67F1-7863-36B1-C071BECEED1C}"/>
                  </a:ext>
                </a:extLst>
              </p:cNvPr>
              <p:cNvSpPr/>
              <p:nvPr/>
            </p:nvSpPr>
            <p:spPr>
              <a:xfrm>
                <a:off x="7084228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4" name="Полилиния 273">
                <a:extLst>
                  <a:ext uri="{FF2B5EF4-FFF2-40B4-BE49-F238E27FC236}">
                    <a16:creationId xmlns:a16="http://schemas.microsoft.com/office/drawing/2014/main" id="{30C1AAB3-0D3A-7AE3-6F16-4A3B28415BFE}"/>
                  </a:ext>
                </a:extLst>
              </p:cNvPr>
              <p:cNvSpPr/>
              <p:nvPr/>
            </p:nvSpPr>
            <p:spPr>
              <a:xfrm>
                <a:off x="7084228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5" name="Полилиния 274">
                <a:extLst>
                  <a:ext uri="{FF2B5EF4-FFF2-40B4-BE49-F238E27FC236}">
                    <a16:creationId xmlns:a16="http://schemas.microsoft.com/office/drawing/2014/main" id="{326104D9-A4ED-3219-97A7-F538D861DBFC}"/>
                  </a:ext>
                </a:extLst>
              </p:cNvPr>
              <p:cNvSpPr/>
              <p:nvPr/>
            </p:nvSpPr>
            <p:spPr>
              <a:xfrm>
                <a:off x="7084228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6" name="Полилиния 275">
                <a:extLst>
                  <a:ext uri="{FF2B5EF4-FFF2-40B4-BE49-F238E27FC236}">
                    <a16:creationId xmlns:a16="http://schemas.microsoft.com/office/drawing/2014/main" id="{7C9BE505-78ED-D72D-1A90-B80BB1B4DA68}"/>
                  </a:ext>
                </a:extLst>
              </p:cNvPr>
              <p:cNvSpPr/>
              <p:nvPr/>
            </p:nvSpPr>
            <p:spPr>
              <a:xfrm>
                <a:off x="715175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7" name="Полилиния 276">
                <a:extLst>
                  <a:ext uri="{FF2B5EF4-FFF2-40B4-BE49-F238E27FC236}">
                    <a16:creationId xmlns:a16="http://schemas.microsoft.com/office/drawing/2014/main" id="{2A385A81-74EF-ECB4-7B38-53D693C363C4}"/>
                  </a:ext>
                </a:extLst>
              </p:cNvPr>
              <p:cNvSpPr/>
              <p:nvPr/>
            </p:nvSpPr>
            <p:spPr>
              <a:xfrm>
                <a:off x="715175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8" name="Полилиния 277">
                <a:extLst>
                  <a:ext uri="{FF2B5EF4-FFF2-40B4-BE49-F238E27FC236}">
                    <a16:creationId xmlns:a16="http://schemas.microsoft.com/office/drawing/2014/main" id="{8733F890-0EE8-1730-F1FC-55D963C70AE7}"/>
                  </a:ext>
                </a:extLst>
              </p:cNvPr>
              <p:cNvSpPr/>
              <p:nvPr/>
            </p:nvSpPr>
            <p:spPr>
              <a:xfrm>
                <a:off x="715175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9" name="Полилиния 278">
                <a:extLst>
                  <a:ext uri="{FF2B5EF4-FFF2-40B4-BE49-F238E27FC236}">
                    <a16:creationId xmlns:a16="http://schemas.microsoft.com/office/drawing/2014/main" id="{EAB72D5D-594D-AEF8-02A5-8F0CA24E2069}"/>
                  </a:ext>
                </a:extLst>
              </p:cNvPr>
              <p:cNvSpPr/>
              <p:nvPr/>
            </p:nvSpPr>
            <p:spPr>
              <a:xfrm>
                <a:off x="715175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0" name="Полилиния 279">
                <a:extLst>
                  <a:ext uri="{FF2B5EF4-FFF2-40B4-BE49-F238E27FC236}">
                    <a16:creationId xmlns:a16="http://schemas.microsoft.com/office/drawing/2014/main" id="{CC3C5139-F6CA-FF63-DF69-FF583B6DDDD2}"/>
                  </a:ext>
                </a:extLst>
              </p:cNvPr>
              <p:cNvSpPr/>
              <p:nvPr/>
            </p:nvSpPr>
            <p:spPr>
              <a:xfrm>
                <a:off x="715175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1" name="Полилиния 280">
                <a:extLst>
                  <a:ext uri="{FF2B5EF4-FFF2-40B4-BE49-F238E27FC236}">
                    <a16:creationId xmlns:a16="http://schemas.microsoft.com/office/drawing/2014/main" id="{08B7BCEF-A524-BA62-4943-B620906C9489}"/>
                  </a:ext>
                </a:extLst>
              </p:cNvPr>
              <p:cNvSpPr/>
              <p:nvPr/>
            </p:nvSpPr>
            <p:spPr>
              <a:xfrm>
                <a:off x="715175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2" name="Полилиния 281">
                <a:extLst>
                  <a:ext uri="{FF2B5EF4-FFF2-40B4-BE49-F238E27FC236}">
                    <a16:creationId xmlns:a16="http://schemas.microsoft.com/office/drawing/2014/main" id="{82DA2D4E-01D4-66A0-CBE7-262944DB3B9F}"/>
                  </a:ext>
                </a:extLst>
              </p:cNvPr>
              <p:cNvSpPr/>
              <p:nvPr/>
            </p:nvSpPr>
            <p:spPr>
              <a:xfrm>
                <a:off x="715175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3" name="Полилиния 282">
                <a:extLst>
                  <a:ext uri="{FF2B5EF4-FFF2-40B4-BE49-F238E27FC236}">
                    <a16:creationId xmlns:a16="http://schemas.microsoft.com/office/drawing/2014/main" id="{0A51BA34-E031-3761-C914-63D0F616152B}"/>
                  </a:ext>
                </a:extLst>
              </p:cNvPr>
              <p:cNvSpPr/>
              <p:nvPr/>
            </p:nvSpPr>
            <p:spPr>
              <a:xfrm>
                <a:off x="715175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4" name="Полилиния 283">
                <a:extLst>
                  <a:ext uri="{FF2B5EF4-FFF2-40B4-BE49-F238E27FC236}">
                    <a16:creationId xmlns:a16="http://schemas.microsoft.com/office/drawing/2014/main" id="{914BED2E-4089-77B0-F900-2B5148740546}"/>
                  </a:ext>
                </a:extLst>
              </p:cNvPr>
              <p:cNvSpPr/>
              <p:nvPr/>
            </p:nvSpPr>
            <p:spPr>
              <a:xfrm>
                <a:off x="715175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5" name="Полилиния 284">
                <a:extLst>
                  <a:ext uri="{FF2B5EF4-FFF2-40B4-BE49-F238E27FC236}">
                    <a16:creationId xmlns:a16="http://schemas.microsoft.com/office/drawing/2014/main" id="{7AC4CB4B-2C9D-12E5-ACD1-FDBC2CD594C0}"/>
                  </a:ext>
                </a:extLst>
              </p:cNvPr>
              <p:cNvSpPr/>
              <p:nvPr/>
            </p:nvSpPr>
            <p:spPr>
              <a:xfrm>
                <a:off x="715175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6" name="Полилиния 285">
                <a:extLst>
                  <a:ext uri="{FF2B5EF4-FFF2-40B4-BE49-F238E27FC236}">
                    <a16:creationId xmlns:a16="http://schemas.microsoft.com/office/drawing/2014/main" id="{14087F90-CB1E-C1A9-662A-65879823529D}"/>
                  </a:ext>
                </a:extLst>
              </p:cNvPr>
              <p:cNvSpPr/>
              <p:nvPr/>
            </p:nvSpPr>
            <p:spPr>
              <a:xfrm>
                <a:off x="715175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7" name="Полилиния 286">
                <a:extLst>
                  <a:ext uri="{FF2B5EF4-FFF2-40B4-BE49-F238E27FC236}">
                    <a16:creationId xmlns:a16="http://schemas.microsoft.com/office/drawing/2014/main" id="{0A39B408-557E-E50F-BA6A-85E8CB739C9B}"/>
                  </a:ext>
                </a:extLst>
              </p:cNvPr>
              <p:cNvSpPr/>
              <p:nvPr/>
            </p:nvSpPr>
            <p:spPr>
              <a:xfrm>
                <a:off x="7151755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8" name="Полилиния 287">
                <a:extLst>
                  <a:ext uri="{FF2B5EF4-FFF2-40B4-BE49-F238E27FC236}">
                    <a16:creationId xmlns:a16="http://schemas.microsoft.com/office/drawing/2014/main" id="{9DD6716C-678F-7A6C-7AC6-25DCBC19C269}"/>
                  </a:ext>
                </a:extLst>
              </p:cNvPr>
              <p:cNvSpPr/>
              <p:nvPr/>
            </p:nvSpPr>
            <p:spPr>
              <a:xfrm>
                <a:off x="721928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9" name="Полилиния 288">
                <a:extLst>
                  <a:ext uri="{FF2B5EF4-FFF2-40B4-BE49-F238E27FC236}">
                    <a16:creationId xmlns:a16="http://schemas.microsoft.com/office/drawing/2014/main" id="{37549F1C-11F7-3C3D-4954-72ACE7311ACF}"/>
                  </a:ext>
                </a:extLst>
              </p:cNvPr>
              <p:cNvSpPr/>
              <p:nvPr/>
            </p:nvSpPr>
            <p:spPr>
              <a:xfrm>
                <a:off x="721928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0" name="Полилиния 289">
                <a:extLst>
                  <a:ext uri="{FF2B5EF4-FFF2-40B4-BE49-F238E27FC236}">
                    <a16:creationId xmlns:a16="http://schemas.microsoft.com/office/drawing/2014/main" id="{B085CF85-5D30-0D60-0809-09AA486A83EA}"/>
                  </a:ext>
                </a:extLst>
              </p:cNvPr>
              <p:cNvSpPr/>
              <p:nvPr/>
            </p:nvSpPr>
            <p:spPr>
              <a:xfrm>
                <a:off x="721928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1" name="Полилиния 290">
                <a:extLst>
                  <a:ext uri="{FF2B5EF4-FFF2-40B4-BE49-F238E27FC236}">
                    <a16:creationId xmlns:a16="http://schemas.microsoft.com/office/drawing/2014/main" id="{CDC7367F-F446-E723-1C6E-B99AE8706799}"/>
                  </a:ext>
                </a:extLst>
              </p:cNvPr>
              <p:cNvSpPr/>
              <p:nvPr/>
            </p:nvSpPr>
            <p:spPr>
              <a:xfrm>
                <a:off x="721928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2" name="Полилиния 291">
                <a:extLst>
                  <a:ext uri="{FF2B5EF4-FFF2-40B4-BE49-F238E27FC236}">
                    <a16:creationId xmlns:a16="http://schemas.microsoft.com/office/drawing/2014/main" id="{1D12685E-0B8E-30C3-459D-620FD2CAD08D}"/>
                  </a:ext>
                </a:extLst>
              </p:cNvPr>
              <p:cNvSpPr/>
              <p:nvPr/>
            </p:nvSpPr>
            <p:spPr>
              <a:xfrm>
                <a:off x="721928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3" name="Полилиния 292">
                <a:extLst>
                  <a:ext uri="{FF2B5EF4-FFF2-40B4-BE49-F238E27FC236}">
                    <a16:creationId xmlns:a16="http://schemas.microsoft.com/office/drawing/2014/main" id="{DE200F55-C695-437B-06F2-6AC24C8C3A4E}"/>
                  </a:ext>
                </a:extLst>
              </p:cNvPr>
              <p:cNvSpPr/>
              <p:nvPr/>
            </p:nvSpPr>
            <p:spPr>
              <a:xfrm>
                <a:off x="7219282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4" name="Полилиния 293">
                <a:extLst>
                  <a:ext uri="{FF2B5EF4-FFF2-40B4-BE49-F238E27FC236}">
                    <a16:creationId xmlns:a16="http://schemas.microsoft.com/office/drawing/2014/main" id="{930E46F2-3004-C763-DD9A-4975D81C5180}"/>
                  </a:ext>
                </a:extLst>
              </p:cNvPr>
              <p:cNvSpPr/>
              <p:nvPr/>
            </p:nvSpPr>
            <p:spPr>
              <a:xfrm>
                <a:off x="721928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5" name="Полилиния 294">
                <a:extLst>
                  <a:ext uri="{FF2B5EF4-FFF2-40B4-BE49-F238E27FC236}">
                    <a16:creationId xmlns:a16="http://schemas.microsoft.com/office/drawing/2014/main" id="{07F54746-9674-09D8-5D66-689BDC6809DC}"/>
                  </a:ext>
                </a:extLst>
              </p:cNvPr>
              <p:cNvSpPr/>
              <p:nvPr/>
            </p:nvSpPr>
            <p:spPr>
              <a:xfrm>
                <a:off x="721928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6" name="Полилиния 295">
                <a:extLst>
                  <a:ext uri="{FF2B5EF4-FFF2-40B4-BE49-F238E27FC236}">
                    <a16:creationId xmlns:a16="http://schemas.microsoft.com/office/drawing/2014/main" id="{D9A9EB47-EFE4-910B-2C45-FAD5F47FAB54}"/>
                  </a:ext>
                </a:extLst>
              </p:cNvPr>
              <p:cNvSpPr/>
              <p:nvPr/>
            </p:nvSpPr>
            <p:spPr>
              <a:xfrm>
                <a:off x="721928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7" name="Полилиния 296">
                <a:extLst>
                  <a:ext uri="{FF2B5EF4-FFF2-40B4-BE49-F238E27FC236}">
                    <a16:creationId xmlns:a16="http://schemas.microsoft.com/office/drawing/2014/main" id="{EBCC52F0-39DA-A332-D729-B3769E20F240}"/>
                  </a:ext>
                </a:extLst>
              </p:cNvPr>
              <p:cNvSpPr/>
              <p:nvPr/>
            </p:nvSpPr>
            <p:spPr>
              <a:xfrm>
                <a:off x="7219282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8" name="Полилиния 297">
                <a:extLst>
                  <a:ext uri="{FF2B5EF4-FFF2-40B4-BE49-F238E27FC236}">
                    <a16:creationId xmlns:a16="http://schemas.microsoft.com/office/drawing/2014/main" id="{EA0F2CA0-C7B5-DF33-AA82-D6875BEBFA38}"/>
                  </a:ext>
                </a:extLst>
              </p:cNvPr>
              <p:cNvSpPr/>
              <p:nvPr/>
            </p:nvSpPr>
            <p:spPr>
              <a:xfrm>
                <a:off x="721928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9" name="Полилиния 298">
                <a:extLst>
                  <a:ext uri="{FF2B5EF4-FFF2-40B4-BE49-F238E27FC236}">
                    <a16:creationId xmlns:a16="http://schemas.microsoft.com/office/drawing/2014/main" id="{C737D2E0-ABA1-DDC1-ED9F-A6C5E588AB8E}"/>
                  </a:ext>
                </a:extLst>
              </p:cNvPr>
              <p:cNvSpPr/>
              <p:nvPr/>
            </p:nvSpPr>
            <p:spPr>
              <a:xfrm>
                <a:off x="721928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0" name="Полилиния 299">
                <a:extLst>
                  <a:ext uri="{FF2B5EF4-FFF2-40B4-BE49-F238E27FC236}">
                    <a16:creationId xmlns:a16="http://schemas.microsoft.com/office/drawing/2014/main" id="{8CF9BCC5-BA83-41B7-7AF7-19966968D8E0}"/>
                  </a:ext>
                </a:extLst>
              </p:cNvPr>
              <p:cNvSpPr/>
              <p:nvPr/>
            </p:nvSpPr>
            <p:spPr>
              <a:xfrm>
                <a:off x="721928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1" name="Полилиния 300">
                <a:extLst>
                  <a:ext uri="{FF2B5EF4-FFF2-40B4-BE49-F238E27FC236}">
                    <a16:creationId xmlns:a16="http://schemas.microsoft.com/office/drawing/2014/main" id="{C7A3C654-805D-78CF-5A19-07C49825E4BC}"/>
                  </a:ext>
                </a:extLst>
              </p:cNvPr>
              <p:cNvSpPr/>
              <p:nvPr/>
            </p:nvSpPr>
            <p:spPr>
              <a:xfrm>
                <a:off x="728680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2" name="Полилиния 301">
                <a:extLst>
                  <a:ext uri="{FF2B5EF4-FFF2-40B4-BE49-F238E27FC236}">
                    <a16:creationId xmlns:a16="http://schemas.microsoft.com/office/drawing/2014/main" id="{E1481235-0453-B265-2EC3-6E3364B37F78}"/>
                  </a:ext>
                </a:extLst>
              </p:cNvPr>
              <p:cNvSpPr/>
              <p:nvPr/>
            </p:nvSpPr>
            <p:spPr>
              <a:xfrm>
                <a:off x="728680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3" name="Полилиния 302">
                <a:extLst>
                  <a:ext uri="{FF2B5EF4-FFF2-40B4-BE49-F238E27FC236}">
                    <a16:creationId xmlns:a16="http://schemas.microsoft.com/office/drawing/2014/main" id="{3EEFBF8C-C7C8-5EC2-72B1-DA5184B1AE56}"/>
                  </a:ext>
                </a:extLst>
              </p:cNvPr>
              <p:cNvSpPr/>
              <p:nvPr/>
            </p:nvSpPr>
            <p:spPr>
              <a:xfrm>
                <a:off x="728680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4" name="Полилиния 303">
                <a:extLst>
                  <a:ext uri="{FF2B5EF4-FFF2-40B4-BE49-F238E27FC236}">
                    <a16:creationId xmlns:a16="http://schemas.microsoft.com/office/drawing/2014/main" id="{B88C6B67-06BE-4B4E-1AEB-9ADC3FBF46A0}"/>
                  </a:ext>
                </a:extLst>
              </p:cNvPr>
              <p:cNvSpPr/>
              <p:nvPr/>
            </p:nvSpPr>
            <p:spPr>
              <a:xfrm>
                <a:off x="728680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5" name="Полилиния 304">
                <a:extLst>
                  <a:ext uri="{FF2B5EF4-FFF2-40B4-BE49-F238E27FC236}">
                    <a16:creationId xmlns:a16="http://schemas.microsoft.com/office/drawing/2014/main" id="{C9D789F8-4620-B859-6C0F-03ED358806C4}"/>
                  </a:ext>
                </a:extLst>
              </p:cNvPr>
              <p:cNvSpPr/>
              <p:nvPr/>
            </p:nvSpPr>
            <p:spPr>
              <a:xfrm>
                <a:off x="728680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6" name="Полилиния 305">
                <a:extLst>
                  <a:ext uri="{FF2B5EF4-FFF2-40B4-BE49-F238E27FC236}">
                    <a16:creationId xmlns:a16="http://schemas.microsoft.com/office/drawing/2014/main" id="{BE829355-482F-0AAE-5748-4BAA6DDF56A0}"/>
                  </a:ext>
                </a:extLst>
              </p:cNvPr>
              <p:cNvSpPr/>
              <p:nvPr/>
            </p:nvSpPr>
            <p:spPr>
              <a:xfrm>
                <a:off x="728680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7" name="Полилиния 306">
                <a:extLst>
                  <a:ext uri="{FF2B5EF4-FFF2-40B4-BE49-F238E27FC236}">
                    <a16:creationId xmlns:a16="http://schemas.microsoft.com/office/drawing/2014/main" id="{C55CF365-45F1-0522-DBD7-EE7EAEA7CF25}"/>
                  </a:ext>
                </a:extLst>
              </p:cNvPr>
              <p:cNvSpPr/>
              <p:nvPr/>
            </p:nvSpPr>
            <p:spPr>
              <a:xfrm>
                <a:off x="728680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8" name="Полилиния 307">
                <a:extLst>
                  <a:ext uri="{FF2B5EF4-FFF2-40B4-BE49-F238E27FC236}">
                    <a16:creationId xmlns:a16="http://schemas.microsoft.com/office/drawing/2014/main" id="{9956FDDB-2A0C-A0C3-77E8-712E1DD5549D}"/>
                  </a:ext>
                </a:extLst>
              </p:cNvPr>
              <p:cNvSpPr/>
              <p:nvPr/>
            </p:nvSpPr>
            <p:spPr>
              <a:xfrm>
                <a:off x="728680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9" name="Полилиния 308">
                <a:extLst>
                  <a:ext uri="{FF2B5EF4-FFF2-40B4-BE49-F238E27FC236}">
                    <a16:creationId xmlns:a16="http://schemas.microsoft.com/office/drawing/2014/main" id="{CDD5DE8B-805A-E157-CFAF-28B5CE8E0214}"/>
                  </a:ext>
                </a:extLst>
              </p:cNvPr>
              <p:cNvSpPr/>
              <p:nvPr/>
            </p:nvSpPr>
            <p:spPr>
              <a:xfrm>
                <a:off x="728680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0" name="Полилиния 309">
                <a:extLst>
                  <a:ext uri="{FF2B5EF4-FFF2-40B4-BE49-F238E27FC236}">
                    <a16:creationId xmlns:a16="http://schemas.microsoft.com/office/drawing/2014/main" id="{C370AA9C-864E-6FD8-EAFD-685A2AB9D23B}"/>
                  </a:ext>
                </a:extLst>
              </p:cNvPr>
              <p:cNvSpPr/>
              <p:nvPr/>
            </p:nvSpPr>
            <p:spPr>
              <a:xfrm>
                <a:off x="728680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1" name="Полилиния 310">
                <a:extLst>
                  <a:ext uri="{FF2B5EF4-FFF2-40B4-BE49-F238E27FC236}">
                    <a16:creationId xmlns:a16="http://schemas.microsoft.com/office/drawing/2014/main" id="{B2790FF6-967F-59EC-223A-9D1DE533ADF1}"/>
                  </a:ext>
                </a:extLst>
              </p:cNvPr>
              <p:cNvSpPr/>
              <p:nvPr/>
            </p:nvSpPr>
            <p:spPr>
              <a:xfrm>
                <a:off x="7286809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2" name="Полилиния 311">
                <a:extLst>
                  <a:ext uri="{FF2B5EF4-FFF2-40B4-BE49-F238E27FC236}">
                    <a16:creationId xmlns:a16="http://schemas.microsoft.com/office/drawing/2014/main" id="{C9B58942-5111-A55B-EF15-813C0B18CC72}"/>
                  </a:ext>
                </a:extLst>
              </p:cNvPr>
              <p:cNvSpPr/>
              <p:nvPr/>
            </p:nvSpPr>
            <p:spPr>
              <a:xfrm>
                <a:off x="7286809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3" name="Полилиния 312">
                <a:extLst>
                  <a:ext uri="{FF2B5EF4-FFF2-40B4-BE49-F238E27FC236}">
                    <a16:creationId xmlns:a16="http://schemas.microsoft.com/office/drawing/2014/main" id="{C94E526C-E5B6-1ABA-638B-20217575160D}"/>
                  </a:ext>
                </a:extLst>
              </p:cNvPr>
              <p:cNvSpPr/>
              <p:nvPr/>
            </p:nvSpPr>
            <p:spPr>
              <a:xfrm>
                <a:off x="7354336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4" name="Полилиния 313">
                <a:extLst>
                  <a:ext uri="{FF2B5EF4-FFF2-40B4-BE49-F238E27FC236}">
                    <a16:creationId xmlns:a16="http://schemas.microsoft.com/office/drawing/2014/main" id="{616591E9-B1D0-52B4-7637-5AB32C9C04D6}"/>
                  </a:ext>
                </a:extLst>
              </p:cNvPr>
              <p:cNvSpPr/>
              <p:nvPr/>
            </p:nvSpPr>
            <p:spPr>
              <a:xfrm>
                <a:off x="7354336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5" name="Полилиния 314">
                <a:extLst>
                  <a:ext uri="{FF2B5EF4-FFF2-40B4-BE49-F238E27FC236}">
                    <a16:creationId xmlns:a16="http://schemas.microsoft.com/office/drawing/2014/main" id="{FF326473-97B3-6558-D6CD-F11CC05CED69}"/>
                  </a:ext>
                </a:extLst>
              </p:cNvPr>
              <p:cNvSpPr/>
              <p:nvPr/>
            </p:nvSpPr>
            <p:spPr>
              <a:xfrm>
                <a:off x="7354336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6" name="Полилиния 315">
                <a:extLst>
                  <a:ext uri="{FF2B5EF4-FFF2-40B4-BE49-F238E27FC236}">
                    <a16:creationId xmlns:a16="http://schemas.microsoft.com/office/drawing/2014/main" id="{ECA86EE2-BB02-E04A-E9C3-4BA36A6018CD}"/>
                  </a:ext>
                </a:extLst>
              </p:cNvPr>
              <p:cNvSpPr/>
              <p:nvPr/>
            </p:nvSpPr>
            <p:spPr>
              <a:xfrm>
                <a:off x="7354336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7" name="Полилиния 316">
                <a:extLst>
                  <a:ext uri="{FF2B5EF4-FFF2-40B4-BE49-F238E27FC236}">
                    <a16:creationId xmlns:a16="http://schemas.microsoft.com/office/drawing/2014/main" id="{243B614C-3381-F120-BA97-2D1908F0CB41}"/>
                  </a:ext>
                </a:extLst>
              </p:cNvPr>
              <p:cNvSpPr/>
              <p:nvPr/>
            </p:nvSpPr>
            <p:spPr>
              <a:xfrm>
                <a:off x="7354336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8" name="Полилиния 317">
                <a:extLst>
                  <a:ext uri="{FF2B5EF4-FFF2-40B4-BE49-F238E27FC236}">
                    <a16:creationId xmlns:a16="http://schemas.microsoft.com/office/drawing/2014/main" id="{8BE20B05-EC86-42D5-660C-20A8E52D11BD}"/>
                  </a:ext>
                </a:extLst>
              </p:cNvPr>
              <p:cNvSpPr/>
              <p:nvPr/>
            </p:nvSpPr>
            <p:spPr>
              <a:xfrm>
                <a:off x="7354336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9" name="Полилиния 318">
                <a:extLst>
                  <a:ext uri="{FF2B5EF4-FFF2-40B4-BE49-F238E27FC236}">
                    <a16:creationId xmlns:a16="http://schemas.microsoft.com/office/drawing/2014/main" id="{704A7491-BE1B-EF51-2337-293F3F7338F6}"/>
                  </a:ext>
                </a:extLst>
              </p:cNvPr>
              <p:cNvSpPr/>
              <p:nvPr/>
            </p:nvSpPr>
            <p:spPr>
              <a:xfrm>
                <a:off x="7354336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0" name="Полилиния 319">
                <a:extLst>
                  <a:ext uri="{FF2B5EF4-FFF2-40B4-BE49-F238E27FC236}">
                    <a16:creationId xmlns:a16="http://schemas.microsoft.com/office/drawing/2014/main" id="{5CB34A6D-8C6F-3E39-B01A-5484C2942DA7}"/>
                  </a:ext>
                </a:extLst>
              </p:cNvPr>
              <p:cNvSpPr/>
              <p:nvPr/>
            </p:nvSpPr>
            <p:spPr>
              <a:xfrm>
                <a:off x="7354336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1" name="Полилиния 320">
                <a:extLst>
                  <a:ext uri="{FF2B5EF4-FFF2-40B4-BE49-F238E27FC236}">
                    <a16:creationId xmlns:a16="http://schemas.microsoft.com/office/drawing/2014/main" id="{A4BFDF57-BFB2-1982-0139-90AE3D2AE66A}"/>
                  </a:ext>
                </a:extLst>
              </p:cNvPr>
              <p:cNvSpPr/>
              <p:nvPr/>
            </p:nvSpPr>
            <p:spPr>
              <a:xfrm>
                <a:off x="7354336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2" name="Полилиния 321">
                <a:extLst>
                  <a:ext uri="{FF2B5EF4-FFF2-40B4-BE49-F238E27FC236}">
                    <a16:creationId xmlns:a16="http://schemas.microsoft.com/office/drawing/2014/main" id="{0D56A6F6-3D50-814A-C23C-A681ABF9D3D9}"/>
                  </a:ext>
                </a:extLst>
              </p:cNvPr>
              <p:cNvSpPr/>
              <p:nvPr/>
            </p:nvSpPr>
            <p:spPr>
              <a:xfrm>
                <a:off x="742186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3" name="Полилиния 322">
                <a:extLst>
                  <a:ext uri="{FF2B5EF4-FFF2-40B4-BE49-F238E27FC236}">
                    <a16:creationId xmlns:a16="http://schemas.microsoft.com/office/drawing/2014/main" id="{AAE72A0D-D965-1914-EBF3-E794029FA4E4}"/>
                  </a:ext>
                </a:extLst>
              </p:cNvPr>
              <p:cNvSpPr/>
              <p:nvPr/>
            </p:nvSpPr>
            <p:spPr>
              <a:xfrm>
                <a:off x="742186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4" name="Полилиния 323">
                <a:extLst>
                  <a:ext uri="{FF2B5EF4-FFF2-40B4-BE49-F238E27FC236}">
                    <a16:creationId xmlns:a16="http://schemas.microsoft.com/office/drawing/2014/main" id="{BEA53654-EF5D-608C-E428-F28F0ED395C3}"/>
                  </a:ext>
                </a:extLst>
              </p:cNvPr>
              <p:cNvSpPr/>
              <p:nvPr/>
            </p:nvSpPr>
            <p:spPr>
              <a:xfrm>
                <a:off x="742186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5" name="Полилиния 324">
                <a:extLst>
                  <a:ext uri="{FF2B5EF4-FFF2-40B4-BE49-F238E27FC236}">
                    <a16:creationId xmlns:a16="http://schemas.microsoft.com/office/drawing/2014/main" id="{676E0ABD-C767-6E22-8B19-0C6A65155364}"/>
                  </a:ext>
                </a:extLst>
              </p:cNvPr>
              <p:cNvSpPr/>
              <p:nvPr/>
            </p:nvSpPr>
            <p:spPr>
              <a:xfrm>
                <a:off x="742186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6" name="Полилиния 325">
                <a:extLst>
                  <a:ext uri="{FF2B5EF4-FFF2-40B4-BE49-F238E27FC236}">
                    <a16:creationId xmlns:a16="http://schemas.microsoft.com/office/drawing/2014/main" id="{78667D67-88D5-7E35-0D38-728927EDDA5C}"/>
                  </a:ext>
                </a:extLst>
              </p:cNvPr>
              <p:cNvSpPr/>
              <p:nvPr/>
            </p:nvSpPr>
            <p:spPr>
              <a:xfrm>
                <a:off x="742186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7" name="Полилиния 326">
                <a:extLst>
                  <a:ext uri="{FF2B5EF4-FFF2-40B4-BE49-F238E27FC236}">
                    <a16:creationId xmlns:a16="http://schemas.microsoft.com/office/drawing/2014/main" id="{B1AEE9A8-125F-1C1F-E375-AA630BD7249C}"/>
                  </a:ext>
                </a:extLst>
              </p:cNvPr>
              <p:cNvSpPr/>
              <p:nvPr/>
            </p:nvSpPr>
            <p:spPr>
              <a:xfrm>
                <a:off x="742186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8" name="Полилиния 327">
                <a:extLst>
                  <a:ext uri="{FF2B5EF4-FFF2-40B4-BE49-F238E27FC236}">
                    <a16:creationId xmlns:a16="http://schemas.microsoft.com/office/drawing/2014/main" id="{405B93FA-8340-6C28-C706-8C77E49EBC09}"/>
                  </a:ext>
                </a:extLst>
              </p:cNvPr>
              <p:cNvSpPr/>
              <p:nvPr/>
            </p:nvSpPr>
            <p:spPr>
              <a:xfrm>
                <a:off x="742186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9" name="Полилиния 328">
                <a:extLst>
                  <a:ext uri="{FF2B5EF4-FFF2-40B4-BE49-F238E27FC236}">
                    <a16:creationId xmlns:a16="http://schemas.microsoft.com/office/drawing/2014/main" id="{6D28906D-BDA7-9932-43D8-C32708F8784D}"/>
                  </a:ext>
                </a:extLst>
              </p:cNvPr>
              <p:cNvSpPr/>
              <p:nvPr/>
            </p:nvSpPr>
            <p:spPr>
              <a:xfrm>
                <a:off x="7421862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0" name="Полилиния 329">
                <a:extLst>
                  <a:ext uri="{FF2B5EF4-FFF2-40B4-BE49-F238E27FC236}">
                    <a16:creationId xmlns:a16="http://schemas.microsoft.com/office/drawing/2014/main" id="{BA86A32E-7F65-BACE-C3AE-BEF8CD5C222E}"/>
                  </a:ext>
                </a:extLst>
              </p:cNvPr>
              <p:cNvSpPr/>
              <p:nvPr/>
            </p:nvSpPr>
            <p:spPr>
              <a:xfrm>
                <a:off x="748938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1" name="Полилиния 330">
                <a:extLst>
                  <a:ext uri="{FF2B5EF4-FFF2-40B4-BE49-F238E27FC236}">
                    <a16:creationId xmlns:a16="http://schemas.microsoft.com/office/drawing/2014/main" id="{B3B5F72A-1ACA-E903-90D1-D19CB09DC3C0}"/>
                  </a:ext>
                </a:extLst>
              </p:cNvPr>
              <p:cNvSpPr/>
              <p:nvPr/>
            </p:nvSpPr>
            <p:spPr>
              <a:xfrm>
                <a:off x="7489389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2" name="Полилиния 331">
                <a:extLst>
                  <a:ext uri="{FF2B5EF4-FFF2-40B4-BE49-F238E27FC236}">
                    <a16:creationId xmlns:a16="http://schemas.microsoft.com/office/drawing/2014/main" id="{98881106-2DD7-FD52-7F94-C4AF62D3C334}"/>
                  </a:ext>
                </a:extLst>
              </p:cNvPr>
              <p:cNvSpPr/>
              <p:nvPr/>
            </p:nvSpPr>
            <p:spPr>
              <a:xfrm>
                <a:off x="748938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3" name="Полилиния 332">
                <a:extLst>
                  <a:ext uri="{FF2B5EF4-FFF2-40B4-BE49-F238E27FC236}">
                    <a16:creationId xmlns:a16="http://schemas.microsoft.com/office/drawing/2014/main" id="{905376F6-971C-259D-4622-51450C5F634E}"/>
                  </a:ext>
                </a:extLst>
              </p:cNvPr>
              <p:cNvSpPr/>
              <p:nvPr/>
            </p:nvSpPr>
            <p:spPr>
              <a:xfrm>
                <a:off x="748938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4" name="Полилиния 333">
                <a:extLst>
                  <a:ext uri="{FF2B5EF4-FFF2-40B4-BE49-F238E27FC236}">
                    <a16:creationId xmlns:a16="http://schemas.microsoft.com/office/drawing/2014/main" id="{222931D8-975A-B647-43E9-F97727191966}"/>
                  </a:ext>
                </a:extLst>
              </p:cNvPr>
              <p:cNvSpPr/>
              <p:nvPr/>
            </p:nvSpPr>
            <p:spPr>
              <a:xfrm>
                <a:off x="748938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5" name="Полилиния 334">
                <a:extLst>
                  <a:ext uri="{FF2B5EF4-FFF2-40B4-BE49-F238E27FC236}">
                    <a16:creationId xmlns:a16="http://schemas.microsoft.com/office/drawing/2014/main" id="{3755EF02-140D-7F88-9AF6-940759419338}"/>
                  </a:ext>
                </a:extLst>
              </p:cNvPr>
              <p:cNvSpPr/>
              <p:nvPr/>
            </p:nvSpPr>
            <p:spPr>
              <a:xfrm>
                <a:off x="748938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6" name="Полилиния 335">
                <a:extLst>
                  <a:ext uri="{FF2B5EF4-FFF2-40B4-BE49-F238E27FC236}">
                    <a16:creationId xmlns:a16="http://schemas.microsoft.com/office/drawing/2014/main" id="{599B86D7-C86F-45B8-50E6-B4A9374D1192}"/>
                  </a:ext>
                </a:extLst>
              </p:cNvPr>
              <p:cNvSpPr/>
              <p:nvPr/>
            </p:nvSpPr>
            <p:spPr>
              <a:xfrm>
                <a:off x="748938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7" name="Полилиния 336">
                <a:extLst>
                  <a:ext uri="{FF2B5EF4-FFF2-40B4-BE49-F238E27FC236}">
                    <a16:creationId xmlns:a16="http://schemas.microsoft.com/office/drawing/2014/main" id="{6A634411-CF23-9BE0-E066-4A7D825796EE}"/>
                  </a:ext>
                </a:extLst>
              </p:cNvPr>
              <p:cNvSpPr/>
              <p:nvPr/>
            </p:nvSpPr>
            <p:spPr>
              <a:xfrm>
                <a:off x="748938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8" name="Полилиния 337">
                <a:extLst>
                  <a:ext uri="{FF2B5EF4-FFF2-40B4-BE49-F238E27FC236}">
                    <a16:creationId xmlns:a16="http://schemas.microsoft.com/office/drawing/2014/main" id="{F75B19ED-A6C0-B15A-675F-EC98E3243FB7}"/>
                  </a:ext>
                </a:extLst>
              </p:cNvPr>
              <p:cNvSpPr/>
              <p:nvPr/>
            </p:nvSpPr>
            <p:spPr>
              <a:xfrm>
                <a:off x="7489389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9" name="Полилиния 338">
                <a:extLst>
                  <a:ext uri="{FF2B5EF4-FFF2-40B4-BE49-F238E27FC236}">
                    <a16:creationId xmlns:a16="http://schemas.microsoft.com/office/drawing/2014/main" id="{B26E1E00-7E2C-27C2-C9FE-352F4990E530}"/>
                  </a:ext>
                </a:extLst>
              </p:cNvPr>
              <p:cNvSpPr/>
              <p:nvPr/>
            </p:nvSpPr>
            <p:spPr>
              <a:xfrm>
                <a:off x="748938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0" name="Полилиния 339">
                <a:extLst>
                  <a:ext uri="{FF2B5EF4-FFF2-40B4-BE49-F238E27FC236}">
                    <a16:creationId xmlns:a16="http://schemas.microsoft.com/office/drawing/2014/main" id="{E23F3A32-AFB1-1126-8DC1-B57CFC6D74A5}"/>
                  </a:ext>
                </a:extLst>
              </p:cNvPr>
              <p:cNvSpPr/>
              <p:nvPr/>
            </p:nvSpPr>
            <p:spPr>
              <a:xfrm>
                <a:off x="5600942" y="4621258"/>
                <a:ext cx="471919" cy="473158"/>
              </a:xfrm>
              <a:custGeom>
                <a:avLst/>
                <a:gdLst>
                  <a:gd name="connsiteX0" fmla="*/ 0 w 471919"/>
                  <a:gd name="connsiteY0" fmla="*/ 0 h 473158"/>
                  <a:gd name="connsiteX1" fmla="*/ 161143 w 471919"/>
                  <a:gd name="connsiteY1" fmla="*/ 0 h 473158"/>
                  <a:gd name="connsiteX2" fmla="*/ 310777 w 471919"/>
                  <a:gd name="connsiteY2" fmla="*/ 0 h 473158"/>
                  <a:gd name="connsiteX3" fmla="*/ 471920 w 471919"/>
                  <a:gd name="connsiteY3" fmla="*/ 0 h 473158"/>
                  <a:gd name="connsiteX4" fmla="*/ 471920 w 471919"/>
                  <a:gd name="connsiteY4" fmla="*/ 159768 h 473158"/>
                  <a:gd name="connsiteX5" fmla="*/ 471920 w 471919"/>
                  <a:gd name="connsiteY5" fmla="*/ 473158 h 473158"/>
                  <a:gd name="connsiteX6" fmla="*/ 161143 w 471919"/>
                  <a:gd name="connsiteY6" fmla="*/ 473158 h 473158"/>
                  <a:gd name="connsiteX7" fmla="*/ 0 w 471919"/>
                  <a:gd name="connsiteY7" fmla="*/ 313390 h 473158"/>
                  <a:gd name="connsiteX8" fmla="*/ 0 w 471919"/>
                  <a:gd name="connsiteY8" fmla="*/ 159768 h 473158"/>
                  <a:gd name="connsiteX9" fmla="*/ 0 w 471919"/>
                  <a:gd name="connsiteY9" fmla="*/ 0 h 473158"/>
                  <a:gd name="connsiteX10" fmla="*/ 70596 w 471919"/>
                  <a:gd name="connsiteY10" fmla="*/ 70666 h 473158"/>
                  <a:gd name="connsiteX11" fmla="*/ 70596 w 471919"/>
                  <a:gd name="connsiteY11" fmla="*/ 312622 h 473158"/>
                  <a:gd name="connsiteX12" fmla="*/ 161143 w 471919"/>
                  <a:gd name="connsiteY12" fmla="*/ 400955 h 473158"/>
                  <a:gd name="connsiteX13" fmla="*/ 401324 w 471919"/>
                  <a:gd name="connsiteY13" fmla="*/ 400955 h 473158"/>
                  <a:gd name="connsiteX14" fmla="*/ 401324 w 471919"/>
                  <a:gd name="connsiteY14" fmla="*/ 69898 h 473158"/>
                  <a:gd name="connsiteX15" fmla="*/ 70596 w 471919"/>
                  <a:gd name="connsiteY15" fmla="*/ 69898 h 473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3158">
                    <a:moveTo>
                      <a:pt x="0" y="0"/>
                    </a:moveTo>
                    <a:lnTo>
                      <a:pt x="161143" y="0"/>
                    </a:lnTo>
                    <a:lnTo>
                      <a:pt x="310777" y="0"/>
                    </a:lnTo>
                    <a:cubicBezTo>
                      <a:pt x="350679" y="0"/>
                      <a:pt x="471920" y="0"/>
                      <a:pt x="471920" y="0"/>
                    </a:cubicBezTo>
                    <a:cubicBezTo>
                      <a:pt x="471920" y="0"/>
                      <a:pt x="471920" y="111377"/>
                      <a:pt x="471920" y="159768"/>
                    </a:cubicBezTo>
                    <a:lnTo>
                      <a:pt x="471920" y="473158"/>
                    </a:lnTo>
                    <a:lnTo>
                      <a:pt x="161143" y="473158"/>
                    </a:lnTo>
                    <a:cubicBezTo>
                      <a:pt x="72131" y="473158"/>
                      <a:pt x="0" y="401724"/>
                      <a:pt x="0" y="313390"/>
                    </a:cubicBezTo>
                    <a:lnTo>
                      <a:pt x="0" y="159768"/>
                    </a:lnTo>
                    <a:lnTo>
                      <a:pt x="0" y="0"/>
                    </a:lnTo>
                    <a:close/>
                    <a:moveTo>
                      <a:pt x="70596" y="70666"/>
                    </a:moveTo>
                    <a:lnTo>
                      <a:pt x="70596" y="312622"/>
                    </a:lnTo>
                    <a:cubicBezTo>
                      <a:pt x="70596" y="361782"/>
                      <a:pt x="111266" y="400955"/>
                      <a:pt x="161143" y="400955"/>
                    </a:cubicBezTo>
                    <a:lnTo>
                      <a:pt x="401324" y="400955"/>
                    </a:lnTo>
                    <a:lnTo>
                      <a:pt x="401324" y="69898"/>
                    </a:lnTo>
                    <a:lnTo>
                      <a:pt x="70596" y="69898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1" name="Полилиния 340">
                <a:extLst>
                  <a:ext uri="{FF2B5EF4-FFF2-40B4-BE49-F238E27FC236}">
                    <a16:creationId xmlns:a16="http://schemas.microsoft.com/office/drawing/2014/main" id="{FF2F1EDC-E4CC-ED27-4593-660A947B54BF}"/>
                  </a:ext>
                </a:extLst>
              </p:cNvPr>
              <p:cNvSpPr/>
              <p:nvPr/>
            </p:nvSpPr>
            <p:spPr>
              <a:xfrm>
                <a:off x="5600942" y="3136494"/>
                <a:ext cx="471919" cy="472390"/>
              </a:xfrm>
              <a:custGeom>
                <a:avLst/>
                <a:gdLst>
                  <a:gd name="connsiteX0" fmla="*/ 0 w 471919"/>
                  <a:gd name="connsiteY0" fmla="*/ 472390 h 472390"/>
                  <a:gd name="connsiteX1" fmla="*/ 161143 w 471919"/>
                  <a:gd name="connsiteY1" fmla="*/ 472390 h 472390"/>
                  <a:gd name="connsiteX2" fmla="*/ 310777 w 471919"/>
                  <a:gd name="connsiteY2" fmla="*/ 472390 h 472390"/>
                  <a:gd name="connsiteX3" fmla="*/ 471920 w 471919"/>
                  <a:gd name="connsiteY3" fmla="*/ 472390 h 472390"/>
                  <a:gd name="connsiteX4" fmla="*/ 471920 w 471919"/>
                  <a:gd name="connsiteY4" fmla="*/ 312622 h 472390"/>
                  <a:gd name="connsiteX5" fmla="*/ 471920 w 471919"/>
                  <a:gd name="connsiteY5" fmla="*/ 0 h 472390"/>
                  <a:gd name="connsiteX6" fmla="*/ 161143 w 471919"/>
                  <a:gd name="connsiteY6" fmla="*/ 0 h 472390"/>
                  <a:gd name="connsiteX7" fmla="*/ 0 w 471919"/>
                  <a:gd name="connsiteY7" fmla="*/ 159768 h 472390"/>
                  <a:gd name="connsiteX8" fmla="*/ 0 w 471919"/>
                  <a:gd name="connsiteY8" fmla="*/ 313391 h 472390"/>
                  <a:gd name="connsiteX9" fmla="*/ 0 w 471919"/>
                  <a:gd name="connsiteY9" fmla="*/ 472390 h 472390"/>
                  <a:gd name="connsiteX10" fmla="*/ 70596 w 471919"/>
                  <a:gd name="connsiteY10" fmla="*/ 400956 h 472390"/>
                  <a:gd name="connsiteX11" fmla="*/ 70596 w 471919"/>
                  <a:gd name="connsiteY11" fmla="*/ 159000 h 472390"/>
                  <a:gd name="connsiteX12" fmla="*/ 161143 w 471919"/>
                  <a:gd name="connsiteY12" fmla="*/ 70666 h 472390"/>
                  <a:gd name="connsiteX13" fmla="*/ 401324 w 471919"/>
                  <a:gd name="connsiteY13" fmla="*/ 70666 h 472390"/>
                  <a:gd name="connsiteX14" fmla="*/ 401324 w 471919"/>
                  <a:gd name="connsiteY14" fmla="*/ 400956 h 472390"/>
                  <a:gd name="connsiteX15" fmla="*/ 70596 w 471919"/>
                  <a:gd name="connsiteY15" fmla="*/ 400956 h 47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2390">
                    <a:moveTo>
                      <a:pt x="0" y="472390"/>
                    </a:moveTo>
                    <a:lnTo>
                      <a:pt x="161143" y="472390"/>
                    </a:lnTo>
                    <a:lnTo>
                      <a:pt x="310777" y="472390"/>
                    </a:lnTo>
                    <a:cubicBezTo>
                      <a:pt x="350679" y="472390"/>
                      <a:pt x="471920" y="472390"/>
                      <a:pt x="471920" y="472390"/>
                    </a:cubicBezTo>
                    <a:cubicBezTo>
                      <a:pt x="471920" y="472390"/>
                      <a:pt x="471920" y="361014"/>
                      <a:pt x="471920" y="312622"/>
                    </a:cubicBezTo>
                    <a:lnTo>
                      <a:pt x="471920" y="0"/>
                    </a:lnTo>
                    <a:lnTo>
                      <a:pt x="161143" y="0"/>
                    </a:lnTo>
                    <a:cubicBezTo>
                      <a:pt x="72131" y="0"/>
                      <a:pt x="0" y="71435"/>
                      <a:pt x="0" y="159768"/>
                    </a:cubicBezTo>
                    <a:lnTo>
                      <a:pt x="0" y="313391"/>
                    </a:lnTo>
                    <a:lnTo>
                      <a:pt x="0" y="472390"/>
                    </a:lnTo>
                    <a:close/>
                    <a:moveTo>
                      <a:pt x="70596" y="400956"/>
                    </a:moveTo>
                    <a:lnTo>
                      <a:pt x="70596" y="159000"/>
                    </a:lnTo>
                    <a:cubicBezTo>
                      <a:pt x="70596" y="109840"/>
                      <a:pt x="111266" y="70666"/>
                      <a:pt x="161143" y="70666"/>
                    </a:cubicBezTo>
                    <a:lnTo>
                      <a:pt x="401324" y="70666"/>
                    </a:lnTo>
                    <a:lnTo>
                      <a:pt x="401324" y="400956"/>
                    </a:lnTo>
                    <a:lnTo>
                      <a:pt x="70596" y="400956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2" name="Полилиния 341">
                <a:extLst>
                  <a:ext uri="{FF2B5EF4-FFF2-40B4-BE49-F238E27FC236}">
                    <a16:creationId xmlns:a16="http://schemas.microsoft.com/office/drawing/2014/main" id="{307A2920-C853-DD2D-E7FF-09E9E1BD899F}"/>
                  </a:ext>
                </a:extLst>
              </p:cNvPr>
              <p:cNvSpPr/>
              <p:nvPr/>
            </p:nvSpPr>
            <p:spPr>
              <a:xfrm>
                <a:off x="7084228" y="4621258"/>
                <a:ext cx="471919" cy="473158"/>
              </a:xfrm>
              <a:custGeom>
                <a:avLst/>
                <a:gdLst>
                  <a:gd name="connsiteX0" fmla="*/ 471920 w 471919"/>
                  <a:gd name="connsiteY0" fmla="*/ 0 h 473158"/>
                  <a:gd name="connsiteX1" fmla="*/ 310777 w 471919"/>
                  <a:gd name="connsiteY1" fmla="*/ 0 h 473158"/>
                  <a:gd name="connsiteX2" fmla="*/ 161143 w 471919"/>
                  <a:gd name="connsiteY2" fmla="*/ 0 h 473158"/>
                  <a:gd name="connsiteX3" fmla="*/ 0 w 471919"/>
                  <a:gd name="connsiteY3" fmla="*/ 0 h 473158"/>
                  <a:gd name="connsiteX4" fmla="*/ 0 w 471919"/>
                  <a:gd name="connsiteY4" fmla="*/ 159768 h 473158"/>
                  <a:gd name="connsiteX5" fmla="*/ 0 w 471919"/>
                  <a:gd name="connsiteY5" fmla="*/ 473158 h 473158"/>
                  <a:gd name="connsiteX6" fmla="*/ 310777 w 471919"/>
                  <a:gd name="connsiteY6" fmla="*/ 473158 h 473158"/>
                  <a:gd name="connsiteX7" fmla="*/ 471920 w 471919"/>
                  <a:gd name="connsiteY7" fmla="*/ 313390 h 473158"/>
                  <a:gd name="connsiteX8" fmla="*/ 471920 w 471919"/>
                  <a:gd name="connsiteY8" fmla="*/ 159768 h 473158"/>
                  <a:gd name="connsiteX9" fmla="*/ 471920 w 471919"/>
                  <a:gd name="connsiteY9" fmla="*/ 0 h 473158"/>
                  <a:gd name="connsiteX10" fmla="*/ 401324 w 471919"/>
                  <a:gd name="connsiteY10" fmla="*/ 70666 h 473158"/>
                  <a:gd name="connsiteX11" fmla="*/ 401324 w 471919"/>
                  <a:gd name="connsiteY11" fmla="*/ 312622 h 473158"/>
                  <a:gd name="connsiteX12" fmla="*/ 310777 w 471919"/>
                  <a:gd name="connsiteY12" fmla="*/ 400955 h 473158"/>
                  <a:gd name="connsiteX13" fmla="*/ 70596 w 471919"/>
                  <a:gd name="connsiteY13" fmla="*/ 400955 h 473158"/>
                  <a:gd name="connsiteX14" fmla="*/ 70596 w 471919"/>
                  <a:gd name="connsiteY14" fmla="*/ 69898 h 473158"/>
                  <a:gd name="connsiteX15" fmla="*/ 401324 w 471919"/>
                  <a:gd name="connsiteY15" fmla="*/ 69898 h 473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3158">
                    <a:moveTo>
                      <a:pt x="471920" y="0"/>
                    </a:moveTo>
                    <a:lnTo>
                      <a:pt x="310777" y="0"/>
                    </a:lnTo>
                    <a:lnTo>
                      <a:pt x="161143" y="0"/>
                    </a:lnTo>
                    <a:cubicBezTo>
                      <a:pt x="121241" y="0"/>
                      <a:pt x="0" y="0"/>
                      <a:pt x="0" y="0"/>
                    </a:cubicBezTo>
                    <a:cubicBezTo>
                      <a:pt x="0" y="0"/>
                      <a:pt x="0" y="111377"/>
                      <a:pt x="0" y="159768"/>
                    </a:cubicBezTo>
                    <a:lnTo>
                      <a:pt x="0" y="473158"/>
                    </a:lnTo>
                    <a:lnTo>
                      <a:pt x="310777" y="473158"/>
                    </a:lnTo>
                    <a:cubicBezTo>
                      <a:pt x="399789" y="473158"/>
                      <a:pt x="471920" y="401724"/>
                      <a:pt x="471920" y="313390"/>
                    </a:cubicBezTo>
                    <a:lnTo>
                      <a:pt x="471920" y="159768"/>
                    </a:lnTo>
                    <a:lnTo>
                      <a:pt x="471920" y="0"/>
                    </a:lnTo>
                    <a:close/>
                    <a:moveTo>
                      <a:pt x="401324" y="70666"/>
                    </a:moveTo>
                    <a:lnTo>
                      <a:pt x="401324" y="312622"/>
                    </a:lnTo>
                    <a:cubicBezTo>
                      <a:pt x="401324" y="361782"/>
                      <a:pt x="360654" y="400955"/>
                      <a:pt x="310777" y="400955"/>
                    </a:cubicBezTo>
                    <a:lnTo>
                      <a:pt x="70596" y="400955"/>
                    </a:lnTo>
                    <a:lnTo>
                      <a:pt x="70596" y="69898"/>
                    </a:lnTo>
                    <a:lnTo>
                      <a:pt x="401324" y="69898"/>
                    </a:lnTo>
                    <a:close/>
                  </a:path>
                </a:pathLst>
              </a:custGeom>
              <a:solidFill>
                <a:schemeClr val="tx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 dirty="0"/>
              </a:p>
            </p:txBody>
          </p:sp>
          <p:sp>
            <p:nvSpPr>
              <p:cNvPr id="343" name="Полилиния 342">
                <a:extLst>
                  <a:ext uri="{FF2B5EF4-FFF2-40B4-BE49-F238E27FC236}">
                    <a16:creationId xmlns:a16="http://schemas.microsoft.com/office/drawing/2014/main" id="{0AFBEF2C-2063-7002-5E9C-44AB30ADB1CB}"/>
                  </a:ext>
                </a:extLst>
              </p:cNvPr>
              <p:cNvSpPr/>
              <p:nvPr/>
            </p:nvSpPr>
            <p:spPr>
              <a:xfrm>
                <a:off x="5735995" y="4755678"/>
                <a:ext cx="202580" cy="202782"/>
              </a:xfrm>
              <a:custGeom>
                <a:avLst/>
                <a:gdLst>
                  <a:gd name="connsiteX0" fmla="*/ 0 w 202580"/>
                  <a:gd name="connsiteY0" fmla="*/ 0 h 202782"/>
                  <a:gd name="connsiteX1" fmla="*/ 202580 w 202580"/>
                  <a:gd name="connsiteY1" fmla="*/ 0 h 202782"/>
                  <a:gd name="connsiteX2" fmla="*/ 202580 w 202580"/>
                  <a:gd name="connsiteY2" fmla="*/ 202782 h 202782"/>
                  <a:gd name="connsiteX3" fmla="*/ 56017 w 202580"/>
                  <a:gd name="connsiteY3" fmla="*/ 202782 h 202782"/>
                  <a:gd name="connsiteX4" fmla="*/ 0 w 202580"/>
                  <a:gd name="connsiteY4" fmla="*/ 147478 h 202782"/>
                  <a:gd name="connsiteX5" fmla="*/ 0 w 202580"/>
                  <a:gd name="connsiteY5" fmla="*/ 55304 h 202782"/>
                  <a:gd name="connsiteX6" fmla="*/ 0 w 202580"/>
                  <a:gd name="connsiteY6" fmla="*/ 20739 h 202782"/>
                  <a:gd name="connsiteX7" fmla="*/ 0 w 202580"/>
                  <a:gd name="connsiteY7" fmla="*/ 0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0" y="0"/>
                    </a:moveTo>
                    <a:lnTo>
                      <a:pt x="202580" y="0"/>
                    </a:lnTo>
                    <a:lnTo>
                      <a:pt x="202580" y="202782"/>
                    </a:lnTo>
                    <a:lnTo>
                      <a:pt x="56017" y="202782"/>
                    </a:lnTo>
                    <a:cubicBezTo>
                      <a:pt x="25323" y="202782"/>
                      <a:pt x="0" y="178202"/>
                      <a:pt x="0" y="147478"/>
                    </a:cubicBezTo>
                    <a:lnTo>
                      <a:pt x="0" y="55304"/>
                    </a:lnTo>
                    <a:cubicBezTo>
                      <a:pt x="0" y="46087"/>
                      <a:pt x="0" y="32261"/>
                      <a:pt x="0" y="20739"/>
                    </a:cubicBezTo>
                    <a:cubicBezTo>
                      <a:pt x="0" y="9217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4" name="Полилиния 343">
                <a:extLst>
                  <a:ext uri="{FF2B5EF4-FFF2-40B4-BE49-F238E27FC236}">
                    <a16:creationId xmlns:a16="http://schemas.microsoft.com/office/drawing/2014/main" id="{5839DCC1-8EF4-DE6F-882A-261711A1B77D}"/>
                  </a:ext>
                </a:extLst>
              </p:cNvPr>
              <p:cNvSpPr/>
              <p:nvPr/>
            </p:nvSpPr>
            <p:spPr>
              <a:xfrm>
                <a:off x="5735995" y="3270914"/>
                <a:ext cx="202580" cy="202782"/>
              </a:xfrm>
              <a:custGeom>
                <a:avLst/>
                <a:gdLst>
                  <a:gd name="connsiteX0" fmla="*/ 0 w 202580"/>
                  <a:gd name="connsiteY0" fmla="*/ 202782 h 202782"/>
                  <a:gd name="connsiteX1" fmla="*/ 202580 w 202580"/>
                  <a:gd name="connsiteY1" fmla="*/ 202782 h 202782"/>
                  <a:gd name="connsiteX2" fmla="*/ 202580 w 202580"/>
                  <a:gd name="connsiteY2" fmla="*/ 0 h 202782"/>
                  <a:gd name="connsiteX3" fmla="*/ 56017 w 202580"/>
                  <a:gd name="connsiteY3" fmla="*/ 0 h 202782"/>
                  <a:gd name="connsiteX4" fmla="*/ 0 w 202580"/>
                  <a:gd name="connsiteY4" fmla="*/ 55304 h 202782"/>
                  <a:gd name="connsiteX5" fmla="*/ 0 w 202580"/>
                  <a:gd name="connsiteY5" fmla="*/ 147478 h 202782"/>
                  <a:gd name="connsiteX6" fmla="*/ 0 w 202580"/>
                  <a:gd name="connsiteY6" fmla="*/ 182043 h 202782"/>
                  <a:gd name="connsiteX7" fmla="*/ 0 w 202580"/>
                  <a:gd name="connsiteY7" fmla="*/ 202782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0" y="202782"/>
                    </a:moveTo>
                    <a:lnTo>
                      <a:pt x="202580" y="202782"/>
                    </a:lnTo>
                    <a:lnTo>
                      <a:pt x="202580" y="0"/>
                    </a:lnTo>
                    <a:lnTo>
                      <a:pt x="56017" y="0"/>
                    </a:lnTo>
                    <a:cubicBezTo>
                      <a:pt x="25323" y="0"/>
                      <a:pt x="0" y="24580"/>
                      <a:pt x="0" y="55304"/>
                    </a:cubicBezTo>
                    <a:lnTo>
                      <a:pt x="0" y="147478"/>
                    </a:lnTo>
                    <a:cubicBezTo>
                      <a:pt x="0" y="156695"/>
                      <a:pt x="0" y="170521"/>
                      <a:pt x="0" y="182043"/>
                    </a:cubicBezTo>
                    <a:cubicBezTo>
                      <a:pt x="0" y="193565"/>
                      <a:pt x="0" y="202782"/>
                      <a:pt x="0" y="2027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5" name="Полилиния 344">
                <a:extLst>
                  <a:ext uri="{FF2B5EF4-FFF2-40B4-BE49-F238E27FC236}">
                    <a16:creationId xmlns:a16="http://schemas.microsoft.com/office/drawing/2014/main" id="{38321BCA-3C45-FE54-A3F1-799615D0211F}"/>
                  </a:ext>
                </a:extLst>
              </p:cNvPr>
              <p:cNvSpPr/>
              <p:nvPr/>
            </p:nvSpPr>
            <p:spPr>
              <a:xfrm>
                <a:off x="7219282" y="4755678"/>
                <a:ext cx="202580" cy="202782"/>
              </a:xfrm>
              <a:custGeom>
                <a:avLst/>
                <a:gdLst>
                  <a:gd name="connsiteX0" fmla="*/ 202580 w 202580"/>
                  <a:gd name="connsiteY0" fmla="*/ 0 h 202782"/>
                  <a:gd name="connsiteX1" fmla="*/ 0 w 202580"/>
                  <a:gd name="connsiteY1" fmla="*/ 0 h 202782"/>
                  <a:gd name="connsiteX2" fmla="*/ 0 w 202580"/>
                  <a:gd name="connsiteY2" fmla="*/ 202782 h 202782"/>
                  <a:gd name="connsiteX3" fmla="*/ 146564 w 202580"/>
                  <a:gd name="connsiteY3" fmla="*/ 202782 h 202782"/>
                  <a:gd name="connsiteX4" fmla="*/ 202580 w 202580"/>
                  <a:gd name="connsiteY4" fmla="*/ 147478 h 202782"/>
                  <a:gd name="connsiteX5" fmla="*/ 202580 w 202580"/>
                  <a:gd name="connsiteY5" fmla="*/ 55304 h 202782"/>
                  <a:gd name="connsiteX6" fmla="*/ 202580 w 202580"/>
                  <a:gd name="connsiteY6" fmla="*/ 20739 h 202782"/>
                  <a:gd name="connsiteX7" fmla="*/ 202580 w 202580"/>
                  <a:gd name="connsiteY7" fmla="*/ 0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202580" y="0"/>
                    </a:moveTo>
                    <a:lnTo>
                      <a:pt x="0" y="0"/>
                    </a:lnTo>
                    <a:lnTo>
                      <a:pt x="0" y="202782"/>
                    </a:lnTo>
                    <a:lnTo>
                      <a:pt x="146564" y="202782"/>
                    </a:lnTo>
                    <a:cubicBezTo>
                      <a:pt x="177258" y="202782"/>
                      <a:pt x="202580" y="178202"/>
                      <a:pt x="202580" y="147478"/>
                    </a:cubicBezTo>
                    <a:lnTo>
                      <a:pt x="202580" y="55304"/>
                    </a:lnTo>
                    <a:cubicBezTo>
                      <a:pt x="202580" y="46087"/>
                      <a:pt x="202580" y="32261"/>
                      <a:pt x="202580" y="20739"/>
                    </a:cubicBezTo>
                    <a:cubicBezTo>
                      <a:pt x="202580" y="9217"/>
                      <a:pt x="202580" y="0"/>
                      <a:pt x="20258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 dirty="0"/>
              </a:p>
            </p:txBody>
          </p:sp>
          <p:sp>
            <p:nvSpPr>
              <p:cNvPr id="346" name="Полилиния 345">
                <a:extLst>
                  <a:ext uri="{FF2B5EF4-FFF2-40B4-BE49-F238E27FC236}">
                    <a16:creationId xmlns:a16="http://schemas.microsoft.com/office/drawing/2014/main" id="{DFE08055-C93E-F408-39EC-08FF1621314A}"/>
                  </a:ext>
                </a:extLst>
              </p:cNvPr>
              <p:cNvSpPr/>
              <p:nvPr/>
            </p:nvSpPr>
            <p:spPr>
              <a:xfrm>
                <a:off x="5288631" y="2838466"/>
                <a:ext cx="649945" cy="599128"/>
              </a:xfrm>
              <a:custGeom>
                <a:avLst/>
                <a:gdLst>
                  <a:gd name="connsiteX0" fmla="*/ 649945 w 649945"/>
                  <a:gd name="connsiteY0" fmla="*/ 0 h 599128"/>
                  <a:gd name="connsiteX1" fmla="*/ 395185 w 649945"/>
                  <a:gd name="connsiteY1" fmla="*/ 0 h 599128"/>
                  <a:gd name="connsiteX2" fmla="*/ 242482 w 649945"/>
                  <a:gd name="connsiteY2" fmla="*/ 29188 h 599128"/>
                  <a:gd name="connsiteX3" fmla="*/ 115870 w 649945"/>
                  <a:gd name="connsiteY3" fmla="*/ 115217 h 599128"/>
                  <a:gd name="connsiteX4" fmla="*/ 28392 w 649945"/>
                  <a:gd name="connsiteY4" fmla="*/ 243492 h 599128"/>
                  <a:gd name="connsiteX5" fmla="*/ 0 w 649945"/>
                  <a:gd name="connsiteY5" fmla="*/ 394042 h 599128"/>
                  <a:gd name="connsiteX6" fmla="*/ 0 w 649945"/>
                  <a:gd name="connsiteY6" fmla="*/ 599129 h 599128"/>
                  <a:gd name="connsiteX7" fmla="*/ 30694 w 649945"/>
                  <a:gd name="connsiteY7" fmla="*/ 599129 h 599128"/>
                  <a:gd name="connsiteX8" fmla="*/ 30694 w 649945"/>
                  <a:gd name="connsiteY8" fmla="*/ 394042 h 599128"/>
                  <a:gd name="connsiteX9" fmla="*/ 56784 w 649945"/>
                  <a:gd name="connsiteY9" fmla="*/ 255014 h 599128"/>
                  <a:gd name="connsiteX10" fmla="*/ 137356 w 649945"/>
                  <a:gd name="connsiteY10" fmla="*/ 136724 h 599128"/>
                  <a:gd name="connsiteX11" fmla="*/ 253993 w 649945"/>
                  <a:gd name="connsiteY11" fmla="*/ 56840 h 599128"/>
                  <a:gd name="connsiteX12" fmla="*/ 395185 w 649945"/>
                  <a:gd name="connsiteY12" fmla="*/ 30725 h 599128"/>
                  <a:gd name="connsiteX13" fmla="*/ 649945 w 649945"/>
                  <a:gd name="connsiteY13" fmla="*/ 30725 h 599128"/>
                  <a:gd name="connsiteX14" fmla="*/ 649945 w 649945"/>
                  <a:gd name="connsiteY14" fmla="*/ 0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9945" h="599128">
                    <a:moveTo>
                      <a:pt x="649945" y="0"/>
                    </a:moveTo>
                    <a:lnTo>
                      <a:pt x="395185" y="0"/>
                    </a:lnTo>
                    <a:cubicBezTo>
                      <a:pt x="340703" y="0"/>
                      <a:pt x="289291" y="9985"/>
                      <a:pt x="242482" y="29188"/>
                    </a:cubicBezTo>
                    <a:cubicBezTo>
                      <a:pt x="196441" y="48391"/>
                      <a:pt x="154237" y="76811"/>
                      <a:pt x="115870" y="115217"/>
                    </a:cubicBezTo>
                    <a:cubicBezTo>
                      <a:pt x="76735" y="153623"/>
                      <a:pt x="48343" y="196637"/>
                      <a:pt x="28392" y="243492"/>
                    </a:cubicBezTo>
                    <a:cubicBezTo>
                      <a:pt x="9208" y="289579"/>
                      <a:pt x="0" y="340275"/>
                      <a:pt x="0" y="394042"/>
                    </a:cubicBezTo>
                    <a:lnTo>
                      <a:pt x="0" y="599129"/>
                    </a:lnTo>
                    <a:lnTo>
                      <a:pt x="30694" y="599129"/>
                    </a:lnTo>
                    <a:lnTo>
                      <a:pt x="30694" y="394042"/>
                    </a:lnTo>
                    <a:cubicBezTo>
                      <a:pt x="30694" y="344115"/>
                      <a:pt x="39135" y="298028"/>
                      <a:pt x="56784" y="255014"/>
                    </a:cubicBezTo>
                    <a:cubicBezTo>
                      <a:pt x="74433" y="211999"/>
                      <a:pt x="101290" y="172826"/>
                      <a:pt x="137356" y="136724"/>
                    </a:cubicBezTo>
                    <a:cubicBezTo>
                      <a:pt x="172654" y="101391"/>
                      <a:pt x="211788" y="75275"/>
                      <a:pt x="253993" y="56840"/>
                    </a:cubicBezTo>
                    <a:cubicBezTo>
                      <a:pt x="297732" y="39942"/>
                      <a:pt x="344540" y="30725"/>
                      <a:pt x="395185" y="30725"/>
                    </a:cubicBezTo>
                    <a:lnTo>
                      <a:pt x="649945" y="30725"/>
                    </a:lnTo>
                    <a:lnTo>
                      <a:pt x="649945" y="0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7" name="Полилиния 346">
                <a:extLst>
                  <a:ext uri="{FF2B5EF4-FFF2-40B4-BE49-F238E27FC236}">
                    <a16:creationId xmlns:a16="http://schemas.microsoft.com/office/drawing/2014/main" id="{1DD7BCBF-5192-46DA-725F-23DEAA77EE72}"/>
                  </a:ext>
                </a:extLst>
              </p:cNvPr>
              <p:cNvSpPr/>
              <p:nvPr/>
            </p:nvSpPr>
            <p:spPr>
              <a:xfrm>
                <a:off x="7299086" y="2838466"/>
                <a:ext cx="557863" cy="599128"/>
              </a:xfrm>
              <a:custGeom>
                <a:avLst/>
                <a:gdLst>
                  <a:gd name="connsiteX0" fmla="*/ 557863 w 557863"/>
                  <a:gd name="connsiteY0" fmla="*/ 599129 h 599128"/>
                  <a:gd name="connsiteX1" fmla="*/ 557863 w 557863"/>
                  <a:gd name="connsiteY1" fmla="*/ 157463 h 599128"/>
                  <a:gd name="connsiteX2" fmla="*/ 546353 w 557863"/>
                  <a:gd name="connsiteY2" fmla="*/ 97550 h 599128"/>
                  <a:gd name="connsiteX3" fmla="*/ 511822 w 557863"/>
                  <a:gd name="connsiteY3" fmla="*/ 46087 h 599128"/>
                  <a:gd name="connsiteX4" fmla="*/ 461177 w 557863"/>
                  <a:gd name="connsiteY4" fmla="*/ 11522 h 599128"/>
                  <a:gd name="connsiteX5" fmla="*/ 400557 w 557863"/>
                  <a:gd name="connsiteY5" fmla="*/ 0 h 599128"/>
                  <a:gd name="connsiteX6" fmla="*/ 0 w 557863"/>
                  <a:gd name="connsiteY6" fmla="*/ 0 h 599128"/>
                  <a:gd name="connsiteX7" fmla="*/ 0 w 557863"/>
                  <a:gd name="connsiteY7" fmla="*/ 30725 h 599128"/>
                  <a:gd name="connsiteX8" fmla="*/ 399789 w 557863"/>
                  <a:gd name="connsiteY8" fmla="*/ 30725 h 599128"/>
                  <a:gd name="connsiteX9" fmla="*/ 448900 w 557863"/>
                  <a:gd name="connsiteY9" fmla="*/ 39942 h 599128"/>
                  <a:gd name="connsiteX10" fmla="*/ 489569 w 557863"/>
                  <a:gd name="connsiteY10" fmla="*/ 67594 h 599128"/>
                  <a:gd name="connsiteX11" fmla="*/ 517961 w 557863"/>
                  <a:gd name="connsiteY11" fmla="*/ 109072 h 599128"/>
                  <a:gd name="connsiteX12" fmla="*/ 527169 w 557863"/>
                  <a:gd name="connsiteY12" fmla="*/ 157463 h 599128"/>
                  <a:gd name="connsiteX13" fmla="*/ 527169 w 557863"/>
                  <a:gd name="connsiteY13" fmla="*/ 599129 h 599128"/>
                  <a:gd name="connsiteX14" fmla="*/ 557863 w 557863"/>
                  <a:gd name="connsiteY14" fmla="*/ 599129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7863" h="599128">
                    <a:moveTo>
                      <a:pt x="557863" y="599129"/>
                    </a:moveTo>
                    <a:lnTo>
                      <a:pt x="557863" y="157463"/>
                    </a:lnTo>
                    <a:cubicBezTo>
                      <a:pt x="557863" y="135956"/>
                      <a:pt x="554027" y="115985"/>
                      <a:pt x="546353" y="97550"/>
                    </a:cubicBezTo>
                    <a:cubicBezTo>
                      <a:pt x="538680" y="79116"/>
                      <a:pt x="527169" y="61449"/>
                      <a:pt x="511822" y="46087"/>
                    </a:cubicBezTo>
                    <a:cubicBezTo>
                      <a:pt x="496475" y="30725"/>
                      <a:pt x="479593" y="19203"/>
                      <a:pt x="461177" y="11522"/>
                    </a:cubicBezTo>
                    <a:cubicBezTo>
                      <a:pt x="442761" y="3841"/>
                      <a:pt x="422042" y="0"/>
                      <a:pt x="400557" y="0"/>
                    </a:cubicBezTo>
                    <a:lnTo>
                      <a:pt x="0" y="0"/>
                    </a:lnTo>
                    <a:lnTo>
                      <a:pt x="0" y="30725"/>
                    </a:lnTo>
                    <a:lnTo>
                      <a:pt x="399789" y="30725"/>
                    </a:lnTo>
                    <a:cubicBezTo>
                      <a:pt x="417438" y="30725"/>
                      <a:pt x="433553" y="33797"/>
                      <a:pt x="448900" y="39942"/>
                    </a:cubicBezTo>
                    <a:cubicBezTo>
                      <a:pt x="463479" y="46087"/>
                      <a:pt x="477292" y="55304"/>
                      <a:pt x="489569" y="67594"/>
                    </a:cubicBezTo>
                    <a:cubicBezTo>
                      <a:pt x="501847" y="79884"/>
                      <a:pt x="511055" y="93710"/>
                      <a:pt x="517961" y="109072"/>
                    </a:cubicBezTo>
                    <a:cubicBezTo>
                      <a:pt x="524100" y="123666"/>
                      <a:pt x="527169" y="139797"/>
                      <a:pt x="527169" y="157463"/>
                    </a:cubicBezTo>
                    <a:lnTo>
                      <a:pt x="527169" y="599129"/>
                    </a:lnTo>
                    <a:lnTo>
                      <a:pt x="557863" y="599129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8" name="Полилиния 347">
                <a:extLst>
                  <a:ext uri="{FF2B5EF4-FFF2-40B4-BE49-F238E27FC236}">
                    <a16:creationId xmlns:a16="http://schemas.microsoft.com/office/drawing/2014/main" id="{C90BC192-47B5-B6DA-0B94-BBE6BCAE23DD}"/>
                  </a:ext>
                </a:extLst>
              </p:cNvPr>
              <p:cNvSpPr/>
              <p:nvPr/>
            </p:nvSpPr>
            <p:spPr>
              <a:xfrm>
                <a:off x="5288631" y="4820200"/>
                <a:ext cx="649945" cy="599128"/>
              </a:xfrm>
              <a:custGeom>
                <a:avLst/>
                <a:gdLst>
                  <a:gd name="connsiteX0" fmla="*/ 649945 w 649945"/>
                  <a:gd name="connsiteY0" fmla="*/ 599129 h 599128"/>
                  <a:gd name="connsiteX1" fmla="*/ 395185 w 649945"/>
                  <a:gd name="connsiteY1" fmla="*/ 599129 h 599128"/>
                  <a:gd name="connsiteX2" fmla="*/ 242482 w 649945"/>
                  <a:gd name="connsiteY2" fmla="*/ 569941 h 599128"/>
                  <a:gd name="connsiteX3" fmla="*/ 115870 w 649945"/>
                  <a:gd name="connsiteY3" fmla="*/ 483912 h 599128"/>
                  <a:gd name="connsiteX4" fmla="*/ 28392 w 649945"/>
                  <a:gd name="connsiteY4" fmla="*/ 355637 h 599128"/>
                  <a:gd name="connsiteX5" fmla="*/ 0 w 649945"/>
                  <a:gd name="connsiteY5" fmla="*/ 205087 h 599128"/>
                  <a:gd name="connsiteX6" fmla="*/ 0 w 649945"/>
                  <a:gd name="connsiteY6" fmla="*/ 0 h 599128"/>
                  <a:gd name="connsiteX7" fmla="*/ 30694 w 649945"/>
                  <a:gd name="connsiteY7" fmla="*/ 0 h 599128"/>
                  <a:gd name="connsiteX8" fmla="*/ 30694 w 649945"/>
                  <a:gd name="connsiteY8" fmla="*/ 205087 h 599128"/>
                  <a:gd name="connsiteX9" fmla="*/ 56784 w 649945"/>
                  <a:gd name="connsiteY9" fmla="*/ 344115 h 599128"/>
                  <a:gd name="connsiteX10" fmla="*/ 137356 w 649945"/>
                  <a:gd name="connsiteY10" fmla="*/ 462405 h 599128"/>
                  <a:gd name="connsiteX11" fmla="*/ 253993 w 649945"/>
                  <a:gd name="connsiteY11" fmla="*/ 542289 h 599128"/>
                  <a:gd name="connsiteX12" fmla="*/ 394418 w 649945"/>
                  <a:gd name="connsiteY12" fmla="*/ 569173 h 599128"/>
                  <a:gd name="connsiteX13" fmla="*/ 649178 w 649945"/>
                  <a:gd name="connsiteY13" fmla="*/ 569173 h 599128"/>
                  <a:gd name="connsiteX14" fmla="*/ 649178 w 649945"/>
                  <a:gd name="connsiteY14" fmla="*/ 599129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9945" h="599128">
                    <a:moveTo>
                      <a:pt x="649945" y="599129"/>
                    </a:moveTo>
                    <a:lnTo>
                      <a:pt x="395185" y="599129"/>
                    </a:lnTo>
                    <a:cubicBezTo>
                      <a:pt x="340703" y="599129"/>
                      <a:pt x="289291" y="589144"/>
                      <a:pt x="242482" y="569941"/>
                    </a:cubicBezTo>
                    <a:cubicBezTo>
                      <a:pt x="196441" y="550738"/>
                      <a:pt x="154237" y="522318"/>
                      <a:pt x="115870" y="483912"/>
                    </a:cubicBezTo>
                    <a:cubicBezTo>
                      <a:pt x="76735" y="445506"/>
                      <a:pt x="48343" y="402492"/>
                      <a:pt x="28392" y="355637"/>
                    </a:cubicBezTo>
                    <a:cubicBezTo>
                      <a:pt x="9208" y="309550"/>
                      <a:pt x="0" y="258855"/>
                      <a:pt x="0" y="205087"/>
                    </a:cubicBezTo>
                    <a:lnTo>
                      <a:pt x="0" y="0"/>
                    </a:lnTo>
                    <a:lnTo>
                      <a:pt x="30694" y="0"/>
                    </a:lnTo>
                    <a:lnTo>
                      <a:pt x="30694" y="205087"/>
                    </a:lnTo>
                    <a:cubicBezTo>
                      <a:pt x="30694" y="255014"/>
                      <a:pt x="39135" y="301101"/>
                      <a:pt x="56784" y="344115"/>
                    </a:cubicBezTo>
                    <a:cubicBezTo>
                      <a:pt x="74433" y="387129"/>
                      <a:pt x="101290" y="427071"/>
                      <a:pt x="137356" y="462405"/>
                    </a:cubicBezTo>
                    <a:cubicBezTo>
                      <a:pt x="172654" y="497738"/>
                      <a:pt x="211788" y="523854"/>
                      <a:pt x="253993" y="542289"/>
                    </a:cubicBezTo>
                    <a:cubicBezTo>
                      <a:pt x="296964" y="559955"/>
                      <a:pt x="343773" y="569173"/>
                      <a:pt x="394418" y="569173"/>
                    </a:cubicBezTo>
                    <a:lnTo>
                      <a:pt x="649178" y="569173"/>
                    </a:lnTo>
                    <a:lnTo>
                      <a:pt x="649178" y="599129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sp>
        <p:nvSpPr>
          <p:cNvPr id="353" name="TextBox 352">
            <a:extLst>
              <a:ext uri="{FF2B5EF4-FFF2-40B4-BE49-F238E27FC236}">
                <a16:creationId xmlns:a16="http://schemas.microsoft.com/office/drawing/2014/main" id="{BE69D815-FE20-5694-838A-2DEA3DF70283}"/>
              </a:ext>
            </a:extLst>
          </p:cNvPr>
          <p:cNvSpPr txBox="1"/>
          <p:nvPr/>
        </p:nvSpPr>
        <p:spPr bwMode="auto">
          <a:xfrm>
            <a:off x="4760535" y="2145650"/>
            <a:ext cx="3657673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/>
            </a:pPr>
            <a:r>
              <a:rPr lang="ru-RU" sz="2000" b="1" dirty="0">
                <a:solidFill>
                  <a:schemeClr val="bg1"/>
                </a:solidFill>
                <a:latin typeface="SB Sans Display Semibold"/>
                <a:cs typeface="SB Sans Display Semibold"/>
              </a:rPr>
              <a:t>Шаг 2</a:t>
            </a: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Скачиваем код в формате </a:t>
            </a:r>
            <a:r>
              <a:rPr lang="en-US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EPS</a:t>
            </a: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 или </a:t>
            </a:r>
            <a:r>
              <a:rPr lang="en-US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PNG</a:t>
            </a:r>
            <a:endParaRPr lang="ru-RU" sz="1200" dirty="0">
              <a:solidFill>
                <a:schemeClr val="bg1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Поворачиваем код</a:t>
            </a: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на 90° против часовой</a:t>
            </a: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Правый угол фоновой плашки скругляем, но минимально, а остальные углы скругляем соответственно радиусу</a:t>
            </a: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кругов кода</a:t>
            </a:r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FE5156-2EBC-4FCE-8670-1CD2152BFAE9}"/>
              </a:ext>
            </a:extLst>
          </p:cNvPr>
          <p:cNvSpPr txBox="1"/>
          <p:nvPr/>
        </p:nvSpPr>
        <p:spPr bwMode="auto">
          <a:xfrm>
            <a:off x="764125" y="2145650"/>
            <a:ext cx="3657673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/>
            </a:pPr>
            <a:r>
              <a:rPr lang="ru-RU" sz="2000" b="1" dirty="0">
                <a:solidFill>
                  <a:schemeClr val="bg1"/>
                </a:solidFill>
                <a:latin typeface="SB Sans Display Semibold"/>
                <a:cs typeface="SB Sans Display Semibold"/>
              </a:rPr>
              <a:t>Шаг 1</a:t>
            </a: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Вставьте ссылку для </a:t>
            </a:r>
            <a:r>
              <a:rPr lang="en-US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QR-</a:t>
            </a: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кода</a:t>
            </a: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chemeClr val="bg1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Выберите дизайн</a:t>
            </a: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chemeClr val="bg1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56FF71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Нажмите «Создать </a:t>
            </a:r>
            <a:r>
              <a:rPr lang="en-US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QR-</a:t>
            </a:r>
            <a: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  <a:t>код»</a:t>
            </a: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chemeClr val="bg1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chemeClr val="bg1"/>
              </a:solidFill>
              <a:latin typeface="SB Sans Text Light"/>
              <a:cs typeface="SB Sans Text Light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BA83DE27-5E27-D45B-3037-B04FB58701DC}"/>
              </a:ext>
            </a:extLst>
          </p:cNvPr>
          <p:cNvGrpSpPr/>
          <p:nvPr/>
        </p:nvGrpSpPr>
        <p:grpSpPr>
          <a:xfrm>
            <a:off x="8662138" y="4663862"/>
            <a:ext cx="3543505" cy="719528"/>
            <a:chOff x="6899012" y="4580623"/>
            <a:chExt cx="4858304" cy="986502"/>
          </a:xfrm>
        </p:grpSpPr>
        <p:grpSp>
          <p:nvGrpSpPr>
            <p:cNvPr id="2" name="Группа 1">
              <a:extLst>
                <a:ext uri="{FF2B5EF4-FFF2-40B4-BE49-F238E27FC236}">
                  <a16:creationId xmlns:a16="http://schemas.microsoft.com/office/drawing/2014/main" id="{3EEF37F7-6114-66BB-7098-1CF61120D5B8}"/>
                </a:ext>
              </a:extLst>
            </p:cNvPr>
            <p:cNvGrpSpPr/>
            <p:nvPr/>
          </p:nvGrpSpPr>
          <p:grpSpPr>
            <a:xfrm>
              <a:off x="7019211" y="4580623"/>
              <a:ext cx="979504" cy="986502"/>
              <a:chOff x="5840426" y="4580623"/>
              <a:chExt cx="1882778" cy="1896230"/>
            </a:xfrm>
          </p:grpSpPr>
          <p:sp>
            <p:nvSpPr>
              <p:cNvPr id="357" name="Полилиния 356">
                <a:extLst>
                  <a:ext uri="{FF2B5EF4-FFF2-40B4-BE49-F238E27FC236}">
                    <a16:creationId xmlns:a16="http://schemas.microsoft.com/office/drawing/2014/main" id="{B1B789E7-854D-DFFB-B960-E80F6D186493}"/>
                  </a:ext>
                </a:extLst>
              </p:cNvPr>
              <p:cNvSpPr/>
              <p:nvPr/>
            </p:nvSpPr>
            <p:spPr bwMode="auto">
              <a:xfrm>
                <a:off x="5840426" y="4580623"/>
                <a:ext cx="1882778" cy="1896230"/>
              </a:xfrm>
              <a:custGeom>
                <a:avLst/>
                <a:gdLst>
                  <a:gd name="csX0" fmla="*/ 257212 w 1882778"/>
                  <a:gd name="csY0" fmla="*/ 0 h 1896230"/>
                  <a:gd name="csX1" fmla="*/ 463443 w 1882778"/>
                  <a:gd name="csY1" fmla="*/ 0 h 1896230"/>
                  <a:gd name="csX2" fmla="*/ 1624645 w 1882778"/>
                  <a:gd name="csY2" fmla="*/ 0 h 1896230"/>
                  <a:gd name="csX3" fmla="*/ 1806534 w 1882778"/>
                  <a:gd name="csY3" fmla="*/ 0 h 1896230"/>
                  <a:gd name="csX4" fmla="*/ 1882778 w 1882778"/>
                  <a:gd name="csY4" fmla="*/ 76244 h 1896230"/>
                  <a:gd name="csX5" fmla="*/ 1882778 w 1882778"/>
                  <a:gd name="csY5" fmla="*/ 1395083 h 1896230"/>
                  <a:gd name="csX6" fmla="*/ 1881857 w 1882778"/>
                  <a:gd name="csY6" fmla="*/ 1399645 h 1896230"/>
                  <a:gd name="csX7" fmla="*/ 1881857 w 1882778"/>
                  <a:gd name="csY7" fmla="*/ 1639018 h 1896230"/>
                  <a:gd name="csX8" fmla="*/ 1624645 w 1882778"/>
                  <a:gd name="csY8" fmla="*/ 1896230 h 1896230"/>
                  <a:gd name="csX9" fmla="*/ 257212 w 1882778"/>
                  <a:gd name="csY9" fmla="*/ 1896230 h 1896230"/>
                  <a:gd name="csX10" fmla="*/ 0 w 1882778"/>
                  <a:gd name="csY10" fmla="*/ 1639018 h 1896230"/>
                  <a:gd name="csX11" fmla="*/ 0 w 1882778"/>
                  <a:gd name="csY11" fmla="*/ 257212 h 1896230"/>
                  <a:gd name="csX12" fmla="*/ 257212 w 1882778"/>
                  <a:gd name="csY12" fmla="*/ 0 h 1896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882778" h="1896230">
                    <a:moveTo>
                      <a:pt x="257212" y="0"/>
                    </a:moveTo>
                    <a:lnTo>
                      <a:pt x="463443" y="0"/>
                    </a:lnTo>
                    <a:lnTo>
                      <a:pt x="1624645" y="0"/>
                    </a:lnTo>
                    <a:lnTo>
                      <a:pt x="1806534" y="0"/>
                    </a:lnTo>
                    <a:cubicBezTo>
                      <a:pt x="1848642" y="0"/>
                      <a:pt x="1882778" y="34136"/>
                      <a:pt x="1882778" y="76244"/>
                    </a:cubicBezTo>
                    <a:lnTo>
                      <a:pt x="1882778" y="1395083"/>
                    </a:lnTo>
                    <a:lnTo>
                      <a:pt x="1881857" y="1399645"/>
                    </a:lnTo>
                    <a:lnTo>
                      <a:pt x="1881857" y="1639018"/>
                    </a:lnTo>
                    <a:cubicBezTo>
                      <a:pt x="1881857" y="1781072"/>
                      <a:pt x="1766699" y="1896230"/>
                      <a:pt x="1624645" y="1896230"/>
                    </a:cubicBezTo>
                    <a:lnTo>
                      <a:pt x="257212" y="1896230"/>
                    </a:lnTo>
                    <a:cubicBezTo>
                      <a:pt x="115158" y="1896230"/>
                      <a:pt x="0" y="1781072"/>
                      <a:pt x="0" y="1639018"/>
                    </a:cubicBezTo>
                    <a:lnTo>
                      <a:pt x="0" y="257212"/>
                    </a:lnTo>
                    <a:cubicBezTo>
                      <a:pt x="0" y="115158"/>
                      <a:pt x="115158" y="0"/>
                      <a:pt x="257212" y="0"/>
                    </a:cubicBezTo>
                    <a:close/>
                  </a:path>
                </a:pathLst>
              </a:cu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pic>
            <p:nvPicPr>
              <p:cNvPr id="6" name="Рисунок 5">
                <a:extLst>
                  <a:ext uri="{FF2B5EF4-FFF2-40B4-BE49-F238E27FC236}">
                    <a16:creationId xmlns:a16="http://schemas.microsoft.com/office/drawing/2014/main" id="{BF509F35-BE9F-423F-FC77-DBE04BCBE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 bwMode="auto">
              <a:xfrm>
                <a:off x="5938611" y="4688852"/>
                <a:ext cx="1680729" cy="1680729"/>
              </a:xfrm>
              <a:prstGeom prst="rect">
                <a:avLst/>
              </a:prstGeom>
              <a:effectLst/>
            </p:spPr>
          </p:pic>
        </p:grp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1F90BCB4-3E82-E170-672C-21F68AFDA23B}"/>
                </a:ext>
              </a:extLst>
            </p:cNvPr>
            <p:cNvSpPr txBox="1"/>
            <p:nvPr/>
          </p:nvSpPr>
          <p:spPr bwMode="auto">
            <a:xfrm>
              <a:off x="8043102" y="4592019"/>
              <a:ext cx="3714214" cy="928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1000"/>
                </a:spcBef>
                <a:defRPr/>
              </a:pPr>
              <a:r>
                <a:rPr lang="ru-RU" sz="16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Поясняющую подпись</a:t>
              </a:r>
              <a:br>
                <a:rPr lang="ru-RU" sz="24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</a:br>
              <a:r>
                <a:rPr lang="ru-RU" sz="11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Выравниваем</a:t>
              </a:r>
              <a:br>
                <a:rPr lang="ru-RU" sz="1100" dirty="0">
                  <a:solidFill>
                    <a:schemeClr val="bg1"/>
                  </a:solidFill>
                  <a:latin typeface="SB Sans Text Light"/>
                  <a:cs typeface="SB Sans Text Light"/>
                </a:rPr>
              </a:br>
              <a:r>
                <a:rPr lang="ru-RU" sz="11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по краю </a:t>
              </a:r>
              <a:r>
                <a:rPr lang="en-US" sz="11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QR-</a:t>
              </a:r>
              <a:r>
                <a:rPr lang="en-US" sz="1100" dirty="0" err="1">
                  <a:solidFill>
                    <a:schemeClr val="bg1"/>
                  </a:solidFill>
                  <a:latin typeface="SB Sans Text Light"/>
                  <a:cs typeface="SB Sans Text Light"/>
                </a:rPr>
                <a:t>ко</a:t>
              </a:r>
              <a:r>
                <a:rPr lang="ru-RU" sz="1100" dirty="0">
                  <a:solidFill>
                    <a:schemeClr val="bg1"/>
                  </a:solidFill>
                  <a:latin typeface="SB Sans Text Light"/>
                  <a:cs typeface="SB Sans Text Light"/>
                </a:rPr>
                <a:t>да</a:t>
              </a:r>
              <a:endParaRPr sz="1400" dirty="0">
                <a:solidFill>
                  <a:schemeClr val="bg1"/>
                </a:solidFill>
                <a:latin typeface="SB Sans Text Light"/>
                <a:cs typeface="SB Sans Text Light"/>
              </a:endParaRPr>
            </a:p>
          </p:txBody>
        </p:sp>
        <p:cxnSp>
          <p:nvCxnSpPr>
            <p:cNvPr id="358" name="Прямая соединительная линия 357">
              <a:extLst>
                <a:ext uri="{FF2B5EF4-FFF2-40B4-BE49-F238E27FC236}">
                  <a16:creationId xmlns:a16="http://schemas.microsoft.com/office/drawing/2014/main" id="{4F551BFD-2980-A816-CB09-2BBFDB73CA76}"/>
                </a:ext>
              </a:extLst>
            </p:cNvPr>
            <p:cNvCxnSpPr>
              <a:cxnSpLocks/>
            </p:cNvCxnSpPr>
            <p:nvPr/>
          </p:nvCxnSpPr>
          <p:spPr>
            <a:xfrm>
              <a:off x="6899012" y="4689936"/>
              <a:ext cx="2410301" cy="0"/>
            </a:xfrm>
            <a:prstGeom prst="line">
              <a:avLst/>
            </a:prstGeom>
            <a:ln w="9525">
              <a:solidFill>
                <a:srgbClr val="FF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1" name="TextBox 350">
            <a:extLst>
              <a:ext uri="{FF2B5EF4-FFF2-40B4-BE49-F238E27FC236}">
                <a16:creationId xmlns:a16="http://schemas.microsoft.com/office/drawing/2014/main" id="{DF61B473-5755-0298-25D5-EC5DB653C70A}"/>
              </a:ext>
            </a:extLst>
          </p:cNvPr>
          <p:cNvSpPr txBox="1"/>
          <p:nvPr/>
        </p:nvSpPr>
        <p:spPr bwMode="auto">
          <a:xfrm>
            <a:off x="425802" y="792340"/>
            <a:ext cx="51568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en" dirty="0"/>
              <a:t>QR-</a:t>
            </a:r>
            <a:r>
              <a:rPr lang="ru-RU" dirty="0"/>
              <a:t>код</a:t>
            </a:r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07744E41-6E5B-C809-8220-EDFA346B4FDC}"/>
              </a:ext>
            </a:extLst>
          </p:cNvPr>
          <p:cNvSpPr txBox="1"/>
          <p:nvPr/>
        </p:nvSpPr>
        <p:spPr bwMode="auto">
          <a:xfrm>
            <a:off x="453795" y="1438670"/>
            <a:ext cx="5128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>
              <a:defRPr/>
            </a:pPr>
            <a:r>
              <a:rPr lang="ru-RU" dirty="0"/>
              <a:t>Генерируйте коды в </a:t>
            </a:r>
            <a:r>
              <a:rPr lang="en" dirty="0">
                <a:solidFill>
                  <a:srgbClr val="56FF71"/>
                </a:solidFill>
                <a:hlinkClick r:id="rId4" tooltip="https://www.qrcode-monkey.com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qrcode-monkey.com</a:t>
            </a:r>
            <a:endParaRPr lang="ru-RU" dirty="0">
              <a:solidFill>
                <a:srgbClr val="56FF71"/>
              </a:solidFill>
            </a:endParaRPr>
          </a:p>
        </p:txBody>
      </p:sp>
      <p:pic>
        <p:nvPicPr>
          <p:cNvPr id="360" name="Рисунок 359">
            <a:extLst>
              <a:ext uri="{FF2B5EF4-FFF2-40B4-BE49-F238E27FC236}">
                <a16:creationId xmlns:a16="http://schemas.microsoft.com/office/drawing/2014/main" id="{1C0FEFE2-D6F1-1744-3CAB-07A93667AED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6951" y="2837904"/>
            <a:ext cx="3296655" cy="439252"/>
          </a:xfrm>
          <a:prstGeom prst="rect">
            <a:avLst/>
          </a:prstGeom>
        </p:spPr>
      </p:pic>
      <p:pic>
        <p:nvPicPr>
          <p:cNvPr id="362" name="Рисунок 361">
            <a:extLst>
              <a:ext uri="{FF2B5EF4-FFF2-40B4-BE49-F238E27FC236}">
                <a16:creationId xmlns:a16="http://schemas.microsoft.com/office/drawing/2014/main" id="{E224D742-9870-70BB-C437-EA095063538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6951" y="3839254"/>
            <a:ext cx="3296654" cy="300536"/>
          </a:xfrm>
          <a:prstGeom prst="rect">
            <a:avLst/>
          </a:prstGeom>
        </p:spPr>
      </p:pic>
      <p:pic>
        <p:nvPicPr>
          <p:cNvPr id="364" name="Рисунок 363">
            <a:extLst>
              <a:ext uri="{FF2B5EF4-FFF2-40B4-BE49-F238E27FC236}">
                <a16:creationId xmlns:a16="http://schemas.microsoft.com/office/drawing/2014/main" id="{D37BB1F1-530B-E585-2AFC-996FE16AA4A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6951" y="4192576"/>
            <a:ext cx="1489628" cy="529615"/>
          </a:xfrm>
          <a:prstGeom prst="rect">
            <a:avLst/>
          </a:prstGeom>
        </p:spPr>
      </p:pic>
      <p:pic>
        <p:nvPicPr>
          <p:cNvPr id="366" name="Рисунок 365">
            <a:extLst>
              <a:ext uri="{FF2B5EF4-FFF2-40B4-BE49-F238E27FC236}">
                <a16:creationId xmlns:a16="http://schemas.microsoft.com/office/drawing/2014/main" id="{11207E45-9100-E423-CF19-2890A900354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6951" y="5376763"/>
            <a:ext cx="1061942" cy="380289"/>
          </a:xfrm>
          <a:prstGeom prst="rect">
            <a:avLst/>
          </a:prstGeom>
        </p:spPr>
      </p:pic>
      <p:pic>
        <p:nvPicPr>
          <p:cNvPr id="369" name="Рисунок 368">
            <a:extLst>
              <a:ext uri="{FF2B5EF4-FFF2-40B4-BE49-F238E27FC236}">
                <a16:creationId xmlns:a16="http://schemas.microsoft.com/office/drawing/2014/main" id="{F9A6A279-98CF-3D87-351B-D2E66DFE1E2B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716177" y="4192219"/>
            <a:ext cx="1417428" cy="52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009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2556926">
            <a:off x="3969254" y="-5307504"/>
            <a:ext cx="12339638" cy="1233963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20601234">
            <a:off x="5881465" y="3940239"/>
            <a:ext cx="2971800" cy="25908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746367">
            <a:off x="7456111" y="2013128"/>
            <a:ext cx="3568700" cy="3111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B1CFA7-C0F8-ACE8-D2E1-0B539AF74840}"/>
              </a:ext>
            </a:extLst>
          </p:cNvPr>
          <p:cNvSpPr txBox="1"/>
          <p:nvPr/>
        </p:nvSpPr>
        <p:spPr bwMode="auto">
          <a:xfrm>
            <a:off x="425254" y="1125006"/>
            <a:ext cx="4147289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4800" b="1" i="0" baseline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Благодарим</a:t>
            </a:r>
            <a:br>
              <a:rPr lang="ru-RU" dirty="0"/>
            </a:br>
            <a:r>
              <a:rPr lang="ru-RU" dirty="0"/>
              <a:t>за внимание!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4D2B09-9609-EE8A-C6FF-C4375D4E3C4E}"/>
              </a:ext>
            </a:extLst>
          </p:cNvPr>
          <p:cNvSpPr txBox="1"/>
          <p:nvPr/>
        </p:nvSpPr>
        <p:spPr bwMode="auto">
          <a:xfrm>
            <a:off x="454129" y="2612430"/>
            <a:ext cx="2394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dirty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Сделано в </a:t>
            </a:r>
            <a:r>
              <a:rPr lang="en-US" dirty="0" err="1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SberUser</a:t>
            </a:r>
            <a:endParaRPr lang="ru-RU" dirty="0">
              <a:solidFill>
                <a:schemeClr val="bg1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B8172D4-D4D3-B20D-F339-F28D6BB7D72C}"/>
              </a:ext>
            </a:extLst>
          </p:cNvPr>
          <p:cNvGrpSpPr/>
          <p:nvPr/>
        </p:nvGrpSpPr>
        <p:grpSpPr>
          <a:xfrm>
            <a:off x="550863" y="4264607"/>
            <a:ext cx="3361381" cy="2040713"/>
            <a:chOff x="523334" y="3253959"/>
            <a:chExt cx="3361381" cy="2040713"/>
          </a:xfrm>
        </p:grpSpPr>
        <p:sp>
          <p:nvSpPr>
            <p:cNvPr id="6" name="Скругленный прямоугольник 5">
              <a:extLst>
                <a:ext uri="{FF2B5EF4-FFF2-40B4-BE49-F238E27FC236}">
                  <a16:creationId xmlns:a16="http://schemas.microsoft.com/office/drawing/2014/main" id="{4F5A2EF3-938A-D020-881C-DAE7D3BD479F}"/>
                </a:ext>
              </a:extLst>
            </p:cNvPr>
            <p:cNvSpPr/>
            <p:nvPr/>
          </p:nvSpPr>
          <p:spPr bwMode="auto">
            <a:xfrm>
              <a:off x="523334" y="3253959"/>
              <a:ext cx="2764379" cy="2040713"/>
            </a:xfrm>
            <a:prstGeom prst="roundRect">
              <a:avLst>
                <a:gd name="adj" fmla="val 8165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20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1F18295-BEA4-8D8D-8B5D-94586EB18317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Больше элементов</a:t>
              </a:r>
              <a:b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latin typeface="SB Sans Text" panose="020B0503040504020204" pitchFamily="34" charset="0"/>
                  <a:cs typeface="SB Sans Text" panose="020B0503040504020204" pitchFamily="34" charset="0"/>
                </a:rPr>
                <a:t>для фонов и дизайна:</a:t>
              </a:r>
              <a:endParaRPr sz="1600" dirty="0">
                <a:solidFill>
                  <a:srgbClr val="56FF71"/>
                </a:solidFill>
                <a:latin typeface="SB Sans Text" panose="020B0503040504020204" pitchFamily="34" charset="0"/>
                <a:cs typeface="SB Sans Text" panose="020B0503040504020204" pitchFamily="34" charset="0"/>
              </a:endParaRPr>
            </a:p>
          </p:txBody>
        </p:sp>
        <p:sp>
          <p:nvSpPr>
            <p:cNvPr id="10" name="Полилиния: фигура 300">
              <a:extLst>
                <a:ext uri="{FF2B5EF4-FFF2-40B4-BE49-F238E27FC236}">
                  <a16:creationId xmlns:a16="http://schemas.microsoft.com/office/drawing/2014/main" id="{14317C22-CAB9-D1D7-6029-51034B16EAB6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56FF7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TextBox 10">
              <a:hlinkClick r:id="rId5"/>
              <a:extLst>
                <a:ext uri="{FF2B5EF4-FFF2-40B4-BE49-F238E27FC236}">
                  <a16:creationId xmlns:a16="http://schemas.microsoft.com/office/drawing/2014/main" id="{7BD3D2CB-BD2A-D758-F67E-5E9242F552F6}"/>
                </a:ext>
              </a:extLst>
            </p:cNvPr>
            <p:cNvSpPr txBox="1"/>
            <p:nvPr/>
          </p:nvSpPr>
          <p:spPr bwMode="auto">
            <a:xfrm>
              <a:off x="652292" y="4674440"/>
              <a:ext cx="8531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1600">
                  <a:solidFill>
                    <a:srgbClr val="56FF71"/>
                  </a:solidFill>
                  <a:latin typeface="SB Sans Text" panose="020B0503040504020204" pitchFamily="34" charset="0"/>
                  <a:cs typeface="SB Sans Text" panose="020B0503040504020204" pitchFamily="34" charset="0"/>
                </a:defRPr>
              </a:lvl1pPr>
            </a:lstStyle>
            <a:p>
              <a:r>
                <a:rPr lang="ru-RU" sz="1800" dirty="0"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Диск</a:t>
              </a:r>
              <a:endParaRPr sz="1800" dirty="0"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  <p:sp>
          <p:nvSpPr>
            <p:cNvPr id="12" name="TextBox 11">
              <a:hlinkClick r:id="rId6"/>
              <a:extLst>
                <a:ext uri="{FF2B5EF4-FFF2-40B4-BE49-F238E27FC236}">
                  <a16:creationId xmlns:a16="http://schemas.microsoft.com/office/drawing/2014/main" id="{16EEBF50-F608-4365-905F-F22180F2E393}"/>
                </a:ext>
              </a:extLst>
            </p:cNvPr>
            <p:cNvSpPr txBox="1"/>
            <p:nvPr/>
          </p:nvSpPr>
          <p:spPr bwMode="auto">
            <a:xfrm>
              <a:off x="2269218" y="4674440"/>
              <a:ext cx="8531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en-US" dirty="0" err="1">
                  <a:solidFill>
                    <a:srgbClr val="56FF71"/>
                  </a:solidFill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Pixso</a:t>
              </a:r>
              <a:endParaRPr dirty="0">
                <a:solidFill>
                  <a:srgbClr val="56FF7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3189C7-E24F-D86E-0DF9-EE548F2B9E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rot="6694321">
            <a:off x="5701182" y="1774889"/>
            <a:ext cx="700497" cy="7307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Пользовательские 1">
      <a:dk1>
        <a:srgbClr val="000000"/>
      </a:dk1>
      <a:lt1>
        <a:srgbClr val="FFFFFF"/>
      </a:lt1>
      <a:dk2>
        <a:srgbClr val="0D0658"/>
      </a:dk2>
      <a:lt2>
        <a:srgbClr val="ED692B"/>
      </a:lt2>
      <a:accent1>
        <a:srgbClr val="00ADEE"/>
      </a:accent1>
      <a:accent2>
        <a:srgbClr val="20BA71"/>
      </a:accent2>
      <a:accent3>
        <a:srgbClr val="A0E720"/>
      </a:accent3>
      <a:accent4>
        <a:srgbClr val="2F97AD"/>
      </a:accent4>
      <a:accent5>
        <a:srgbClr val="64E9E9"/>
      </a:accent5>
      <a:accent6>
        <a:srgbClr val="FAED00"/>
      </a:accent6>
      <a:hlink>
        <a:srgbClr val="33AC8B"/>
      </a:hlink>
      <a:folHlink>
        <a:srgbClr val="00A523"/>
      </a:folHlink>
    </a:clrScheme>
    <a:fontScheme name="SB Sans">
      <a:majorFont>
        <a:latin typeface="SB Sans Display"/>
        <a:ea typeface=""/>
        <a:cs typeface=""/>
      </a:majorFont>
      <a:minorFont>
        <a:latin typeface="SB San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70000">
              <a:srgbClr val="43C690"/>
            </a:gs>
            <a:gs pos="32000">
              <a:srgbClr val="1EB8AD"/>
            </a:gs>
            <a:gs pos="100000">
              <a:srgbClr val="A8E45D"/>
            </a:gs>
            <a:gs pos="0">
              <a:srgbClr val="15A8D7"/>
            </a:gs>
          </a:gsLst>
          <a:lin ang="18000000" scaled="0"/>
        </a:gradFill>
        <a:ln>
          <a:noFill/>
        </a:ln>
      </a:spPr>
      <a:bodyPr rtlCol="0" anchor="ctr"/>
      <a:lstStyle>
        <a:defPPr algn="ctr">
          <a:defRPr dirty="0">
            <a:solidFill>
              <a:srgbClr val="000333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Тема1" id="{AEBB4066-2AF6-BD49-BAE5-218522F2F220}" vid="{77E27D13-7DCD-D443-A851-4441555DB502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5739</TotalTime>
  <Words>2786</Words>
  <Application>Microsoft Macintosh PowerPoint</Application>
  <DocSecurity>0</DocSecurity>
  <PresentationFormat>Широкоэкранный</PresentationFormat>
  <Paragraphs>616</Paragraphs>
  <Slides>56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7" baseType="lpstr">
      <vt:lpstr>Arial</vt:lpstr>
      <vt:lpstr>SB Sans Text Light</vt:lpstr>
      <vt:lpstr>Calibri</vt:lpstr>
      <vt:lpstr>SB Sans Text Medium</vt:lpstr>
      <vt:lpstr>SB Sans Display Semibold</vt:lpstr>
      <vt:lpstr>SBSansDisplay-Light</vt:lpstr>
      <vt:lpstr>SB Sans Text</vt:lpstr>
      <vt:lpstr>SB Sans Display</vt:lpstr>
      <vt:lpstr>SB Sans Display Light</vt:lpstr>
      <vt:lpstr>SB Sans Text Semibold</vt:lpstr>
      <vt:lpstr>Тема1</vt:lpstr>
      <vt:lpstr>Презентация PowerPoint</vt:lpstr>
      <vt:lpstr>Цветовая палитра</vt:lpstr>
      <vt:lpstr>SB Sans Display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Разделительный слайд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Логвиненко Эдуард Константинович</dc:creator>
  <cp:keywords/>
  <dc:description/>
  <cp:lastModifiedBy>Логвиненко Эдуард Константинович</cp:lastModifiedBy>
  <cp:revision>123</cp:revision>
  <dcterms:created xsi:type="dcterms:W3CDTF">2024-12-24T09:59:51Z</dcterms:created>
  <dcterms:modified xsi:type="dcterms:W3CDTF">2026-05-15T09:15:08Z</dcterms:modified>
  <cp:category/>
  <dc:identifier/>
  <cp:contentStatus/>
  <dc:language/>
  <cp:version/>
</cp:coreProperties>
</file>