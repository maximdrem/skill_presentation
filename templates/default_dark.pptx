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xmlns:ns1="http://schemas.microsoft.com/office/powerpoint/2010/main" xmlns:ns2="http://schemas.microsoft.com/office/powerpoint/2012/main" embedTrueTypeFonts="1" autoCompressPictures="0">
  <p:sldMasterIdLst>
    <p:sldMasterId id="2147483662" r:id="rId1"/>
  </p:sldMasterIdLst>
  <p:notesMasterIdLst>
    <p:notesMasterId r:id="rId58"/>
  </p:notesMasterIdLst>
  <p:handoutMasterIdLst>
    <p:handoutMasterId r:id="rId59"/>
  </p:handoutMasterIdLst>
  <p:sldIdLst>
    <p:sldId id="1468" r:id="rId2"/>
    <p:sldId id="1463" r:id="rId3"/>
    <p:sldId id="1437" r:id="rId4"/>
    <p:sldId id="1438" r:id="rId5"/>
    <p:sldId id="1439" r:id="rId6"/>
    <p:sldId id="1440" r:id="rId7"/>
    <p:sldId id="1443" r:id="rId8"/>
    <p:sldId id="1444" r:id="rId9"/>
    <p:sldId id="272" r:id="rId10"/>
    <p:sldId id="1446" r:id="rId11"/>
    <p:sldId id="1447" r:id="rId12"/>
    <p:sldId id="1448" r:id="rId13"/>
    <p:sldId id="1449" r:id="rId14"/>
    <p:sldId id="1450" r:id="rId15"/>
    <p:sldId id="1451" r:id="rId16"/>
    <p:sldId id="1452" r:id="rId17"/>
    <p:sldId id="271" r:id="rId18"/>
    <p:sldId id="257" r:id="rId19"/>
    <p:sldId id="259" r:id="rId20"/>
    <p:sldId id="258" r:id="rId21"/>
    <p:sldId id="293" r:id="rId22"/>
    <p:sldId id="260" r:id="rId23"/>
    <p:sldId id="261" r:id="rId24"/>
    <p:sldId id="264" r:id="rId25"/>
    <p:sldId id="288" r:id="rId26"/>
    <p:sldId id="262" r:id="rId27"/>
    <p:sldId id="1462" r:id="rId28"/>
    <p:sldId id="1453" r:id="rId29"/>
    <p:sldId id="1459" r:id="rId30"/>
    <p:sldId id="318" r:id="rId31"/>
    <p:sldId id="319" r:id="rId32"/>
    <p:sldId id="304" r:id="rId33"/>
    <p:sldId id="305" r:id="rId34"/>
    <p:sldId id="310" r:id="rId35"/>
    <p:sldId id="309" r:id="rId36"/>
    <p:sldId id="311" r:id="rId37"/>
    <p:sldId id="312" r:id="rId38"/>
    <p:sldId id="313" r:id="rId39"/>
    <p:sldId id="1454" r:id="rId40"/>
    <p:sldId id="1455" r:id="rId41"/>
    <p:sldId id="1456" r:id="rId42"/>
    <p:sldId id="325" r:id="rId43"/>
    <p:sldId id="327" r:id="rId44"/>
    <p:sldId id="1465" r:id="rId45"/>
    <p:sldId id="1457" r:id="rId46"/>
    <p:sldId id="1458" r:id="rId47"/>
    <p:sldId id="338" r:id="rId48"/>
    <p:sldId id="339" r:id="rId49"/>
    <p:sldId id="340" r:id="rId50"/>
    <p:sldId id="342" r:id="rId51"/>
    <p:sldId id="345" r:id="rId52"/>
    <p:sldId id="346" r:id="rId53"/>
    <p:sldId id="1466" r:id="rId54"/>
    <p:sldId id="1467" r:id="rId55"/>
    <p:sldId id="1469" r:id="rId56"/>
    <p:sldId id="1460" r:id="rId57"/>
  </p:sldIdLst>
  <p:sldSz cx="12192000" cy="6858000"/>
  <p:notesSz cx="12192000" cy="6858000"/>
  <p:embeddedFontLst>
    <p:embeddedFont>
      <p:font typeface="SB Sans Display" panose="020B0503040504020204" pitchFamily="34" charset="0"/>
      <p:regular r:id="rId60"/>
      <p:bold r:id="rId61"/>
    </p:embeddedFont>
    <p:embeddedFont>
      <p:font typeface="SB Sans Display Light" panose="020B0303040504020204" pitchFamily="34" charset="0"/>
      <p:regular r:id="rId62"/>
    </p:embeddedFont>
    <p:embeddedFont>
      <p:font typeface="SB Sans Display Semibold" panose="020B0503040504020204" pitchFamily="34" charset="0"/>
      <p:regular r:id="rId63"/>
      <p:bold r:id="rId64"/>
    </p:embeddedFont>
    <p:embeddedFont>
      <p:font typeface="SB Sans Text" panose="020B0503040504020204" pitchFamily="34" charset="0"/>
      <p:regular r:id="rId65"/>
      <p:bold r:id="rId66"/>
      <p:italic r:id="rId67"/>
      <p:boldItalic r:id="rId68"/>
    </p:embeddedFont>
    <p:embeddedFont>
      <p:font typeface="SB Sans Text Light" panose="020B0303040504020204" pitchFamily="34" charset="0"/>
      <p:regular r:id="rId69"/>
      <p:italic r:id="rId70"/>
    </p:embeddedFont>
    <p:embeddedFont>
      <p:font typeface="SB Sans Text Medium" panose="020B0503040504020204" pitchFamily="34" charset="0"/>
      <p:regular r:id="rId71"/>
    </p:embeddedFont>
    <p:embeddedFont>
      <p:font typeface="SB Sans Text Semibold" panose="020B0503040504020204" pitchFamily="34" charset="0"/>
      <p:regular r:id="rId72"/>
      <p:bold r:id="rId73"/>
      <p:italic r:id="rId74"/>
      <p:boldItalic r:id="rId75"/>
    </p:embeddedFont>
    <p:embeddedFont>
      <p:font typeface="SBSansDisplay-Light" panose="020B0503040504020204" pitchFamily="34" charset="0"/>
      <p:regular r:id="rId7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1:sectionLst>
        <ns1:section name="General" id="{22CC9C37-6F57-1942-BCD8-73E087642CEC}">
          <ns1:sldIdLst>
            <ns1:sldId id="1468"/>
          </ns1:sldIdLst>
        </ns1:section>
        <ns1:section name="Элементы" id="{FCDB1E2F-1EC3-D34C-8BA2-4D02BF810EAE}">
          <ns1:sldIdLst>
            <ns1:sldId id="1463"/>
            <ns1:sldId id="1437"/>
            <ns1:sldId id="1438"/>
            <ns1:sldId id="1439"/>
            <ns1:sldId id="1440"/>
            <ns1:sldId id="1443"/>
            <ns1:sldId id="1444"/>
            <ns1:sldId id="272"/>
            <ns1:sldId id="1446"/>
            <ns1:sldId id="1447"/>
            <ns1:sldId id="1448"/>
            <ns1:sldId id="1449"/>
            <ns1:sldId id="1450"/>
            <ns1:sldId id="1451"/>
            <ns1:sldId id="1452"/>
            <ns1:sldId id="271"/>
          </ns1:sldIdLst>
        </ns1:section>
        <ns1:section name="Разделители" id="{BF1577A6-5926-2C42-87A6-8890D7536B01}">
          <ns1:sldIdLst>
            <ns1:sldId id="257"/>
            <ns1:sldId id="259"/>
            <ns1:sldId id="258"/>
            <ns1:sldId id="293"/>
          </ns1:sldIdLst>
        </ns1:section>
        <ns1:section name="Текст" id="{6FFE1352-8B79-DE43-8F36-010818B78429}">
          <ns1:sldIdLst>
            <ns1:sldId id="260"/>
            <ns1:sldId id="261"/>
            <ns1:sldId id="264"/>
            <ns1:sldId id="288"/>
            <ns1:sldId id="262"/>
            <ns1:sldId id="1462"/>
            <ns1:sldId id="1453"/>
            <ns1:sldId id="1459"/>
            <ns1:sldId id="318"/>
            <ns1:sldId id="319"/>
          </ns1:sldIdLst>
        </ns1:section>
        <ns1:section name="Фото" id="{965C53C9-F4B1-B949-8AFD-332C27ED0612}">
          <ns1:sldIdLst>
            <ns1:sldId id="304"/>
            <ns1:sldId id="305"/>
            <ns1:sldId id="310"/>
            <ns1:sldId id="309"/>
            <ns1:sldId id="311"/>
            <ns1:sldId id="312"/>
            <ns1:sldId id="313"/>
            <ns1:sldId id="1454"/>
          </ns1:sldIdLst>
        </ns1:section>
        <ns1:section name="Карточки" id="{04E5C437-E3D9-1746-B1BA-50115E54AB9B}">
          <ns1:sldIdLst>
            <ns1:sldId id="1455"/>
            <ns1:sldId id="1456"/>
            <ns1:sldId id="325"/>
            <ns1:sldId id="327"/>
          </ns1:sldIdLst>
        </ns1:section>
        <ns1:section name="Таблицы" id="{CEAA8852-9645-DE4D-9EE3-BD0DC8F120C6}">
          <ns1:sldIdLst>
            <ns1:sldId id="1465"/>
            <ns1:sldId id="1457"/>
            <ns1:sldId id="1458"/>
          </ns1:sldIdLst>
        </ns1:section>
        <ns1:section name="Графики" id="{07FA13C4-1ADD-1745-B469-DEBA7B660A99}">
          <ns1:sldIdLst>
            <ns1:sldId id="338"/>
            <ns1:sldId id="339"/>
            <ns1:sldId id="340"/>
            <ns1:sldId id="342"/>
            <ns1:sldId id="345"/>
            <ns1:sldId id="346"/>
            <ns1:sldId id="1466"/>
            <ns1:sldId id="1467"/>
          </ns1:sldIdLst>
        </ns1:section>
        <ns1:section name="Раздел без заголовка" id="{AEF26E0D-EBD9-8F47-892A-76229B72CA21}">
          <ns1:sldIdLst>
            <ns1:sldId id="1469"/>
            <ns1:sldId id="1460"/>
          </ns1:sldIdLst>
        </ns1:section>
      </ns1:sectionLst>
    </p:ext>
    <p:ext uri="{EFAFB233-063F-42B5-8137-9DF3F51BA10A}">
      <ns2:sldGuideLst>
        <ns2:guide id="2" pos="347" userDrawn="1">
          <ns2:clr>
            <a:srgbClr val="A4A3A4"/>
          </ns2:clr>
        </ns2:guide>
        <ns2:guide id="3" orient="horz" pos="777" userDrawn="1">
          <ns2:clr>
            <a:srgbClr val="A4A3A4"/>
          </ns2:clr>
        </ns2:guide>
        <ns2:guide id="7" orient="horz" pos="3475" userDrawn="1">
          <ns2:clr>
            <a:srgbClr val="A4A3A4"/>
          </ns2:clr>
        </ns2:guide>
        <ns2:guide id="8" orient="horz" pos="1389" userDrawn="1">
          <ns2:clr>
            <a:srgbClr val="A4A3A4"/>
          </ns2:clr>
        </ns2:guide>
        <ns2:guide id="23" pos="4997" userDrawn="1">
          <ns2:clr>
            <a:srgbClr val="A4A3A4"/>
          </ns2:clr>
        </ns2:guide>
        <ns2:guide id="24" pos="688" userDrawn="1">
          <ns2:clr>
            <a:srgbClr val="A4A3A4"/>
          </ns2:clr>
        </ns2:guide>
        <ns2:guide id="28" orient="horz" pos="2115" userDrawn="1">
          <ns2:clr>
            <a:srgbClr val="A4A3A4"/>
          </ns2:clr>
        </ns2:guide>
        <ns2:guide id="29" orient="horz" pos="2341" userDrawn="1">
          <ns2:clr>
            <a:srgbClr val="A4A3A4"/>
          </ns2:clr>
        </ns2:guide>
        <ns2:guide id="31" pos="1005" userDrawn="1">
          <ns2:clr>
            <a:srgbClr val="A4A3A4"/>
          </ns2:clr>
        </ns2:guide>
        <ns2:guide id="32" pos="1844" userDrawn="1">
          <ns2:clr>
            <a:srgbClr val="A4A3A4"/>
          </ns2:clr>
        </ns2:guide>
        <ns2:guide id="33" pos="2071" userDrawn="1">
          <ns2:clr>
            <a:srgbClr val="A4A3A4"/>
          </ns2:clr>
        </ns2:guide>
        <ns2:guide id="34" pos="2706" userDrawn="1">
          <ns2:clr>
            <a:srgbClr val="A4A3A4"/>
          </ns2:clr>
        </ns2:guide>
        <ns2:guide id="35" pos="3069" userDrawn="1">
          <ns2:clr>
            <a:srgbClr val="A4A3A4"/>
          </ns2:clr>
        </ns2:guide>
        <ns2:guide id="37" pos="4248" userDrawn="1">
          <ns2:clr>
            <a:srgbClr val="A4A3A4"/>
          </ns2:clr>
        </ns2:guide>
        <ns2:guide id="38" pos="4520" userDrawn="1">
          <ns2:clr>
            <a:srgbClr val="A4A3A4"/>
          </ns2:clr>
        </ns2:guide>
        <ns2:guide id="40" pos="5518" userDrawn="1">
          <ns2:clr>
            <a:srgbClr val="A4A3A4"/>
          </ns2:clr>
        </ns2:guide>
        <ns2:guide id="42" pos="7083" userDrawn="1">
          <ns2:clr>
            <a:srgbClr val="A4A3A4"/>
          </ns2:clr>
        </ns2:guide>
        <ns2:guide id="43" orient="horz" pos="1049" userDrawn="1">
          <ns2:clr>
            <a:srgbClr val="A4A3A4"/>
          </ns2:clr>
        </ns2:guide>
        <ns2:guide id="44" orient="horz" pos="1638" userDrawn="1">
          <ns2:clr>
            <a:srgbClr val="A4A3A4"/>
          </ns2:clr>
        </ns2:guide>
        <ns2:guide id="45" orient="horz" pos="1820" userDrawn="1">
          <ns2:clr>
            <a:srgbClr val="A4A3A4"/>
          </ns2:clr>
        </ns2:guide>
        <ns2:guide id="46" orient="horz" pos="2795" userDrawn="1">
          <ns2:clr>
            <a:srgbClr val="A4A3A4"/>
          </ns2:clr>
        </ns2:guide>
        <ns2:guide id="47" orient="horz" pos="2500" userDrawn="1">
          <ns2:clr>
            <a:srgbClr val="A4A3A4"/>
          </ns2:clr>
        </ns2:guide>
        <ns2:guide id="48" orient="horz" pos="3045" userDrawn="1">
          <ns2:clr>
            <a:srgbClr val="A4A3A4"/>
          </ns2:clr>
        </ns2:guide>
        <ns2:guide id="49" orient="horz" pos="3203" userDrawn="1">
          <ns2:clr>
            <a:srgbClr val="A4A3A4"/>
          </ns2:clr>
        </ns2:guide>
        <ns2:guide id="50" pos="3409" userDrawn="1">
          <ns2:clr>
            <a:srgbClr val="A4A3A4"/>
          </ns2:clr>
        </ns2:guide>
      </ns2:sldGuideLst>
    </p:ext>
  </p:extLst>
</p:presentation>
</file>

<file path=ppt/presProps.xml><?xml version="1.0" encoding="utf-8"?>
<p:presentationPr xmlns:p="http://schemas.openxmlformats.org/presentationml/2006/main" xmlns:a="http://schemas.openxmlformats.org/drawingml/2006/main" xmlns:ns1="http://schemas.microsoft.com/office/powerpoint/2010/main" xmlns:ns2="http://schemas.microsoft.com/office/powerpoint/2012/main">
  <p:clrMru>
    <a:srgbClr val="000000"/>
    <a:srgbClr val="62ECFF"/>
    <a:srgbClr val="16EA8F"/>
    <a:srgbClr val="FF3256"/>
    <a:srgbClr val="FF324A"/>
    <a:srgbClr val="DA2C20"/>
    <a:srgbClr val="FF3266"/>
    <a:srgbClr val="56FF71"/>
    <a:srgbClr val="FF5A36"/>
    <a:srgbClr val="D92D20"/>
  </p:clrMru>
  <p:extLst>
    <p:ext uri="{E76CE94A-603C-4142-B9EB-6D1370010A27}">
      <ns1:discardImageEditData val="0"/>
    </p:ext>
    <p:ext uri="{D31A062A-798A-4329-ABDD-BBA856620510}">
      <ns1:defaultImageDpi val="220"/>
    </p:ext>
    <p:ext uri="{FD5EFAAD-0ECE-453E-9831-46B23BE46B34}">
      <ns2:chartTrackingRefBased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1276"/>
    <p:restoredTop sz="97872"/>
  </p:normalViewPr>
  <p:slideViewPr>
    <p:cSldViewPr snapToGrid="0" showGuides="1">
      <p:cViewPr>
        <p:scale>
          <a:sx n="166" d="100"/>
          <a:sy n="166" d="100"/>
        </p:scale>
        <p:origin x="1392" y="1400"/>
      </p:cViewPr>
      <p:guideLst>
        <p:guide pos="347"/>
        <p:guide orient="horz" pos="777"/>
        <p:guide orient="horz" pos="3475"/>
        <p:guide orient="horz" pos="1389"/>
        <p:guide pos="4997"/>
        <p:guide pos="688"/>
        <p:guide orient="horz" pos="2115"/>
        <p:guide orient="horz" pos="2341"/>
        <p:guide pos="1005"/>
        <p:guide pos="1844"/>
        <p:guide pos="2071"/>
        <p:guide pos="2706"/>
        <p:guide pos="3069"/>
        <p:guide pos="4248"/>
        <p:guide pos="4520"/>
        <p:guide pos="5518"/>
        <p:guide pos="7083"/>
        <p:guide orient="horz" pos="1049"/>
        <p:guide orient="horz" pos="1638"/>
        <p:guide orient="horz" pos="1820"/>
        <p:guide orient="horz" pos="2795"/>
        <p:guide orient="horz" pos="2500"/>
        <p:guide orient="horz" pos="3045"/>
        <p:guide orient="horz" pos="3203"/>
        <p:guide pos="34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228" d="100"/>
          <a:sy n="228" d="100"/>
        </p:scale>
        <p:origin x="288" y="176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font" Target="fonts/font5.fntdata"/><Relationship Id="rId65" Type="http://schemas.openxmlformats.org/officeDocument/2006/relationships/font" Target="fonts/font6.fntdata"/><Relationship Id="rId66" Type="http://schemas.openxmlformats.org/officeDocument/2006/relationships/font" Target="fonts/font7.fntdata"/><Relationship Id="rId67" Type="http://schemas.openxmlformats.org/officeDocument/2006/relationships/font" Target="fonts/font8.fntdata"/><Relationship Id="rId68" Type="http://schemas.openxmlformats.org/officeDocument/2006/relationships/font" Target="fonts/font9.fntdata"/><Relationship Id="rId69" Type="http://schemas.openxmlformats.org/officeDocument/2006/relationships/font" Target="fonts/font10.fntdata"/><Relationship Id="rId70" Type="http://schemas.openxmlformats.org/officeDocument/2006/relationships/font" Target="fonts/font11.fntdata"/><Relationship Id="rId71" Type="http://schemas.openxmlformats.org/officeDocument/2006/relationships/font" Target="fonts/font12.fntdata"/><Relationship Id="rId72" Type="http://schemas.openxmlformats.org/officeDocument/2006/relationships/font" Target="fonts/font13.fntdata"/><Relationship Id="rId73" Type="http://schemas.openxmlformats.org/officeDocument/2006/relationships/font" Target="fonts/font14.fntdata"/><Relationship Id="rId74" Type="http://schemas.openxmlformats.org/officeDocument/2006/relationships/font" Target="fonts/font15.fntdata"/><Relationship Id="rId75" Type="http://schemas.openxmlformats.org/officeDocument/2006/relationships/font" Target="fonts/font16.fntdata"/><Relationship Id="rId76" Type="http://schemas.openxmlformats.org/officeDocument/2006/relationships/font" Target="fonts/font17.fntdata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ns1:creationId id="{1BC1E7CA-5EE1-3DA7-32C0-6F53CE36D8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ns1:creationId id="{9F8C8D15-B82F-FC52-0CD1-02BED144CF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B09B7-07BE-A148-91DF-01C04327BA5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ns1:creationId id="{3BFF98C1-C544-E550-4E51-6A793ACDDF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ns1:creationId id="{8C66E615-93FE-1272-C1B8-E41B5A56FA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1E0D8-B3AA-B840-886F-D7386865B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ns2:creationId val="3739718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ns3:sldGuideLst>
        <ns3:guide id="1" orient="horz" pos="2160" userDrawn="1">
          <ns3:clr>
            <a:srgbClr val="F26B43"/>
          </ns3:clr>
        </ns3:guide>
        <ns3:guide id="2" pos="3840" userDrawn="1">
          <ns3:clr>
            <a:srgbClr val="F26B43"/>
          </ns3:clr>
        </ns3:guide>
      </ns3:sldGuideLst>
    </p:ext>
  </p:extLst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 xmlns:ns1="http://schemas.microsoft.com/office/powerpoint/2010/main" xmlns:ns2="http://schemas.microsoft.com/office/powerpoint/2012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2BE0D-E82D-3346-AE7C-FC15429083E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F0184-B5B4-ED4F-B2C3-615CFD72CA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ns1:creationId val="3612325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ns2:sldGuideLst>
        <ns2:guide id="1" orient="horz" pos="2160" userDrawn="1">
          <ns2:clr>
            <a:srgbClr val="F26B43"/>
          </ns2:clr>
        </ns2:guide>
        <ns2:guide id="2" pos="3840" userDrawn="1">
          <ns2:clr>
            <a:srgbClr val="F26B43"/>
          </ns2:clr>
        </ns2:guide>
      </ns2:sldGuideLst>
    </p:ext>
  </p:extLst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7720ACB-1304-A327-0036-226AADBF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FFA88B7A-D652-3F7C-4D66-9DAF67868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FF5354BD-3B02-E76E-E301-598387D8C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0CFB1107-195F-7148-C3F7-588D2C79E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ns2:creationId val="1258891552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78A89C05-9721-D310-C428-C311A1FA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7521E8B3-3EE6-492F-B5CE-90E848E36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1E9197A5-5CAD-E0E2-72DA-FEE8FE0CC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A32FD60C-EBD0-5620-698F-C508F5A2A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ns2:creationId val="902008694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ns1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ns1:creationId val="2841294624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ns1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ns1:creationId val="255838756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9E0DE03-6F6B-31AC-F33D-F26259DE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8CCA2967-C05D-52AA-7D69-F5A32EA25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AA4B8BC8-17AE-B7D0-BDA0-9C1EBF038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A22C1B54-82D9-6EBF-19D7-01C2DFD6F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ns2:creationId val="3508281089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D2B6B943-4FDB-8E0A-1613-DB0177B6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B26A1399-DAA6-BE36-8C38-C05AA53A5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DBB2FAC9-12B0-A297-B16E-019F91F89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97C26854-7A07-45CB-7CA4-F8232F355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ns2:creationId val="2228198510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FBF9226-D62D-5748-9956-DC4DD2972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63DE06F4-E4B8-5275-254F-C25502CDB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D0ADB300-BC57-29D8-10C8-0F0685BE8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1EB63DAE-548E-7E9B-BEE6-C6F5922BC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ns2:creationId val="628774489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D7483B52-FE87-2E61-0EF8-F8240A9E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5C2C0383-BF36-EE10-EFEA-593E017C3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56E74815-D956-6BF9-88B6-20468AC6F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62DACA8E-BE99-B47A-4D1D-3F455100C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ns2:creationId val="2979310062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92990DB1-942A-E78B-01F8-8181B9EF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39806F1C-CB0A-9338-FD11-ADFCAA608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5C388D5C-755C-34C6-AEEF-EB5C57BF1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113A2CA8-D2F7-5BFA-CF73-4FD7BF485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ns2:creationId val="567856015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68329C83-84D0-5FCD-B983-24A5F203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83D94EF4-4ACC-2655-B7B2-95FFF9DE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F7B68873-FEDF-640A-3A5E-B21D2434F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65B79BE2-EF8F-1E21-BA7E-7D3DADE7B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ns2:creationId val="793594905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F78F3AFD-D79F-4E6B-D7A9-1E9D0C38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FA9576CE-E145-F4AE-8B7D-13AA068D7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E945BA87-3590-3F8B-B7DA-38ED6C74B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C9FC661A-E74C-2713-FD96-1BDED01AA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ns2:creationId val="2980622242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ns1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ns1:creationId val="982094328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ns1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ns1:creationId val="3405787076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6EE18503-1048-893D-ED8F-2702B2AE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ACE7473B-C6C9-CEB4-83F0-B808F98EA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86DD26DD-5DF6-547A-17FF-C56C77705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9774ECBF-858E-3239-43C8-AADFB7A49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ns2:creationId val="1241506614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848BB4F-5467-B4F3-F703-63DAAB30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4F438717-A1BD-D0F1-A830-B4921E438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DC0183E8-50D7-80E0-A005-687248D0F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631F80BD-5F11-6C2C-2797-24B683DF8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ns2:creationId val="3463179570"/>
      </p:ext>
    </p:extLst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ns1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ns1:creationId val="61963550"/>
      </p:ext>
    </p:extLst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BE2CD79-72D0-B4BE-CC73-BC85183B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37837174-4872-651A-E0FF-DF914698E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1AE2C073-125B-4403-E82A-338F4C0D9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F666BFA5-38CC-7E3C-74D6-C4B99E604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ns2:creationId val="536373323"/>
      </p:ext>
    </p:extLst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906F4C8B-FC05-63C2-5F3A-D1D6B51D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35A118E3-745E-E23C-99C2-A54FF28C3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918E3BD0-46A4-D382-A533-3348DA56A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3F2D81FF-3AB6-BFEC-82B6-EACCA21DD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ns2:creationId val="748865614"/>
      </p:ext>
    </p:extLst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BF68FC5C-739E-26F1-0B6B-96D2D366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21962E0C-A548-158E-0315-0C721B2A8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87542135-0EA3-44A0-D119-2CF50A5CC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C315F3CC-11EB-2A03-FA09-ECFC9AD3F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ns2:creationId val="277807271"/>
      </p:ext>
    </p:extLst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DBD3E8F9-28A7-0D75-F06B-2E01A174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A6771374-77AE-84AA-9F8C-537E13139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849C9D97-5E5D-3184-A7F6-DB520738C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8B6FB2D7-BA71-9545-6E4F-855AF07F5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ns2:creationId val="2515276297"/>
      </p:ext>
    </p:extLst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A38009B6-9E21-87B1-12B8-AFF59D76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B28E002C-E06D-7370-50E7-B05F3E68F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353B232F-0175-0D30-BFBD-81E2997EE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40FAE525-4A62-95A7-0D57-AF47473E6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ns2:creationId val="3588228850"/>
      </p:ext>
    </p:extLst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AA27E1A0-4057-E0A4-3AA6-35668106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193F69AA-5630-1E44-D19A-F8724B1B7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E4B06B78-E20B-5AB8-11C8-3EA3E24E3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C9B2DD8E-BBEB-DDC7-BFA2-9AA216E75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ns2:creationId val="3216210927"/>
      </p:ext>
    </p:extLst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81102875-3E06-F865-46A2-F8E6E410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ADB1C4F0-4C39-5973-1EBB-4D2920F1C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D94A0894-6174-3449-4979-D62F8F94E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DCF94D71-316B-2E69-AADF-36ADEDF1A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ns2:creationId val="1403101816"/>
      </p:ext>
    </p:extLst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84DAF3BC-F77F-870B-2A5A-E267454E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952EB275-D983-D3C9-F9CF-73369C586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CDF8F0B3-84E2-1BA2-4A56-EE4768079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6E7696BF-0714-45B6-D054-81B1D9584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ns2:creationId val="1771807826"/>
      </p:ext>
    </p:extLst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8924B363-3795-3427-8E0C-36FF2360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D5C78296-C85B-9E99-6F6E-943DBC12E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8E7D553C-2081-B1BE-E50B-324D2F44C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667BA1B0-FCF9-30E3-F94D-5123C0FAE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ns2:creationId val="2937312773"/>
      </p:ext>
    </p:extLst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240E5F4F-532A-323B-3ECB-1AE5EA197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DF7F4EC0-AF33-348E-735E-AD9BB989A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59EE7853-E164-DCA5-6151-68510B6CF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0FC859DA-D4E6-AB7F-8D96-CFC38053A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ns2:creationId val="1419120437"/>
      </p:ext>
    </p:extLst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2E1D0A47-05CF-0179-1E69-DD7A8C7C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0BDCE8F0-B5CA-C6A3-05BA-72BED01F7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2F3AD8B7-632E-E021-E334-FFEB3C4F5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EF8A09F7-042F-8A16-736F-9772AA2B1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ns2:creationId val="831872822"/>
      </p:ext>
    </p:extLst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 xmlns:ns1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ns1:creationId val="2987427071"/>
      </p:ext>
    </p:extLst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5E8A166D-7C31-7657-9CEE-17AE7E44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7DCFAC07-E152-C946-B5E5-6B863CBE5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A12D4F31-9BF3-F01C-40A0-01AE01CC2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F7325AED-5168-5B05-FD64-AE5F07796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ns2:creationId val="468855600"/>
      </p:ext>
    </p:extLst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19C23684-A14A-9854-2BB5-536D7822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D86F7E87-31ED-5901-ADF9-436F16FE2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26402B0A-80CB-E88D-D103-428AD6CD0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DEB84F48-3E91-5004-4A44-7219C497E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ns2:creationId val="1330170593"/>
      </p:ext>
    </p:extLst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E1A23499-1810-29D8-6E26-72B7D356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B8DEA4BE-D8B4-3A2B-D82B-1EFF697DB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79C9CD68-1502-ED17-E3BF-B31EBA6F1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EFF2F1C4-06A0-CD2E-6F70-5AB481B98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ns2:creationId val="2818469121"/>
      </p:ext>
    </p:extLst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11C80A41-A87D-1A9D-FA33-1DD77C0F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951A6779-F2D0-9B69-6D6D-67C4F4E7E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6D7A5DB0-522F-214E-71C0-1C7FD83FB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29E075BE-B9E9-A75E-5505-ABA885BED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ns2:creationId val="333515478"/>
      </p:ext>
    </p:extLst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ED019558-818A-F554-5277-DF2628C1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10F5BC4E-47BB-BC55-F3AA-BC1C6565A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AAE93985-FCD3-94F4-77C2-A94E6AD75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980822CE-1BFC-AD25-5345-A7976257A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ns2:creationId val="3642407276"/>
      </p:ext>
    </p:extLst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2E627C8D-74D6-E369-DEC4-E8187608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F013FCB3-7A66-CF02-F2AE-0C2A80377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94D7BC3C-D60F-2B30-D06A-6F9A28FBE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BF01BA0D-6276-BC46-4360-2359D6757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ns2:creationId val="1628698305"/>
      </p:ext>
    </p:extLst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C9B4128-B467-5CC0-397B-8F1BAFE69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1F7DEF38-8A47-8864-B10C-75EA5DEBC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015BA654-A823-EB3B-C9CB-E65A33249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9E838B24-9352-F23D-CC8F-4D2B81CC6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ns2:creationId val="3577601300"/>
      </p:ext>
    </p:extLst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F4BEFCBB-00A3-3F58-39C6-18C49A5C1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0153CC9D-A122-9376-96C4-C4289FEA3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EAD7D752-3726-611C-7769-281A54AFE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62CD184C-ABED-E11B-F232-E48575531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ns2:creationId val="3134055773"/>
      </p:ext>
    </p:extLst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8DB21DF6-6EFD-D390-3654-786A4A63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562B4FEE-C16E-E9A5-B808-24FC340FE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301AA144-6C5D-C7BB-236D-01034D8D3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F04BFF3D-E42D-1F90-5C60-D63BD75E7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ns2:creationId val="3763182135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preserve="1">
  <p:cSld name="Дополнительный слайд светлы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76000" y="727199"/>
            <a:ext cx="11032904" cy="878400"/>
          </a:xfrm>
          <a:prstGeom prst="rect">
            <a:avLst/>
          </a:prstGeom>
        </p:spPr>
        <p:txBody>
          <a:bodyPr lIns="0" anchor="t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400" b="1" i="0" kern="1200" baseline="0" dirty="0">
                <a:solidFill>
                  <a:schemeClr val="tx1"/>
                </a:solidFill>
                <a:latin typeface="SB Sans Display Semibold" panose="020B0503040504020204" pitchFamily="34" charset="0"/>
                <a:ea typeface="+mj-ea"/>
                <a:cs typeface="SB Sans Display Semibold" panose="020B0503040504020204" pitchFamily="34" charset="0"/>
              </a:defRPr>
            </a:lvl1pPr>
          </a:lstStyle>
          <a:p>
            <a:r>
              <a:rPr lang="ru-RU" dirty="0"/>
              <a:t/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76000" y="2027582"/>
            <a:ext cx="11032904" cy="4174526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SB Sans Text Light" panose="020B0303040504020204" pitchFamily="34" charset="77"/>
                <a:cs typeface="SB Sans Text Light" panose="020B0303040504020204" pitchFamily="34" charset="77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94583C-1372-4011-817E-52B3A6677622}" type="slidenum">
              <a:rPr lang="ru-RU" smtClean="0"/>
              <a:pPr/>
              <a:t/>
            </a:fld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ns1:creationId id="{07E7CADD-4FB9-F646-A189-5CB6430FD37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76000" y="1616971"/>
            <a:ext cx="11032904" cy="287126"/>
          </a:xfrm>
        </p:spPr>
        <p:txBody>
          <a:bodyPr lIns="0" anchor="t" anchorCtr="0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SB Sans Text Light" panose="020B0303040504020204" pitchFamily="34" charset="77"/>
                <a:cs typeface="SB Sans Text Light" panose="020B03030405040202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829028507"/>
      </p:ext>
    </p:extLst>
  </p:cSld>
  <p:clrMapOvr>
    <a:masterClrMapping/>
  </p:clrMapOvr>
  <p:hf hdr="0" ftr="0" dt="0"/>
</p:sldLayout>
</file>

<file path=ppt/slideLayouts/slideLayout2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ns1:creationId id="{2570D549-CC0F-F7F7-1D14-D7F676FD4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1188" y="2981805"/>
            <a:ext cx="10515600" cy="692834"/>
          </a:xfrm>
          <a:prstGeom prst="rect">
            <a:avLst/>
          </a:prstGeom>
        </p:spPr>
        <p:txBody>
          <a:bodyPr/>
          <a:lstStyle>
            <a:lvl1pPr marL="0" algn="l" defTabSz="914400">
              <a:defRPr lang="ru-RU" sz="55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r>
              <a:rPr lang="ru-RU" dirty="0"/>
              <a:t/>
            </a:r>
          </a:p>
        </p:txBody>
      </p:sp>
      <p:sp>
        <p:nvSpPr>
          <p:cNvPr id="11" name="Текст 10">
            <a:extLst>
              <a:ext uri="{FF2B5EF4-FFF2-40B4-BE49-F238E27FC236}">
                <ns1:creationId id="{D5E00610-EAB0-25D9-6D5B-7D11FBD8DA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1188" y="3913859"/>
            <a:ext cx="5407025" cy="5047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0" i="0">
                <a:solidFill>
                  <a:schemeClr val="bg1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806370381"/>
      </p:ext>
    </p:extLst>
  </p:cSld>
  <p:clrMapOvr>
    <a:masterClrMapping/>
  </p:clrMapOvr>
  <p:extLst>
    <p:ext uri="{DCECCB84-F9BA-43D5-87BE-67443E8EF086}">
      <ns3:sldGuideLst>
        <ns3:guide id="1" orient="horz" pos="2183" userDrawn="1">
          <ns3:clr>
            <a:srgbClr val="FBAE40"/>
          </ns3:clr>
        </ns3:guide>
        <ns3:guide id="2" pos="597">
          <ns3:clr>
            <a:srgbClr val="FBAE40"/>
          </ns3:clr>
        </ns3:guide>
        <ns3:guide id="3" orient="horz" pos="618" userDrawn="1">
          <ns3:clr>
            <a:srgbClr val="FBAE40"/>
          </ns3:clr>
        </ns3:guide>
      </ns3:sldGuideLst>
    </p:ext>
  </p:extLst>
</p:sldLayout>
</file>

<file path=ppt/slideLayouts/slideLayout3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 userDrawn="1">
  <p:cSld name="Титульный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ns1:creationId id="{B7DE440B-5F4B-F01E-5128-3F49195CE0B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5955" y="4244082"/>
            <a:ext cx="5984587" cy="775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4800" b="1" i="0" dirty="0">
                <a:solidFill>
                  <a:schemeClr val="bg1"/>
                </a:solidFill>
                <a:latin typeface="SB Sans Display Semibold" panose="020B0503040504020204" pitchFamily="34" charset="0"/>
                <a:ea typeface="+mn-ea"/>
                <a:cs typeface="SB Sans Display Semibold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599003026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Разделительный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ns1:creationId id="{7A356348-0A1C-19B6-14AD-415C91E50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55" y="4244082"/>
            <a:ext cx="5984587" cy="775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4800" b="1" i="0" dirty="0">
                <a:solidFill>
                  <a:schemeClr val="bg1"/>
                </a:solidFill>
                <a:latin typeface="SB Sans Display Semibold" panose="020B0503040504020204" pitchFamily="34" charset="0"/>
                <a:ea typeface="+mn-ea"/>
                <a:cs typeface="SB Sans Display Semibold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3430411243"/>
      </p:ext>
    </p:extLst>
  </p:cSld>
  <p:clrMapOvr>
    <a:masterClrMapping/>
  </p:clrMapOvr>
  <p:extLst>
    <p:ext uri="{DCECCB84-F9BA-43D5-87BE-67443E8EF086}">
      <ns3:sldGuideLst>
        <ns3:guide id="1" orient="horz" pos="2999">
          <ns3:clr>
            <a:srgbClr val="FBAE40"/>
          </ns3:clr>
        </ns3:guide>
        <ns3:guide id="2" pos="347">
          <ns3:clr>
            <a:srgbClr val="FBAE40"/>
          </ns3:clr>
        </ns3:guide>
      </ns3:sldGuideLst>
    </p:ext>
  </p:extLst>
</p:sldLayout>
</file>

<file path=ppt/slideLayouts/slideLayout5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Разделительный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ns1:creationId id="{BB227342-4D3F-71CA-7674-DADB32FB6E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5955" y="4244082"/>
            <a:ext cx="5984587" cy="775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4800" b="1" i="0" dirty="0">
                <a:solidFill>
                  <a:schemeClr val="bg1"/>
                </a:solidFill>
                <a:latin typeface="SB Sans Display Semibold" panose="020B0503040504020204" pitchFamily="34" charset="0"/>
                <a:ea typeface="+mn-ea"/>
                <a:cs typeface="SB Sans Display Semibold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823587224"/>
      </p:ext>
    </p:extLst>
  </p:cSld>
  <p:clrMapOvr>
    <a:masterClrMapping/>
  </p:clrMapOvr>
  <p:extLst>
    <p:ext uri="{DCECCB84-F9BA-43D5-87BE-67443E8EF086}">
      <ns3:sldGuideLst>
        <ns3:guide id="1" orient="horz" pos="2999">
          <ns3:clr>
            <a:srgbClr val="FBAE40"/>
          </ns3:clr>
        </ns3:guide>
        <ns3:guide id="2" pos="347">
          <ns3:clr>
            <a:srgbClr val="FBAE40"/>
          </ns3:clr>
        </ns3:guide>
      </ns3:sldGuideLst>
    </p:ext>
  </p:extLst>
</p:sldLayout>
</file>

<file path=ppt/slideLayouts/slideLayout6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 userDrawn="1">
  <p:cSld name="Разделительный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ns1:creationId id="{2DBF219D-C4F8-F89A-59ED-A994C261ED3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5955" y="4244082"/>
            <a:ext cx="5984587" cy="775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4800" b="1" i="0" dirty="0">
                <a:solidFill>
                  <a:schemeClr val="bg1"/>
                </a:solidFill>
                <a:latin typeface="SB Sans Display Semibold" panose="020B0503040504020204" pitchFamily="34" charset="0"/>
                <a:ea typeface="+mn-ea"/>
                <a:cs typeface="SB Sans Display Semibold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338299496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Основной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ns1:creationId id="{B43CF130-F016-AF4E-0B6E-17CDBB8EF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10" name="Текст 9">
            <a:extLst>
              <a:ext uri="{FF2B5EF4-FFF2-40B4-BE49-F238E27FC236}">
                <ns1:creationId id="{A0C7D55F-2B08-D4A8-64E4-642579E750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3574567455"/>
      </p:ext>
    </p:extLst>
  </p:cSld>
  <p:clrMapOvr>
    <a:masterClrMapping/>
  </p:clrMapOvr>
  <p:extLst>
    <p:ext uri="{DCECCB84-F9BA-43D5-87BE-67443E8EF086}">
      <ns3:sldGuideLst>
        <ns3:guide id="1" orient="horz" pos="777">
          <ns3:clr>
            <a:srgbClr val="FBAE40"/>
          </ns3:clr>
        </ns3:guide>
        <ns3:guide id="2" pos="347">
          <ns3:clr>
            <a:srgbClr val="FBAE40"/>
          </ns3:clr>
        </ns3:guide>
      </ns3:sldGuideLst>
    </p:ext>
  </p:extLst>
</p:sldLayout>
</file>

<file path=ppt/slideLayouts/slideLayout8.xml><?xml version="1.0" encoding="utf-8"?>
<p:sldLayout xmlns:p="http://schemas.openxmlformats.org/presentationml/2006/main" xmlns:a="http://schemas.openxmlformats.org/drawingml/2006/main" xmlns:ns1="http://schemas.microsoft.com/office/powerpoint/2010/main" showMasterPhAnim="0" userDrawn="1">
  <p:cSld name="Основной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1:creationId val="2903368366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Основной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76E53CBF-157B-5816-78CF-F148F327C39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4" name="Текст 9">
            <a:extLst>
              <a:ext uri="{FF2B5EF4-FFF2-40B4-BE49-F238E27FC236}">
                <ns1:creationId id="{871F3D7E-C334-E8B1-B5CF-165FB7AA6E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3047054255"/>
      </p:ext>
    </p:extLst>
  </p:cSld>
  <p:clrMapOvr>
    <a:masterClrMapping/>
  </p:clrMapOvr>
  <p:extLst>
    <p:ext uri="{DCECCB84-F9BA-43D5-87BE-67443E8EF086}">
      <ns3:sldGuideLst>
        <ns3:guide id="1" orient="horz" pos="777" userDrawn="1">
          <ns3:clr>
            <a:srgbClr val="FBAE40"/>
          </ns3:clr>
        </ns3:guide>
        <ns3:guide id="2" pos="347" userDrawn="1">
          <ns3:clr>
            <a:srgbClr val="FBAE40"/>
          </ns3:clr>
        </ns3:guide>
      </ns3:sldGuideLst>
    </p:ext>
  </p:extLst>
</p:sldLayout>
</file>

<file path=ppt/slideLayouts/slideLayout10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 userDrawn="1">
  <p:cSld name="Основной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27695FA2-0915-C3FE-BEBE-45F24A837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3" name="Текст 9">
            <a:extLst>
              <a:ext uri="{FF2B5EF4-FFF2-40B4-BE49-F238E27FC236}">
                <ns1:creationId id="{B8FF11B5-5E30-D1F7-CF79-3830C6CDCC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1710605923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 userDrawn="1">
  <p:cSld name="Основной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F83905C9-A0E5-3EC7-AC41-F1A39BB2520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3" name="Текст 9">
            <a:extLst>
              <a:ext uri="{FF2B5EF4-FFF2-40B4-BE49-F238E27FC236}">
                <ns1:creationId id="{0E6E82DD-F568-91F0-F91E-1DA0FDE32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50511374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 userDrawn="1">
  <p:cSld name="Основной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CC338813-3B69-E4E1-1159-04776C22401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3" name="Текст 9">
            <a:extLst>
              <a:ext uri="{FF2B5EF4-FFF2-40B4-BE49-F238E27FC236}">
                <ns1:creationId id="{9FE2A5E8-12A0-4B65-8377-3712193ED3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2761834550"/>
      </p:ext>
    </p:extLst>
  </p:cSld>
  <p:clrMapOvr>
    <a:masterClrMapping/>
  </p:clrMapOvr>
</p:sldLayout>
</file>

<file path=ppt/slideLayouts/slideLayout13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612429082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14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147163352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15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698953900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6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62811194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7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997266264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18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userDrawn="1">
  <p:cSld name="Дополнитель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0A67D587-5E3E-FF7B-E60A-4EEB5B04C18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20377" y="2922572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3" name="Текст 9">
            <a:extLst>
              <a:ext uri="{FF2B5EF4-FFF2-40B4-BE49-F238E27FC236}">
                <ns1:creationId id="{5CF7202C-08B6-6059-FD2B-A5DE1C0F3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031806" y="3588047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900214518"/>
      </p:ext>
    </p:extLst>
  </p:cSld>
  <p:clrMapOvr>
    <a:masterClrMapping/>
  </p:clrMapOvr>
  <p:extLst>
    <p:ext uri="{DCECCB84-F9BA-43D5-87BE-67443E8EF086}">
      <ns4:sldGuideLst>
        <ns4:guide id="4" orient="horz" pos="2092">
          <ns4:clr>
            <a:srgbClr val="FBAE40"/>
          </ns4:clr>
        </ns4:guide>
      </ns4:sldGuideLst>
    </p:ext>
  </p:extLst>
</p:sldLayout>
</file>

<file path=ppt/slideLayouts/slideLayout19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242933985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20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664026630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21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498016944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ns1="http://schemas.microsoft.com/office/drawing/2014/main" xmlns:ns2="http://schemas.microsoft.com/office/powerpoint/2010/main" xmlns:r="http://schemas.openxmlformats.org/officeDocument/2006/relationships" xmlns:ns3="http://schemas.microsoft.com/office/powerpoint/2012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80000">
            <a:noAutofit/>
          </a:bodyPr>
          <a:lstStyle/>
          <a:p>
            <a:pPr marL="0" lvl="0" indent="0">
              <a:buNone/>
            </a:pPr>
            <a:r>
              <a:rPr lang="ru-RU" dirty="0"/>
              <a:t/>
            </a:r>
          </a:p>
          <a:p>
            <a:pPr lvl="1"/>
            <a:r>
              <a:rPr lang="ru-RU" dirty="0"/>
              <a:t/>
            </a:r>
          </a:p>
          <a:p>
            <a:pPr lvl="2"/>
            <a:r>
              <a:rPr lang="ru-RU" dirty="0"/>
              <a:t/>
            </a:r>
          </a:p>
          <a:p>
            <a:pPr lvl="3"/>
            <a:r>
              <a:rPr lang="ru-RU" dirty="0"/>
              <a:t/>
            </a:r>
          </a:p>
          <a:p>
            <a:pPr lvl="4"/>
            <a:r>
              <a:rPr lang="ru-RU" dirty="0"/>
              <a:t/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31574" y="6383645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8694583C-1372-4011-817E-52B3A6677622}" type="slidenum">
              <a:rPr lang="ru-RU" smtClean="0"/>
              <a:pPr/>
              <a:t/>
            </a:fld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ns1:creationId id="{B1C2664D-8DF7-4F4B-8903-2EB46930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/>
            </a:r>
          </a:p>
        </p:txBody>
      </p:sp>
    </p:spTree>
    <p:extLst>
      <p:ext uri="{BB962C8B-B14F-4D97-AF65-F5344CB8AC3E}">
        <ns2:creationId val="160698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5" r:id="rId2"/>
    <p:sldLayoutId id="2147483702" r:id="rId3"/>
    <p:sldLayoutId id="2147483699" r:id="rId4"/>
    <p:sldLayoutId id="2147483700" r:id="rId5"/>
    <p:sldLayoutId id="2147483701" r:id="rId6"/>
    <p:sldLayoutId id="2147483703" r:id="rId7"/>
    <p:sldLayoutId id="2147483698" r:id="rId8"/>
    <p:sldLayoutId id="2147483682" r:id="rId9"/>
    <p:sldLayoutId id="2147483704" r:id="rId10"/>
    <p:sldLayoutId id="2147483681" r:id="rId11"/>
    <p:sldLayoutId id="2147483705" r:id="rId12"/>
    <p:sldLayoutId id="2147483688" r:id="rId13"/>
    <p:sldLayoutId id="2147483692" r:id="rId14"/>
    <p:sldLayoutId id="2147483691" r:id="rId15"/>
    <p:sldLayoutId id="2147483693" r:id="rId16"/>
    <p:sldLayoutId id="2147483696" r:id="rId17"/>
    <p:sldLayoutId id="2147483706" r:id="rId18"/>
    <p:sldLayoutId id="2147483707" r:id="rId19"/>
    <p:sldLayoutId id="2147483708" r:id="rId20"/>
    <p:sldLayoutId id="2147483709" r:id="rId2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ru-RU" sz="2400" b="1" i="0" kern="1200" baseline="0" dirty="0">
          <a:solidFill>
            <a:schemeClr val="tx1"/>
          </a:solidFill>
          <a:latin typeface="SB Sans Text Semibold" panose="020B0503040504020204" pitchFamily="34" charset="77"/>
          <a:ea typeface="+mj-ea"/>
          <a:cs typeface="SB Sans Text Semibold" panose="020B0503040504020204" pitchFamily="34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1400" b="0" i="0" kern="1200" dirty="0" smtClean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400" b="0" i="0" kern="1200" dirty="0" smtClean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400" b="0" i="0" kern="1200" dirty="0" smtClean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400" b="0" i="0" kern="1200" dirty="0" smtClean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400" b="0" i="0" kern="1200" dirty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ns3:sldGuideLst/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6" Type="http://schemas.openxmlformats.org/officeDocument/2006/relationships/image" Target="../media/image1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4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.jp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4.jp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6" Type="http://schemas.openxmlformats.org/officeDocument/2006/relationships/image" Target="../media/image2.jp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jp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jp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.jp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4" Type="http://schemas.openxmlformats.org/officeDocument/2006/relationships/image" Target="../media/image2.jp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4" Type="http://schemas.openxmlformats.org/officeDocument/2006/relationships/image" Target="../media/image3.jp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4" Type="http://schemas.openxmlformats.org/officeDocument/2006/relationships/image" Target="../media/image2.jp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4" Type="http://schemas.openxmlformats.org/officeDocument/2006/relationships/image" Target="../media/image2.jp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8" Type="http://schemas.openxmlformats.org/officeDocument/2006/relationships/image" Target="../media/image2.jp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7" Type="http://schemas.openxmlformats.org/officeDocument/2006/relationships/image" Target="../media/image2.jp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9" Type="http://schemas.openxmlformats.org/officeDocument/2006/relationships/image" Target="../media/image2.jp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13" Type="http://schemas.openxmlformats.org/officeDocument/2006/relationships/image" Target="../media/image2.jp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7" Type="http://schemas.openxmlformats.org/officeDocument/2006/relationships/image" Target="../media/image2.jp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6" Type="http://schemas.openxmlformats.org/officeDocument/2006/relationships/image" Target="../media/image2.jp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7" Type="http://schemas.openxmlformats.org/officeDocument/2006/relationships/image" Target="../media/image2.jp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7" Type="http://schemas.openxmlformats.org/officeDocument/2006/relationships/image" Target="../media/image2.jp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3" Type="http://schemas.openxmlformats.org/officeDocument/2006/relationships/image" Target="../media/image7.jp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3" Type="http://schemas.openxmlformats.org/officeDocument/2006/relationships/image" Target="../media/image7.jp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4" Type="http://schemas.openxmlformats.org/officeDocument/2006/relationships/image" Target="../media/image7.jp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Relationship Id="rId4" Type="http://schemas.openxmlformats.org/officeDocument/2006/relationships/image" Target="../media/image6.jp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4" Type="http://schemas.openxmlformats.org/officeDocument/2006/relationships/image" Target="../media/image6.jp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Relationship Id="rId4" Type="http://schemas.openxmlformats.org/officeDocument/2006/relationships/image" Target="../media/image6.jp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4" Type="http://schemas.openxmlformats.org/officeDocument/2006/relationships/image" Target="../media/image2.jp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8" Type="http://schemas.openxmlformats.org/officeDocument/2006/relationships/image" Target="../media/image5.jp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 showMasterPhAnim="0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9CAB71E0-78FC-4B0A-59D8-20E643F72FC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284203286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5B8BF066-296F-61F1-DC15-04AE45AB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08097767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4CD7F933-4AD9-CF9A-C43A-5E0C2B067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071808719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6892C297-5622-F152-D789-453D57622EB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660991083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C48FE9C7-DA4F-86A5-3076-9652611A1FB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4220670573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F10FB814-40AB-96D3-EBC4-30CA75183B8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586438638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3F5A60F7-91A7-2556-8B13-6EAA133BE78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554239899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3FD86846-1ABF-AFB9-6D90-4BF38097BC4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76238863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91DF397A-DCCC-3F76-B61B-63DEEF6F24A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69915130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6BBF6B9C-903E-7D51-7F78-8B11166663B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27823328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075091F7-A448-820E-3D68-1D5C901F695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013880920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38FDDBF0-F5D6-46EF-5877-1962079EF17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282387483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F3E4676D-1553-21EC-FCF0-5137923EC8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205681333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0A682F11-A012-46A5-7A3C-5B36A56D756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571283746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922491A4-1394-7496-6BAB-85AA8DFF8A4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921421201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ns3="http://schemas.microsoft.com/office/powerpoint/2010/main" showMasterPhAnim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390795242"/>
      </p:ext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ns3="http://schemas.microsoft.com/office/powerpoint/2010/main" showMasterPhAnim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636661721"/>
      </p:ext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ns3="http://schemas.microsoft.com/office/powerpoint/2010/main" showMasterPhAnim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619199051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ns3="http://schemas.microsoft.com/office/powerpoint/2010/main" showMasterPhAnim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927947214"/>
      </p:ext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ns2="http://schemas.microsoft.com/office/powerpoint/2010/main" showMasterPhAnim="0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3839784557"/>
      </p:ext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ns3="http://schemas.microsoft.com/office/powerpoint/2010/main" showMasterPhAnim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496007867"/>
      </p:ext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ns2="http://schemas.microsoft.com/office/powerpoint/2010/main" showMasterPhAnim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408485051"/>
      </p:ext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xmlns:ns2="http://schemas.microsoft.com/office/powerpoint/2010/main" showMasterPhAnim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873060276"/>
      </p:ext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xmlns:ns2="http://schemas.microsoft.com/office/powerpoint/2010/main" showMasterPhAnim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730846547"/>
      </p:ext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 showMasterPhAnim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21E62FF6-4FB5-D9A9-B149-9E4A4BF6273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959576789"/>
      </p:ext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 showMasterPhAnim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0043E9EF-B7EE-A28A-B8C5-3A32DFFEAB8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293549759"/>
      </p:ext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8984379F-95A2-B2D1-4B76-B43288FBB6C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957789663"/>
      </p:ext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B73491BC-BCFD-DD6A-EC6D-A8016119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221149776"/>
      </p:ext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B8766EE8-0C8F-0906-1155-749784CD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457373622"/>
      </p:ext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208A10FC-3FAF-92E5-A5BA-07A3BA57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057136680"/>
      </p:ext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D19C7C2C-0345-C95B-78A2-869C59039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990169976"/>
      </p:ext>
    </p:extLst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103A127E-2FD2-9CEC-0D94-6108BCA05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273579718"/>
      </p:ext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E1AAE3FB-01F8-048B-D05D-1BF9D450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809307513"/>
      </p:ext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8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252F7DFD-B2EC-0F41-5F0C-7F9914D2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467584600"/>
      </p:ext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37AFDA1B-12BF-E717-A21D-2FAA4E0E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764234183"/>
      </p:ext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9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1E5E6CD3-C160-307C-A4F8-3443F105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24488134"/>
      </p:ext>
    </p:extLst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F15669E6-EF92-ED24-58D4-3B005ABB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939877092"/>
      </p:ext>
    </p:extLst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685A0C2A-F35D-A419-EC8D-D5A27D3C4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613620275"/>
      </p:ext>
    </p:extLst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E3777C89-D3BC-6BC8-3D42-578FB10D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870227339"/>
      </p:ext>
    </p:extLst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58343DB7-9585-03B5-464D-BD6709BC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864161749"/>
      </p:ext>
    </p:extLst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AFDA5900-78A7-AEB3-40D1-44B29A2BA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863129141"/>
      </p:ext>
    </p:extLst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 showMasterPhAnim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6EA25A93-3846-A2D0-5480-E04E4A20586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169861444"/>
      </p:ext>
    </p:extLst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 showMasterPhAnim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72F65FFE-10FB-FF33-A617-062DFC31485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346728590"/>
      </p:ext>
    </p:extLst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 showMasterPhAnim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517A1C62-0B6E-93D7-D2B3-1C67ECEB2C2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739130086"/>
      </p:ext>
    </p:extLst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E4A645AA-DA8A-B865-D3BE-7C51F4D6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4171868229"/>
      </p:ext>
    </p:extLst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8E035D7B-CCF3-DC20-CE81-E191606D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453528575"/>
      </p:ext>
    </p:extLst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09B88CD8-074F-8308-3BEB-292EBB22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530579048"/>
      </p:ext>
    </p:extLst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10674499-2ED0-EFB7-0385-14CADC5E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535043297"/>
      </p:ext>
    </p:extLst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A4D70AAB-7524-C7E6-D168-75A7D031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357685064"/>
      </p:ext>
    </p:extLst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556E9246-A93E-D4AF-2516-A314961B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764232046"/>
      </p:ext>
    </p:extLst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E29F0CCD-1C9E-EFFA-4028-45EE9C4B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554976751"/>
      </p:ext>
    </p:extLst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38B6AF08-6335-0E8E-134D-C14F0359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618239141"/>
      </p:ext>
    </p:extLst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ns1="http://schemas.microsoft.com/office/drawing/2014/main" xmlns:ns4="http://schemas.microsoft.com/office/powerpoint/2010/main" showMasterPhAnim="0">
  <p:cSld>
    <p:spTree>
      <p:nvGrpSpPr>
        <p:cNvPr id="1" name="">
          <a:extLst>
            <a:ext uri="{FF2B5EF4-FFF2-40B4-BE49-F238E27FC236}">
              <ns1:creationId id="{40AA70BB-8729-7FC5-C722-2B5523C3E1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4:creationId val="1109800906"/>
      </p:ext>
    </p:extLst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 showMasterPhAnim="0">
  <p:cSld>
    <p:bg>
      <p:bgPr>
        <a:blipFill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Тема1">
  <a:themeElements>
    <a:clrScheme name="Пользовательские 1">
      <a:dk1>
        <a:srgbClr val="000000"/>
      </a:dk1>
      <a:lt1>
        <a:srgbClr val="FFFFFF"/>
      </a:lt1>
      <a:dk2>
        <a:srgbClr val="0D0658"/>
      </a:dk2>
      <a:lt2>
        <a:srgbClr val="ED692B"/>
      </a:lt2>
      <a:accent1>
        <a:srgbClr val="00ADEE"/>
      </a:accent1>
      <a:accent2>
        <a:srgbClr val="20BA71"/>
      </a:accent2>
      <a:accent3>
        <a:srgbClr val="A0E720"/>
      </a:accent3>
      <a:accent4>
        <a:srgbClr val="2F97AD"/>
      </a:accent4>
      <a:accent5>
        <a:srgbClr val="64E9E9"/>
      </a:accent5>
      <a:accent6>
        <a:srgbClr val="FAED00"/>
      </a:accent6>
      <a:hlink>
        <a:srgbClr val="33AC8B"/>
      </a:hlink>
      <a:folHlink>
        <a:srgbClr val="00A523"/>
      </a:folHlink>
    </a:clrScheme>
    <a:fontScheme name="SB Sans">
      <a:majorFont>
        <a:latin typeface="SB Sans Display"/>
        <a:ea typeface=""/>
        <a:cs typeface=""/>
      </a:majorFont>
      <a:minorFont>
        <a:latin typeface="SB San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70000">
              <a:srgbClr val="43C690"/>
            </a:gs>
            <a:gs pos="32000">
              <a:srgbClr val="1EB8AD"/>
            </a:gs>
            <a:gs pos="100000">
              <a:srgbClr val="A8E45D"/>
            </a:gs>
            <a:gs pos="0">
              <a:srgbClr val="15A8D7"/>
            </a:gs>
          </a:gsLst>
          <a:lin ang="18000000" scaled="0"/>
        </a:gradFill>
        <a:ln>
          <a:noFill/>
        </a:ln>
      </a:spPr>
      <a:bodyPr rtlCol="0" anchor="ctr"/>
      <a:lstStyle>
        <a:defPPr algn="ctr">
          <a:defRPr dirty="0">
            <a:solidFill>
              <a:srgbClr val="000333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ns1:themeFamily name="Тема1" id="{AEBB4066-2AF6-BD49-BAE5-218522F2F220}" vid="{77E27D13-7DCD-D443-A851-4441555DB502}"/>
    </a:ext>
  </a:extLst>
</a:theme>
</file>

<file path=ppt/theme/theme2.xml><?xml version="1.0" encoding="utf-8"?>
<a:theme xmlns:a="http://schemas.openxmlformats.org/drawingml/2006/main" xmlns:ns1="http://schemas.microsoft.com/office/thememl/2012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xmlns:ns1="http://schemas.microsoft.com/office/thememl/2012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ep:Properties xmlns:ep="http://schemas.openxmlformats.org/officeDocument/2006/extended-properties" xmlns:vt="http://schemas.openxmlformats.org/officeDocument/2006/docPropsVTypes">
  <ep:Template>Тема1</ep:Template>
  <ep:TotalTime>5739</ep:TotalTime>
  <ep:Words>2786</ep:Words>
  <ep:Application>Microsoft Macintosh PowerPoint</ep:Application>
  <ep:DocSecurity>0</ep:DocSecurity>
  <ep:PresentationFormat>Широкоэкранный</ep:PresentationFormat>
  <ep:Paragraphs>616</ep:Paragraphs>
  <ep:Slides>56</ep:Slides>
  <ep:Notes>37</ep:Notes>
  <ep:HiddenSlides>0</ep:HiddenSlides>
  <ep:MMClips>0</ep:MMClips>
  <ep:ScaleCrop>false</ep:ScaleCrop>
  <ep: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ep:HeadingPairs>
  <ep:TitlesOfParts>
    <vt:vector size="67" baseType="lpstr">
      <vt:lpstr>Arial</vt:lpstr>
      <vt:lpstr>SB Sans Text Light</vt:lpstr>
      <vt:lpstr>Calibri</vt:lpstr>
      <vt:lpstr>SB Sans Text Medium</vt:lpstr>
      <vt:lpstr>SB Sans Display Semibold</vt:lpstr>
      <vt:lpstr>SBSansDisplay-Light</vt:lpstr>
      <vt:lpstr>SB Sans Text</vt:lpstr>
      <vt:lpstr>SB Sans Display</vt:lpstr>
      <vt:lpstr>SB Sans Display Light</vt:lpstr>
      <vt:lpstr>SB Sans Text Semibold</vt:lpstr>
      <vt:lpstr>Тема1</vt:lpstr>
      <vt:lpstr>Презентация PowerPoint</vt:lpstr>
      <vt:lpstr>Цветовая палитра</vt:lpstr>
      <vt:lpstr>SB Sans Display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Разделительный слайд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Логвиненко Эдуард Константинович</dc:creator>
  <cp:keywords/>
  <dc:description/>
  <cp:lastModifiedBy>Логвиненко Эдуард Константинович</cp:lastModifiedBy>
  <cp:revision>123</cp:revision>
  <dcterms:created xsi:type="dcterms:W3CDTF">2024-12-24T09:59:51Z</dcterms:created>
  <dcterms:modified xsi:type="dcterms:W3CDTF">2026-05-15T09:15:08Z</dcterms:modified>
  <cp:category/>
  <dc:identifier/>
  <cp:contentStatus/>
  <dc:language/>
  <cp:version/>
</cp:coreProperties>
</file>