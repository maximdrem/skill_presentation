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5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87" r:id="rId2"/>
    <p:sldMasterId id="2147483674" r:id="rId3"/>
  </p:sldMasterIdLst>
  <p:notesMasterIdLst>
    <p:notesMasterId r:id="rId61"/>
  </p:notesMasterIdLst>
  <p:sldIdLst>
    <p:sldId id="1495" r:id="rId6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0CD1FE1E-1A7C-EB4C-89AF-3CB8BA086AAE}">
          <p14:sldIdLst>
            <p14:sldId id="1468"/>
          </p14:sldIdLst>
        </p14:section>
        <p14:section name="Элементы" id="{053F38AD-7862-FF49-827F-3B18F62CDCC7}">
          <p14:sldIdLst>
            <p14:sldId id="283"/>
            <p14:sldId id="302"/>
            <p14:sldId id="294"/>
            <p14:sldId id="280"/>
            <p14:sldId id="1469"/>
            <p14:sldId id="1470"/>
            <p14:sldId id="1471"/>
            <p14:sldId id="1472"/>
            <p14:sldId id="1476"/>
            <p14:sldId id="1473"/>
            <p14:sldId id="1474"/>
            <p14:sldId id="1475"/>
            <p14:sldId id="1479"/>
            <p14:sldId id="1477"/>
            <p14:sldId id="1478"/>
            <p14:sldId id="1480"/>
          </p14:sldIdLst>
        </p14:section>
        <p14:section name="Разделители" id="{A59863D7-B7A6-714E-9764-1A8EAA6F804B}">
          <p14:sldIdLst>
            <p14:sldId id="287"/>
            <p14:sldId id="288"/>
            <p14:sldId id="289"/>
            <p14:sldId id="1481"/>
            <p14:sldId id="1482"/>
          </p14:sldIdLst>
        </p14:section>
        <p14:section name="Текст" id="{5E10E996-1B28-5840-BE90-D884DDFA1173}">
          <p14:sldIdLst>
            <p14:sldId id="256"/>
            <p14:sldId id="1486"/>
            <p14:sldId id="1483"/>
            <p14:sldId id="1487"/>
            <p14:sldId id="1484"/>
            <p14:sldId id="1488"/>
            <p14:sldId id="1485"/>
            <p14:sldId id="1491"/>
            <p14:sldId id="1489"/>
            <p14:sldId id="1490"/>
          </p14:sldIdLst>
        </p14:section>
        <p14:section name="Фото" id="{0926791A-71AC-7D4E-B606-6667477EDE84}">
          <p14:sldIdLst>
            <p14:sldId id="304"/>
            <p14:sldId id="305"/>
            <p14:sldId id="310"/>
            <p14:sldId id="309"/>
            <p14:sldId id="311"/>
            <p14:sldId id="312"/>
            <p14:sldId id="313"/>
            <p14:sldId id="324"/>
          </p14:sldIdLst>
        </p14:section>
        <p14:section name="карточки" id="{D0479096-1C74-8444-9D41-60C6C55F8121}">
          <p14:sldIdLst>
            <p14:sldId id="326"/>
            <p14:sldId id="328"/>
            <p14:sldId id="325"/>
            <p14:sldId id="327"/>
          </p14:sldIdLst>
        </p14:section>
        <p14:section name="Таблицы" id="{67E505DD-AFA3-2445-9CE9-50519FA94712}">
          <p14:sldIdLst>
            <p14:sldId id="330"/>
            <p14:sldId id="1492"/>
            <p14:sldId id="1493"/>
          </p14:sldIdLst>
        </p14:section>
        <p14:section name="Графики" id="{52407F9E-3642-0A41-9315-19894C84713A}">
          <p14:sldIdLst>
            <p14:sldId id="338"/>
            <p14:sldId id="339"/>
            <p14:sldId id="340"/>
            <p14:sldId id="341"/>
            <p14:sldId id="343"/>
            <p14:sldId id="344"/>
            <p14:sldId id="345"/>
            <p14:sldId id="1494"/>
          </p14:sldIdLst>
        </p14:section>
        <p14:section name="QR-Контакты" id="{A8C7800C-5CF0-694C-BEAE-91B344B4E27C}">
          <p14:sldIdLst>
            <p14:sldId id="346"/>
            <p14:sldId id="348"/>
          </p14:sldIdLst>
        </p14:section>
      </p14:sectionLst>
    </p:ext>
    <p:ext uri="{EFAFB233-063F-42B5-8137-9DF3F51BA10A}">
      <p15:sldGuideLst xmlns:p15="http://schemas.microsoft.com/office/powerpoint/2012/main">
        <p15:guide id="2" pos="2910" userDrawn="1">
          <p15:clr>
            <a:srgbClr val="A4A3A4"/>
          </p15:clr>
        </p15:guide>
        <p15:guide id="3" pos="5337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E0FF"/>
    <a:srgbClr val="2A3238"/>
    <a:srgbClr val="FF3256"/>
    <a:srgbClr val="52F46C"/>
    <a:srgbClr val="4EE967"/>
    <a:srgbClr val="00E0FF"/>
    <a:srgbClr val="62ECFF"/>
    <a:srgbClr val="5CFF8D"/>
    <a:srgbClr val="283438"/>
    <a:srgbClr val="E8FF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00"/>
    <p:restoredTop sz="94720"/>
  </p:normalViewPr>
  <p:slideViewPr>
    <p:cSldViewPr snapToGrid="0">
      <p:cViewPr>
        <p:scale>
          <a:sx n="169" d="100"/>
          <a:sy n="169" d="100"/>
        </p:scale>
        <p:origin x="1848" y="1176"/>
      </p:cViewPr>
      <p:guideLst>
        <p:guide pos="2910"/>
        <p:guide pos="5337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Relationship Id="rId66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796D2E-1BCC-8A4D-9153-217AAD15D63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D77B35-3A2B-7448-BBEF-904192213E7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938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e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Relationship Id="rId3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eg"/><Relationship Id="rId3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eg"/><Relationship Id="rId3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Relationship Id="rId3" Type="http://schemas.openxmlformats.org/officeDocument/2006/relationships/image" Target="../media/image2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eg"/><Relationship Id="rId3" Type="http://schemas.openxmlformats.org/officeDocument/2006/relationships/image" Target="../media/image2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eg"/><Relationship Id="rId3" Type="http://schemas.openxmlformats.org/officeDocument/2006/relationships/image" Target="../media/image2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25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Relationship Id="rId3" Type="http://schemas.openxmlformats.org/officeDocument/2006/relationships/image" Target="../media/image25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25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jpg"/><Relationship Id="rId3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jpeg"/><Relationship Id="rId3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jpg"/><Relationship Id="rId3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jpeg"/><Relationship Id="rId3" Type="http://schemas.openxmlformats.org/officeDocument/2006/relationships/image" Target="../media/image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jpeg"/><Relationship Id="rId3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042FE62-E6A8-2154-91D5-2C148AE2B3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BF7F28A3-553F-286F-B1E9-ECC17671D451}"/>
              </a:ext>
            </a:extLst>
          </p:cNvPr>
          <p:cNvSpPr txBox="1">
            <a:spLocks/>
          </p:cNvSpPr>
          <p:nvPr userDrawn="1"/>
        </p:nvSpPr>
        <p:spPr>
          <a:xfrm>
            <a:off x="442913" y="840772"/>
            <a:ext cx="2557303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lang="ru-RU" sz="3600" b="1" i="0" baseline="0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Заголовок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E04AF9-65EE-C78F-7E43-2088DEF3E687}"/>
              </a:ext>
            </a:extLst>
          </p:cNvPr>
          <p:cNvSpPr txBox="1"/>
          <p:nvPr userDrawn="1"/>
        </p:nvSpPr>
        <p:spPr bwMode="auto">
          <a:xfrm>
            <a:off x="444417" y="1416223"/>
            <a:ext cx="2780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Подзаголовок</a:t>
            </a:r>
            <a:endParaRPr dirty="0">
              <a:solidFill>
                <a:srgbClr val="2A3238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EB5109C-F567-F032-3507-33AC65A06DA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4903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7C3A852-1E1A-384F-6294-7B24565D2A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D023CFD-48B4-1422-10C5-DF1975305A1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583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3B6B502-0824-8ADC-034D-EF97E2DE75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9DCB7-4062-3C49-25AB-39EFEE27EA5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8036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2C972D-313F-D391-FDA6-CE6AC883BB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BD811BB-8C06-EBCF-D858-AF4819B0A3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5988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AE65B2A-B831-6987-00B3-1FC4538844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8070410-67F5-EBE6-9257-48819BDC026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0779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B80110D-7DF1-6303-F1B1-F9A1DB98C2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DE43898-0BC4-4110-0B39-F5C65B63BF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480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C0971A5-2C88-5CAA-10C8-6485A6ECA4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8461BAA-9BA6-58C5-FE87-6553B191E94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2346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C8E1B3-B536-4125-D491-E1C5E7A1900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E03656B-B2D2-5BA0-9E9B-20A25803D6A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7685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2E3C32-1A59-8A29-3FB5-787DE59520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9D9435A-6F51-C4A8-BB4D-20DD2C3882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61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042C578-E44E-C4AB-8488-9692495EB1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3977859-0CC7-8EED-5CCD-F1F69A9738B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9508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2DE60B-E13D-21C8-E82F-8C582A4615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83E6DF2-D6E8-3688-F6C9-41982159C45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6367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693112-B23C-EBCD-E75F-BD5D8851AAB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5942D86-F8FE-1DE1-082E-9257DBC4F69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946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6BDB69-9E3B-CF25-98BF-6F58F7AE33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710982C-045C-C4C1-C5E4-0BC52EF4669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9472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DB597D9-93E6-DFCC-0B96-389976FB2F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95E0D87-1FF7-C3D4-C5E8-761D6201508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8234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A285289-A1CB-F488-785F-4E165C38F04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0ACDF90-56A0-A0B7-06C0-CF55DD27C65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288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A4DABB2-ECD0-0AB0-0CDA-33190DA661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AF5F1C5-6366-0D6C-EE96-C4BF1E8C03D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395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0FCA9A3-0B8D-0C83-F2F4-C0849E5753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36115ED-FFF7-2986-7701-E9B8C0CBB9E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5393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50720C-9678-3B1A-73A7-134DC8C8E9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808DF80-D5D0-C6CD-8482-7A52BB26A2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8599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0509928-2B54-B314-79C0-7BB8DF18EBF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9C42400-A236-D3EB-0AB5-5108BEAFF1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436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CC967AB-79A8-9943-C475-E9F557BDD4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583E3B4-87E6-F62D-A78A-7F9B63E8328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9782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BCCE5B-FF48-B461-74FC-3EB25F33FD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B699E45-E684-A918-5123-23F41E2C87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0558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5B774C0-4CE9-0744-0F35-8FE8D00AF5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1478F25-E1F8-3AB9-DC61-43843ACF5F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384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1DB59FF-AFCA-3FF3-01E6-FEEE98ED49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F1805DC-DB17-D079-8E9B-CAF034B5727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126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49DB36-9FC7-8B9D-C296-7979853C9B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F575971-F172-0392-0A49-4A34EF442F2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  <p:sp>
        <p:nvSpPr>
          <p:cNvPr id="4" name="Текст 16">
            <a:extLst>
              <a:ext uri="{FF2B5EF4-FFF2-40B4-BE49-F238E27FC236}">
                <a16:creationId xmlns:a16="http://schemas.microsoft.com/office/drawing/2014/main" id="{1FF4B0DF-9F23-F35D-38E9-306A0143A5F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5" name="Текст 16">
            <a:extLst>
              <a:ext uri="{FF2B5EF4-FFF2-40B4-BE49-F238E27FC236}">
                <a16:creationId xmlns:a16="http://schemas.microsoft.com/office/drawing/2014/main" id="{DBE86337-C876-A068-BC2E-20E35556E8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30879900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F5F36CF-6597-4294-661B-15D93D171B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FE92E1B-5B34-BABF-8BB2-C952F19D6A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  <p:sp>
        <p:nvSpPr>
          <p:cNvPr id="7" name="Текст 16">
            <a:extLst>
              <a:ext uri="{FF2B5EF4-FFF2-40B4-BE49-F238E27FC236}">
                <a16:creationId xmlns:a16="http://schemas.microsoft.com/office/drawing/2014/main" id="{CE15D4B9-3E88-0932-D1C1-FF9C4CB545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8" name="Текст 16">
            <a:extLst>
              <a:ext uri="{FF2B5EF4-FFF2-40B4-BE49-F238E27FC236}">
                <a16:creationId xmlns:a16="http://schemas.microsoft.com/office/drawing/2014/main" id="{190A23EB-E274-316A-8D0F-50BFDCB82D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11213481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F2144ED-0B9F-DC37-A806-23865D2835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7D6ADBF0-AF58-C725-BF37-A69BED504D6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1182AD8E-2F8B-044B-B98B-5C87FD3704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F9839DB-ED92-C0BB-C5EA-F629F81A339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6351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B80110D-7DF1-6303-F1B1-F9A1DB98C2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50A11FDB-6923-551F-1529-733B8E48EA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02F6FB2C-8BAC-DE5D-8D6B-98F23903F9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5CA121-2600-22E4-A89E-062B7472BC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7186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DB63DD7-9EAE-4F70-6FE5-C8F1D6EB619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7A538C99-328E-151E-813F-6A123891D8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8C5B5084-AE2C-7AF0-BC5B-BCD8C52FCA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FDEA2D-439A-FAFC-B868-C974ED0EA1A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561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E0D9C6C-BD23-ABCA-405A-A06E4290779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B3451EC4-278C-0B02-F559-2034F6310F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EE835234-3B89-85CE-BE2F-58CF82348D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EBA44EF-E6BC-9A42-9193-F3108FD7C16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287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AE610E7-3053-7EA3-E036-9620A9D459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A180A0C3-E49D-93CB-B0B7-85F95589A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8C4063DC-3E13-E97B-9CE0-BD5DD58F36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2FE1CA1-990D-E11A-048D-E1953971371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207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C8E1B3-B536-4125-D491-E1C5E7A1900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6F0FF89B-2B56-9CC7-4382-8D5B6BA1F05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36C5157C-CA48-6EA0-DB1E-26D517A085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0808336-63DA-C756-7BDD-12FEE19591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65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62E9212-FA01-7D89-0BBA-E4D9DFC0FF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86362" cy="6861174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CC8497D6-4A92-D76C-A754-0D56C35D3EA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981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3" name="Текст 16">
            <a:extLst>
              <a:ext uri="{FF2B5EF4-FFF2-40B4-BE49-F238E27FC236}">
                <a16:creationId xmlns:a16="http://schemas.microsoft.com/office/drawing/2014/main" id="{D1A55B3F-689B-92FC-EA27-A41E12746B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303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37CD44D-C4C4-2FFA-C287-E57A94E45C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533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401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B6CC918-167A-A5FD-B89D-D7E250887FD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AC29E6D-9F5D-55AF-63CD-F77349AEF8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  <p:sp>
        <p:nvSpPr>
          <p:cNvPr id="9" name="Текст 16">
            <a:extLst>
              <a:ext uri="{FF2B5EF4-FFF2-40B4-BE49-F238E27FC236}">
                <a16:creationId xmlns:a16="http://schemas.microsoft.com/office/drawing/2014/main" id="{B40E0BDE-C605-5334-C3B5-C5454047C7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981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27BB235F-7755-889F-F599-8ABDE38A15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303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41422199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9438AA-5821-6474-E289-477934F120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F7BD382-0C2A-D0F0-A4BA-1186CC97711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  <p:sp>
        <p:nvSpPr>
          <p:cNvPr id="9" name="Текст 16">
            <a:extLst>
              <a:ext uri="{FF2B5EF4-FFF2-40B4-BE49-F238E27FC236}">
                <a16:creationId xmlns:a16="http://schemas.microsoft.com/office/drawing/2014/main" id="{D25CE8E6-B68F-DB26-973C-B3AE301E74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981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B2DA4BDE-F8AA-CE8B-AA36-A8666D1E3CB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303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10970782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CEE3DC6-0BA2-9915-7377-2F767886037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50821CD-5962-2DBB-01F2-788387732F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  <p:sp>
        <p:nvSpPr>
          <p:cNvPr id="9" name="Текст 16">
            <a:extLst>
              <a:ext uri="{FF2B5EF4-FFF2-40B4-BE49-F238E27FC236}">
                <a16:creationId xmlns:a16="http://schemas.microsoft.com/office/drawing/2014/main" id="{C835C292-8D5A-5C68-21B7-EAB3B2F0EE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981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91358820-7E53-62CD-1FB1-4DF1B2CC54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303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4108964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1D69F22-E3E3-47F8-A800-C605C2B5B1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35D72E-B41A-E106-9437-CBA802A7B5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86361" cy="6861173"/>
          </a:xfrm>
          <a:prstGeom prst="rect">
            <a:avLst/>
          </a:prstGeom>
        </p:spPr>
      </p:pic>
      <p:sp>
        <p:nvSpPr>
          <p:cNvPr id="5" name="Текст 16">
            <a:extLst>
              <a:ext uri="{FF2B5EF4-FFF2-40B4-BE49-F238E27FC236}">
                <a16:creationId xmlns:a16="http://schemas.microsoft.com/office/drawing/2014/main" id="{8B0B7922-CF68-3F1A-06FE-09365ECEFD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24708" y="2668938"/>
            <a:ext cx="7742583" cy="14538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Альтернативная обложка</a:t>
            </a:r>
          </a:p>
        </p:txBody>
      </p:sp>
      <p:sp>
        <p:nvSpPr>
          <p:cNvPr id="6" name="Текст 16">
            <a:extLst>
              <a:ext uri="{FF2B5EF4-FFF2-40B4-BE49-F238E27FC236}">
                <a16:creationId xmlns:a16="http://schemas.microsoft.com/office/drawing/2014/main" id="{53ED39C1-FCBC-6BF9-9886-3F058D4C13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24708" y="4125944"/>
            <a:ext cx="7742582" cy="5900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презентации или подзаголовок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12C4D4D-A5A8-EB3A-0821-45BCF754A3E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532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slideLayout" Target="../slideLayouts/slideLayout33.xml"/><Relationship Id="rId3" Type="http://schemas.openxmlformats.org/officeDocument/2006/relationships/slideLayout" Target="../slideLayouts/slideLayout34.xml"/><Relationship Id="rId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6.xml"/><Relationship Id="rId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0795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49" r:id="rId2"/>
    <p:sldLayoutId id="2147483650" r:id="rId3"/>
    <p:sldLayoutId id="2147483657" r:id="rId4"/>
    <p:sldLayoutId id="2147483651" r:id="rId5"/>
    <p:sldLayoutId id="2147483655" r:id="rId6"/>
    <p:sldLayoutId id="2147483658" r:id="rId7"/>
    <p:sldLayoutId id="2147483652" r:id="rId8"/>
    <p:sldLayoutId id="2147483653" r:id="rId9"/>
    <p:sldLayoutId id="2147483656" r:id="rId10"/>
    <p:sldLayoutId id="2147483659" r:id="rId11"/>
    <p:sldLayoutId id="2147483661" r:id="rId12"/>
    <p:sldLayoutId id="2147483662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4042" userDrawn="1">
          <p15:clr>
            <a:srgbClr val="F26B43"/>
          </p15:clr>
        </p15:guide>
        <p15:guide id="4" pos="7401" userDrawn="1">
          <p15:clr>
            <a:srgbClr val="F26B43"/>
          </p15:clr>
        </p15:guide>
        <p15:guide id="6" orient="horz" pos="1230" userDrawn="1">
          <p15:clr>
            <a:srgbClr val="F26B43"/>
          </p15:clr>
        </p15:guide>
        <p15:guide id="9" orient="horz" pos="1502" userDrawn="1">
          <p15:clr>
            <a:srgbClr val="F26B43"/>
          </p15:clr>
        </p15:guide>
        <p15:guide id="10" orient="horz" pos="1774" userDrawn="1">
          <p15:clr>
            <a:srgbClr val="F26B43"/>
          </p15:clr>
        </p15:guide>
        <p15:guide id="11" orient="horz" pos="2047" userDrawn="1">
          <p15:clr>
            <a:srgbClr val="F26B43"/>
          </p15:clr>
        </p15:guide>
        <p15:guide id="12" orient="horz" pos="3680" userDrawn="1">
          <p15:clr>
            <a:srgbClr val="F26B43"/>
          </p15:clr>
        </p15:guide>
        <p15:guide id="13" orient="horz" pos="3407" userDrawn="1">
          <p15:clr>
            <a:srgbClr val="F26B43"/>
          </p15:clr>
        </p15:guide>
        <p15:guide id="14" orient="horz" pos="3135" userDrawn="1">
          <p15:clr>
            <a:srgbClr val="F26B43"/>
          </p15:clr>
        </p15:guide>
        <p15:guide id="15" orient="horz" pos="2863" userDrawn="1">
          <p15:clr>
            <a:srgbClr val="F26B43"/>
          </p15:clr>
        </p15:guide>
        <p15:guide id="16" orient="horz" pos="2591" userDrawn="1">
          <p15:clr>
            <a:srgbClr val="F26B43"/>
          </p15:clr>
        </p15:guide>
        <p15:guide id="17" orient="horz" pos="2319" userDrawn="1">
          <p15:clr>
            <a:srgbClr val="F26B43"/>
          </p15:clr>
        </p15:guide>
        <p15:guide id="18" orient="horz" pos="300" userDrawn="1">
          <p15:clr>
            <a:srgbClr val="F26B43"/>
          </p15:clr>
        </p15:guide>
        <p15:guide id="19" pos="347" userDrawn="1">
          <p15:clr>
            <a:srgbClr val="F26B43"/>
          </p15:clr>
        </p15:guide>
        <p15:guide id="20" orient="horz" pos="777" userDrawn="1">
          <p15:clr>
            <a:srgbClr val="F26B43"/>
          </p15:clr>
        </p15:guide>
        <p15:guide id="21" orient="horz" pos="104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3125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3" r:id="rId4"/>
    <p:sldLayoutId id="2147483694" r:id="rId5"/>
    <p:sldLayoutId id="2147483696" r:id="rId6"/>
    <p:sldLayoutId id="2147483697" r:id="rId7"/>
    <p:sldLayoutId id="2147483698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4042" userDrawn="1">
          <p15:clr>
            <a:srgbClr val="F26B43"/>
          </p15:clr>
        </p15:guide>
        <p15:guide id="4" pos="7401" userDrawn="1">
          <p15:clr>
            <a:srgbClr val="F26B43"/>
          </p15:clr>
        </p15:guide>
        <p15:guide id="5" orient="horz" pos="1094" userDrawn="1">
          <p15:clr>
            <a:srgbClr val="F26B43"/>
          </p15:clr>
        </p15:guide>
        <p15:guide id="6" orient="horz" pos="1366" userDrawn="1">
          <p15:clr>
            <a:srgbClr val="F26B43"/>
          </p15:clr>
        </p15:guide>
        <p15:guide id="9" orient="horz" pos="1638" userDrawn="1">
          <p15:clr>
            <a:srgbClr val="F26B43"/>
          </p15:clr>
        </p15:guide>
        <p15:guide id="10" orient="horz" pos="1911" userDrawn="1">
          <p15:clr>
            <a:srgbClr val="F26B43"/>
          </p15:clr>
        </p15:guide>
        <p15:guide id="11" orient="horz" pos="618" userDrawn="1">
          <p15:clr>
            <a:srgbClr val="F26B43"/>
          </p15:clr>
        </p15:guide>
        <p15:guide id="12" pos="597" userDrawn="1">
          <p15:clr>
            <a:srgbClr val="F26B43"/>
          </p15:clr>
        </p15:guide>
        <p15:guide id="13" orient="horz" pos="2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885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77" r:id="rId3"/>
    <p:sldLayoutId id="2147483678" r:id="rId4"/>
    <p:sldLayoutId id="2147483679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42" userDrawn="1">
          <p15:clr>
            <a:srgbClr val="F26B43"/>
          </p15:clr>
        </p15:guide>
        <p15:guide id="5" pos="7401" userDrawn="1">
          <p15:clr>
            <a:srgbClr val="F26B43"/>
          </p15:clr>
        </p15:guide>
        <p15:guide id="7" orient="horz" pos="3430" userDrawn="1">
          <p15:clr>
            <a:srgbClr val="F26B43"/>
          </p15:clr>
        </p15:guide>
        <p15:guide id="8" orient="horz" pos="3022" userDrawn="1">
          <p15:clr>
            <a:srgbClr val="F26B43"/>
          </p15:clr>
        </p15:guide>
        <p15:guide id="9" orient="horz" pos="300" userDrawn="1">
          <p15:clr>
            <a:srgbClr val="F26B43"/>
          </p15:clr>
        </p15:guide>
        <p15:guide id="10" pos="347" userDrawn="1">
          <p15:clr>
            <a:srgbClr val="F26B43"/>
          </p15:clr>
        </p15:guide>
        <p15:guide id="11" orient="horz" pos="2840" userDrawn="1">
          <p15:clr>
            <a:srgbClr val="F26B43"/>
          </p15:clr>
        </p15:guide>
        <p15:guide id="12" orient="horz" pos="3521" userDrawn="1">
          <p15:clr>
            <a:srgbClr val="F26B43"/>
          </p15:clr>
        </p15:guide>
      </p15:sldGuideLst>
    </p:ext>
  </p:extLst>
</p:sldMaster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" descr="gid:1:0"/>
          <p:cNvSpPr txBox="1"/>
          <p:nvPr/>
        </p:nvSpPr>
        <p:spPr>
          <a:xfrm>
            <a:off x="628650" y="57150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/>
            <a:r>
              <a:rPr sz="2800" b="1">
                <a:solidFill>
                  <a:srgbClr val="1A1A1A"/>
                </a:solidFill>
              </a:rPr>
              <a:t>Светлая тема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фоны основные слайды">
  <a:themeElements>
    <a:clrScheme name="Пользовательские 2">
      <a:dk1>
        <a:srgbClr val="000000"/>
      </a:dk1>
      <a:lt1>
        <a:srgbClr val="FFFFFF"/>
      </a:lt1>
      <a:dk2>
        <a:srgbClr val="283438"/>
      </a:dk2>
      <a:lt2>
        <a:srgbClr val="FFFFFF"/>
      </a:lt2>
      <a:accent1>
        <a:srgbClr val="56FF71"/>
      </a:accent1>
      <a:accent2>
        <a:srgbClr val="5CFF8D"/>
      </a:accent2>
      <a:accent3>
        <a:srgbClr val="00E0FF"/>
      </a:accent3>
      <a:accent4>
        <a:srgbClr val="61ECFF"/>
      </a:accent4>
      <a:accent5>
        <a:srgbClr val="55FF70"/>
      </a:accent5>
      <a:accent6>
        <a:srgbClr val="5CFF8D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перебивки с лого">
  <a:themeElements>
    <a:clrScheme name="Sber Team">
      <a:dk1>
        <a:srgbClr val="000000"/>
      </a:dk1>
      <a:lt1>
        <a:srgbClr val="FFFFFF"/>
      </a:lt1>
      <a:dk2>
        <a:srgbClr val="283438"/>
      </a:dk2>
      <a:lt2>
        <a:srgbClr val="FFFFFF"/>
      </a:lt2>
      <a:accent1>
        <a:srgbClr val="56FF71"/>
      </a:accent1>
      <a:accent2>
        <a:srgbClr val="5CFF8D"/>
      </a:accent2>
      <a:accent3>
        <a:srgbClr val="00E0FF"/>
      </a:accent3>
      <a:accent4>
        <a:srgbClr val="61ECFF"/>
      </a:accent4>
      <a:accent5>
        <a:srgbClr val="E3FF33"/>
      </a:accent5>
      <a:accent6>
        <a:srgbClr val="E8FF5C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итулы">
  <a:themeElements>
    <a:clrScheme name="Sber Team">
      <a:dk1>
        <a:srgbClr val="000000"/>
      </a:dk1>
      <a:lt1>
        <a:srgbClr val="FFFFFF"/>
      </a:lt1>
      <a:dk2>
        <a:srgbClr val="283438"/>
      </a:dk2>
      <a:lt2>
        <a:srgbClr val="FFFFFF"/>
      </a:lt2>
      <a:accent1>
        <a:srgbClr val="56FF71"/>
      </a:accent1>
      <a:accent2>
        <a:srgbClr val="5CFF8D"/>
      </a:accent2>
      <a:accent3>
        <a:srgbClr val="00E0FF"/>
      </a:accent3>
      <a:accent4>
        <a:srgbClr val="61ECFF"/>
      </a:accent4>
      <a:accent5>
        <a:srgbClr val="E3FF33"/>
      </a:accent5>
      <a:accent6>
        <a:srgbClr val="E8FF5C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15616</TotalTime>
  <Words>2782</Words>
  <Application>Microsoft Macintosh PowerPoint</Application>
  <PresentationFormat>Широкоэкранный</PresentationFormat>
  <Paragraphs>607</Paragraphs>
  <Slides>57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57</vt:i4>
      </vt:variant>
    </vt:vector>
  </HeadingPairs>
  <TitlesOfParts>
    <vt:vector size="70" baseType="lpstr">
      <vt:lpstr>Arial</vt:lpstr>
      <vt:lpstr>Calibri</vt:lpstr>
      <vt:lpstr>SB Sans Display</vt:lpstr>
      <vt:lpstr>SB Sans Display Light</vt:lpstr>
      <vt:lpstr>SB Sans Display Semibold</vt:lpstr>
      <vt:lpstr>SB Sans Text</vt:lpstr>
      <vt:lpstr>SB Sans Text Light</vt:lpstr>
      <vt:lpstr>SB Sans Text Medium</vt:lpstr>
      <vt:lpstr>SB Sans Text Semibold</vt:lpstr>
      <vt:lpstr>SBSansDisplay-Light</vt:lpstr>
      <vt:lpstr>фоны основные слайды</vt:lpstr>
      <vt:lpstr>перебивки с лого</vt:lpstr>
      <vt:lpstr>титулы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Картинцева Анастасия Александровна</dc:creator>
  <cp:keywords/>
  <dc:description/>
  <cp:lastModifiedBy>Логвиненко Эдуард Константинович</cp:lastModifiedBy>
  <cp:revision>160</cp:revision>
  <dcterms:created xsi:type="dcterms:W3CDTF">2025-03-12T13:12:20Z</dcterms:created>
  <dcterms:modified xsi:type="dcterms:W3CDTF">2026-06-02T09:01:42Z</dcterms:modified>
  <cp:category/>
</cp:coreProperties>
</file>