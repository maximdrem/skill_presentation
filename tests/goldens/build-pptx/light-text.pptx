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5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xmlns:ns1="http://schemas.microsoft.com/office/powerpoint/2010/main" xmlns:ns2="http://schemas.microsoft.com/office/powerpoint/2012/main" saveSubsetFonts="1" autoCompressPictures="0">
  <p:sldMasterIdLst>
    <p:sldMasterId id="2147483648" r:id="rId1"/>
    <p:sldMasterId id="2147483687" r:id="rId2"/>
    <p:sldMasterId id="2147483674" r:id="rId3"/>
  </p:sldMasterIdLst>
  <p:notesMasterIdLst>
    <p:notesMasterId r:id="rId61"/>
  </p:notesMasterIdLst>
  <p:sldIdLst>
    <p:sldId id="1495" r:id="rId6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ns1:sectionLst>
        <ns1:section name="Раздел по умолчанию" id="{0CD1FE1E-1A7C-EB4C-89AF-3CB8BA086AAE}">
          <ns1:sldIdLst>
            <ns1:sldId id="1468"/>
          </ns1:sldIdLst>
        </ns1:section>
        <ns1:section name="Элементы" id="{053F38AD-7862-FF49-827F-3B18F62CDCC7}">
          <ns1:sldIdLst>
            <ns1:sldId id="283"/>
            <ns1:sldId id="302"/>
            <ns1:sldId id="294"/>
            <ns1:sldId id="280"/>
            <ns1:sldId id="1469"/>
            <ns1:sldId id="1470"/>
            <ns1:sldId id="1471"/>
            <ns1:sldId id="1472"/>
            <ns1:sldId id="1476"/>
            <ns1:sldId id="1473"/>
            <ns1:sldId id="1474"/>
            <ns1:sldId id="1475"/>
            <ns1:sldId id="1479"/>
            <ns1:sldId id="1477"/>
            <ns1:sldId id="1478"/>
            <ns1:sldId id="1480"/>
          </ns1:sldIdLst>
        </ns1:section>
        <ns1:section name="Разделители" id="{A59863D7-B7A6-714E-9764-1A8EAA6F804B}">
          <ns1:sldIdLst>
            <ns1:sldId id="287"/>
            <ns1:sldId id="288"/>
            <ns1:sldId id="289"/>
            <ns1:sldId id="1481"/>
            <ns1:sldId id="1482"/>
          </ns1:sldIdLst>
        </ns1:section>
        <ns1:section name="Текст" id="{5E10E996-1B28-5840-BE90-D884DDFA1173}">
          <ns1:sldIdLst>
            <ns1:sldId id="256"/>
            <ns1:sldId id="1486"/>
            <ns1:sldId id="1483"/>
            <ns1:sldId id="1487"/>
            <ns1:sldId id="1484"/>
            <ns1:sldId id="1488"/>
            <ns1:sldId id="1485"/>
            <ns1:sldId id="1491"/>
            <ns1:sldId id="1489"/>
            <ns1:sldId id="1490"/>
          </ns1:sldIdLst>
        </ns1:section>
        <ns1:section name="Фото" id="{0926791A-71AC-7D4E-B606-6667477EDE84}">
          <ns1:sldIdLst>
            <ns1:sldId id="304"/>
            <ns1:sldId id="305"/>
            <ns1:sldId id="310"/>
            <ns1:sldId id="309"/>
            <ns1:sldId id="311"/>
            <ns1:sldId id="312"/>
            <ns1:sldId id="313"/>
            <ns1:sldId id="324"/>
          </ns1:sldIdLst>
        </ns1:section>
        <ns1:section name="карточки" id="{D0479096-1C74-8444-9D41-60C6C55F8121}">
          <ns1:sldIdLst>
            <ns1:sldId id="326"/>
            <ns1:sldId id="328"/>
            <ns1:sldId id="325"/>
            <ns1:sldId id="327"/>
          </ns1:sldIdLst>
        </ns1:section>
        <ns1:section name="Таблицы" id="{67E505DD-AFA3-2445-9CE9-50519FA94712}">
          <ns1:sldIdLst>
            <ns1:sldId id="330"/>
            <ns1:sldId id="1492"/>
            <ns1:sldId id="1493"/>
          </ns1:sldIdLst>
        </ns1:section>
        <ns1:section name="Графики" id="{52407F9E-3642-0A41-9315-19894C84713A}">
          <ns1:sldIdLst>
            <ns1:sldId id="338"/>
            <ns1:sldId id="339"/>
            <ns1:sldId id="340"/>
            <ns1:sldId id="341"/>
            <ns1:sldId id="343"/>
            <ns1:sldId id="344"/>
            <ns1:sldId id="345"/>
            <ns1:sldId id="1494"/>
          </ns1:sldIdLst>
        </ns1:section>
        <ns1:section name="QR-Контакты" id="{A8C7800C-5CF0-694C-BEAE-91B344B4E27C}">
          <ns1:sldIdLst>
            <ns1:sldId id="346"/>
            <ns1:sldId id="348"/>
          </ns1:sldIdLst>
        </ns1:section>
      </ns1:sectionLst>
    </p:ext>
    <p:ext uri="{EFAFB233-063F-42B5-8137-9DF3F51BA10A}">
      <ns2:sldGuideLst>
        <ns2:guide id="2" pos="2910" userDrawn="1">
          <ns2:clr>
            <a:srgbClr val="A4A3A4"/>
          </ns2:clr>
        </ns2:guide>
        <ns2:guide id="3" pos="5337" userDrawn="1">
          <ns2:clr>
            <a:srgbClr val="A4A3A4"/>
          </ns2:clr>
        </ns2:guide>
        <ns2:guide id="4" orient="horz" pos="2160">
          <ns2:clr>
            <a:srgbClr val="A4A3A4"/>
          </ns2:clr>
        </ns2:guide>
      </ns2:sldGuideLst>
    </p:ext>
  </p:extLst>
</p:presentation>
</file>

<file path=ppt/presProps.xml><?xml version="1.0" encoding="utf-8"?>
<p:presentationPr xmlns:p="http://schemas.openxmlformats.org/presentationml/2006/main" xmlns:a="http://schemas.openxmlformats.org/drawingml/2006/main" xmlns:ns1="http://schemas.microsoft.com/office/powerpoint/2010/main" xmlns:ns2="http://schemas.microsoft.com/office/powerpoint/2012/main">
  <p:clrMru>
    <a:srgbClr val="01E0FF"/>
    <a:srgbClr val="2A3238"/>
    <a:srgbClr val="FF3256"/>
    <a:srgbClr val="52F46C"/>
    <a:srgbClr val="4EE967"/>
    <a:srgbClr val="00E0FF"/>
    <a:srgbClr val="62ECFF"/>
    <a:srgbClr val="5CFF8D"/>
    <a:srgbClr val="283438"/>
    <a:srgbClr val="E8FF5C"/>
  </p:clrMru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0900"/>
    <p:restoredTop sz="94720"/>
  </p:normalViewPr>
  <p:slideViewPr>
    <p:cSldViewPr snapToGrid="0">
      <p:cViewPr>
        <p:scale>
          <a:sx n="169" d="100"/>
          <a:sy n="169" d="100"/>
        </p:scale>
        <p:origin x="1848" y="1176"/>
      </p:cViewPr>
      <p:guideLst>
        <p:guide pos="2910"/>
        <p:guide pos="5337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Relationship Id="rId66" Type="http://schemas.openxmlformats.org/officeDocument/2006/relationships/slide" Target="slides/slide58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p="http://schemas.openxmlformats.org/presentationml/2006/main" xmlns:a="http://schemas.openxmlformats.org/drawingml/2006/main" xmlns:ns1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96D2E-1BCC-8A4D-9153-217AAD15D635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77B35-3A2B-7448-BBEF-904192213E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ns1:creationId val="358938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742490304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660583346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3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796803647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4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91559886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5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82107798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6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64848065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7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92223465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8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889768597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9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530561990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0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029950880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1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802636746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2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1559460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3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930947216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4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736823455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5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72428846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6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71739578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7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41539389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8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412859989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9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98436515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0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10997824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1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160055883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2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417384307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3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348126402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4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разделитель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16">
            <a:extLst>
              <a:ext uri="{FF2B5EF4-FFF2-40B4-BE49-F238E27FC236}">
                <ns1:creationId id="{1FF4B0DF-9F23-F35D-38E9-306A0143A5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652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5" name="Текст 16">
            <a:extLst>
              <a:ext uri="{FF2B5EF4-FFF2-40B4-BE49-F238E27FC236}">
                <ns1:creationId id="{DBE86337-C876-A068-BC2E-20E35556E8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974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3087990090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5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разделитель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16">
            <a:extLst>
              <a:ext uri="{FF2B5EF4-FFF2-40B4-BE49-F238E27FC236}">
                <ns1:creationId id="{CE15D4B9-3E88-0932-D1C1-FF9C4CB545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652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8" name="Текст 16">
            <a:extLst>
              <a:ext uri="{FF2B5EF4-FFF2-40B4-BE49-F238E27FC236}">
                <ns1:creationId id="{190A23EB-E274-316A-8D0F-50BFDCB82D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974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1121348198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6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разделитель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6">
            <a:extLst>
              <a:ext uri="{FF2B5EF4-FFF2-40B4-BE49-F238E27FC236}">
                <ns1:creationId id="{7D6ADBF0-AF58-C725-BF37-A69BED504D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652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" name="Текст 16">
            <a:extLst>
              <a:ext uri="{FF2B5EF4-FFF2-40B4-BE49-F238E27FC236}">
                <ns1:creationId id="{1182AD8E-2F8B-044B-B98B-5C87FD3704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974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2378635159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7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разделитель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6">
            <a:extLst>
              <a:ext uri="{FF2B5EF4-FFF2-40B4-BE49-F238E27FC236}">
                <ns1:creationId id="{50A11FDB-6923-551F-1529-733B8E48EA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652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" name="Текст 16">
            <a:extLst>
              <a:ext uri="{FF2B5EF4-FFF2-40B4-BE49-F238E27FC236}">
                <ns1:creationId id="{02F6FB2C-8BAC-DE5D-8D6B-98F23903F9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974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275071866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8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разделитель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6">
            <a:extLst>
              <a:ext uri="{FF2B5EF4-FFF2-40B4-BE49-F238E27FC236}">
                <ns1:creationId id="{7A538C99-328E-151E-813F-6A123891D8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652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" name="Текст 16">
            <a:extLst>
              <a:ext uri="{FF2B5EF4-FFF2-40B4-BE49-F238E27FC236}">
                <ns1:creationId id="{8C5B5084-AE2C-7AF0-BC5B-BCD8C52FCA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974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409356107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9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разделитель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6">
            <a:extLst>
              <a:ext uri="{FF2B5EF4-FFF2-40B4-BE49-F238E27FC236}">
                <ns1:creationId id="{B3451EC4-278C-0B02-F559-2034F6310F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652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" name="Текст 16">
            <a:extLst>
              <a:ext uri="{FF2B5EF4-FFF2-40B4-BE49-F238E27FC236}">
                <ns1:creationId id="{EE835234-3B89-85CE-BE2F-58CF82348D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974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1752287097"/>
      </p:ext>
    </p:extLst>
  </p:cSld>
  <p:clrMapOvr>
    <a:masterClrMapping/>
  </p:clrMapOvr>
  <p:extLst>
    <p:ext uri="{DCECCB84-F9BA-43D5-87BE-67443E8EF086}">
      <ns4:sldGuideLst>
        <ns4:guide id="4" orient="horz" pos="278" userDrawn="1">
          <ns4:clr>
            <a:srgbClr val="FBAE40"/>
          </ns4:clr>
        </ns4:guide>
      </ns4:sldGuideLst>
    </p:ext>
  </p:extLst>
</p:sldLayout>
</file>

<file path=ppt/slideLayouts/slideLayout30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разделитель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6">
            <a:extLst>
              <a:ext uri="{FF2B5EF4-FFF2-40B4-BE49-F238E27FC236}">
                <ns1:creationId id="{A180A0C3-E49D-93CB-B0B7-85F95589A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652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" name="Текст 16">
            <a:extLst>
              <a:ext uri="{FF2B5EF4-FFF2-40B4-BE49-F238E27FC236}">
                <ns1:creationId id="{8C4063DC-3E13-E97B-9CE0-BD5DD58F36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974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3182207219"/>
      </p:ext>
    </p:extLst>
  </p:cSld>
  <p:clrMapOvr>
    <a:masterClrMapping/>
  </p:clrMapOvr>
  <p:extLst>
    <p:ext uri="{DCECCB84-F9BA-43D5-87BE-67443E8EF086}">
      <ns4:sldGuideLst>
        <ns4:guide id="4" orient="horz" pos="278" userDrawn="1">
          <ns4:clr>
            <a:srgbClr val="FBAE40"/>
          </ns4:clr>
        </ns4:guide>
      </ns4:sldGuideLst>
    </p:ext>
  </p:extLst>
</p:sldLayout>
</file>

<file path=ppt/slideLayouts/slideLayout31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разделитель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6">
            <a:extLst>
              <a:ext uri="{FF2B5EF4-FFF2-40B4-BE49-F238E27FC236}">
                <ns1:creationId id="{6F0FF89B-2B56-9CC7-4382-8D5B6BA1F0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652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" name="Текст 16">
            <a:extLst>
              <a:ext uri="{FF2B5EF4-FFF2-40B4-BE49-F238E27FC236}">
                <ns1:creationId id="{36C5157C-CA48-6EA0-DB1E-26D517A085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974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129865251"/>
      </p:ext>
    </p:extLst>
  </p:cSld>
  <p:clrMapOvr>
    <a:masterClrMapping/>
  </p:clrMapOvr>
  <p:extLst>
    <p:ext uri="{DCECCB84-F9BA-43D5-87BE-67443E8EF086}">
      <ns4:sldGuideLst>
        <ns4:guide id="4" orient="horz" pos="278">
          <ns4:clr>
            <a:srgbClr val="FBAE40"/>
          </ns4:clr>
        </ns4:guide>
      </ns4:sldGuideLst>
    </p:ext>
  </p:extLst>
</p:sldLayout>
</file>

<file path=ppt/slideLayouts/slideLayout32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1_титул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6">
            <a:extLst>
              <a:ext uri="{FF2B5EF4-FFF2-40B4-BE49-F238E27FC236}">
                <ns1:creationId id="{CC8497D6-4A92-D76C-A754-0D56C35D3E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981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" name="Текст 16">
            <a:extLst>
              <a:ext uri="{FF2B5EF4-FFF2-40B4-BE49-F238E27FC236}">
                <ns1:creationId id="{D1A55B3F-689B-92FC-EA27-A41E12746B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303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392453334"/>
      </p:ext>
    </p:extLst>
  </p:cSld>
  <p:clrMapOvr>
    <a:masterClrMapping/>
  </p:clrMapOvr>
  <p:extLst>
    <p:ext uri="{DCECCB84-F9BA-43D5-87BE-67443E8EF086}">
      <ns4:sldGuideLst>
        <ns4:guide id="3" pos="7401" userDrawn="1">
          <ns4:clr>
            <a:srgbClr val="FBAE40"/>
          </ns4:clr>
        </ns4:guide>
      </ns4:sldGuideLst>
    </p:ext>
  </p:extLst>
</p:sldLayout>
</file>

<file path=ppt/slideLayouts/slideLayout33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титул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6">
            <a:extLst>
              <a:ext uri="{FF2B5EF4-FFF2-40B4-BE49-F238E27FC236}">
                <ns1:creationId id="{B40E0BDE-C605-5334-C3B5-C5454047C7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981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0" name="Текст 16">
            <a:extLst>
              <a:ext uri="{FF2B5EF4-FFF2-40B4-BE49-F238E27FC236}">
                <ns1:creationId id="{27BB235F-7755-889F-F599-8ABDE38A15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303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4142219904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34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титул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6">
            <a:extLst>
              <a:ext uri="{FF2B5EF4-FFF2-40B4-BE49-F238E27FC236}">
                <ns1:creationId id="{D25CE8E6-B68F-DB26-973C-B3AE301E74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981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0" name="Текст 16">
            <a:extLst>
              <a:ext uri="{FF2B5EF4-FFF2-40B4-BE49-F238E27FC236}">
                <ns1:creationId id="{B2DA4BDE-F8AA-CE8B-AA36-A8666D1E3C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303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109707829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35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титул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6">
            <a:extLst>
              <a:ext uri="{FF2B5EF4-FFF2-40B4-BE49-F238E27FC236}">
                <ns1:creationId id="{C835C292-8D5A-5C68-21B7-EAB3B2F0EE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981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0" name="Текст 16">
            <a:extLst>
              <a:ext uri="{FF2B5EF4-FFF2-40B4-BE49-F238E27FC236}">
                <ns1:creationId id="{91358820-7E53-62CD-1FB1-4DF1B2CC54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303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4108964085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36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титул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16">
            <a:extLst>
              <a:ext uri="{FF2B5EF4-FFF2-40B4-BE49-F238E27FC236}">
                <ns1:creationId id="{8B0B7922-CF68-3F1A-06FE-09365ECEFD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24708" y="2668938"/>
            <a:ext cx="7742583" cy="14538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6" name="Текст 16">
            <a:extLst>
              <a:ext uri="{FF2B5EF4-FFF2-40B4-BE49-F238E27FC236}">
                <ns1:creationId id="{53ED39C1-FCBC-6BF9-9886-3F058D4C13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24708" y="4125944"/>
            <a:ext cx="7742582" cy="5900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3136532718"/>
      </p:ext>
    </p:extLst>
  </p:cSld>
  <p:clrMapOvr>
    <a:masterClrMapping/>
  </p:clrMapOvr>
  <p:extLst>
    <p:ext uri="{DCECCB84-F9BA-43D5-87BE-67443E8EF086}">
      <ns4:sldGuideLst/>
    </p:ext>
  </p:extLs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theme" Target="../theme/theme2.xml"/></Relationships>
</file>

<file path=ppt/slideMasters/_rels/slideMaster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6.xml"/><Relationship Id="rId6" Type="http://schemas.openxmlformats.org/officeDocument/2006/relationships/theme" Target="../theme/theme3.xml"/></Relationships>
</file>

<file path=ppt/slideMasters/slideMaster1.xml><?xml version="1.0" encoding="utf-8"?>
<p:sldMaster xmlns:p="http://schemas.openxmlformats.org/presentationml/2006/main" xmlns:a="http://schemas.openxmlformats.org/drawingml/2006/main" xmlns:ns1="http://schemas.microsoft.com/office/powerpoint/2010/main" xmlns:r="http://schemas.openxmlformats.org/officeDocument/2006/relationships" xmlns:ns2="http://schemas.microsoft.com/office/powerpoint/2012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1:creationId val="1590795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  <p:sldLayoutId id="2147483650" r:id="rId3"/>
    <p:sldLayoutId id="2147483657" r:id="rId4"/>
    <p:sldLayoutId id="2147483651" r:id="rId5"/>
    <p:sldLayoutId id="2147483655" r:id="rId6"/>
    <p:sldLayoutId id="2147483658" r:id="rId7"/>
    <p:sldLayoutId id="2147483652" r:id="rId8"/>
    <p:sldLayoutId id="2147483653" r:id="rId9"/>
    <p:sldLayoutId id="2147483656" r:id="rId10"/>
    <p:sldLayoutId id="2147483659" r:id="rId11"/>
    <p:sldLayoutId id="2147483661" r:id="rId12"/>
    <p:sldLayoutId id="2147483662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ns2:sldGuideLst>
        <ns2:guide id="2" orient="horz" pos="4042" userDrawn="1">
          <ns2:clr>
            <a:srgbClr val="F26B43"/>
          </ns2:clr>
        </ns2:guide>
        <ns2:guide id="4" pos="7401" userDrawn="1">
          <ns2:clr>
            <a:srgbClr val="F26B43"/>
          </ns2:clr>
        </ns2:guide>
        <ns2:guide id="6" orient="horz" pos="1230" userDrawn="1">
          <ns2:clr>
            <a:srgbClr val="F26B43"/>
          </ns2:clr>
        </ns2:guide>
        <ns2:guide id="9" orient="horz" pos="1502" userDrawn="1">
          <ns2:clr>
            <a:srgbClr val="F26B43"/>
          </ns2:clr>
        </ns2:guide>
        <ns2:guide id="10" orient="horz" pos="1774" userDrawn="1">
          <ns2:clr>
            <a:srgbClr val="F26B43"/>
          </ns2:clr>
        </ns2:guide>
        <ns2:guide id="11" orient="horz" pos="2047" userDrawn="1">
          <ns2:clr>
            <a:srgbClr val="F26B43"/>
          </ns2:clr>
        </ns2:guide>
        <ns2:guide id="12" orient="horz" pos="3680" userDrawn="1">
          <ns2:clr>
            <a:srgbClr val="F26B43"/>
          </ns2:clr>
        </ns2:guide>
        <ns2:guide id="13" orient="horz" pos="3407" userDrawn="1">
          <ns2:clr>
            <a:srgbClr val="F26B43"/>
          </ns2:clr>
        </ns2:guide>
        <ns2:guide id="14" orient="horz" pos="3135" userDrawn="1">
          <ns2:clr>
            <a:srgbClr val="F26B43"/>
          </ns2:clr>
        </ns2:guide>
        <ns2:guide id="15" orient="horz" pos="2863" userDrawn="1">
          <ns2:clr>
            <a:srgbClr val="F26B43"/>
          </ns2:clr>
        </ns2:guide>
        <ns2:guide id="16" orient="horz" pos="2591" userDrawn="1">
          <ns2:clr>
            <a:srgbClr val="F26B43"/>
          </ns2:clr>
        </ns2:guide>
        <ns2:guide id="17" orient="horz" pos="2319" userDrawn="1">
          <ns2:clr>
            <a:srgbClr val="F26B43"/>
          </ns2:clr>
        </ns2:guide>
        <ns2:guide id="18" orient="horz" pos="300" userDrawn="1">
          <ns2:clr>
            <a:srgbClr val="F26B43"/>
          </ns2:clr>
        </ns2:guide>
        <ns2:guide id="19" pos="347" userDrawn="1">
          <ns2:clr>
            <a:srgbClr val="F26B43"/>
          </ns2:clr>
        </ns2:guide>
        <ns2:guide id="20" orient="horz" pos="777" userDrawn="1">
          <ns2:clr>
            <a:srgbClr val="F26B43"/>
          </ns2:clr>
        </ns2:guide>
        <ns2:guide id="21" orient="horz" pos="1049" userDrawn="1">
          <ns2:clr>
            <a:srgbClr val="F26B43"/>
          </ns2:clr>
        </ns2:guide>
      </ns2:sldGuideLst>
    </p:ext>
  </p:extLst>
</p:sldMaster>
</file>

<file path=ppt/slideMasters/slideMaster2.xml><?xml version="1.0" encoding="utf-8"?>
<p:sldMaster xmlns:p="http://schemas.openxmlformats.org/presentationml/2006/main" xmlns:a="http://schemas.openxmlformats.org/drawingml/2006/main" xmlns:ns1="http://schemas.microsoft.com/office/powerpoint/2010/main" xmlns:r="http://schemas.openxmlformats.org/officeDocument/2006/relationships" xmlns:ns2="http://schemas.microsoft.com/office/powerpoint/2012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1:creationId val="392312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3" r:id="rId4"/>
    <p:sldLayoutId id="2147483694" r:id="rId5"/>
    <p:sldLayoutId id="2147483696" r:id="rId6"/>
    <p:sldLayoutId id="2147483697" r:id="rId7"/>
    <p:sldLayoutId id="214748369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ns2:sldGuideLst>
        <ns2:guide id="2" orient="horz" pos="4042" userDrawn="1">
          <ns2:clr>
            <a:srgbClr val="F26B43"/>
          </ns2:clr>
        </ns2:guide>
        <ns2:guide id="4" pos="7401" userDrawn="1">
          <ns2:clr>
            <a:srgbClr val="F26B43"/>
          </ns2:clr>
        </ns2:guide>
        <ns2:guide id="5" orient="horz" pos="1094" userDrawn="1">
          <ns2:clr>
            <a:srgbClr val="F26B43"/>
          </ns2:clr>
        </ns2:guide>
        <ns2:guide id="6" orient="horz" pos="1366" userDrawn="1">
          <ns2:clr>
            <a:srgbClr val="F26B43"/>
          </ns2:clr>
        </ns2:guide>
        <ns2:guide id="9" orient="horz" pos="1638" userDrawn="1">
          <ns2:clr>
            <a:srgbClr val="F26B43"/>
          </ns2:clr>
        </ns2:guide>
        <ns2:guide id="10" orient="horz" pos="1911" userDrawn="1">
          <ns2:clr>
            <a:srgbClr val="F26B43"/>
          </ns2:clr>
        </ns2:guide>
        <ns2:guide id="11" orient="horz" pos="618" userDrawn="1">
          <ns2:clr>
            <a:srgbClr val="F26B43"/>
          </ns2:clr>
        </ns2:guide>
        <ns2:guide id="12" pos="597" userDrawn="1">
          <ns2:clr>
            <a:srgbClr val="F26B43"/>
          </ns2:clr>
        </ns2:guide>
        <ns2:guide id="13" orient="horz" pos="2840" userDrawn="1">
          <ns2:clr>
            <a:srgbClr val="F26B43"/>
          </ns2:clr>
        </ns2:guide>
      </ns2:sldGuideLst>
    </p:ext>
  </p:extLst>
</p:sldMaster>
</file>

<file path=ppt/slideMasters/slideMaster3.xml><?xml version="1.0" encoding="utf-8"?>
<p:sldMaster xmlns:p="http://schemas.openxmlformats.org/presentationml/2006/main" xmlns:a="http://schemas.openxmlformats.org/drawingml/2006/main" xmlns:ns1="http://schemas.microsoft.com/office/powerpoint/2010/main" xmlns:r="http://schemas.openxmlformats.org/officeDocument/2006/relationships" xmlns:ns2="http://schemas.microsoft.com/office/powerpoint/2012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1:creationId val="322788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6" r:id="rId2"/>
    <p:sldLayoutId id="2147483677" r:id="rId3"/>
    <p:sldLayoutId id="2147483678" r:id="rId4"/>
    <p:sldLayoutId id="214748367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ns2:sldGuideLst>
        <ns2:guide id="3" orient="horz" pos="4042" userDrawn="1">
          <ns2:clr>
            <a:srgbClr val="F26B43"/>
          </ns2:clr>
        </ns2:guide>
        <ns2:guide id="5" pos="7401" userDrawn="1">
          <ns2:clr>
            <a:srgbClr val="F26B43"/>
          </ns2:clr>
        </ns2:guide>
        <ns2:guide id="7" orient="horz" pos="3430" userDrawn="1">
          <ns2:clr>
            <a:srgbClr val="F26B43"/>
          </ns2:clr>
        </ns2:guide>
        <ns2:guide id="8" orient="horz" pos="3022" userDrawn="1">
          <ns2:clr>
            <a:srgbClr val="F26B43"/>
          </ns2:clr>
        </ns2:guide>
        <ns2:guide id="9" orient="horz" pos="300" userDrawn="1">
          <ns2:clr>
            <a:srgbClr val="F26B43"/>
          </ns2:clr>
        </ns2:guide>
        <ns2:guide id="10" pos="347" userDrawn="1">
          <ns2:clr>
            <a:srgbClr val="F26B43"/>
          </ns2:clr>
        </ns2:guide>
        <ns2:guide id="11" orient="horz" pos="2840" userDrawn="1">
          <ns2:clr>
            <a:srgbClr val="F26B43"/>
          </ns2:clr>
        </ns2:guide>
        <ns2:guide id="12" orient="horz" pos="3521" userDrawn="1">
          <ns2:clr>
            <a:srgbClr val="F26B43"/>
          </ns2:clr>
        </ns2:guide>
      </ns2:sldGuideLst>
    </p:ext>
  </p:extLst>
</p:sldMaster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1.jpg"/></Relationships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" descr="gid:1:0"/>
          <p:cNvSpPr txBox="1"/>
          <p:nvPr/>
        </p:nvSpPr>
        <p:spPr>
          <a:xfrm>
            <a:off x="628650" y="571500"/>
            <a:ext cx="8572500" cy="666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/>
            <a:r>
              <a:rPr sz="2800" b="1">
                <a:solidFill>
                  <a:srgbClr val="1A1A1A"/>
                </a:solidFill>
              </a:rPr>
              <a:t>Светлая тема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фоны основные слайды">
  <a:themeElements>
    <a:clrScheme name="Пользовательские 2">
      <a:dk1>
        <a:srgbClr val="000000"/>
      </a:dk1>
      <a:lt1>
        <a:srgbClr val="FFFFFF"/>
      </a:lt1>
      <a:dk2>
        <a:srgbClr val="283438"/>
      </a:dk2>
      <a:lt2>
        <a:srgbClr val="FFFFFF"/>
      </a:lt2>
      <a:accent1>
        <a:srgbClr val="56FF71"/>
      </a:accent1>
      <a:accent2>
        <a:srgbClr val="5CFF8D"/>
      </a:accent2>
      <a:accent3>
        <a:srgbClr val="00E0FF"/>
      </a:accent3>
      <a:accent4>
        <a:srgbClr val="61ECFF"/>
      </a:accent4>
      <a:accent5>
        <a:srgbClr val="55FF70"/>
      </a:accent5>
      <a:accent6>
        <a:srgbClr val="5CFF8D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xmlns:ns1="http://schemas.microsoft.com/office/thememl/2012/main" name="перебивки с лого">
  <a:themeElements>
    <a:clrScheme name="Sber Team">
      <a:dk1>
        <a:srgbClr val="000000"/>
      </a:dk1>
      <a:lt1>
        <a:srgbClr val="FFFFFF"/>
      </a:lt1>
      <a:dk2>
        <a:srgbClr val="283438"/>
      </a:dk2>
      <a:lt2>
        <a:srgbClr val="FFFFFF"/>
      </a:lt2>
      <a:accent1>
        <a:srgbClr val="56FF71"/>
      </a:accent1>
      <a:accent2>
        <a:srgbClr val="5CFF8D"/>
      </a:accent2>
      <a:accent3>
        <a:srgbClr val="00E0FF"/>
      </a:accent3>
      <a:accent4>
        <a:srgbClr val="61ECFF"/>
      </a:accent4>
      <a:accent5>
        <a:srgbClr val="E3FF33"/>
      </a:accent5>
      <a:accent6>
        <a:srgbClr val="E8FF5C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xmlns:ns1="http://schemas.microsoft.com/office/thememl/2012/main" name="титулы">
  <a:themeElements>
    <a:clrScheme name="Sber Team">
      <a:dk1>
        <a:srgbClr val="000000"/>
      </a:dk1>
      <a:lt1>
        <a:srgbClr val="FFFFFF"/>
      </a:lt1>
      <a:dk2>
        <a:srgbClr val="283438"/>
      </a:dk2>
      <a:lt2>
        <a:srgbClr val="FFFFFF"/>
      </a:lt2>
      <a:accent1>
        <a:srgbClr val="56FF71"/>
      </a:accent1>
      <a:accent2>
        <a:srgbClr val="5CFF8D"/>
      </a:accent2>
      <a:accent3>
        <a:srgbClr val="00E0FF"/>
      </a:accent3>
      <a:accent4>
        <a:srgbClr val="61ECFF"/>
      </a:accent4>
      <a:accent5>
        <a:srgbClr val="E3FF33"/>
      </a:accent5>
      <a:accent6>
        <a:srgbClr val="E8FF5C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xmlns:ns1="http://schemas.microsoft.com/office/thememl/2012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docProps/app.xml><?xml version="1.0" encoding="utf-8"?>
<ep:Properties xmlns:ep="http://schemas.openxmlformats.org/officeDocument/2006/extended-properties" xmlns:vt="http://schemas.openxmlformats.org/officeDocument/2006/docPropsVTypes">
  <ep:TotalTime>15616</ep:TotalTime>
  <ep:Words>2782</ep:Words>
  <ep:Application>Microsoft Macintosh PowerPoint</ep:Application>
  <ep:PresentationFormat>Широкоэкранный</ep:PresentationFormat>
  <ep:Paragraphs>607</ep:Paragraphs>
  <ep:Slides>57</ep:Slides>
  <ep:Notes>28</ep:Notes>
  <ep:HiddenSlides>0</ep:HiddenSlides>
  <ep:MMClips>0</ep:MMClips>
  <ep:ScaleCrop>false</ep:ScaleCrop>
  <ep: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57</vt:i4>
      </vt:variant>
    </vt:vector>
  </ep:HeadingPairs>
  <ep:TitlesOfParts>
    <vt:vector size="70" baseType="lpstr">
      <vt:lpstr>Arial</vt:lpstr>
      <vt:lpstr>Calibri</vt:lpstr>
      <vt:lpstr>SB Sans Display</vt:lpstr>
      <vt:lpstr>SB Sans Display Light</vt:lpstr>
      <vt:lpstr>SB Sans Display Semibold</vt:lpstr>
      <vt:lpstr>SB Sans Text</vt:lpstr>
      <vt:lpstr>SB Sans Text Light</vt:lpstr>
      <vt:lpstr>SB Sans Text Medium</vt:lpstr>
      <vt:lpstr>SB Sans Text Semibold</vt:lpstr>
      <vt:lpstr>SBSansDisplay-Light</vt:lpstr>
      <vt:lpstr>фоны основные слайды</vt:lpstr>
      <vt:lpstr>перебивки с лого</vt:lpstr>
      <vt:lpstr>титулы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ep:TitlesOfParts>
  <ep:Manager/>
  <ep:Company/>
  <ep:LinksUpToDate>false</ep:LinksUpToDate>
  <ep:SharedDoc>false</ep:SharedDoc>
  <ep:HyperlinkBase/>
  <ep:HyperlinksChanged>false</ep:HyperlinksChanged>
  <ep:AppVersion>16.0000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Презентация PowerPoint</dc:title>
  <dc:subject/>
  <dc:creator>Картинцева Анастасия Александровна</dc:creator>
  <cp:keywords/>
  <dc:description/>
  <cp:lastModifiedBy>Логвиненко Эдуард Константинович</cp:lastModifiedBy>
  <cp:revision>160</cp:revision>
  <dcterms:created xsi:type="dcterms:W3CDTF">2025-03-12T13:12:20Z</dcterms:created>
  <dcterms:modified xsi:type="dcterms:W3CDTF">2026-06-02T09:01:42Z</dcterms:modified>
  <cp:category/>
</cp:coreProperties>
</file>