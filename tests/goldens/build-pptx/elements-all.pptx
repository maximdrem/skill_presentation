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ns1="http://schemas.microsoft.com/office/powerpoint/2010/main">
  <p:extLst>
    <p:ext uri="{E76CE94A-603C-4142-B9EB-6D1370010A27}">
      <ns1:discardImageEditData val="0"/>
    </p:ext>
    <p:ext uri="{D31A062A-798A-4329-ABDD-BBA856620510}">
      <ns1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ns1="http://schemas.microsoft.com/office/powerpoint/2010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3168075583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ns1="http://schemas.microsoft.com/office/powerpoint/2010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2614314258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ns1="http://schemas.microsoft.com/office/powerpoint/2010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960648375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ns1="http://schemas.microsoft.com/office/powerpoint/2010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2782244947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ns1="http://schemas.microsoft.com/office/powerpoint/2010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990158736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ns1="http://schemas.microsoft.com/office/powerpoint/2010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727027711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ns1="http://schemas.microsoft.com/office/powerpoint/2010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1212999818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ns1="http://schemas.microsoft.com/office/powerpoint/2010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1840726560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ns1="http://schemas.microsoft.com/office/powerpoint/2010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3889236939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ns1="http://schemas.microsoft.com/office/powerpoint/2010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2910927964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ns1="http://schemas.microsoft.com/office/powerpoint/2010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ns1="http://schemas.microsoft.com/office/powerpoint/2010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0" descr="gid:1:0"/>
          <p:cNvSpPr/>
          <p:nvPr/>
        </p:nvSpPr>
        <p:spPr>
          <a:xfrm rot="900000" flipH="1">
            <a:off x="381000" y="381000"/>
            <a:ext cx="1714500" cy="1047750"/>
          </a:xfrm>
          <a:prstGeom prst="rect">
            <a:avLst/>
          </a:prstGeom>
          <a:solidFill>
            <a:srgbClr val="2FE7C4">
              <a:alpha val="60000"/>
            </a:srgbClr>
          </a:solidFill>
          <a:ln w="31750">
            <a:solidFill>
              <a:srgbClr val="F59E0B"/>
            </a:solidFill>
            <a:prstDash val="solid"/>
          </a:ln>
          <a:effectLst>
            <a:outerShdw blurRad="190500" dist="38100" dir="5400000" rotWithShape="0">
              <a:srgbClr val="0B0F1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h1" descr="gid:1:1"/>
          <p:cNvSpPr/>
          <p:nvPr/>
        </p:nvSpPr>
        <p:spPr>
          <a:xfrm>
            <a:off x="2286000" y="381000"/>
            <a:ext cx="1714500" cy="1047750"/>
          </a:xfrm>
          <a:prstGeom prst="roundRect">
            <a:avLst>
              <a:gd name="adj" fmla="val 25000"/>
            </a:avLst>
          </a:prstGeom>
          <a:solidFill>
            <a:srgbClr val="1D2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2" descr="gid:1:2"/>
          <p:cNvSpPr/>
          <p:nvPr/>
        </p:nvSpPr>
        <p:spPr>
          <a:xfrm>
            <a:off x="4191000" y="381000"/>
            <a:ext cx="1714500" cy="1047750"/>
          </a:xfrm>
          <a:prstGeom prst="ellipse">
            <a:avLst/>
          </a:prstGeom>
          <a:solidFill>
            <a:srgbClr val="2FE7C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3" descr="gid:1:3"/>
          <p:cNvSpPr/>
          <p:nvPr/>
        </p:nvSpPr>
        <p:spPr>
          <a:xfrm rot="900000">
            <a:off x="6096000" y="381000"/>
            <a:ext cx="1714500" cy="1047750"/>
          </a:xfrm>
          <a:prstGeom prst="triangle">
            <a:avLst/>
          </a:prstGeom>
          <a:solidFill>
            <a:srgbClr val="1D2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4" descr="gid:1:4"/>
          <p:cNvSpPr/>
          <p:nvPr/>
        </p:nvSpPr>
        <p:spPr>
          <a:xfrm flipH="1">
            <a:off x="8001000" y="381000"/>
            <a:ext cx="1714500" cy="1047750"/>
          </a:xfrm>
          <a:prstGeom prst="rtTriangle">
            <a:avLst/>
          </a:prstGeom>
          <a:solidFill>
            <a:srgbClr val="2FE7C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h5" descr="gid:1:5"/>
          <p:cNvSpPr/>
          <p:nvPr/>
        </p:nvSpPr>
        <p:spPr>
          <a:xfrm>
            <a:off x="9906000" y="381000"/>
            <a:ext cx="1714500" cy="1047750"/>
          </a:xfrm>
          <a:prstGeom prst="parallelogram">
            <a:avLst/>
          </a:prstGeom>
          <a:solidFill>
            <a:srgbClr val="1D254D"/>
          </a:solidFill>
          <a:ln w="31750">
            <a:solidFill>
              <a:srgbClr val="F59E0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6" descr="gid:1:6"/>
          <p:cNvSpPr/>
          <p:nvPr/>
        </p:nvSpPr>
        <p:spPr>
          <a:xfrm rot="900000">
            <a:off x="381000" y="1619250"/>
            <a:ext cx="1714500" cy="1047750"/>
          </a:xfrm>
          <a:prstGeom prst="trapezoid">
            <a:avLst/>
          </a:prstGeom>
          <a:solidFill>
            <a:srgbClr val="2FE7C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7" descr="gid:1:7"/>
          <p:cNvSpPr/>
          <p:nvPr/>
        </p:nvSpPr>
        <p:spPr>
          <a:xfrm>
            <a:off x="2286000" y="1619250"/>
            <a:ext cx="1714500" cy="1047750"/>
          </a:xfrm>
          <a:prstGeom prst="diamond">
            <a:avLst/>
          </a:prstGeom>
          <a:solidFill>
            <a:srgbClr val="1D254D"/>
          </a:solidFill>
          <a:ln>
            <a:noFill/>
          </a:ln>
          <a:effectLst>
            <a:outerShdw blurRad="190500" dist="38100" dir="5400000" rotWithShape="0">
              <a:srgbClr val="0B0F1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h8" descr="gid:1:8"/>
          <p:cNvSpPr/>
          <p:nvPr/>
        </p:nvSpPr>
        <p:spPr>
          <a:xfrm flipH="1">
            <a:off x="4191000" y="1619250"/>
            <a:ext cx="1714500" cy="1047750"/>
          </a:xfrm>
          <a:prstGeom prst="pentagon">
            <a:avLst/>
          </a:prstGeom>
          <a:solidFill>
            <a:srgbClr val="2FE7C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h9" descr="gid:1:9"/>
          <p:cNvSpPr/>
          <p:nvPr/>
        </p:nvSpPr>
        <p:spPr>
          <a:xfrm rot="900000">
            <a:off x="6096000" y="1619250"/>
            <a:ext cx="1714500" cy="1047750"/>
          </a:xfrm>
          <a:prstGeom prst="hexagon">
            <a:avLst/>
          </a:prstGeom>
          <a:solidFill>
            <a:srgbClr val="1D2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h10" descr="gid:1:10"/>
          <p:cNvSpPr/>
          <p:nvPr/>
        </p:nvSpPr>
        <p:spPr>
          <a:xfrm>
            <a:off x="8001000" y="1619250"/>
            <a:ext cx="1714500" cy="1047750"/>
          </a:xfrm>
          <a:prstGeom prst="heptagon">
            <a:avLst/>
          </a:prstGeom>
          <a:solidFill>
            <a:srgbClr val="2FE7C4">
              <a:alpha val="60000"/>
            </a:srgbClr>
          </a:solidFill>
          <a:ln w="31750">
            <a:solidFill>
              <a:srgbClr val="F59E0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11" descr="gid:2:0"/>
          <p:cNvSpPr/>
          <p:nvPr/>
        </p:nvSpPr>
        <p:spPr>
          <a:xfrm>
            <a:off x="9906000" y="1619250"/>
            <a:ext cx="1714500" cy="1047750"/>
          </a:xfrm>
          <a:prstGeom prst="octagon">
            <a:avLst/>
          </a:prstGeom>
          <a:solidFill>
            <a:srgbClr val="1D2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h12" descr="gid:2:1"/>
          <p:cNvSpPr/>
          <p:nvPr/>
        </p:nvSpPr>
        <p:spPr>
          <a:xfrm rot="900000" flipH="1">
            <a:off x="381000" y="2857500"/>
            <a:ext cx="1714500" cy="1047750"/>
          </a:xfrm>
          <a:prstGeom prst="star5">
            <a:avLst/>
          </a:prstGeom>
          <a:solidFill>
            <a:srgbClr val="2FE7C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13" descr="gid:2:2"/>
          <p:cNvSpPr/>
          <p:nvPr/>
        </p:nvSpPr>
        <p:spPr>
          <a:xfrm>
            <a:off x="2286000" y="2857500"/>
            <a:ext cx="1714500" cy="1047750"/>
          </a:xfrm>
          <a:prstGeom prst="star6">
            <a:avLst/>
          </a:prstGeom>
          <a:solidFill>
            <a:srgbClr val="1D2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14" descr="gid:2:3"/>
          <p:cNvSpPr/>
          <p:nvPr/>
        </p:nvSpPr>
        <p:spPr>
          <a:xfrm>
            <a:off x="4191000" y="2857500"/>
            <a:ext cx="1714500" cy="1047750"/>
          </a:xfrm>
          <a:prstGeom prst="chevron">
            <a:avLst/>
          </a:prstGeom>
          <a:solidFill>
            <a:srgbClr val="2FE7C4">
              <a:alpha val="60000"/>
            </a:srgbClr>
          </a:solidFill>
          <a:ln>
            <a:noFill/>
          </a:ln>
          <a:effectLst>
            <a:outerShdw blurRad="190500" dist="38100" dir="5400000" rotWithShape="0">
              <a:srgbClr val="0B0F1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15" descr="gid:2:4"/>
          <p:cNvSpPr/>
          <p:nvPr/>
        </p:nvSpPr>
        <p:spPr>
          <a:xfrm rot="900000">
            <a:off x="6096000" y="2857500"/>
            <a:ext cx="1714500" cy="1047750"/>
          </a:xfrm>
          <a:prstGeom prst="homePlate">
            <a:avLst/>
          </a:prstGeom>
          <a:solidFill>
            <a:srgbClr val="1D254D"/>
          </a:solidFill>
          <a:ln w="31750">
            <a:solidFill>
              <a:srgbClr val="F59E0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h16" descr="gid:2:5"/>
          <p:cNvSpPr/>
          <p:nvPr/>
        </p:nvSpPr>
        <p:spPr>
          <a:xfrm flipH="1">
            <a:off x="8001000" y="2857500"/>
            <a:ext cx="1714500" cy="1047750"/>
          </a:xfrm>
          <a:prstGeom prst="rightArrow">
            <a:avLst/>
          </a:prstGeom>
          <a:solidFill>
            <a:srgbClr val="2FE7C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17" descr="gid:2:6"/>
          <p:cNvSpPr/>
          <p:nvPr/>
        </p:nvSpPr>
        <p:spPr>
          <a:xfrm>
            <a:off x="9906000" y="2857500"/>
            <a:ext cx="1714500" cy="1047750"/>
          </a:xfrm>
          <a:prstGeom prst="leftArrow">
            <a:avLst/>
          </a:prstGeom>
          <a:solidFill>
            <a:srgbClr val="1D2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18" descr="gid:2:7"/>
          <p:cNvSpPr/>
          <p:nvPr/>
        </p:nvSpPr>
        <p:spPr>
          <a:xfrm rot="900000">
            <a:off x="381000" y="4095750"/>
            <a:ext cx="1714500" cy="1047750"/>
          </a:xfrm>
          <a:prstGeom prst="upArrow">
            <a:avLst/>
          </a:prstGeom>
          <a:solidFill>
            <a:srgbClr val="2FE7C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h19" descr="gid:2:8"/>
          <p:cNvSpPr/>
          <p:nvPr/>
        </p:nvSpPr>
        <p:spPr>
          <a:xfrm>
            <a:off x="2286000" y="4095750"/>
            <a:ext cx="1714500" cy="1047750"/>
          </a:xfrm>
          <a:prstGeom prst="downArrow">
            <a:avLst/>
          </a:prstGeom>
          <a:solidFill>
            <a:srgbClr val="1D2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h20" descr="gid:2:9"/>
          <p:cNvSpPr/>
          <p:nvPr/>
        </p:nvSpPr>
        <p:spPr>
          <a:xfrm flipH="1">
            <a:off x="4191000" y="4095750"/>
            <a:ext cx="1714500" cy="1047750"/>
          </a:xfrm>
          <a:prstGeom prst="pie">
            <a:avLst/>
          </a:prstGeom>
          <a:solidFill>
            <a:srgbClr val="2FE7C4">
              <a:alpha val="60000"/>
            </a:srgbClr>
          </a:solidFill>
          <a:ln w="31750">
            <a:solidFill>
              <a:srgbClr val="F59E0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h21" descr="gid:2:10"/>
          <p:cNvSpPr/>
          <p:nvPr/>
        </p:nvSpPr>
        <p:spPr>
          <a:xfrm rot="900000">
            <a:off x="6096000" y="4095750"/>
            <a:ext cx="1714500" cy="1047750"/>
          </a:xfrm>
          <a:prstGeom prst="donut">
            <a:avLst/>
          </a:prstGeom>
          <a:solidFill>
            <a:srgbClr val="1D254D"/>
          </a:solidFill>
          <a:ln>
            <a:noFill/>
          </a:ln>
          <a:effectLst>
            <a:outerShdw blurRad="190500" dist="38100" dir="5400000" rotWithShape="0">
              <a:srgbClr val="0B0F1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mg" descr="gid:2:11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10000" r="10000"/>
          <a:stretch>
            <a:fillRect/>
          </a:stretch>
        </p:blipFill>
        <p:spPr>
          <a:xfrm>
            <a:off x="8572500" y="4000500"/>
            <a:ext cx="3048000" cy="2857500"/>
          </a:xfrm>
          <a:prstGeom prst="rect">
            <a:avLst/>
          </a:prstGeom>
          <a:effectLst>
            <a:outerShdw blurRad="285750" dist="63500" dir="5400000" rotWithShape="0">
              <a:srgbClr val="0B0F14">
                <a:alpha val="30000"/>
              </a:srgbClr>
            </a:outerShdw>
          </a:effectLst>
        </p:spPr>
      </p:pic>
      <p:sp>
        <p:nvSpPr>
          <p:cNvPr id="14" name="svg" descr="gid:2:12"/>
          <p:cNvSpPr/>
          <p:nvPr/>
        </p:nvSpPr>
        <p:spPr>
          <a:xfrm>
            <a:off x="10953750" y="571500"/>
            <a:ext cx="609600" cy="609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43840" y="53163"/>
                </a:moveTo>
                <a:cubicBezTo>
                  <a:pt x="264160" y="7088"/>
                  <a:pt x="309880" y="-14177"/>
                  <a:pt x="347980" y="10633"/>
                </a:cubicBezTo>
                <a:lnTo>
                  <a:pt x="472440" y="81516"/>
                </a:lnTo>
                <a:cubicBezTo>
                  <a:pt x="485140" y="88605"/>
                  <a:pt x="495300" y="106326"/>
                  <a:pt x="497840" y="127591"/>
                </a:cubicBezTo>
                <a:lnTo>
                  <a:pt x="535940" y="432391"/>
                </a:lnTo>
                <a:cubicBezTo>
                  <a:pt x="538480" y="453656"/>
                  <a:pt x="535940" y="474921"/>
                  <a:pt x="530860" y="492642"/>
                </a:cubicBezTo>
                <a:lnTo>
                  <a:pt x="530860" y="496186"/>
                </a:lnTo>
                <a:cubicBezTo>
                  <a:pt x="515620" y="538716"/>
                  <a:pt x="480060" y="556437"/>
                  <a:pt x="449580" y="542260"/>
                </a:cubicBezTo>
                <a:lnTo>
                  <a:pt x="447040" y="545805"/>
                </a:lnTo>
                <a:cubicBezTo>
                  <a:pt x="419100" y="598967"/>
                  <a:pt x="363220" y="602512"/>
                  <a:pt x="325120" y="563526"/>
                </a:cubicBezTo>
                <a:lnTo>
                  <a:pt x="317500" y="574158"/>
                </a:lnTo>
                <a:cubicBezTo>
                  <a:pt x="287020" y="616688"/>
                  <a:pt x="233680" y="620233"/>
                  <a:pt x="200660" y="581247"/>
                </a:cubicBezTo>
                <a:lnTo>
                  <a:pt x="91440" y="453656"/>
                </a:lnTo>
                <a:cubicBezTo>
                  <a:pt x="81280" y="439479"/>
                  <a:pt x="76200" y="414670"/>
                  <a:pt x="78740" y="396949"/>
                </a:cubicBezTo>
                <a:lnTo>
                  <a:pt x="116840" y="134679"/>
                </a:lnTo>
                <a:cubicBezTo>
                  <a:pt x="119380" y="106326"/>
                  <a:pt x="134620" y="88605"/>
                  <a:pt x="154940" y="85060"/>
                </a:cubicBezTo>
                <a:lnTo>
                  <a:pt x="233680" y="74428"/>
                </a:lnTo>
                <a:lnTo>
                  <a:pt x="243840" y="53163"/>
                </a:lnTo>
                <a:close/>
                <a:moveTo>
                  <a:pt x="317500" y="393405"/>
                </a:moveTo>
                <a:lnTo>
                  <a:pt x="408940" y="510363"/>
                </a:lnTo>
                <a:cubicBezTo>
                  <a:pt x="393700" y="531628"/>
                  <a:pt x="368300" y="535172"/>
                  <a:pt x="350520" y="517451"/>
                </a:cubicBezTo>
                <a:lnTo>
                  <a:pt x="335280" y="496186"/>
                </a:lnTo>
                <a:lnTo>
                  <a:pt x="259080" y="407581"/>
                </a:lnTo>
                <a:cubicBezTo>
                  <a:pt x="251460" y="396949"/>
                  <a:pt x="236220" y="400493"/>
                  <a:pt x="228600" y="411126"/>
                </a:cubicBezTo>
                <a:cubicBezTo>
                  <a:pt x="220980" y="421758"/>
                  <a:pt x="223520" y="443023"/>
                  <a:pt x="231140" y="453656"/>
                </a:cubicBezTo>
                <a:lnTo>
                  <a:pt x="289560" y="520995"/>
                </a:lnTo>
                <a:lnTo>
                  <a:pt x="284480" y="528084"/>
                </a:lnTo>
                <a:cubicBezTo>
                  <a:pt x="266700" y="549349"/>
                  <a:pt x="243840" y="549349"/>
                  <a:pt x="223520" y="531628"/>
                </a:cubicBezTo>
                <a:lnTo>
                  <a:pt x="116840" y="404037"/>
                </a:lnTo>
                <a:lnTo>
                  <a:pt x="154940" y="141767"/>
                </a:lnTo>
                <a:lnTo>
                  <a:pt x="198120" y="134679"/>
                </a:lnTo>
                <a:lnTo>
                  <a:pt x="190500" y="145312"/>
                </a:lnTo>
                <a:cubicBezTo>
                  <a:pt x="167640" y="191386"/>
                  <a:pt x="175260" y="251637"/>
                  <a:pt x="208280" y="279991"/>
                </a:cubicBezTo>
                <a:cubicBezTo>
                  <a:pt x="236220" y="308344"/>
                  <a:pt x="276860" y="301256"/>
                  <a:pt x="299720" y="265814"/>
                </a:cubicBezTo>
                <a:lnTo>
                  <a:pt x="320040" y="230372"/>
                </a:lnTo>
                <a:lnTo>
                  <a:pt x="487680" y="439479"/>
                </a:lnTo>
                <a:cubicBezTo>
                  <a:pt x="487680" y="439479"/>
                  <a:pt x="487680" y="439479"/>
                  <a:pt x="487680" y="439479"/>
                </a:cubicBezTo>
                <a:lnTo>
                  <a:pt x="487680" y="446567"/>
                </a:lnTo>
                <a:cubicBezTo>
                  <a:pt x="487680" y="453656"/>
                  <a:pt x="487680" y="460744"/>
                  <a:pt x="485140" y="467833"/>
                </a:cubicBezTo>
                <a:lnTo>
                  <a:pt x="485140" y="471377"/>
                </a:lnTo>
                <a:cubicBezTo>
                  <a:pt x="480060" y="489098"/>
                  <a:pt x="464820" y="492642"/>
                  <a:pt x="449580" y="482009"/>
                </a:cubicBezTo>
                <a:lnTo>
                  <a:pt x="342900" y="347330"/>
                </a:lnTo>
                <a:cubicBezTo>
                  <a:pt x="335280" y="336698"/>
                  <a:pt x="320040" y="336698"/>
                  <a:pt x="312420" y="350874"/>
                </a:cubicBezTo>
                <a:cubicBezTo>
                  <a:pt x="307340" y="361507"/>
                  <a:pt x="309880" y="382772"/>
                  <a:pt x="317500" y="393405"/>
                </a:cubicBezTo>
                <a:close/>
                <a:moveTo>
                  <a:pt x="480060" y="343786"/>
                </a:moveTo>
                <a:lnTo>
                  <a:pt x="345440" y="177209"/>
                </a:lnTo>
                <a:cubicBezTo>
                  <a:pt x="332740" y="163033"/>
                  <a:pt x="309880" y="163033"/>
                  <a:pt x="299720" y="180753"/>
                </a:cubicBezTo>
                <a:lnTo>
                  <a:pt x="269240" y="230372"/>
                </a:lnTo>
                <a:cubicBezTo>
                  <a:pt x="261620" y="244549"/>
                  <a:pt x="246380" y="251637"/>
                  <a:pt x="233680" y="237460"/>
                </a:cubicBezTo>
                <a:cubicBezTo>
                  <a:pt x="223520" y="226828"/>
                  <a:pt x="220980" y="205563"/>
                  <a:pt x="228600" y="184298"/>
                </a:cubicBezTo>
                <a:lnTo>
                  <a:pt x="264160" y="120502"/>
                </a:lnTo>
                <a:cubicBezTo>
                  <a:pt x="264160" y="120502"/>
                  <a:pt x="264160" y="120502"/>
                  <a:pt x="264160" y="116958"/>
                </a:cubicBezTo>
                <a:cubicBezTo>
                  <a:pt x="264160" y="116958"/>
                  <a:pt x="264160" y="116958"/>
                  <a:pt x="264160" y="116958"/>
                </a:cubicBezTo>
                <a:lnTo>
                  <a:pt x="276860" y="88605"/>
                </a:lnTo>
                <a:cubicBezTo>
                  <a:pt x="289560" y="67340"/>
                  <a:pt x="309880" y="53163"/>
                  <a:pt x="330200" y="67340"/>
                </a:cubicBezTo>
                <a:lnTo>
                  <a:pt x="452120" y="138223"/>
                </a:lnTo>
                <a:lnTo>
                  <a:pt x="480060" y="343786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vg 15"/>
          <p:cNvSpPr/>
          <p:nvPr/>
        </p:nvSpPr>
        <p:spPr>
          <a:xfrm>
            <a:off x="10953750" y="571500"/>
            <a:ext cx="609600" cy="609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3820" y="106326"/>
                </a:moveTo>
                <a:cubicBezTo>
                  <a:pt x="86360" y="92149"/>
                  <a:pt x="78740" y="74428"/>
                  <a:pt x="68580" y="74428"/>
                </a:cubicBezTo>
                <a:cubicBezTo>
                  <a:pt x="55880" y="70884"/>
                  <a:pt x="43180" y="81516"/>
                  <a:pt x="43180" y="95693"/>
                </a:cubicBezTo>
                <a:lnTo>
                  <a:pt x="0" y="411126"/>
                </a:lnTo>
                <a:cubicBezTo>
                  <a:pt x="-2540" y="425302"/>
                  <a:pt x="5080" y="446567"/>
                  <a:pt x="17780" y="446567"/>
                </a:cubicBezTo>
                <a:cubicBezTo>
                  <a:pt x="27940" y="450112"/>
                  <a:pt x="40640" y="439479"/>
                  <a:pt x="40640" y="421758"/>
                </a:cubicBezTo>
                <a:lnTo>
                  <a:pt x="83820" y="106326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vg 16"/>
          <p:cNvSpPr/>
          <p:nvPr/>
        </p:nvSpPr>
        <p:spPr>
          <a:xfrm>
            <a:off x="10953750" y="571500"/>
            <a:ext cx="609600" cy="609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25780" y="106326"/>
                </a:moveTo>
                <a:cubicBezTo>
                  <a:pt x="523240" y="92149"/>
                  <a:pt x="530860" y="74428"/>
                  <a:pt x="541020" y="74428"/>
                </a:cubicBezTo>
                <a:cubicBezTo>
                  <a:pt x="553720" y="70884"/>
                  <a:pt x="566420" y="81516"/>
                  <a:pt x="566420" y="95693"/>
                </a:cubicBezTo>
                <a:lnTo>
                  <a:pt x="609600" y="411126"/>
                </a:lnTo>
                <a:cubicBezTo>
                  <a:pt x="612140" y="425302"/>
                  <a:pt x="604520" y="446567"/>
                  <a:pt x="591820" y="446567"/>
                </a:cubicBezTo>
                <a:cubicBezTo>
                  <a:pt x="581660" y="450112"/>
                  <a:pt x="568960" y="439479"/>
                  <a:pt x="568960" y="421758"/>
                </a:cubicBezTo>
                <a:lnTo>
                  <a:pt x="525780" y="106326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xt" descr="gid:2:13"/>
          <p:cNvSpPr txBox="1"/>
          <p:nvPr/>
        </p:nvSpPr>
        <p:spPr>
          <a:xfrm>
            <a:off x="381000" y="5334000"/>
            <a:ext cx="6667500" cy="13335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228600" indent="-228600">
              <a:buFont typeface="Arial" panose="020B0604020202020204" pitchFamily="34" charset="0"/>
              <a:buChar char="—"/>
            </a:pPr>
            <a:r>
              <a:rPr sz="1600"/>
              <a:t>пункт один</a:t>
            </a:r>
          </a:p>
          <a:p>
            <a:pPr>
              <a:buNone/>
            </a:pPr>
            <a:r>
              <a:rPr sz="1600" i="1"/>
              <a:t>пункт два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1">
                <a:gradFill>
                  <a:gsLst>
                    <a:gs pos="0">
                      <a:srgbClr val="8B1A1A"/>
                    </a:gs>
                    <a:gs pos="100000">
                      <a:srgbClr val="F59E0B"/>
                    </a:gs>
                  </a:gsLst>
                  <a:lin ang="2700000" scaled="1"/>
                </a:gradFill>
              </a:rPr>
              <a:t>градиентный текст</a:t>
            </a:r>
          </a:p>
        </p:txBody>
      </p:sp>
      <p:graphicFrame>
        <p:nvGraphicFramePr>
          <p:cNvPr id="18" name="tbl" descr="gid:2:14"/>
          <p:cNvGraphicFramePr>
            <a:graphicFrameLocks noGrp="1"/>
          </p:cNvGraphicFramePr>
          <p:nvPr/>
        </p:nvGraphicFramePr>
        <p:xfrm>
          <a:off x="7239000" y="4572000"/>
          <a:ext cx="4381500" cy="190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/>
                <a:gridCol w="1428750"/>
                <a:gridCol w="1428750"/>
              </a:tblGrid>
              <a:tr h="635000">
                <a:tc gridSpan="2"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B Sans Text"/>
                        </a:rPr>
                        <a:t>H</a:t>
                      </a:r>
                    </a:p>
                  </a:txBody>
                  <a:tcPr anchor="ctr" marL="47625" marR="47625" marT="22860" marB="22860">
                    <a:lnL w="12700" cap="flat">
                      <a:solidFill>
                        <a:srgbClr val="DDE3E8"/>
                      </a:solidFill>
                      <a:prstDash val="solid"/>
                    </a:lnL>
                    <a:lnR w="12700" cap="flat">
                      <a:solidFill>
                        <a:srgbClr val="DDE3E8"/>
                      </a:solidFill>
                      <a:prstDash val="solid"/>
                    </a:lnR>
                    <a:lnT w="12700" cap="flat">
                      <a:solidFill>
                        <a:srgbClr val="DDE3E8"/>
                      </a:solidFill>
                      <a:prstDash val="solid"/>
                    </a:lnT>
                    <a:lnB w="12700" cap="flat">
                      <a:solidFill>
                        <a:srgbClr val="DDE3E8"/>
                      </a:solidFill>
                      <a:prstDash val="solid"/>
                    </a:lnB>
                    <a:solidFill>
                      <a:srgbClr val="1D254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latin typeface="SB Sans Text"/>
                        </a:rPr>
                        <a:t>h2</a:t>
                      </a:r>
                    </a:p>
                  </a:txBody>
                  <a:tcPr anchor="ctr" marL="47625" marR="47625" marT="22860" marB="22860">
                    <a:lnL w="12700" cap="flat">
                      <a:solidFill>
                        <a:srgbClr val="DDE3E8"/>
                      </a:solidFill>
                      <a:prstDash val="solid"/>
                    </a:lnL>
                    <a:lnR w="12700" cap="flat">
                      <a:solidFill>
                        <a:srgbClr val="DDE3E8"/>
                      </a:solidFill>
                      <a:prstDash val="solid"/>
                    </a:lnR>
                    <a:lnT w="12700" cap="flat">
                      <a:solidFill>
                        <a:srgbClr val="DDE3E8"/>
                      </a:solidFill>
                      <a:prstDash val="solid"/>
                    </a:lnT>
                    <a:lnB w="12700" cap="flat">
                      <a:solidFill>
                        <a:srgbClr val="DDE3E8"/>
                      </a:solidFill>
                      <a:prstDash val="solid"/>
                    </a:lnB>
                    <a:noFill/>
                  </a:tcPr>
                </a:tc>
              </a:tr>
              <a:tr h="63500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>
                          <a:latin typeface="SB Sans Text"/>
                        </a:rPr>
                        <a:t>a</a:t>
                      </a:r>
                    </a:p>
                  </a:txBody>
                  <a:tcPr anchor="ctr" marL="47625" marR="47625" marT="22860" marB="22860">
                    <a:lnL w="12700" cap="flat">
                      <a:solidFill>
                        <a:srgbClr val="DDE3E8"/>
                      </a:solidFill>
                      <a:prstDash val="solid"/>
                    </a:lnL>
                    <a:lnR w="12700" cap="flat">
                      <a:solidFill>
                        <a:srgbClr val="DDE3E8"/>
                      </a:solidFill>
                      <a:prstDash val="solid"/>
                    </a:lnR>
                    <a:lnT w="12700" cap="flat">
                      <a:solidFill>
                        <a:srgbClr val="DDE3E8"/>
                      </a:solidFill>
                      <a:prstDash val="solid"/>
                    </a:lnT>
                    <a:lnB w="12700" cap="flat">
                      <a:solidFill>
                        <a:srgbClr val="DDE3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latin typeface="SB Sans Text"/>
                        </a:rPr>
                        <a:t>b</a:t>
                      </a:r>
                    </a:p>
                  </a:txBody>
                  <a:tcPr anchor="ctr" marL="47625" marR="47625" marT="22860" marB="22860">
                    <a:lnL w="25400" cap="flat">
                      <a:solidFill>
                        <a:srgbClr val="FF0000"/>
                      </a:solidFill>
                      <a:prstDash val="solid"/>
                    </a:lnL>
                    <a:lnR w="12700" cap="flat">
                      <a:solidFill>
                        <a:srgbClr val="DDE3E8"/>
                      </a:solidFill>
                      <a:prstDash val="solid"/>
                    </a:lnR>
                    <a:lnT w="12700" cap="flat">
                      <a:solidFill>
                        <a:srgbClr val="DDE3E8"/>
                      </a:solidFill>
                      <a:prstDash val="solid"/>
                    </a:lnT>
                    <a:lnB w="12700" cap="flat">
                      <a:solidFill>
                        <a:srgbClr val="DDE3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latin typeface="SB Sans Text"/>
                        </a:rPr>
                        <a:t>c</a:t>
                      </a:r>
                    </a:p>
                  </a:txBody>
                  <a:tcPr anchor="ctr" marL="47625" marR="47625" marT="22860" marB="22860">
                    <a:lnL w="12700" cap="flat">
                      <a:solidFill>
                        <a:srgbClr val="DDE3E8"/>
                      </a:solidFill>
                      <a:prstDash val="solid"/>
                    </a:lnL>
                    <a:lnR w="12700" cap="flat">
                      <a:solidFill>
                        <a:srgbClr val="DDE3E8"/>
                      </a:solidFill>
                      <a:prstDash val="solid"/>
                    </a:lnR>
                    <a:lnT w="12700" cap="flat">
                      <a:solidFill>
                        <a:srgbClr val="DDE3E8"/>
                      </a:solidFill>
                      <a:prstDash val="solid"/>
                    </a:lnT>
                    <a:lnB w="12700" cap="flat">
                      <a:solidFill>
                        <a:srgbClr val="DDE3E8"/>
                      </a:solidFill>
                      <a:prstDash val="solid"/>
                    </a:lnB>
                    <a:noFill/>
                  </a:tcPr>
                </a:tc>
              </a:tr>
              <a:tr h="635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i="1">
                          <a:latin typeface="SB Sans Text"/>
                        </a:rPr>
                        <a:t>e</a:t>
                      </a:r>
                    </a:p>
                  </a:txBody>
                  <a:tcPr anchor="ctr" marL="47625" marR="47625" marT="22860" marB="22860">
                    <a:lnL w="12700" cap="flat">
                      <a:solidFill>
                        <a:srgbClr val="DDE3E8"/>
                      </a:solidFill>
                      <a:prstDash val="solid"/>
                    </a:lnL>
                    <a:lnR w="12700" cap="flat">
                      <a:solidFill>
                        <a:srgbClr val="DDE3E8"/>
                      </a:solidFill>
                      <a:prstDash val="solid"/>
                    </a:lnR>
                    <a:lnT w="12700" cap="flat">
                      <a:solidFill>
                        <a:srgbClr val="DDE3E8"/>
                      </a:solidFill>
                      <a:prstDash val="solid"/>
                    </a:lnT>
                    <a:lnB w="12700" cap="flat">
                      <a:solidFill>
                        <a:srgbClr val="DDE3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latin typeface="SB Sans Text"/>
                        </a:rPr>
                        <a:t>f</a:t>
                      </a:r>
                    </a:p>
                  </a:txBody>
                  <a:tcPr anchor="ctr" marL="47625" marR="47625" marT="22860" marB="22860">
                    <a:lnL w="12700" cap="flat">
                      <a:solidFill>
                        <a:srgbClr val="DDE3E8"/>
                      </a:solidFill>
                      <a:prstDash val="solid"/>
                    </a:lnL>
                    <a:lnR w="12700" cap="flat">
                      <a:solidFill>
                        <a:srgbClr val="DDE3E8"/>
                      </a:solidFill>
                      <a:prstDash val="solid"/>
                    </a:lnR>
                    <a:lnT w="12700" cap="flat">
                      <a:solidFill>
                        <a:srgbClr val="DDE3E8"/>
                      </a:solidFill>
                      <a:prstDash val="solid"/>
                    </a:lnT>
                    <a:lnB w="12700" cap="flat">
                      <a:solidFill>
                        <a:srgbClr val="DDE3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1</ep:TotalTime>
  <ep:Words>0</ep:Words>
  <ep:Application>Microsoft Macintosh PowerPoint</ep:Application>
  <ep:PresentationFormat>On-screen Show (4:3)</ep:PresentationFormat>
  <ep:Paragraphs>0</ep:Paragraphs>
  <ep:Slides>0</ep:Slides>
  <ep:Notes>0</ep:Notes>
  <ep:HiddenSlides>0</ep:HiddenSlides>
  <ep:MMClips>0</ep:MMClips>
  <ep:ScaleCrop>false</ep:ScaleCrop>
  <ep: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ep:HeadingPairs>
  <ep:TitlesOfParts>
    <vt:vector size="1" baseType="lpstr">
      <vt:lpstr>Office Theme</vt:lpstr>
    </vt:vector>
  </ep:TitlesOfParts>
  <ep:Manager/>
  <ep:Company/>
  <ep:LinksUpToDate>false</ep:LinksUpToDate>
  <ep:SharedDoc>false</ep:SharedDoc>
  <ep:HyperlinkBase/>
  <ep:HyperlinksChanged>false</ep:HyperlinksChanged>
  <ep:AppVersion>14.0000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