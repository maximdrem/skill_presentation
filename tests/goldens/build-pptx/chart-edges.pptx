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-0.0</c:v>
                </c:pt>
                <c:pt idx="2">
                  <c:v>9007199254740993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=1+1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=SUM(1)</c:v>
                </c:pt>
                <c:pt idx="1">
                  <c:v>2024</c:v>
                </c:pt>
                <c:pt idx="2">
                  <c:v>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Доля</a:t>
            </a:r>
          </a:p>
          <a:p>
            <a:r>
              <a:t>рынка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А</c:v>
                </c:pt>
                <c:pt idx="1">
                  <c:v>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69.5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R4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R5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</c:v>
                </c:pt>
                <c:pt idx="1">
                  <c:v>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R6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</c:v>
                </c:pt>
                <c:pt idx="1">
                  <c:v>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R7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7</c:v>
                </c:pt>
                <c:pt idx="1">
                  <c:v>8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R8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R9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Sheet1!$J$2:$J$3</c:f>
              <c:numCache>
                <c:formatCode>General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R10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Sheet1!$K$2:$K$3</c:f>
              <c:numCache>
                <c:formatCode>General</c:formatCode>
                <c:ptCount val="2"/>
                <c:pt idx="0">
                  <c:v>10</c:v>
                </c:pt>
                <c:pt idx="1">
                  <c:v>11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R11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Sheet1!$L$2:$L$3</c:f>
              <c:numCache>
                <c:formatCode>General</c:formatCode>
                <c:ptCount val="2"/>
                <c:pt idx="0">
                  <c:v>11</c:v>
                </c:pt>
                <c:pt idx="1">
                  <c:v>12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R12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Sheet1!$M$2:$M$3</c:f>
              <c:numCache>
                <c:formatCode>General</c:formatCode>
                <c:ptCount val="2"/>
                <c:pt idx="0">
                  <c:v>12</c:v>
                </c:pt>
                <c:pt idx="1">
                  <c:v>13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R13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Sheet1!$N$2:$N$3</c:f>
              <c:numCache>
                <c:formatCode>General</c:formatCode>
                <c:ptCount val="2"/>
                <c:pt idx="0">
                  <c:v>13</c:v>
                </c:pt>
                <c:pt idx="1">
                  <c:v>14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R14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Sheet1!$O$2:$O$3</c:f>
              <c:numCache>
                <c:formatCode>General</c:formatCode>
                <c:ptCount val="2"/>
                <c:pt idx="0">
                  <c:v>14</c:v>
                </c:pt>
                <c:pt idx="1">
                  <c:v>15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R15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Sheet1!$P$2:$P$3</c:f>
              <c:numCache>
                <c:formatCode>General</c:formatCode>
                <c:ptCount val="2"/>
                <c:pt idx="0">
                  <c:v>15</c:v>
                </c:pt>
                <c:pt idx="1">
                  <c:v>16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R16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Sheet1!$Q$2:$Q$3</c:f>
              <c:numCache>
                <c:formatCode>General</c:formatCode>
                <c:ptCount val="2"/>
                <c:pt idx="0">
                  <c:v>16</c:v>
                </c:pt>
                <c:pt idx="1">
                  <c:v>17</c:v>
                </c:pt>
              </c:numCache>
            </c:numRef>
          </c:val>
          <c:smooth val="0"/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R17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Sheet1!$R$2:$R$3</c:f>
              <c:numCache>
                <c:formatCode>General</c:formatCode>
                <c:ptCount val="2"/>
                <c:pt idx="0">
                  <c:v>17</c:v>
                </c:pt>
                <c:pt idx="1">
                  <c:v>18</c:v>
                </c:pt>
              </c:numCache>
            </c:numRef>
          </c:val>
          <c:smooth val="0"/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R18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Sheet1!$S$2:$S$3</c:f>
              <c:numCache>
                <c:formatCode>General</c:formatCode>
                <c:ptCount val="2"/>
                <c:pt idx="0">
                  <c:v>18</c:v>
                </c:pt>
                <c:pt idx="1">
                  <c:v>19</c:v>
                </c:pt>
              </c:numCache>
            </c:numRef>
          </c:val>
          <c:smooth val="0"/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R19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Sheet1!$T$2:$T$3</c:f>
              <c:numCache>
                <c:formatCode>General</c:formatCode>
                <c:ptCount val="2"/>
                <c:pt idx="0">
                  <c:v>19</c:v>
                </c:pt>
                <c:pt idx="1">
                  <c:v>20</c:v>
                </c:pt>
              </c:numCache>
            </c:numRef>
          </c:val>
          <c:smooth val="0"/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R20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Sheet1!$U$2:$U$3</c:f>
              <c:numCache>
                <c:formatCode>General</c:formatCode>
                <c:ptCount val="2"/>
                <c:pt idx="0">
                  <c:v>20</c:v>
                </c:pt>
                <c:pt idx="1">
                  <c:v>21</c:v>
                </c:pt>
              </c:numCache>
            </c:numRef>
          </c:val>
          <c:smooth val="0"/>
        </c:ser>
        <c:ser>
          <c:idx val="20"/>
          <c:order val="20"/>
          <c:tx>
            <c:strRef>
              <c:f>Sheet1!$V$1</c:f>
              <c:strCache>
                <c:ptCount val="1"/>
                <c:pt idx="0">
                  <c:v>R21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Sheet1!$V$2:$V$3</c:f>
              <c:numCache>
                <c:formatCode>General</c:formatCode>
                <c:ptCount val="2"/>
                <c:pt idx="0">
                  <c:v>21</c:v>
                </c:pt>
                <c:pt idx="1">
                  <c:v>22</c:v>
                </c:pt>
              </c:numCache>
            </c:numRef>
          </c:val>
          <c:smooth val="0"/>
        </c:ser>
        <c:ser>
          <c:idx val="21"/>
          <c:order val="21"/>
          <c:tx>
            <c:strRef>
              <c:f>Sheet1!$W$1</c:f>
              <c:strCache>
                <c:ptCount val="1"/>
                <c:pt idx="0">
                  <c:v>R22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Sheet1!$W$2:$W$3</c:f>
              <c:numCache>
                <c:formatCode>General</c:formatCode>
                <c:ptCount val="2"/>
                <c:pt idx="0">
                  <c:v>22</c:v>
                </c:pt>
                <c:pt idx="1">
                  <c:v>23</c:v>
                </c:pt>
              </c:numCache>
            </c:numRef>
          </c:val>
          <c:smooth val="0"/>
        </c:ser>
        <c:ser>
          <c:idx val="22"/>
          <c:order val="22"/>
          <c:tx>
            <c:strRef>
              <c:f>Sheet1!$X$1</c:f>
              <c:strCache>
                <c:ptCount val="1"/>
                <c:pt idx="0">
                  <c:v>R23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Sheet1!$X$2:$X$3</c:f>
              <c:numCache>
                <c:formatCode>General</c:formatCode>
                <c:ptCount val="2"/>
                <c:pt idx="0">
                  <c:v>23</c:v>
                </c:pt>
                <c:pt idx="1">
                  <c:v>24</c:v>
                </c:pt>
              </c:numCache>
            </c:numRef>
          </c:val>
          <c:smooth val="0"/>
        </c:ser>
        <c:ser>
          <c:idx val="23"/>
          <c:order val="23"/>
          <c:tx>
            <c:strRef>
              <c:f>Sheet1!$Y$1</c:f>
              <c:strCache>
                <c:ptCount val="1"/>
                <c:pt idx="0">
                  <c:v>R24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Sheet1!$Y$2:$Y$3</c:f>
              <c:numCache>
                <c:formatCode>General</c:formatCode>
                <c:ptCount val="2"/>
                <c:pt idx="0">
                  <c:v>24</c:v>
                </c:pt>
                <c:pt idx="1">
                  <c:v>25</c:v>
                </c:pt>
              </c:numCache>
            </c:numRef>
          </c:val>
          <c:smooth val="0"/>
        </c:ser>
        <c:ser>
          <c:idx val="24"/>
          <c:order val="24"/>
          <c:tx>
            <c:strRef>
              <c:f>Sheet1!$Z$1</c:f>
              <c:strCache>
                <c:ptCount val="1"/>
                <c:pt idx="0">
                  <c:v>R25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Sheet1!$Z$2:$Z$3</c:f>
              <c:numCache>
                <c:formatCode>General</c:formatCode>
                <c:ptCount val="2"/>
                <c:pt idx="0">
                  <c:v>25</c:v>
                </c:pt>
                <c:pt idx="1">
                  <c:v>26</c:v>
                </c:pt>
              </c:numCache>
            </c:numRef>
          </c:val>
          <c:smooth val="0"/>
        </c:ser>
        <c:ser>
          <c:idx val="25"/>
          <c:order val="25"/>
          <c:tx>
            <c:strRef>
              <c:f>Sheet1!$AA$1</c:f>
              <c:strCache>
                <c:ptCount val="1"/>
                <c:pt idx="0">
                  <c:v>R26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Sheet1!$AA$2:$AA$3</c:f>
              <c:numCache>
                <c:formatCode>General</c:formatCode>
                <c:ptCount val="2"/>
                <c:pt idx="0">
                  <c:v>26</c:v>
                </c:pt>
                <c:pt idx="1">
                  <c:v>27</c:v>
                </c:pt>
              </c:numCache>
            </c:numRef>
          </c:val>
          <c:smooth val="0"/>
        </c:ser>
        <c:ser>
          <c:idx val="26"/>
          <c:order val="26"/>
          <c:tx>
            <c:strRef>
              <c:f>Sheet1!$AB$1</c:f>
              <c:strCache>
                <c:ptCount val="1"/>
                <c:pt idx="0">
                  <c:v>R27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Sheet1!$AB$2:$AB$3</c:f>
              <c:numCache>
                <c:formatCode>General</c:formatCode>
                <c:ptCount val="2"/>
                <c:pt idx="0">
                  <c:v>27</c:v>
                </c:pt>
                <c:pt idx="1">
                  <c:v>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numcat" descr="gid:1:0"/>
          <p:cNvGraphicFramePr>
            <a:graphicFrameLocks noGrp="1"/>
          </p:cNvGraphicFramePr>
          <p:nvPr/>
        </p:nvGraphicFramePr>
        <p:xfrm>
          <a:off x="571500" y="857250"/>
          <a:ext cx="5334000" cy="266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nocolors" descr="gid:1:1"/>
          <p:cNvGraphicFramePr>
            <a:graphicFrameLocks noGrp="1"/>
          </p:cNvGraphicFramePr>
          <p:nvPr/>
        </p:nvGraphicFramePr>
        <p:xfrm>
          <a:off x="6286500" y="857250"/>
          <a:ext cx="5334000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itle2" descr="gid:2:0"/>
          <p:cNvGraphicFramePr>
            <a:graphicFrameLocks noGrp="1"/>
          </p:cNvGraphicFramePr>
          <p:nvPr/>
        </p:nvGraphicFramePr>
        <p:xfrm>
          <a:off x="571500" y="857250"/>
          <a:ext cx="5334000" cy="266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wide" descr="gid:2:1"/>
          <p:cNvGraphicFramePr>
            <a:graphicFrameLocks noGrp="1"/>
          </p:cNvGraphicFramePr>
          <p:nvPr/>
        </p:nvGraphicFramePr>
        <p:xfrm>
          <a:off x="6286500" y="857250"/>
          <a:ext cx="5334000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