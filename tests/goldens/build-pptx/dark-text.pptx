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xmlns:ns1="http://schemas.microsoft.com/office/powerpoint/2010/main" xmlns:ns2="http://schemas.microsoft.com/office/powerpoint/2012/main" embedTrueTypeFonts="1" autoCompressPictures="0">
  <p:sldMasterIdLst>
    <p:sldMasterId id="2147483662" r:id="rId1"/>
  </p:sldMasterIdLst>
  <p:notesMasterIdLst>
    <p:notesMasterId r:id="rId58"/>
  </p:notesMasterIdLst>
  <p:handoutMasterIdLst>
    <p:handoutMasterId r:id="rId59"/>
  </p:handoutMasterIdLst>
  <p:sldIdLst>
    <p:sldId id="1470" r:id="rId81"/>
  </p:sldIdLst>
  <p:sldSz cx="12192000" cy="6858000"/>
  <p:notesSz cx="12192000" cy="6858000"/>
  <p:embeddedFontLst>
    <p:embeddedFont>
      <p:font typeface="SB Sans Display" panose="020B0503040504020204" pitchFamily="34" charset="0"/>
      <p:regular r:id="rId60"/>
      <p:bold r:id="rId61"/>
    </p:embeddedFont>
    <p:embeddedFont>
      <p:font typeface="SB Sans Display Light" panose="020B0303040504020204" pitchFamily="34" charset="0"/>
      <p:regular r:id="rId62"/>
    </p:embeddedFont>
    <p:embeddedFont>
      <p:font typeface="SB Sans Display Semibold" panose="020B0503040504020204" pitchFamily="34" charset="0"/>
      <p:regular r:id="rId63"/>
      <p:bold r:id="rId64"/>
    </p:embeddedFont>
    <p:embeddedFont>
      <p:font typeface="SB Sans Text" panose="020B0503040504020204" pitchFamily="34" charset="0"/>
      <p:regular r:id="rId65"/>
      <p:bold r:id="rId66"/>
      <p:italic r:id="rId67"/>
      <p:boldItalic r:id="rId68"/>
    </p:embeddedFont>
    <p:embeddedFont>
      <p:font typeface="SB Sans Text Light" panose="020B0303040504020204" pitchFamily="34" charset="0"/>
      <p:regular r:id="rId69"/>
      <p:italic r:id="rId70"/>
    </p:embeddedFont>
    <p:embeddedFont>
      <p:font typeface="SB Sans Text Medium" panose="020B0503040504020204" pitchFamily="34" charset="0"/>
      <p:regular r:id="rId71"/>
    </p:embeddedFont>
    <p:embeddedFont>
      <p:font typeface="SB Sans Text Semibold" panose="020B0503040504020204" pitchFamily="34" charset="0"/>
      <p:regular r:id="rId72"/>
      <p:bold r:id="rId73"/>
      <p:italic r:id="rId74"/>
      <p:boldItalic r:id="rId75"/>
    </p:embeddedFont>
    <p:embeddedFont>
      <p:font typeface="SBSansDisplay-Light" panose="020B0503040504020204" pitchFamily="34" charset="0"/>
      <p:regular r:id="rId7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1:sectionLst>
        <ns1:section name="General" id="{22CC9C37-6F57-1942-BCD8-73E087642CEC}">
          <ns1:sldIdLst>
            <ns1:sldId id="1468"/>
          </ns1:sldIdLst>
        </ns1:section>
        <ns1:section name="Элементы" id="{FCDB1E2F-1EC3-D34C-8BA2-4D02BF810EAE}">
          <ns1:sldIdLst>
            <ns1:sldId id="1463"/>
            <ns1:sldId id="1437"/>
            <ns1:sldId id="1438"/>
            <ns1:sldId id="1439"/>
            <ns1:sldId id="1440"/>
            <ns1:sldId id="1443"/>
            <ns1:sldId id="1444"/>
            <ns1:sldId id="272"/>
            <ns1:sldId id="1446"/>
            <ns1:sldId id="1447"/>
            <ns1:sldId id="1448"/>
            <ns1:sldId id="1449"/>
            <ns1:sldId id="1450"/>
            <ns1:sldId id="1451"/>
            <ns1:sldId id="1452"/>
            <ns1:sldId id="271"/>
          </ns1:sldIdLst>
        </ns1:section>
        <ns1:section name="Разделители" id="{BF1577A6-5926-2C42-87A6-8890D7536B01}">
          <ns1:sldIdLst>
            <ns1:sldId id="257"/>
            <ns1:sldId id="259"/>
            <ns1:sldId id="258"/>
            <ns1:sldId id="293"/>
          </ns1:sldIdLst>
        </ns1:section>
        <ns1:section name="Текст" id="{6FFE1352-8B79-DE43-8F36-010818B78429}">
          <ns1:sldIdLst>
            <ns1:sldId id="260"/>
            <ns1:sldId id="261"/>
            <ns1:sldId id="264"/>
            <ns1:sldId id="288"/>
            <ns1:sldId id="262"/>
            <ns1:sldId id="1462"/>
            <ns1:sldId id="1453"/>
            <ns1:sldId id="1459"/>
            <ns1:sldId id="318"/>
            <ns1:sldId id="319"/>
          </ns1:sldIdLst>
        </ns1:section>
        <ns1:section name="Фото" id="{965C53C9-F4B1-B949-8AFD-332C27ED0612}">
          <ns1:sldIdLst>
            <ns1:sldId id="304"/>
            <ns1:sldId id="305"/>
            <ns1:sldId id="310"/>
            <ns1:sldId id="309"/>
            <ns1:sldId id="311"/>
            <ns1:sldId id="312"/>
            <ns1:sldId id="313"/>
            <ns1:sldId id="1454"/>
          </ns1:sldIdLst>
        </ns1:section>
        <ns1:section name="Карточки" id="{04E5C437-E3D9-1746-B1BA-50115E54AB9B}">
          <ns1:sldIdLst>
            <ns1:sldId id="1455"/>
            <ns1:sldId id="1456"/>
            <ns1:sldId id="325"/>
            <ns1:sldId id="327"/>
          </ns1:sldIdLst>
        </ns1:section>
        <ns1:section name="Таблицы" id="{CEAA8852-9645-DE4D-9EE3-BD0DC8F120C6}">
          <ns1:sldIdLst>
            <ns1:sldId id="1465"/>
            <ns1:sldId id="1457"/>
            <ns1:sldId id="1458"/>
          </ns1:sldIdLst>
        </ns1:section>
        <ns1:section name="Графики" id="{07FA13C4-1ADD-1745-B469-DEBA7B660A99}">
          <ns1:sldIdLst>
            <ns1:sldId id="338"/>
            <ns1:sldId id="339"/>
            <ns1:sldId id="340"/>
            <ns1:sldId id="342"/>
            <ns1:sldId id="345"/>
            <ns1:sldId id="346"/>
            <ns1:sldId id="1466"/>
            <ns1:sldId id="1467"/>
          </ns1:sldIdLst>
        </ns1:section>
        <ns1:section name="Раздел без заголовка" id="{AEF26E0D-EBD9-8F47-892A-76229B72CA21}">
          <ns1:sldIdLst>
            <ns1:sldId id="1469"/>
            <ns1:sldId id="1460"/>
          </ns1:sldIdLst>
        </ns1:section>
      </ns1:sectionLst>
    </p:ext>
    <p:ext uri="{EFAFB233-063F-42B5-8137-9DF3F51BA10A}">
      <ns2:sldGuideLst>
        <ns2:guide id="2" pos="347" userDrawn="1">
          <ns2:clr>
            <a:srgbClr val="A4A3A4"/>
          </ns2:clr>
        </ns2:guide>
        <ns2:guide id="3" orient="horz" pos="777" userDrawn="1">
          <ns2:clr>
            <a:srgbClr val="A4A3A4"/>
          </ns2:clr>
        </ns2:guide>
        <ns2:guide id="7" orient="horz" pos="3475" userDrawn="1">
          <ns2:clr>
            <a:srgbClr val="A4A3A4"/>
          </ns2:clr>
        </ns2:guide>
        <ns2:guide id="8" orient="horz" pos="1389" userDrawn="1">
          <ns2:clr>
            <a:srgbClr val="A4A3A4"/>
          </ns2:clr>
        </ns2:guide>
        <ns2:guide id="23" pos="4997" userDrawn="1">
          <ns2:clr>
            <a:srgbClr val="A4A3A4"/>
          </ns2:clr>
        </ns2:guide>
        <ns2:guide id="24" pos="688" userDrawn="1">
          <ns2:clr>
            <a:srgbClr val="A4A3A4"/>
          </ns2:clr>
        </ns2:guide>
        <ns2:guide id="28" orient="horz" pos="2115" userDrawn="1">
          <ns2:clr>
            <a:srgbClr val="A4A3A4"/>
          </ns2:clr>
        </ns2:guide>
        <ns2:guide id="29" orient="horz" pos="2341" userDrawn="1">
          <ns2:clr>
            <a:srgbClr val="A4A3A4"/>
          </ns2:clr>
        </ns2:guide>
        <ns2:guide id="31" pos="1005" userDrawn="1">
          <ns2:clr>
            <a:srgbClr val="A4A3A4"/>
          </ns2:clr>
        </ns2:guide>
        <ns2:guide id="32" pos="1844" userDrawn="1">
          <ns2:clr>
            <a:srgbClr val="A4A3A4"/>
          </ns2:clr>
        </ns2:guide>
        <ns2:guide id="33" pos="2071" userDrawn="1">
          <ns2:clr>
            <a:srgbClr val="A4A3A4"/>
          </ns2:clr>
        </ns2:guide>
        <ns2:guide id="34" pos="2706" userDrawn="1">
          <ns2:clr>
            <a:srgbClr val="A4A3A4"/>
          </ns2:clr>
        </ns2:guide>
        <ns2:guide id="35" pos="3069" userDrawn="1">
          <ns2:clr>
            <a:srgbClr val="A4A3A4"/>
          </ns2:clr>
        </ns2:guide>
        <ns2:guide id="37" pos="4248" userDrawn="1">
          <ns2:clr>
            <a:srgbClr val="A4A3A4"/>
          </ns2:clr>
        </ns2:guide>
        <ns2:guide id="38" pos="4520" userDrawn="1">
          <ns2:clr>
            <a:srgbClr val="A4A3A4"/>
          </ns2:clr>
        </ns2:guide>
        <ns2:guide id="40" pos="5518" userDrawn="1">
          <ns2:clr>
            <a:srgbClr val="A4A3A4"/>
          </ns2:clr>
        </ns2:guide>
        <ns2:guide id="42" pos="7083" userDrawn="1">
          <ns2:clr>
            <a:srgbClr val="A4A3A4"/>
          </ns2:clr>
        </ns2:guide>
        <ns2:guide id="43" orient="horz" pos="1049" userDrawn="1">
          <ns2:clr>
            <a:srgbClr val="A4A3A4"/>
          </ns2:clr>
        </ns2:guide>
        <ns2:guide id="44" orient="horz" pos="1638" userDrawn="1">
          <ns2:clr>
            <a:srgbClr val="A4A3A4"/>
          </ns2:clr>
        </ns2:guide>
        <ns2:guide id="45" orient="horz" pos="1820" userDrawn="1">
          <ns2:clr>
            <a:srgbClr val="A4A3A4"/>
          </ns2:clr>
        </ns2:guide>
        <ns2:guide id="46" orient="horz" pos="2795" userDrawn="1">
          <ns2:clr>
            <a:srgbClr val="A4A3A4"/>
          </ns2:clr>
        </ns2:guide>
        <ns2:guide id="47" orient="horz" pos="2500" userDrawn="1">
          <ns2:clr>
            <a:srgbClr val="A4A3A4"/>
          </ns2:clr>
        </ns2:guide>
        <ns2:guide id="48" orient="horz" pos="3045" userDrawn="1">
          <ns2:clr>
            <a:srgbClr val="A4A3A4"/>
          </ns2:clr>
        </ns2:guide>
        <ns2:guide id="49" orient="horz" pos="3203" userDrawn="1">
          <ns2:clr>
            <a:srgbClr val="A4A3A4"/>
          </ns2:clr>
        </ns2:guide>
        <ns2:guide id="50" pos="3409" userDrawn="1">
          <ns2:clr>
            <a:srgbClr val="A4A3A4"/>
          </ns2:clr>
        </ns2:guide>
      </ns2:sldGuideLst>
    </p:ext>
  </p:extLst>
</p:presentation>
</file>

<file path=ppt/presProps.xml><?xml version="1.0" encoding="utf-8"?>
<p:presentationPr xmlns:p="http://schemas.openxmlformats.org/presentationml/2006/main" xmlns:a="http://schemas.openxmlformats.org/drawingml/2006/main" xmlns:ns1="http://schemas.microsoft.com/office/powerpoint/2010/main" xmlns:ns2="http://schemas.microsoft.com/office/powerpoint/2012/main">
  <p:clrMru>
    <a:srgbClr val="000000"/>
    <a:srgbClr val="62ECFF"/>
    <a:srgbClr val="16EA8F"/>
    <a:srgbClr val="FF3256"/>
    <a:srgbClr val="FF324A"/>
    <a:srgbClr val="DA2C20"/>
    <a:srgbClr val="FF3266"/>
    <a:srgbClr val="56FF71"/>
    <a:srgbClr val="FF5A36"/>
    <a:srgbClr val="D92D20"/>
  </p:clrMru>
  <p:extLst>
    <p:ext uri="{E76CE94A-603C-4142-B9EB-6D1370010A27}">
      <ns1:discardImageEditData val="0"/>
    </p:ext>
    <p:ext uri="{D31A062A-798A-4329-ABDD-BBA856620510}">
      <ns1:defaultImageDpi val="220"/>
    </p:ext>
    <p:ext uri="{FD5EFAAD-0ECE-453E-9831-46B23BE46B34}">
      <ns2:chartTrackingRefBased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1276"/>
    <p:restoredTop sz="97872"/>
  </p:normalViewPr>
  <p:slideViewPr>
    <p:cSldViewPr snapToGrid="0" showGuides="1">
      <p:cViewPr>
        <p:scale>
          <a:sx n="166" d="100"/>
          <a:sy n="166" d="100"/>
        </p:scale>
        <p:origin x="1392" y="1400"/>
      </p:cViewPr>
      <p:guideLst>
        <p:guide pos="347"/>
        <p:guide orient="horz" pos="777"/>
        <p:guide orient="horz" pos="3475"/>
        <p:guide orient="horz" pos="1389"/>
        <p:guide pos="4997"/>
        <p:guide pos="688"/>
        <p:guide orient="horz" pos="2115"/>
        <p:guide orient="horz" pos="2341"/>
        <p:guide pos="1005"/>
        <p:guide pos="1844"/>
        <p:guide pos="2071"/>
        <p:guide pos="2706"/>
        <p:guide pos="3069"/>
        <p:guide pos="4248"/>
        <p:guide pos="4520"/>
        <p:guide pos="5518"/>
        <p:guide pos="7083"/>
        <p:guide orient="horz" pos="1049"/>
        <p:guide orient="horz" pos="1638"/>
        <p:guide orient="horz" pos="1820"/>
        <p:guide orient="horz" pos="2795"/>
        <p:guide orient="horz" pos="2500"/>
        <p:guide orient="horz" pos="3045"/>
        <p:guide orient="horz" pos="3203"/>
        <p:guide pos="34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228" d="100"/>
          <a:sy n="228" d="100"/>
        </p:scale>
        <p:origin x="288" y="176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58" Type="http://schemas.openxmlformats.org/officeDocument/2006/relationships/notesMaster" Target="notesMasters/notesMaster1.xml"/><Relationship Id="rId59" Type="http://schemas.openxmlformats.org/officeDocument/2006/relationships/handoutMaster" Target="handoutMasters/handoutMaster1.xml"/><Relationship Id="rId60" Type="http://schemas.openxmlformats.org/officeDocument/2006/relationships/font" Target="fonts/font1.fntdata"/><Relationship Id="rId61" Type="http://schemas.openxmlformats.org/officeDocument/2006/relationships/font" Target="fonts/font2.fntdata"/><Relationship Id="rId62" Type="http://schemas.openxmlformats.org/officeDocument/2006/relationships/font" Target="fonts/font3.fntdata"/><Relationship Id="rId63" Type="http://schemas.openxmlformats.org/officeDocument/2006/relationships/font" Target="fonts/font4.fntdata"/><Relationship Id="rId64" Type="http://schemas.openxmlformats.org/officeDocument/2006/relationships/font" Target="fonts/font5.fntdata"/><Relationship Id="rId65" Type="http://schemas.openxmlformats.org/officeDocument/2006/relationships/font" Target="fonts/font6.fntdata"/><Relationship Id="rId66" Type="http://schemas.openxmlformats.org/officeDocument/2006/relationships/font" Target="fonts/font7.fntdata"/><Relationship Id="rId67" Type="http://schemas.openxmlformats.org/officeDocument/2006/relationships/font" Target="fonts/font8.fntdata"/><Relationship Id="rId68" Type="http://schemas.openxmlformats.org/officeDocument/2006/relationships/font" Target="fonts/font9.fntdata"/><Relationship Id="rId69" Type="http://schemas.openxmlformats.org/officeDocument/2006/relationships/font" Target="fonts/font10.fntdata"/><Relationship Id="rId70" Type="http://schemas.openxmlformats.org/officeDocument/2006/relationships/font" Target="fonts/font11.fntdata"/><Relationship Id="rId71" Type="http://schemas.openxmlformats.org/officeDocument/2006/relationships/font" Target="fonts/font12.fntdata"/><Relationship Id="rId72" Type="http://schemas.openxmlformats.org/officeDocument/2006/relationships/font" Target="fonts/font13.fntdata"/><Relationship Id="rId73" Type="http://schemas.openxmlformats.org/officeDocument/2006/relationships/font" Target="fonts/font14.fntdata"/><Relationship Id="rId74" Type="http://schemas.openxmlformats.org/officeDocument/2006/relationships/font" Target="fonts/font15.fntdata"/><Relationship Id="rId75" Type="http://schemas.openxmlformats.org/officeDocument/2006/relationships/font" Target="fonts/font16.fntdata"/><Relationship Id="rId76" Type="http://schemas.openxmlformats.org/officeDocument/2006/relationships/font" Target="fonts/font17.fntdata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openxmlformats.org/officeDocument/2006/relationships/slide" Target="slides/slide57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ns1:creationId id="{1BC1E7CA-5EE1-3DA7-32C0-6F53CE36D8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ns1:creationId id="{9F8C8D15-B82F-FC52-0CD1-02BED144CF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6B09B7-07BE-A148-91DF-01C04327BA5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ns1:creationId id="{3BFF98C1-C544-E550-4E51-6A793ACDDF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ns1:creationId id="{8C66E615-93FE-1272-C1B8-E41B5A56FA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1E0D8-B3AA-B840-886F-D7386865B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ns2:creationId val="3739718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ns3:sldGuideLst>
        <ns3:guide id="1" orient="horz" pos="2160" userDrawn="1">
          <ns3:clr>
            <a:srgbClr val="F26B43"/>
          </ns3:clr>
        </ns3:guide>
        <ns3:guide id="2" pos="3840" userDrawn="1">
          <ns3:clr>
            <a:srgbClr val="F26B43"/>
          </ns3:clr>
        </ns3:guide>
      </ns3:sldGuideLst>
    </p:ext>
  </p:extLst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 xmlns:ns1="http://schemas.microsoft.com/office/powerpoint/2010/main" xmlns:ns2="http://schemas.microsoft.com/office/powerpoint/2012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2BE0D-E82D-3346-AE7C-FC15429083E0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F0184-B5B4-ED4F-B2C3-615CFD72CA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ns1:creationId val="3612325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ns2:sldGuideLst>
        <ns2:guide id="1" orient="horz" pos="2160" userDrawn="1">
          <ns2:clr>
            <a:srgbClr val="F26B43"/>
          </ns2:clr>
        </ns2:guide>
        <ns2:guide id="2" pos="3840" userDrawn="1">
          <ns2:clr>
            <a:srgbClr val="F26B43"/>
          </ns2:clr>
        </ns2:guide>
      </ns2:sldGuideLst>
    </p:ext>
  </p:extLst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preserve="1">
  <p:cSld name="Дополнительный слайд светлы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576000" y="727199"/>
            <a:ext cx="11032904" cy="878400"/>
          </a:xfrm>
          <a:prstGeom prst="rect">
            <a:avLst/>
          </a:prstGeom>
        </p:spPr>
        <p:txBody>
          <a:bodyPr lIns="0" anchor="t"/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2400" b="1" i="0" kern="1200" baseline="0" dirty="0">
                <a:solidFill>
                  <a:schemeClr val="tx1"/>
                </a:solidFill>
                <a:latin typeface="SB Sans Display Semibold" panose="020B0503040504020204" pitchFamily="34" charset="0"/>
                <a:ea typeface="+mj-ea"/>
                <a:cs typeface="SB Sans Display Semibold" panose="020B0503040504020204" pitchFamily="34" charset="0"/>
              </a:defRPr>
            </a:lvl1pPr>
          </a:lstStyle>
          <a:p>
            <a:r>
              <a:rPr lang="ru-RU" dirty="0"/>
              <a:t/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76000" y="2027582"/>
            <a:ext cx="11032904" cy="4174526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solidFill>
                  <a:schemeClr val="tx1"/>
                </a:solidFill>
                <a:latin typeface="SB Sans Text Light" panose="020B0303040504020204" pitchFamily="34" charset="77"/>
                <a:cs typeface="SB Sans Text Light" panose="020B0303040504020204" pitchFamily="34" charset="77"/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694583C-1372-4011-817E-52B3A6677622}" type="slidenum">
              <a:rPr lang="ru-RU" smtClean="0"/>
              <a:pPr/>
              <a:t/>
            </a:fld>
            <a:endParaRPr lang="ru-RU" dirty="0"/>
          </a:p>
        </p:txBody>
      </p:sp>
      <p:sp>
        <p:nvSpPr>
          <p:cNvPr id="8" name="Текст 2">
            <a:extLst>
              <a:ext uri="{FF2B5EF4-FFF2-40B4-BE49-F238E27FC236}">
                <ns1:creationId id="{07E7CADD-4FB9-F646-A189-5CB6430FD37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76000" y="1616971"/>
            <a:ext cx="11032904" cy="287126"/>
          </a:xfrm>
        </p:spPr>
        <p:txBody>
          <a:bodyPr lIns="0" anchor="t" anchorCtr="0"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SB Sans Text Light" panose="020B0303040504020204" pitchFamily="34" charset="77"/>
                <a:cs typeface="SB Sans Text Light" panose="020B0303040504020204" pitchFamily="34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829028507"/>
      </p:ext>
    </p:extLst>
  </p:cSld>
  <p:clrMapOvr>
    <a:masterClrMapping/>
  </p:clrMapOvr>
  <p:hf hdr="0" ftr="0" dt="0"/>
</p:sldLayout>
</file>

<file path=ppt/slideLayouts/slideLayout2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ns1:creationId id="{2570D549-CC0F-F7F7-1D14-D7F676FD46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1188" y="2981805"/>
            <a:ext cx="10515600" cy="692834"/>
          </a:xfrm>
          <a:prstGeom prst="rect">
            <a:avLst/>
          </a:prstGeom>
        </p:spPr>
        <p:txBody>
          <a:bodyPr/>
          <a:lstStyle>
            <a:lvl1pPr marL="0" algn="l" defTabSz="914400">
              <a:defRPr lang="ru-RU" sz="55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r>
              <a:rPr lang="ru-RU" dirty="0"/>
              <a:t/>
            </a:r>
          </a:p>
        </p:txBody>
      </p:sp>
      <p:sp>
        <p:nvSpPr>
          <p:cNvPr id="11" name="Текст 10">
            <a:extLst>
              <a:ext uri="{FF2B5EF4-FFF2-40B4-BE49-F238E27FC236}">
                <ns1:creationId id="{D5E00610-EAB0-25D9-6D5B-7D11FBD8DA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1188" y="3913859"/>
            <a:ext cx="5407025" cy="5047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0" i="0">
                <a:solidFill>
                  <a:schemeClr val="bg1"/>
                </a:solidFill>
                <a:latin typeface="SB Sans Display Light" panose="020B0303040504020204" pitchFamily="34" charset="0"/>
                <a:cs typeface="SB Sans Display Light" panose="020B0303040504020204" pitchFamily="34" charset="0"/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806370381"/>
      </p:ext>
    </p:extLst>
  </p:cSld>
  <p:clrMapOvr>
    <a:masterClrMapping/>
  </p:clrMapOvr>
  <p:extLst>
    <p:ext uri="{DCECCB84-F9BA-43D5-87BE-67443E8EF086}">
      <ns3:sldGuideLst>
        <ns3:guide id="1" orient="horz" pos="2183" userDrawn="1">
          <ns3:clr>
            <a:srgbClr val="FBAE40"/>
          </ns3:clr>
        </ns3:guide>
        <ns3:guide id="2" pos="597">
          <ns3:clr>
            <a:srgbClr val="FBAE40"/>
          </ns3:clr>
        </ns3:guide>
        <ns3:guide id="3" orient="horz" pos="618" userDrawn="1">
          <ns3:clr>
            <a:srgbClr val="FBAE40"/>
          </ns3:clr>
        </ns3:guide>
      </ns3:sldGuideLst>
    </p:ext>
  </p:extLst>
</p:sldLayout>
</file>

<file path=ppt/slideLayouts/slideLayout3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showMasterPhAnim="0" userDrawn="1">
  <p:cSld name="Титульный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ns1:creationId id="{B7DE440B-5F4B-F01E-5128-3F49195CE0B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5955" y="4244082"/>
            <a:ext cx="5984587" cy="775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4800" b="1" i="0" dirty="0">
                <a:solidFill>
                  <a:schemeClr val="bg1"/>
                </a:solidFill>
                <a:latin typeface="SB Sans Display Semibold" panose="020B0503040504020204" pitchFamily="34" charset="0"/>
                <a:ea typeface="+mn-ea"/>
                <a:cs typeface="SB Sans Display Semibold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1599003026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Разделительный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ns1:creationId id="{7A356348-0A1C-19B6-14AD-415C91E50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55" y="4244082"/>
            <a:ext cx="5984587" cy="775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4800" b="1" i="0" dirty="0">
                <a:solidFill>
                  <a:schemeClr val="bg1"/>
                </a:solidFill>
                <a:latin typeface="SB Sans Display Semibold" panose="020B0503040504020204" pitchFamily="34" charset="0"/>
                <a:ea typeface="+mn-ea"/>
                <a:cs typeface="SB Sans Display Semibold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3430411243"/>
      </p:ext>
    </p:extLst>
  </p:cSld>
  <p:clrMapOvr>
    <a:masterClrMapping/>
  </p:clrMapOvr>
  <p:extLst>
    <p:ext uri="{DCECCB84-F9BA-43D5-87BE-67443E8EF086}">
      <ns3:sldGuideLst>
        <ns3:guide id="1" orient="horz" pos="2999">
          <ns3:clr>
            <a:srgbClr val="FBAE40"/>
          </ns3:clr>
        </ns3:guide>
        <ns3:guide id="2" pos="347">
          <ns3:clr>
            <a:srgbClr val="FBAE40"/>
          </ns3:clr>
        </ns3:guide>
      </ns3:sldGuideLst>
    </p:ext>
  </p:extLst>
</p:sldLayout>
</file>

<file path=ppt/slideLayouts/slideLayout5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Разделительный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ns1:creationId id="{BB227342-4D3F-71CA-7674-DADB32FB6E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5955" y="4244082"/>
            <a:ext cx="5984587" cy="775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4800" b="1" i="0" dirty="0">
                <a:solidFill>
                  <a:schemeClr val="bg1"/>
                </a:solidFill>
                <a:latin typeface="SB Sans Display Semibold" panose="020B0503040504020204" pitchFamily="34" charset="0"/>
                <a:ea typeface="+mn-ea"/>
                <a:cs typeface="SB Sans Display Semibold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823587224"/>
      </p:ext>
    </p:extLst>
  </p:cSld>
  <p:clrMapOvr>
    <a:masterClrMapping/>
  </p:clrMapOvr>
  <p:extLst>
    <p:ext uri="{DCECCB84-F9BA-43D5-87BE-67443E8EF086}">
      <ns3:sldGuideLst>
        <ns3:guide id="1" orient="horz" pos="2999">
          <ns3:clr>
            <a:srgbClr val="FBAE40"/>
          </ns3:clr>
        </ns3:guide>
        <ns3:guide id="2" pos="347">
          <ns3:clr>
            <a:srgbClr val="FBAE40"/>
          </ns3:clr>
        </ns3:guide>
      </ns3:sldGuideLst>
    </p:ext>
  </p:extLst>
</p:sldLayout>
</file>

<file path=ppt/slideLayouts/slideLayout6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 userDrawn="1">
  <p:cSld name="Разделительный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ns1:creationId id="{2DBF219D-C4F8-F89A-59ED-A994C261ED3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5955" y="4244082"/>
            <a:ext cx="5984587" cy="7755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4800" b="1" i="0" dirty="0">
                <a:solidFill>
                  <a:schemeClr val="bg1"/>
                </a:solidFill>
                <a:latin typeface="SB Sans Display Semibold" panose="020B0503040504020204" pitchFamily="34" charset="0"/>
                <a:ea typeface="+mn-ea"/>
                <a:cs typeface="SB Sans Display Semibold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338299496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Основной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ns1:creationId id="{B43CF130-F016-AF4E-0B6E-17CDBB8EF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10" name="Текст 9">
            <a:extLst>
              <a:ext uri="{FF2B5EF4-FFF2-40B4-BE49-F238E27FC236}">
                <ns1:creationId id="{A0C7D55F-2B08-D4A8-64E4-642579E750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3574567455"/>
      </p:ext>
    </p:extLst>
  </p:cSld>
  <p:clrMapOvr>
    <a:masterClrMapping/>
  </p:clrMapOvr>
  <p:extLst>
    <p:ext uri="{DCECCB84-F9BA-43D5-87BE-67443E8EF086}">
      <ns3:sldGuideLst>
        <ns3:guide id="1" orient="horz" pos="777">
          <ns3:clr>
            <a:srgbClr val="FBAE40"/>
          </ns3:clr>
        </ns3:guide>
        <ns3:guide id="2" pos="347">
          <ns3:clr>
            <a:srgbClr val="FBAE40"/>
          </ns3:clr>
        </ns3:guide>
      </ns3:sldGuideLst>
    </p:ext>
  </p:extLst>
</p:sldLayout>
</file>

<file path=ppt/slideLayouts/slideLayout8.xml><?xml version="1.0" encoding="utf-8"?>
<p:sldLayout xmlns:p="http://schemas.openxmlformats.org/presentationml/2006/main" xmlns:a="http://schemas.openxmlformats.org/drawingml/2006/main" xmlns:ns1="http://schemas.microsoft.com/office/powerpoint/2010/main" showMasterPhAnim="0" userDrawn="1">
  <p:cSld name="Основной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1:creationId val="2903368366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xmlns:ns3="http://schemas.microsoft.com/office/powerpoint/2012/main" showMasterPhAnim="0" userDrawn="1">
  <p:cSld name="Основной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76E53CBF-157B-5816-78CF-F148F327C39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4" name="Текст 9">
            <a:extLst>
              <a:ext uri="{FF2B5EF4-FFF2-40B4-BE49-F238E27FC236}">
                <ns1:creationId id="{871F3D7E-C334-E8B1-B5CF-165FB7AA6E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3047054255"/>
      </p:ext>
    </p:extLst>
  </p:cSld>
  <p:clrMapOvr>
    <a:masterClrMapping/>
  </p:clrMapOvr>
  <p:extLst>
    <p:ext uri="{DCECCB84-F9BA-43D5-87BE-67443E8EF086}">
      <ns3:sldGuideLst>
        <ns3:guide id="1" orient="horz" pos="777" userDrawn="1">
          <ns3:clr>
            <a:srgbClr val="FBAE40"/>
          </ns3:clr>
        </ns3:guide>
        <ns3:guide id="2" pos="347" userDrawn="1">
          <ns3:clr>
            <a:srgbClr val="FBAE40"/>
          </ns3:clr>
        </ns3:guide>
      </ns3:sldGuideLst>
    </p:ext>
  </p:extLst>
</p:sldLayout>
</file>

<file path=ppt/slideLayouts/slideLayout10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 userDrawn="1">
  <p:cSld name="Основной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27695FA2-0915-C3FE-BEBE-45F24A8378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3" name="Текст 9">
            <a:extLst>
              <a:ext uri="{FF2B5EF4-FFF2-40B4-BE49-F238E27FC236}">
                <ns1:creationId id="{B8FF11B5-5E30-D1F7-CF79-3830C6CDCC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1710605923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 userDrawn="1">
  <p:cSld name="Основной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F83905C9-A0E5-3EC7-AC41-F1A39BB2520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3" name="Текст 9">
            <a:extLst>
              <a:ext uri="{FF2B5EF4-FFF2-40B4-BE49-F238E27FC236}">
                <ns1:creationId id="{0E6E82DD-F568-91F0-F91E-1DA0FDE32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50511374"/>
      </p:ext>
    </p:extLst>
  </p:cSld>
  <p:clrMapOvr>
    <a:masterClrMapping/>
  </p:clrMapOvr>
</p:sldLayout>
</file>

<file path=ppt/slideLayouts/slideLayout12.xml><?xml version="1.0" encoding="utf-8"?>
<p:sldLayout xmlns:p="http://schemas.openxmlformats.org/presentationml/2006/main" xmlns:a="http://schemas.openxmlformats.org/drawingml/2006/main" xmlns:ns1="http://schemas.microsoft.com/office/drawing/2014/main" xmlns:ns2="http://schemas.microsoft.com/office/powerpoint/2010/main" showMasterPhAnim="0" userDrawn="1">
  <p:cSld name="Основной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CC338813-3B69-E4E1-1159-04776C22401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63127" y="833890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3" name="Текст 9">
            <a:extLst>
              <a:ext uri="{FF2B5EF4-FFF2-40B4-BE49-F238E27FC236}">
                <ns1:creationId id="{9FE2A5E8-12A0-4B65-8377-3712193ED3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88479" y="1499365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2:creationId val="2761834550"/>
      </p:ext>
    </p:extLst>
  </p:cSld>
  <p:clrMapOvr>
    <a:masterClrMapping/>
  </p:clrMapOvr>
</p:sldLayout>
</file>

<file path=ppt/slideLayouts/slideLayout13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612429082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14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4147163352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15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698953900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6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628111941"/>
      </p:ext>
    </p:extLst>
  </p:cSld>
  <p:clrMapOvr>
    <a:masterClrMapping/>
  </p:clrMapOvr>
  <p:extLst>
    <p:ext uri="{DCECCB84-F9BA-43D5-87BE-67443E8EF086}">
      <ns4:sldGuideLst/>
    </p:ext>
  </p:extLst>
</p:sldLayout>
</file>

<file path=ppt/slideLayouts/slideLayout17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997266264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18.xml><?xml version="1.0" encoding="utf-8"?>
<p:sldLayout xmlns:p="http://schemas.openxmlformats.org/presentationml/2006/main" xmlns:a="http://schemas.openxmlformats.org/drawingml/2006/main" xmlns:ns1="http://schemas.microsoft.com/office/drawing/2014/main" xmlns:ns3="http://schemas.microsoft.com/office/powerpoint/2010/main" xmlns:ns4="http://schemas.microsoft.com/office/powerpoint/2012/main" userDrawn="1">
  <p:cSld name="Дополнитель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6">
            <a:extLst>
              <a:ext uri="{FF2B5EF4-FFF2-40B4-BE49-F238E27FC236}">
                <ns1:creationId id="{0A67D587-5E3E-FF7B-E60A-4EEB5B04C18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20377" y="2922572"/>
            <a:ext cx="4551246" cy="6047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 algn="ctr">
              <a:defRPr lang="ru-RU" sz="3600" b="1" dirty="0">
                <a:solidFill>
                  <a:schemeClr val="bg1"/>
                </a:solidFill>
                <a:latin typeface="SB Sans Display Semibold"/>
                <a:ea typeface="+mn-ea"/>
                <a:cs typeface="SB Sans Display Semibold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  <p:sp>
        <p:nvSpPr>
          <p:cNvPr id="3" name="Текст 9">
            <a:extLst>
              <a:ext uri="{FF2B5EF4-FFF2-40B4-BE49-F238E27FC236}">
                <ns1:creationId id="{5CF7202C-08B6-6059-FD2B-A5DE1C0F3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031806" y="3588047"/>
            <a:ext cx="4128389" cy="348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lang="ru-RU" sz="1800" dirty="0">
                <a:solidFill>
                  <a:schemeClr val="bg1"/>
                </a:solidFill>
                <a:latin typeface="SB Sans Display" panose="020B0503040504020204" pitchFamily="34" charset="0"/>
                <a:cs typeface="SB Sans Display" panose="020B0503040504020204" pitchFamily="34" charset="0"/>
              </a:defRPr>
            </a:lvl1pPr>
          </a:lstStyle>
          <a:p>
            <a:pPr marL="0" lvl="0"/>
            <a:r>
              <a:rPr lang="ru-RU" dirty="0"/>
              <a:t/>
            </a:r>
          </a:p>
        </p:txBody>
      </p:sp>
    </p:spTree>
    <p:extLst>
      <p:ext uri="{BB962C8B-B14F-4D97-AF65-F5344CB8AC3E}">
        <ns3:creationId val="3900214518"/>
      </p:ext>
    </p:extLst>
  </p:cSld>
  <p:clrMapOvr>
    <a:masterClrMapping/>
  </p:clrMapOvr>
  <p:extLst>
    <p:ext uri="{DCECCB84-F9BA-43D5-87BE-67443E8EF086}">
      <ns4:sldGuideLst>
        <ns4:guide id="4" orient="horz" pos="2092">
          <ns4:clr>
            <a:srgbClr val="FBAE40"/>
          </ns4:clr>
        </ns4:guide>
      </ns4:sldGuideLst>
    </p:ext>
  </p:extLst>
</p:sldLayout>
</file>

<file path=ppt/slideLayouts/slideLayout19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1242933985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20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664026630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Layouts/slideLayout21.xml><?xml version="1.0" encoding="utf-8"?>
<p:sldLayout xmlns:p="http://schemas.openxmlformats.org/presentationml/2006/main" xmlns:a="http://schemas.openxmlformats.org/drawingml/2006/main" xmlns:ns3="http://schemas.microsoft.com/office/powerpoint/2010/main" xmlns:ns4="http://schemas.microsoft.com/office/powerpoint/2012/main" userDrawn="1">
  <p:cSld name="Дополнитель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3:creationId val="2498016944"/>
      </p:ext>
    </p:extLst>
  </p:cSld>
  <p:clrMapOvr>
    <a:masterClrMapping/>
  </p:clrMapOvr>
  <p:extLst>
    <p:ext uri="{DCECCB84-F9BA-43D5-87BE-67443E8EF086}">
      <ns4:sldGuideLst>
        <ns4:guide id="4" orient="horz" pos="278">
          <ns4:clr>
            <a:srgbClr val="FBAE40"/>
          </ns4:clr>
        </ns4:guide>
      </ns4:sldGuideLst>
    </p:ext>
  </p:extLst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ns1="http://schemas.microsoft.com/office/drawing/2014/main" xmlns:ns2="http://schemas.microsoft.com/office/powerpoint/2010/main" xmlns:r="http://schemas.openxmlformats.org/officeDocument/2006/relationships" xmlns:ns3="http://schemas.microsoft.com/office/powerpoint/2012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80000">
            <a:noAutofit/>
          </a:bodyPr>
          <a:lstStyle/>
          <a:p>
            <a:pPr marL="0" lvl="0" indent="0">
              <a:buNone/>
            </a:pPr>
            <a:r>
              <a:rPr lang="ru-RU" dirty="0"/>
              <a:t/>
            </a:r>
          </a:p>
          <a:p>
            <a:pPr lvl="1"/>
            <a:r>
              <a:rPr lang="ru-RU" dirty="0"/>
              <a:t/>
            </a:r>
          </a:p>
          <a:p>
            <a:pPr lvl="2"/>
            <a:r>
              <a:rPr lang="ru-RU" dirty="0"/>
              <a:t/>
            </a:r>
          </a:p>
          <a:p>
            <a:pPr lvl="3"/>
            <a:r>
              <a:rPr lang="ru-RU" dirty="0"/>
              <a:t/>
            </a:r>
          </a:p>
          <a:p>
            <a:pPr lvl="4"/>
            <a:r>
              <a:rPr lang="ru-RU" dirty="0"/>
              <a:t/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31574" y="6383645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8694583C-1372-4011-817E-52B3A6677622}" type="slidenum">
              <a:rPr lang="ru-RU" smtClean="0"/>
              <a:pPr/>
              <a:t/>
            </a:fld>
            <a:endParaRPr lang="ru-RU" dirty="0"/>
          </a:p>
        </p:txBody>
      </p:sp>
      <p:sp>
        <p:nvSpPr>
          <p:cNvPr id="7" name="Заголовок 6">
            <a:extLst>
              <a:ext uri="{FF2B5EF4-FFF2-40B4-BE49-F238E27FC236}">
                <ns1:creationId id="{B1C2664D-8DF7-4F4B-8903-2EB46930D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/>
            </a:r>
          </a:p>
        </p:txBody>
      </p:sp>
    </p:spTree>
    <p:extLst>
      <p:ext uri="{BB962C8B-B14F-4D97-AF65-F5344CB8AC3E}">
        <ns2:creationId val="160698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5" r:id="rId2"/>
    <p:sldLayoutId id="2147483702" r:id="rId3"/>
    <p:sldLayoutId id="2147483699" r:id="rId4"/>
    <p:sldLayoutId id="2147483700" r:id="rId5"/>
    <p:sldLayoutId id="2147483701" r:id="rId6"/>
    <p:sldLayoutId id="2147483703" r:id="rId7"/>
    <p:sldLayoutId id="2147483698" r:id="rId8"/>
    <p:sldLayoutId id="2147483682" r:id="rId9"/>
    <p:sldLayoutId id="2147483704" r:id="rId10"/>
    <p:sldLayoutId id="2147483681" r:id="rId11"/>
    <p:sldLayoutId id="2147483705" r:id="rId12"/>
    <p:sldLayoutId id="2147483688" r:id="rId13"/>
    <p:sldLayoutId id="2147483692" r:id="rId14"/>
    <p:sldLayoutId id="2147483691" r:id="rId15"/>
    <p:sldLayoutId id="2147483693" r:id="rId16"/>
    <p:sldLayoutId id="2147483696" r:id="rId17"/>
    <p:sldLayoutId id="2147483706" r:id="rId18"/>
    <p:sldLayoutId id="2147483707" r:id="rId19"/>
    <p:sldLayoutId id="2147483708" r:id="rId20"/>
    <p:sldLayoutId id="2147483709" r:id="rId2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ru-RU" sz="2400" b="1" i="0" kern="1200" baseline="0" dirty="0">
          <a:solidFill>
            <a:schemeClr val="tx1"/>
          </a:solidFill>
          <a:latin typeface="SB Sans Text Semibold" panose="020B0503040504020204" pitchFamily="34" charset="77"/>
          <a:ea typeface="+mj-ea"/>
          <a:cs typeface="SB Sans Text Semibold" panose="020B0503040504020204" pitchFamily="34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1400" b="0" i="0" kern="1200" dirty="0" smtClean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400" b="0" i="0" kern="1200" dirty="0" smtClean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400" b="0" i="0" kern="1200" dirty="0" smtClean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400" b="0" i="0" kern="1200" dirty="0" smtClean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400" b="0" i="0" kern="1200" dirty="0">
          <a:solidFill>
            <a:schemeClr val="tx1"/>
          </a:solidFill>
          <a:latin typeface="SB Sans Text Light" panose="020B0303040504020204" pitchFamily="34" charset="77"/>
          <a:ea typeface="+mn-ea"/>
          <a:cs typeface="SB Sans Text Light" panose="020B0303040504020204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ns3:sldGuideLst/>
    </p:ext>
  </p:extLst>
</p:sldMaster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" descr="gid:1:0"/>
          <p:cNvSpPr txBox="1"/>
          <p:nvPr/>
        </p:nvSpPr>
        <p:spPr>
          <a:xfrm>
            <a:off x="628650" y="571500"/>
            <a:ext cx="8572500" cy="6667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/>
            <a:r>
              <a:rPr sz="2800" b="1">
                <a:solidFill>
                  <a:srgbClr val="FFFFFF"/>
                </a:solidFill>
              </a:rPr>
              <a:t>Тёмная тема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Тема1">
  <a:themeElements>
    <a:clrScheme name="Пользовательские 1">
      <a:dk1>
        <a:srgbClr val="000000"/>
      </a:dk1>
      <a:lt1>
        <a:srgbClr val="FFFFFF"/>
      </a:lt1>
      <a:dk2>
        <a:srgbClr val="0D0658"/>
      </a:dk2>
      <a:lt2>
        <a:srgbClr val="ED692B"/>
      </a:lt2>
      <a:accent1>
        <a:srgbClr val="00ADEE"/>
      </a:accent1>
      <a:accent2>
        <a:srgbClr val="20BA71"/>
      </a:accent2>
      <a:accent3>
        <a:srgbClr val="A0E720"/>
      </a:accent3>
      <a:accent4>
        <a:srgbClr val="2F97AD"/>
      </a:accent4>
      <a:accent5>
        <a:srgbClr val="64E9E9"/>
      </a:accent5>
      <a:accent6>
        <a:srgbClr val="FAED00"/>
      </a:accent6>
      <a:hlink>
        <a:srgbClr val="33AC8B"/>
      </a:hlink>
      <a:folHlink>
        <a:srgbClr val="00A523"/>
      </a:folHlink>
    </a:clrScheme>
    <a:fontScheme name="SB Sans">
      <a:majorFont>
        <a:latin typeface="SB Sans Display"/>
        <a:ea typeface=""/>
        <a:cs typeface=""/>
      </a:majorFont>
      <a:minorFont>
        <a:latin typeface="SB Sans Tex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70000">
              <a:srgbClr val="43C690"/>
            </a:gs>
            <a:gs pos="32000">
              <a:srgbClr val="1EB8AD"/>
            </a:gs>
            <a:gs pos="100000">
              <a:srgbClr val="A8E45D"/>
            </a:gs>
            <a:gs pos="0">
              <a:srgbClr val="15A8D7"/>
            </a:gs>
          </a:gsLst>
          <a:lin ang="18000000" scaled="0"/>
        </a:gradFill>
        <a:ln>
          <a:noFill/>
        </a:ln>
      </a:spPr>
      <a:bodyPr rtlCol="0" anchor="ctr"/>
      <a:lstStyle>
        <a:defPPr algn="ctr">
          <a:defRPr dirty="0">
            <a:solidFill>
              <a:srgbClr val="000333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ns1:themeFamily name="Тема1" id="{AEBB4066-2AF6-BD49-BAE5-218522F2F220}" vid="{77E27D13-7DCD-D443-A851-4441555DB502}"/>
    </a:ext>
  </a:extLst>
</a:theme>
</file>

<file path=ppt/theme/theme2.xml><?xml version="1.0" encoding="utf-8"?>
<a:theme xmlns:a="http://schemas.openxmlformats.org/drawingml/2006/main" xmlns:ns1="http://schemas.microsoft.com/office/thememl/2012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xmlns:ns1="http://schemas.microsoft.com/office/thememl/2012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ep:Properties xmlns:ep="http://schemas.openxmlformats.org/officeDocument/2006/extended-properties" xmlns:vt="http://schemas.openxmlformats.org/officeDocument/2006/docPropsVTypes">
  <ep:Template>Тема1</ep:Template>
  <ep:TotalTime>5739</ep:TotalTime>
  <ep:Words>2786</ep:Words>
  <ep:Application>Microsoft Macintosh PowerPoint</ep:Application>
  <ep:DocSecurity>0</ep:DocSecurity>
  <ep:PresentationFormat>Широкоэкранный</ep:PresentationFormat>
  <ep:Paragraphs>616</ep:Paragraphs>
  <ep:Slides>56</ep:Slides>
  <ep:Notes>37</ep:Notes>
  <ep:HiddenSlides>0</ep:HiddenSlides>
  <ep:MMClips>0</ep:MMClips>
  <ep:ScaleCrop>false</ep:ScaleCrop>
  <ep: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56</vt:i4>
      </vt:variant>
    </vt:vector>
  </ep:HeadingPairs>
  <ep:TitlesOfParts>
    <vt:vector size="67" baseType="lpstr">
      <vt:lpstr>Arial</vt:lpstr>
      <vt:lpstr>SB Sans Text Light</vt:lpstr>
      <vt:lpstr>Calibri</vt:lpstr>
      <vt:lpstr>SB Sans Text Medium</vt:lpstr>
      <vt:lpstr>SB Sans Display Semibold</vt:lpstr>
      <vt:lpstr>SBSansDisplay-Light</vt:lpstr>
      <vt:lpstr>SB Sans Text</vt:lpstr>
      <vt:lpstr>SB Sans Display</vt:lpstr>
      <vt:lpstr>SB Sans Display Light</vt:lpstr>
      <vt:lpstr>SB Sans Text Semibold</vt:lpstr>
      <vt:lpstr>Тема1</vt:lpstr>
      <vt:lpstr>Презентация PowerPoint</vt:lpstr>
      <vt:lpstr>Цветовая палитра</vt:lpstr>
      <vt:lpstr>SB Sans Display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Разделительный слайд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Логвиненко Эдуард Константинович</dc:creator>
  <cp:keywords/>
  <dc:description/>
  <cp:lastModifiedBy>Логвиненко Эдуард Константинович</cp:lastModifiedBy>
  <cp:revision>123</cp:revision>
  <dcterms:created xsi:type="dcterms:W3CDTF">2024-12-24T09:59:51Z</dcterms:created>
  <dcterms:modified xsi:type="dcterms:W3CDTF">2026-05-15T09:15:08Z</dcterms:modified>
  <cp:category/>
  <dc:identifier/>
  <cp:contentStatus/>
  <dc:language/>
  <cp:version/>
</cp:coreProperties>
</file>