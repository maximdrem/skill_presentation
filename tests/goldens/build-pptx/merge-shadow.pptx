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h" descr="gid:1: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905000"/>
            <a:ext cx="3810000" cy="2857500"/>
          </a:xfrm>
          <a:prstGeom prst="rect">
            <a:avLst/>
          </a:prstGeom>
          <a:effectLst>
            <a:outerShdw blurRad="190500" dist="38100" dir="5400000" rotWithShape="0">
              <a:srgbClr val="0B0F14">
                <a:alpha val="22000"/>
              </a:srgbClr>
            </a:outerShdw>
          </a:effectLst>
        </p:spPr>
      </p:pic>
      <p:graphicFrame>
        <p:nvGraphicFramePr>
          <p:cNvPr id="3" name="tb" descr="gid:1:1"/>
          <p:cNvGraphicFramePr>
            <a:graphicFrameLocks noGrp="1"/>
          </p:cNvGraphicFramePr>
          <p:nvPr/>
        </p:nvGraphicFramePr>
        <p:xfrm>
          <a:off x="628650" y="952500"/>
          <a:ext cx="762000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10000"/>
                <a:gridCol w="3810000"/>
              </a:tblGrid>
              <a:tr h="1428750">
                <a:tc gridSpan="2">
                  <a:txBody>
                    <a:bodyPr wrap="square"/>
                    <a:lstStyle/>
                    <a:p>
                      <a:r>
                        <a:rPr sz="1400"/>
                        <a:t>A</a:t>
                      </a:r>
                    </a:p>
                  </a:txBody>
                  <a:tcPr anchor="ctr" marL="47625" marR="47625" marT="22860" marB="22860"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428750">
                <a:tc>
                  <a:txBody>
                    <a:bodyPr wrap="square"/>
                    <a:lstStyle/>
                    <a:p>
                      <a:r>
                        <a:rPr sz="1400"/>
                        <a:t>B</a:t>
                      </a:r>
                    </a:p>
                  </a:txBody>
                  <a:tcPr anchor="ctr" marL="47625" marR="47625" marT="22860" marB="22860"/>
                </a:tc>
                <a:tc>
                  <a:txBody>
                    <a:bodyPr wrap="square"/>
                    <a:lstStyle/>
                    <a:p>
                      <a:r>
                        <a:rPr sz="1400"/>
                        <a:t>C</a:t>
                      </a:r>
                    </a:p>
                  </a:txBody>
                  <a:tcPr anchor="ctr" marL="47625" marR="47625" marT="22860" marB="2286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