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ns1="http://schemas.microsoft.com/office/powerpoint/2010/main">
  <p:extLst>
    <p:ext uri="{E76CE94A-603C-4142-B9EB-6D1370010A27}">
      <ns1:discardImageEditData val="0"/>
    </p:ext>
    <p:ext uri="{D31A062A-798A-4329-ABDD-BBA856620510}">
      <ns1:defaultImageDpi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ns1="http://schemas.microsoft.com/office/powerpoint/2010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3168075583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ns1="http://schemas.microsoft.com/office/powerpoint/2010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2614314258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ns1="http://schemas.microsoft.com/office/powerpoint/2010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960648375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ns1="http://schemas.microsoft.com/office/powerpoint/2010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2782244947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ns1="http://schemas.microsoft.com/office/powerpoint/2010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990158736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ns1="http://schemas.microsoft.com/office/powerpoint/2010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727027711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ns1="http://schemas.microsoft.com/office/powerpoint/2010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1212999818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ns1="http://schemas.microsoft.com/office/powerpoint/2010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1840726560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ns1="http://schemas.microsoft.com/office/powerpoint/2010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3889236939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ns1="http://schemas.microsoft.com/office/powerpoint/2010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2910927964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ns1="http://schemas.microsoft.com/office/powerpoint/2010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36122237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ns1="http://schemas.microsoft.com/office/powerpoint/2010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1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h" descr="gid:1: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1905000"/>
            <a:ext cx="3810000" cy="2857500"/>
          </a:xfrm>
          <a:prstGeom prst="rect">
            <a:avLst/>
          </a:prstGeom>
          <a:effectLst>
            <a:outerShdw blurRad="190500" dist="38100" dir="5400000" rotWithShape="0">
              <a:srgbClr val="0B0F14">
                <a:alpha val="22000"/>
              </a:srgbClr>
            </a:outerShdw>
          </a:effectLst>
        </p:spPr>
      </p:pic>
      <p:graphicFrame>
        <p:nvGraphicFramePr>
          <p:cNvPr id="3" name="tb" descr="gid:1:1"/>
          <p:cNvGraphicFramePr>
            <a:graphicFrameLocks noGrp="1"/>
          </p:cNvGraphicFramePr>
          <p:nvPr/>
        </p:nvGraphicFramePr>
        <p:xfrm>
          <a:off x="628650" y="952500"/>
          <a:ext cx="7620000" cy="285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0"/>
                <a:gridCol w="3810000"/>
              </a:tblGrid>
              <a:tr h="1428750">
                <a:tc gridSpan="2">
                  <a:txBody>
                    <a:bodyPr wrap="square"/>
                    <a:lstStyle/>
                    <a:p>
                      <a:r>
                        <a:rPr sz="1400"/>
                        <a:t>A</a:t>
                      </a:r>
                    </a:p>
                  </a:txBody>
                  <a:tcPr anchor="ctr" marL="47625" marR="47625" marT="22860" marB="22860"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428750">
                <a:tc>
                  <a:txBody>
                    <a:bodyPr wrap="square"/>
                    <a:lstStyle/>
                    <a:p>
                      <a:r>
                        <a:rPr sz="1400"/>
                        <a:t>B</a:t>
                      </a:r>
                    </a:p>
                  </a:txBody>
                  <a:tcPr anchor="ctr" marL="47625" marR="47625" marT="22860" marB="22860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C</a:t>
                      </a:r>
                    </a:p>
                  </a:txBody>
                  <a:tcPr anchor="ctr" marL="47625" marR="47625" marT="22860" marB="2286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ep:Properties xmlns:ep="http://schemas.openxmlformats.org/officeDocument/2006/extended-properties" xmlns:vt="http://schemas.openxmlformats.org/officeDocument/2006/docPropsVTypes">
  <ep:TotalTime>1</ep:TotalTime>
  <ep:Words>0</ep:Words>
  <ep:Application>Microsoft Macintosh PowerPoint</ep:Application>
  <ep:PresentationFormat>On-screen Show (4:3)</ep:PresentationFormat>
  <ep:Paragraphs>0</ep:Paragraphs>
  <ep:Slides>0</ep:Slides>
  <ep:Notes>0</ep:Notes>
  <ep:HiddenSlides>0</ep:HiddenSlides>
  <ep:MMClips>0</ep:MMClips>
  <ep:ScaleCrop>false</ep:ScaleCrop>
  <ep: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ep:HeadingPairs>
  <ep:TitlesOfParts>
    <vt:vector size="1" baseType="lpstr">
      <vt:lpstr>Office Theme</vt:lpstr>
    </vt:vector>
  </ep:TitlesOfParts>
  <ep:Manager/>
  <ep:Company/>
  <ep:LinksUpToDate>false</ep:LinksUpToDate>
  <ep:SharedDoc>false</ep:SharedDoc>
  <ep:HyperlinkBase/>
  <ep:HyperlinksChanged>false</ep:HyperlinksChanged>
  <ep:AppVersion>14.0000</ep:AppVersion>
</e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