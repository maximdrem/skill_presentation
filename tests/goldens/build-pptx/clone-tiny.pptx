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-pic" descr="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" descr="gid:1:0"/>
          <p:cNvSpPr txBox="1"/>
          <p:nvPr/>
        </p:nvSpPr>
        <p:spPr>
          <a:xfrm>
            <a:off x="571500" y="2667000"/>
            <a:ext cx="11049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5400" b="1">
                <a:solidFill>
                  <a:srgbClr val="FFFFFF"/>
                </a:solidFill>
              </a:rPr>
              <a:t>Клон эталона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b" descr="gid:2:0"/>
          <p:cNvGraphicFramePr>
            <a:graphicFrameLocks noGrp="1"/>
          </p:cNvGraphicFramePr>
          <p:nvPr/>
        </p:nvGraphicFramePr>
        <p:xfrm>
          <a:off x="571500" y="952500"/>
          <a:ext cx="66675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3750"/>
                <a:gridCol w="3333750"/>
              </a:tblGrid>
              <a:tr h="1143000">
                <a:tc>
                  <a:txBody>
                    <a:bodyPr wrap="square"/>
                    <a:lstStyle/>
                    <a:p>
                      <a:r>
                        <a:rPr sz="1400"/>
                        <a:t>A</a:t>
                      </a:r>
                    </a:p>
                  </a:txBody>
                  <a:tcPr anchor="ctr" marL="47625" marR="47625" marT="22860" marB="2286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B</a:t>
                      </a:r>
                    </a:p>
                  </a:txBody>
                  <a:tcPr anchor="ctr" marL="47625" marR="47625" marT="22860" marB="22860"/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400"/>
                        <a:t>C</a:t>
                      </a:r>
                    </a:p>
                  </a:txBody>
                  <a:tcPr anchor="ctr" marL="47625" marR="47625" marT="22860" marB="2286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D</a:t>
                      </a:r>
                    </a:p>
                  </a:txBody>
                  <a:tcPr anchor="ctr" marL="47625" marR="47625" marT="22860" marB="2286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