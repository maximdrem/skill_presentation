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saveSubsetFonts="1" autoCompressPictures="0">
  <p:sldMasterIdLst>
    <p:sldMasterId id="2147483648" r:id="rId1"/>
  </p:sldMasterIdLst>
  <p:sldIdLst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 xmlns:ns1="http://schemas.microsoft.com/office/powerpoint/2010/main">
  <p:extLst>
    <p:ext uri="{E76CE94A-603C-4142-B9EB-6D1370010A27}">
      <ns1:discardImageEditData val="0"/>
    </p:ext>
    <p:ext uri="{D31A062A-798A-4329-ABDD-BBA856620510}">
      <ns1:defaultImageDpi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ns1="http://schemas.microsoft.com/office/powerpoint/2010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1:creationId val="3168075583"/>
      </p:ext>
    </p:extLst>
  </p:cSld>
  <p:clrMapOvr>
    <a:masterClrMapping/>
  </p:clrMapOvr>
</p:sldLayout>
</file>

<file path=ppt/slideLayouts/slideLayout2.xml><?xml version="1.0" encoding="utf-8"?>
<p:sldLayout xmlns:p="http://schemas.openxmlformats.org/presentationml/2006/main" xmlns:a="http://schemas.openxmlformats.org/drawingml/2006/main" xmlns:ns1="http://schemas.microsoft.com/office/powerpoint/2010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1:creationId val="2614314258"/>
      </p:ext>
    </p:extLst>
  </p:cSld>
  <p:clrMapOvr>
    <a:masterClrMapping/>
  </p:clrMapOvr>
</p:sldLayout>
</file>

<file path=ppt/slideLayouts/slideLayout3.xml><?xml version="1.0" encoding="utf-8"?>
<p:sldLayout xmlns:p="http://schemas.openxmlformats.org/presentationml/2006/main" xmlns:a="http://schemas.openxmlformats.org/drawingml/2006/main" xmlns:ns1="http://schemas.microsoft.com/office/powerpoint/2010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1:creationId val="960648375"/>
      </p:ext>
    </p:extLst>
  </p:cSld>
  <p:clrMapOvr>
    <a:masterClrMapping/>
  </p:clrMapOvr>
</p:sldLayout>
</file>

<file path=ppt/slideLayouts/slideLayout4.xml><?xml version="1.0" encoding="utf-8"?>
<p:sldLayout xmlns:p="http://schemas.openxmlformats.org/presentationml/2006/main" xmlns:a="http://schemas.openxmlformats.org/drawingml/2006/main" xmlns:ns1="http://schemas.microsoft.com/office/powerpoint/2010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1:creationId val="2782244947"/>
      </p:ext>
    </p:extLst>
  </p:cSld>
  <p:clrMapOvr>
    <a:masterClrMapping/>
  </p:clrMapOvr>
</p:sldLayout>
</file>

<file path=ppt/slideLayouts/slideLayout5.xml><?xml version="1.0" encoding="utf-8"?>
<p:sldLayout xmlns:p="http://schemas.openxmlformats.org/presentationml/2006/main" xmlns:a="http://schemas.openxmlformats.org/drawingml/2006/main" xmlns:ns1="http://schemas.microsoft.com/office/powerpoint/2010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1:creationId val="990158736"/>
      </p:ext>
    </p:extLst>
  </p:cSld>
  <p:clrMapOvr>
    <a:masterClrMapping/>
  </p:clrMapOvr>
</p:sldLayout>
</file>

<file path=ppt/slideLayouts/slideLayout6.xml><?xml version="1.0" encoding="utf-8"?>
<p:sldLayout xmlns:p="http://schemas.openxmlformats.org/presentationml/2006/main" xmlns:a="http://schemas.openxmlformats.org/drawingml/2006/main" xmlns:ns1="http://schemas.microsoft.com/office/powerpoint/2010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1:creationId val="727027711"/>
      </p:ext>
    </p:extLst>
  </p:cSld>
  <p:clrMapOvr>
    <a:masterClrMapping/>
  </p:clrMapOvr>
</p:sldLayout>
</file>

<file path=ppt/slideLayouts/slideLayout7.xml><?xml version="1.0" encoding="utf-8"?>
<p:sldLayout xmlns:p="http://schemas.openxmlformats.org/presentationml/2006/main" xmlns:a="http://schemas.openxmlformats.org/drawingml/2006/main" xmlns:ns1="http://schemas.microsoft.com/office/powerpoint/2010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1:creationId val="1212999818"/>
      </p:ext>
    </p:extLst>
  </p:cSld>
  <p:clrMapOvr>
    <a:masterClrMapping/>
  </p:clrMapOvr>
</p:sldLayout>
</file>

<file path=ppt/slideLayouts/slideLayout8.xml><?xml version="1.0" encoding="utf-8"?>
<p:sldLayout xmlns:p="http://schemas.openxmlformats.org/presentationml/2006/main" xmlns:a="http://schemas.openxmlformats.org/drawingml/2006/main" xmlns:ns1="http://schemas.microsoft.com/office/powerpoint/2010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1:creationId val="1840726560"/>
      </p:ext>
    </p:extLst>
  </p:cSld>
  <p:clrMapOvr>
    <a:masterClrMapping/>
  </p:clrMapOvr>
</p:sldLayout>
</file>

<file path=ppt/slideLayouts/slideLayout9.xml><?xml version="1.0" encoding="utf-8"?>
<p:sldLayout xmlns:p="http://schemas.openxmlformats.org/presentationml/2006/main" xmlns:a="http://schemas.openxmlformats.org/drawingml/2006/main" xmlns:ns1="http://schemas.microsoft.com/office/powerpoint/2010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1:creationId val="3889236939"/>
      </p:ext>
    </p:extLst>
  </p:cSld>
  <p:clrMapOvr>
    <a:masterClrMapping/>
  </p:clrMapOvr>
</p:sldLayout>
</file>

<file path=ppt/slideLayouts/slideLayout10.xml><?xml version="1.0" encoding="utf-8"?>
<p:sldLayout xmlns:p="http://schemas.openxmlformats.org/presentationml/2006/main" xmlns:a="http://schemas.openxmlformats.org/drawingml/2006/main" xmlns:ns1="http://schemas.microsoft.com/office/powerpoint/2010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1:creationId val="2910927964"/>
      </p:ext>
    </p:extLst>
  </p:cSld>
  <p:clrMapOvr>
    <a:masterClrMapping/>
  </p:clrMapOvr>
</p:sldLayout>
</file>

<file path=ppt/slideLayouts/slideLayout11.xml><?xml version="1.0" encoding="utf-8"?>
<p:sldLayout xmlns:p="http://schemas.openxmlformats.org/presentationml/2006/main" xmlns:a="http://schemas.openxmlformats.org/drawingml/2006/main" xmlns:ns1="http://schemas.microsoft.com/office/powerpoint/2010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1:creationId val="361222379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ns1="http://schemas.microsoft.com/office/powerpoint/2010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1:creationId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-pic" descr="al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" descr="gid:1:0"/>
          <p:cNvSpPr txBox="1"/>
          <p:nvPr/>
        </p:nvSpPr>
        <p:spPr>
          <a:xfrm>
            <a:off x="571500" y="2667000"/>
            <a:ext cx="110490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/>
            <a:r>
              <a:rPr sz="5400" b="1">
                <a:solidFill>
                  <a:srgbClr val="FFFFFF"/>
                </a:solidFill>
              </a:rPr>
              <a:t>Клон эталона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/>
      <p:graphicFrame>
        <p:nvGraphicFramePr>
          <p:cNvPr id="2" name="tb" descr="gid:2:0"/>
          <p:cNvGraphicFramePr>
            <a:graphicFrameLocks noGrp="1"/>
          </p:cNvGraphicFramePr>
          <p:nvPr/>
        </p:nvGraphicFramePr>
        <p:xfrm>
          <a:off x="571500" y="952500"/>
          <a:ext cx="666750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33750"/>
                <a:gridCol w="3333750"/>
              </a:tblGrid>
              <a:tr h="1143000">
                <a:tc>
                  <a:txBody>
                    <a:bodyPr wrap="square"/>
                    <a:lstStyle/>
                    <a:p>
                      <a:r>
                        <a:rPr sz="1400"/>
                        <a:t>A</a:t>
                      </a:r>
                    </a:p>
                  </a:txBody>
                  <a:tcPr anchor="ctr" marL="47625" marR="47625" marT="22860" marB="2286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B</a:t>
                      </a:r>
                    </a:p>
                  </a:txBody>
                  <a:tcPr anchor="ctr" marL="47625" marR="47625" marT="22860" marB="22860">
                    <a:noFill/>
                  </a:tcPr>
                </a:tc>
              </a:tr>
              <a:tr h="1143000">
                <a:tc>
                  <a:txBody>
                    <a:bodyPr wrap="square"/>
                    <a:lstStyle/>
                    <a:p>
                      <a:r>
                        <a:rPr sz="1400"/>
                        <a:t>C</a:t>
                      </a:r>
                    </a:p>
                  </a:txBody>
                  <a:tcPr anchor="ctr" marL="47625" marR="47625" marT="22860" marB="2286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D</a:t>
                      </a:r>
                    </a:p>
                  </a:txBody>
                  <a:tcPr anchor="ctr" marL="47625" marR="47625" marT="22860" marB="22860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ep:Properties xmlns:ep="http://schemas.openxmlformats.org/officeDocument/2006/extended-properties" xmlns:vt="http://schemas.openxmlformats.org/officeDocument/2006/docPropsVTypes">
  <ep:TotalTime>1</ep:TotalTime>
  <ep:Words>0</ep:Words>
  <ep:Application>Microsoft Macintosh PowerPoint</ep:Application>
  <ep:PresentationFormat>On-screen Show (4:3)</ep:PresentationFormat>
  <ep:Paragraphs>0</ep:Paragraphs>
  <ep:Slides>0</ep:Slides>
  <ep:Notes>0</ep:Notes>
  <ep:HiddenSlides>0</ep:HiddenSlides>
  <ep:MMClips>0</ep:MMClips>
  <ep:ScaleCrop>false</ep:ScaleCrop>
  <ep: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ep:HeadingPairs>
  <ep:TitlesOfParts>
    <vt:vector size="1" baseType="lpstr">
      <vt:lpstr>Office Theme</vt:lpstr>
    </vt:vector>
  </ep:TitlesOfParts>
  <ep:Manager/>
  <ep:Company/>
  <ep:LinksUpToDate>false</ep:LinksUpToDate>
  <ep:SharedDoc>false</ep:SharedDoc>
  <ep:HyperlinkBase/>
  <ep:HyperlinksChanged>false</ep:HyperlinksChanged>
  <ep:AppVersion>14.0000</ep:AppVersion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