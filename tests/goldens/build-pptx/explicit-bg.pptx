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" descr="gid:1:0"/>
          <p:cNvSpPr txBox="1"/>
          <p:nvPr/>
        </p:nvSpPr>
        <p:spPr>
          <a:xfrm>
            <a:off x="628650" y="571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2800" b="1">
                <a:solidFill>
                  <a:srgbClr val="1A1A1A"/>
                </a:solidFill>
              </a:rPr>
              <a:t>Явный фон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A0F1F"/>
            </a:gs>
            <a:gs pos="100000">
              <a:srgbClr val="1D254D">
                <a:alpha val="8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" descr="gid:2:0"/>
          <p:cNvSpPr txBox="1"/>
          <p:nvPr/>
        </p:nvSpPr>
        <p:spPr>
          <a:xfrm>
            <a:off x="628650" y="571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2800">
                <a:solidFill>
                  <a:srgbClr val="FFFFFF"/>
                </a:solidFill>
              </a:rPr>
              <a:t>Градиентный фон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