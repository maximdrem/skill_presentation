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" descr="gid:1:0"/>
          <p:cNvSpPr txBox="1"/>
          <p:nvPr/>
        </p:nvSpPr>
        <p:spPr>
          <a:xfrm>
            <a:off x="428625" y="428625"/>
            <a:ext cx="60007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/>
            <a:r>
              <a:rPr sz="3200" b="1"/>
              <a:t>Клон 4:3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2" descr="gid:2:0"/>
          <p:cNvSpPr txBox="1"/>
          <p:nvPr/>
        </p:nvSpPr>
        <p:spPr>
          <a:xfrm>
            <a:off x="428625" y="228600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/>
            <a:r>
              <a:rPr sz="1400"/>
              <a:t>подпись клон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