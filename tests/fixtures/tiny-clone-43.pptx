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8001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/>
              <a:t>4:3 эталон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rd-43"/>
          <p:cNvSpPr/>
          <p:nvPr/>
        </p:nvSpPr>
        <p:spPr>
          <a:xfrm>
            <a:off x="428625" y="714375"/>
            <a:ext cx="2857500" cy="142875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0480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/>
              <a:t>подпись 4:3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