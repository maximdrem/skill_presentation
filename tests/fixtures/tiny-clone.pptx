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Серия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2.5</c:v>
                </c:pt>
                <c:pt idx="2">
                  <c:v>3.25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Серия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1.0</c:v>
                </c:pt>
                <c:pt idx="2">
                  <c:v>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А</c:v>
                </c:pt>
                <c:pt idx="1">
                  <c:v>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69.5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-pic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67000"/>
            <a:ext cx="1104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B Sans Display"/>
              </a:rPr>
              <a:t>Крошечный эталон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/>
              <a:t>Пункты и 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524000"/>
            <a:ext cx="66675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buChar char="•"/>
            </a:pPr>
            <a:r>
              <a:rPr sz="1600"/>
              <a:t>первый пункт</a:t>
            </a:r>
          </a:p>
          <a:p>
            <a:r>
              <a:rPr sz="1600"/>
              <a:t>второй </a:t>
            </a:r>
            <a:r>
              <a:rPr sz="1600" b="1"/>
              <a:t>жирный</a:t>
            </a:r>
            <a:r>
              <a:rPr sz="1600"/>
              <a:t> и </a:t>
            </a:r>
            <a:r>
              <a:rPr sz="1600">
                <a:solidFill>
                  <a:srgbClr val="1A5BD7"/>
                </a:solidFill>
                <a:hlinkClick r:id="rId2"/>
              </a:rPr>
              <a:t>ссылка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952500"/>
          <a:ext cx="66675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1905000"/>
                <a:gridCol w="1905000"/>
              </a:tblGrid>
              <a:tr h="762000">
                <a:tc gridSpan="3"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Шапка на всю строку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1A1A1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1A1A1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381000" y="1143000"/>
          <a:ext cx="5334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86500" y="1143000"/>
          <a:ext cx="5334000" cy="381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A0F1F"/>
            </a:gs>
            <a:gs pos="100000">
              <a:srgbClr val="1D254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77" name="Группа 1"/>
          <p:cNvGrpSpPr/>
          <p:nvPr/>
        </p:nvGrpSpPr>
        <p:grpSpPr>
          <a:xfrm>
            <a:off x="571500" y="2286000"/>
            <a:ext cx="2286000" cy="1143000"/>
            <a:chOff x="0" y="0"/>
            <a:chExt cx="2286000" cy="1143000"/>
          </a:xfrm>
        </p:grpSpPr>
        <p:sp>
          <p:nvSpPr>
            <p:cNvPr id="78" name="rect in group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/>
            </a:prstGeom>
            <a:solidFill>
              <a:srgbClr val="2FE7C4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ext in group"/>
            <p:cNvSpPr/>
            <p:nvPr/>
          </p:nvSpPr>
          <p:spPr>
            <a:xfrm>
              <a:off x="1143000" y="571500"/>
              <a:ext cx="1143000" cy="571500"/>
            </a:xfrm>
            <a:prstGeom prst="rect">
              <a:avLst/>
            </a:prstGeom>
          </p:spPr>
          <p:txBody>
            <a:bodyPr/>
            <a:lstStyle/>
            <a:p>
              <a:r>
                <a:rPr lang="ru-RU" sz="1400" dirty="0"/>
                <a:t>в группе</a:t>
              </a:r>
            </a:p>
          </p:txBody>
        </p:sp>
      </p:grpSp>
      <p:pic>
        <p:nvPicPr>
          <p:cNvPr id="80" name="Picture 79" descr="pic.png"/>
          <p:cNvPicPr>
            <a:picLocks noChangeAspect="1"/>
          </p:cNvPicPr>
          <p:nvPr/>
        </p:nvPicPr>
        <p:blipFill>
          <a:blip r:embed="rId2">
            <a:alphaModFix amt="60000"/>
          </a:blip>
          <a:srcRect l="10000" r="10000"/>
          <a:stretch>
            <a:fillRect/>
          </a:stretch>
        </p:blipFill>
        <p:spPr>
          <a:xfrm>
            <a:off x="8572500" y="2857500"/>
            <a:ext cx="28575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